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4ef142d56a4b18" /><Relationship Type="http://schemas.openxmlformats.org/officeDocument/2006/relationships/extended-properties" Target="/docProps/app.xml" Id="R5c2370a401274154" /><Relationship Type="http://schemas.openxmlformats.org/officeDocument/2006/relationships/officeDocument" Target="/ppt/presentation.xml" Id="R592f8305a74849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d6dc20bdb3462e"/>
    <p:sldMasterId xmlns:r="http://schemas.openxmlformats.org/officeDocument/2006/relationships" id="2147483655" r:id="Rda0934e2965a42fe"/>
  </p:sldMasterIdLst>
  <p:notesMasterIdLst>
    <p:notesMasterId xmlns:r="http://schemas.openxmlformats.org/officeDocument/2006/relationships" r:id="R243ecc1fd09b4f24"/>
  </p:notesMasterIdLst>
  <p:sldIdLst>
    <p:sldId xmlns:r="http://schemas.openxmlformats.org/officeDocument/2006/relationships" id="256" r:id="Re036cbc48dd44cfd"/>
    <p:sldId xmlns:r="http://schemas.openxmlformats.org/officeDocument/2006/relationships" id="257" r:id="R3ef13ae4612349af"/>
    <p:sldId xmlns:r="http://schemas.openxmlformats.org/officeDocument/2006/relationships" id="258" r:id="Rf00d2e1d0ec34da3"/>
    <p:sldId xmlns:r="http://schemas.openxmlformats.org/officeDocument/2006/relationships" id="259" r:id="Rb877fe34dea245d5"/>
    <p:sldId xmlns:r="http://schemas.openxmlformats.org/officeDocument/2006/relationships" id="260" r:id="R245dd59d371f4351"/>
    <p:sldId xmlns:r="http://schemas.openxmlformats.org/officeDocument/2006/relationships" id="261" r:id="Rff3f18047b3340b6"/>
    <p:sldId xmlns:r="http://schemas.openxmlformats.org/officeDocument/2006/relationships" id="262" r:id="R5e2bc6af5af74c1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1f99b6d65041dd" /><Relationship Type="http://schemas.openxmlformats.org/officeDocument/2006/relationships/slideMaster" Target="/ppt/slideMasters/slideMaster1.xml" Id="R55d6dc20bdb3462e" /><Relationship Type="http://schemas.openxmlformats.org/officeDocument/2006/relationships/slideMaster" Target="/ppt/slideMasters/slideMaster2.xml" Id="Rda0934e2965a42fe" /><Relationship Type="http://schemas.openxmlformats.org/officeDocument/2006/relationships/notesMaster" Target="/ppt/notesMasters/notesMaster1.xml" Id="R243ecc1fd09b4f24" /><Relationship Type="http://schemas.openxmlformats.org/officeDocument/2006/relationships/presProps" Target="/ppt/presProps.xml" Id="Ree75b91d0deb4e70" /><Relationship Type="http://schemas.openxmlformats.org/officeDocument/2006/relationships/tableStyles" Target="/ppt/tableStyles.xml" Id="R29dbfe40ff8e4e36" /><Relationship Type="http://schemas.openxmlformats.org/officeDocument/2006/relationships/slide" Target="/ppt/slides/slide1.xml" Id="Re036cbc48dd44cfd" /><Relationship Type="http://schemas.openxmlformats.org/officeDocument/2006/relationships/slide" Target="/ppt/slides/slide2.xml" Id="R3ef13ae4612349af" /><Relationship Type="http://schemas.openxmlformats.org/officeDocument/2006/relationships/slide" Target="/ppt/slides/slide3.xml" Id="Rf00d2e1d0ec34da3" /><Relationship Type="http://schemas.openxmlformats.org/officeDocument/2006/relationships/slide" Target="/ppt/slides/slide4.xml" Id="Rb877fe34dea245d5" /><Relationship Type="http://schemas.openxmlformats.org/officeDocument/2006/relationships/slide" Target="/ppt/slides/slide5.xml" Id="R245dd59d371f4351" /><Relationship Type="http://schemas.openxmlformats.org/officeDocument/2006/relationships/slide" Target="/ppt/slides/slide6.xml" Id="Rff3f18047b3340b6" /><Relationship Type="http://schemas.openxmlformats.org/officeDocument/2006/relationships/slide" Target="/ppt/slides/slide7.xml" Id="R5e2bc6af5af74c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1fcc8fb66b8a42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Standard">
  <a:themeElements>
    <a:clrScheme name="Office Standard Blue">
      <a:dk1>
        <a:srgbClr val="202020"/>
      </a:dk1>
      <a:lt1>
        <a:srgbClr val="FFFFFF"/>
      </a:lt1>
      <a:dk2>
        <a:srgbClr val="595959"/>
      </a:dk2>
      <a:lt2>
        <a:srgbClr val="F2F2F2"/>
      </a:lt2>
      <a:accent1>
        <a:srgbClr val="2F5597"/>
      </a:accent1>
      <a:accent2>
        <a:srgbClr val="7F7F7F"/>
      </a:accent2>
      <a:accent3>
        <a:srgbClr val="A5A5A5"/>
      </a:accent3>
      <a:accent4>
        <a:srgbClr val="4472C4"/>
      </a:accent4>
      <a:accent5>
        <a:srgbClr val="B4C6E7"/>
      </a:accent5>
      <a:accent6>
        <a:srgbClr val="D9E2F3"/>
      </a:accent6>
      <a:hlink>
        <a:srgbClr val="2F5597"/>
      </a:hlink>
      <a:folHlink>
        <a:srgbClr val="7F7F7F"/>
      </a:folHlink>
    </a:clrScheme>
    <a:fontScheme name="Office Standard Chinese">
      <a:majorFont>
        <a:latin typeface="Arial Unicode MS"/>
        <a:ea typeface="Arial Unicode MS"/>
        <a:cs typeface=""/>
        <a:font script="Hans" typeface="Arial Unicode MS"/>
        <a:font script="Hant" typeface="Arial Unicode MS"/>
        <a:font script="Jpan" typeface="Arial Unicode MS"/>
        <a:font script="Hang" typeface="Arial Unicode MS"/>
      </a:majorFont>
      <a:minorFont>
        <a:latin typeface="Arial Unicode MS"/>
        <a:ea typeface="Arial Unicode MS"/>
        <a:cs typeface=""/>
        <a:font script="Hans" typeface="Arial Unicode MS"/>
        <a:font script="Hant" typeface="Arial Unicode MS"/>
        <a:font script="Jpan" typeface="Arial Unicode MS"/>
        <a:font script="Hang" typeface="Arial Unicode MS"/>
      </a:minorFont>
    </a:fontScheme>
    <a:fmtScheme name="Office Standard Blu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b77533e43c4810" /><Relationship Type="http://schemas.openxmlformats.org/officeDocument/2006/relationships/notesMaster" Target="/ppt/notesMasters/notesMaster1.xml" Id="R57df1addad4645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1e629dcf564035" /><Relationship Type="http://schemas.openxmlformats.org/officeDocument/2006/relationships/notesMaster" Target="/ppt/notesMasters/notesMaster1.xml" Id="R04e22fecdf424c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23d10b9f704f22" /><Relationship Type="http://schemas.openxmlformats.org/officeDocument/2006/relationships/notesMaster" Target="/ppt/notesMasters/notesMaster1.xml" Id="R19067ada7a9147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0495c303dc444a" /><Relationship Type="http://schemas.openxmlformats.org/officeDocument/2006/relationships/notesMaster" Target="/ppt/notesMasters/notesMaster1.xml" Id="Rb28a567cbb234b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48ebd61594c46df" /><Relationship Type="http://schemas.openxmlformats.org/officeDocument/2006/relationships/notesMaster" Target="/ppt/notesMasters/notesMaster1.xml" Id="Rf237ed3fd737437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be046d705bb4074" /><Relationship Type="http://schemas.openxmlformats.org/officeDocument/2006/relationships/notesMaster" Target="/ppt/notesMasters/notesMaster1.xml" Id="R7ea5f647c29b4b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27fec4969d4bdc" /><Relationship Type="http://schemas.openxmlformats.org/officeDocument/2006/relationships/notesMaster" Target="/ppt/notesMasters/notesMaster1.xml" Id="Ree80e80d814f49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内容依据：/Users/sthmax/dev/git/ms-intern/presentation/final-report/narrative-drafts-2026-10-22/extended-draft-d-revised-4.md</a:t>
            </a:r>
          </a:p>
          <a:p xmlns:a="http://schemas.openxmlformats.org/drawingml/2006/main">
            <a:r>
              <a:t>证据核验日期：2026年10月23日。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内容依据：/Users/sthmax/dev/git/ms-intern/presentation/final-report/narrative-drafts-2026-10-22/extended-draft-d-revised-4.md</a:t>
            </a:r>
          </a:p>
          <a:p xmlns:a="http://schemas.openxmlformats.org/drawingml/2006/main">
            <a:r>
              <a:t>证据核验日期：2026年10月23日。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内容依据：/Users/sthmax/dev/git/ms-intern/presentation/final-report/narrative-drafts-2026-10-22/extended-draft-d-revised-4.md</a:t>
            </a:r>
          </a:p>
          <a:p xmlns:a="http://schemas.openxmlformats.org/drawingml/2006/main">
            <a:r>
              <a:t>证据核验日期：2026年10月23日。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内容依据：/Users/sthmax/dev/git/ms-intern/presentation/final-report/narrative-drafts-2026-10-22/extended-draft-d-revised-4.md</a:t>
            </a:r>
          </a:p>
          <a:p xmlns:a="http://schemas.openxmlformats.org/drawingml/2006/main">
            <a:r>
              <a:t>证据核验日期：2026年10月23日。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内容依据：/Users/sthmax/dev/git/ms-intern/presentation/final-report/narrative-drafts-2026-10-22/extended-draft-d-revised-4.md</a:t>
            </a:r>
          </a:p>
          <a:p xmlns:a="http://schemas.openxmlformats.org/drawingml/2006/main">
            <a:r>
              <a:t>证据核验日期：2026年10月23日。</a:t>
            </a:r>
          </a:p>
          <a:p xmlns:a="http://schemas.openxmlformats.org/drawingml/2006/main">
            <a:r>
              <a:t>来源：AI Infra第3章与第8章，固定修订3bdcb4fcab73010eeaccf31cc10a8242a895d82e。</a:t>
            </a:r>
          </a:p>
          <a:p xmlns:a="http://schemas.openxmlformats.org/drawingml/2006/main">
            <a:r>
              <a:t>/Users/sthmax/dev/git/ms-intern/knowledge-base/sources/TECH-078/upstream/manuscripts/03-推理与训练负载.md</a:t>
            </a:r>
          </a:p>
          <a:p xmlns:a="http://schemas.openxmlformats.org/drawingml/2006/main">
            <a:r>
              <a:t>/Users/sthmax/dev/git/ms-intern/knowledge-base/sources/TECH-078/upstream/manuscripts/08-推理优化.md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内容依据：/Users/sthmax/dev/git/ms-intern/presentation/final-report/narrative-drafts-2026-10-22/extended-draft-d-revised-4.md</a:t>
            </a:r>
          </a:p>
          <a:p xmlns:a="http://schemas.openxmlformats.org/drawingml/2006/main">
            <a:r>
              <a:t>证据核验日期：2026年10月23日。</a:t>
            </a:r>
          </a:p>
          <a:p xmlns:a="http://schemas.openxmlformats.org/drawingml/2006/main">
            <a:r>
              <a:t>来源：/Users/sthmax/dev/git/ms-intern/knowledge-base/sources/TECH-076/original.md</a:t>
            </a:r>
          </a:p>
          <a:p xmlns:a="http://schemas.openxmlformats.org/drawingml/2006/main">
            <a:r>
              <a:t>外部测试。随机token输入，每次输出2,048 tokens，关闭前缀缓存。50K与100K各两次，300K与500K各一次。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内容依据：/Users/sthmax/dev/git/ms-intern/presentation/final-report/narrative-drafts-2026-10-22/extended-draft-d-revised-4.md</a:t>
            </a:r>
          </a:p>
          <a:p xmlns:a="http://schemas.openxmlformats.org/drawingml/2006/main">
            <a:r>
              <a:t>证据核验日期：2026年10月23日。</a:t>
            </a:r>
          </a:p>
          <a:p xmlns:a="http://schemas.openxmlformats.org/drawingml/2006/main">
            <a:r>
              <a:t>预算证据：/Users/sthmax/dev/git/ms-intern/presentation/final-report/narrative-drafts-2026-10-22/d-revised-4-evidence.md，第1至6节。</a:t>
            </a:r>
          </a:p>
          <a:p xmlns:a="http://schemas.openxmlformats.org/drawingml/2006/main">
            <a:r>
              <a:t>计算：/Users/sthmax/dev/git/ms-intern/presentation/final-report/narrative-drafts-2026-10-22/d-revised-4-data.json。</a:t>
            </a:r>
          </a:p>
          <a:p xmlns:a="http://schemas.openxmlformats.org/drawingml/2006/main">
            <a:r>
              <a:t>API官方费率：https://api-docs.deepseek.com/quick_start/pricing/</a:t>
            </a:r>
          </a:p>
          <a:p xmlns:a="http://schemas.openxmlformats.org/drawingml/2006/main">
            <a:r>
              <a:t>https://docs.bigmodel.cn/cn/guide/start/pricing</a:t>
            </a:r>
          </a:p>
          <a:p xmlns:a="http://schemas.openxmlformats.org/drawingml/2006/main">
            <a:r>
              <a:t>https://platform.kimi.com/docs/pricing/chat</a:t>
            </a:r>
          </a:p>
          <a:p xmlns:a="http://schemas.openxmlformats.org/drawingml/2006/main">
            <a:r>
              <a:t>统一情景：每人每天5项任务，每年250个工作日，三年固定规模。每项8轮，累计1.08M输入与16K输出，累计输入80%缓存读取，10%额外轨迹。DeepSeek预算80%高峰、USD/CNY=7.00。Kimi基准1小时缓存。</a:t>
            </a:r>
          </a:p>
          <a:p xmlns:a="http://schemas.openxmlformats.org/drawingml/2006/main">
            <a:r>
              <a:t>预算为研究测算，购机按完整服务器国内采购情景。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7b5e47e8684a8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86e4d1612f407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9879d8937a49e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a3c867abdd41a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f79dae8d3a456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7eee4697fe4ba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61df5f6fdb3436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bcd0f59a2c148b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33b55235e9b4e8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bd5b634f2fb476c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E641793-1EBB-4707-835E-004A40F31C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4DD29C0-1C60-4503-B195-0D76B954D5F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type="titleOnly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092FBAA-B3F9-41EF-AFE4-8F0E159EF4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obj" preserve="1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F2CB4B6-4172-41A0-836E-656374AFD3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2B46AAD-7529-4DEA-A43C-A331523621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FAFFD81-779B-4529-9254-A882D81D56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287F583-6516-4F6C-9B3B-DD4FBECA2C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A079781-EE02-499A-9F5B-08BC06037FE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secHead" preserve="1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8F87507-22AB-4303-A80D-723F609975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1DDF24F-8B18-4EAC-8F7C-4C93BBD9BB5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7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DAC44512-E0FA-4B73-8734-FEE3B557E0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1752600"/>
            <a:ext cx="105156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buNone/>
              <a:defRPr sz="4200" b="1">
                <a:solidFill>
                  <a:schemeClr val="tx1"/>
                </a:solidFill>
              </a:defRPr>
            </a:defPPr>
            <a:lvl1pPr>
              <a:buNone/>
              <a:defRPr sz="4200" b="1">
                <a:solidFill>
                  <a:schemeClr val="tx1"/>
                </a:solidFill>
              </a:defRPr>
            </a:lvl1pPr>
            <a:lvl2pPr>
              <a:buNone/>
              <a:defRPr sz="4200" b="1">
                <a:solidFill>
                  <a:schemeClr val="tx1"/>
                </a:solidFill>
              </a:defRPr>
            </a:lvl2pPr>
            <a:lvl3pPr>
              <a:buNone/>
              <a:defRPr sz="4200" b="1">
                <a:solidFill>
                  <a:schemeClr val="tx1"/>
                </a:solidFill>
              </a:defRPr>
            </a:lvl3pPr>
            <a:lvl4pPr>
              <a:buNone/>
              <a:defRPr sz="4200" b="1">
                <a:solidFill>
                  <a:schemeClr val="tx1"/>
                </a:solidFill>
              </a:defRPr>
            </a:lvl4pPr>
            <a:lvl5pPr>
              <a:buNone/>
              <a:defRPr sz="4200" b="1">
                <a:solidFill>
                  <a:schemeClr val="tx1"/>
                </a:solidFill>
              </a:defRPr>
            </a:lvl5pPr>
            <a:lvl6pPr>
              <a:buNone/>
              <a:defRPr sz="4200" b="1">
                <a:solidFill>
                  <a:schemeClr val="tx1"/>
                </a:solidFill>
              </a:defRPr>
            </a:lvl6pPr>
            <a:lvl7pPr>
              <a:buNone/>
              <a:defRPr sz="4200" b="1">
                <a:solidFill>
                  <a:schemeClr val="tx1"/>
                </a:solidFill>
              </a:defRPr>
            </a:lvl7pPr>
            <a:lvl8pPr>
              <a:buNone/>
              <a:defRPr sz="4200" b="1">
                <a:solidFill>
                  <a:schemeClr val="tx1"/>
                </a:solidFill>
              </a:defRPr>
            </a:lvl8pPr>
            <a:lvl9pPr>
              <a:buNone/>
              <a:defRPr sz="4200" b="1">
                <a:solidFill>
                  <a:schemeClr val="tx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26C5DA8E-7B5F-4F9C-BC07-B23CB4D0E46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38200" y="3733800"/>
            <a:ext cx="105156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buNone/>
              <a:defRPr sz="2100" b="0">
                <a:solidFill>
                  <a:schemeClr val="tx1"/>
                </a:solidFill>
              </a:defRPr>
            </a:defPPr>
            <a:lvl1pPr>
              <a:buNone/>
              <a:defRPr sz="2100" b="0">
                <a:solidFill>
                  <a:schemeClr val="tx1"/>
                </a:solidFill>
              </a:defRPr>
            </a:lvl1pPr>
            <a:lvl2pPr>
              <a:buNone/>
              <a:defRPr sz="2100" b="0">
                <a:solidFill>
                  <a:schemeClr val="tx1"/>
                </a:solidFill>
              </a:defRPr>
            </a:lvl2pPr>
            <a:lvl3pPr>
              <a:buNone/>
              <a:defRPr sz="2100" b="0">
                <a:solidFill>
                  <a:schemeClr val="tx1"/>
                </a:solidFill>
              </a:defRPr>
            </a:lvl3pPr>
            <a:lvl4pPr>
              <a:buNone/>
              <a:defRPr sz="2100" b="0">
                <a:solidFill>
                  <a:schemeClr val="tx1"/>
                </a:solidFill>
              </a:defRPr>
            </a:lvl4pPr>
            <a:lvl5pPr>
              <a:buNone/>
              <a:defRPr sz="2100" b="0">
                <a:solidFill>
                  <a:schemeClr val="tx1"/>
                </a:solidFill>
              </a:defRPr>
            </a:lvl5pPr>
            <a:lvl6pPr>
              <a:buNone/>
              <a:defRPr sz="2100" b="0">
                <a:solidFill>
                  <a:schemeClr val="tx1"/>
                </a:solidFill>
              </a:defRPr>
            </a:lvl6pPr>
            <a:lvl7pPr>
              <a:buNone/>
              <a:defRPr sz="2100" b="0">
                <a:solidFill>
                  <a:schemeClr val="tx1"/>
                </a:solidFill>
              </a:defRPr>
            </a:lvl7pPr>
            <a:lvl8pPr>
              <a:buNone/>
              <a:defRPr sz="2100" b="0">
                <a:solidFill>
                  <a:schemeClr val="tx1"/>
                </a:solidFill>
              </a:defRPr>
            </a:lvl8pPr>
            <a:lvl9pPr>
              <a:buNone/>
              <a:defRPr sz="2100" b="0">
                <a:solidFill>
                  <a:schemeClr val="tx1"/>
                </a:solidFill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E3D4C559-571A-4B2C-A206-EDDD8FB0EF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191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buNone/>
              <a:defRPr sz="3150" b="1">
                <a:solidFill>
                  <a:schemeClr val="tx1"/>
                </a:solidFill>
              </a:defRPr>
            </a:defPPr>
            <a:lvl1pPr>
              <a:buNone/>
              <a:defRPr sz="3150" b="1">
                <a:solidFill>
                  <a:schemeClr val="tx1"/>
                </a:solidFill>
              </a:defRPr>
            </a:lvl1pPr>
            <a:lvl2pPr>
              <a:buNone/>
              <a:defRPr sz="3150" b="1">
                <a:solidFill>
                  <a:schemeClr val="tx1"/>
                </a:solidFill>
              </a:defRPr>
            </a:lvl2pPr>
            <a:lvl3pPr>
              <a:buNone/>
              <a:defRPr sz="3150" b="1">
                <a:solidFill>
                  <a:schemeClr val="tx1"/>
                </a:solidFill>
              </a:defRPr>
            </a:lvl3pPr>
            <a:lvl4pPr>
              <a:buNone/>
              <a:defRPr sz="3150" b="1">
                <a:solidFill>
                  <a:schemeClr val="tx1"/>
                </a:solidFill>
              </a:defRPr>
            </a:lvl4pPr>
            <a:lvl5pPr>
              <a:buNone/>
              <a:defRPr sz="3150" b="1">
                <a:solidFill>
                  <a:schemeClr val="tx1"/>
                </a:solidFill>
              </a:defRPr>
            </a:lvl5pPr>
            <a:lvl6pPr>
              <a:buNone/>
              <a:defRPr sz="3150" b="1">
                <a:solidFill>
                  <a:schemeClr val="tx1"/>
                </a:solidFill>
              </a:defRPr>
            </a:lvl6pPr>
            <a:lvl7pPr>
              <a:buNone/>
              <a:defRPr sz="3150" b="1">
                <a:solidFill>
                  <a:schemeClr val="tx1"/>
                </a:solidFill>
              </a:defRPr>
            </a:lvl7pPr>
            <a:lvl8pPr>
              <a:buNone/>
              <a:defRPr sz="3150" b="1">
                <a:solidFill>
                  <a:schemeClr val="tx1"/>
                </a:solidFill>
              </a:defRPr>
            </a:lvl8pPr>
            <a:lvl9pPr>
              <a:buNone/>
              <a:defRPr sz="3150" b="1">
                <a:solidFill>
                  <a:schemeClr val="tx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4D7D3F05-B877-44FF-AFA6-3E6227BF756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2573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buNone/>
              <a:defRPr sz="1950" b="0">
                <a:solidFill>
                  <a:schemeClr val="tx1"/>
                </a:solidFill>
              </a:defRPr>
            </a:defPPr>
            <a:lvl1pPr>
              <a:buNone/>
              <a:defRPr sz="1950" b="0">
                <a:solidFill>
                  <a:schemeClr val="tx1"/>
                </a:solidFill>
              </a:defRPr>
            </a:lvl1pPr>
            <a:lvl2pPr>
              <a:buNone/>
              <a:defRPr sz="1950" b="0">
                <a:solidFill>
                  <a:schemeClr val="tx1"/>
                </a:solidFill>
              </a:defRPr>
            </a:lvl2pPr>
            <a:lvl3pPr>
              <a:buNone/>
              <a:defRPr sz="1950" b="0">
                <a:solidFill>
                  <a:schemeClr val="tx1"/>
                </a:solidFill>
              </a:defRPr>
            </a:lvl3pPr>
            <a:lvl4pPr>
              <a:buNone/>
              <a:defRPr sz="1950" b="0">
                <a:solidFill>
                  <a:schemeClr val="tx1"/>
                </a:solidFill>
              </a:defRPr>
            </a:lvl4pPr>
            <a:lvl5pPr>
              <a:buNone/>
              <a:defRPr sz="1950" b="0">
                <a:solidFill>
                  <a:schemeClr val="tx1"/>
                </a:solidFill>
              </a:defRPr>
            </a:lvl5pPr>
            <a:lvl6pPr>
              <a:buNone/>
              <a:defRPr sz="1950" b="0">
                <a:solidFill>
                  <a:schemeClr val="tx1"/>
                </a:solidFill>
              </a:defRPr>
            </a:lvl6pPr>
            <a:lvl7pPr>
              <a:buNone/>
              <a:defRPr sz="1950" b="0">
                <a:solidFill>
                  <a:schemeClr val="tx1"/>
                </a:solidFill>
              </a:defRPr>
            </a:lvl7pPr>
            <a:lvl8pPr>
              <a:buNone/>
              <a:defRPr sz="1950" b="0">
                <a:solidFill>
                  <a:schemeClr val="tx1"/>
                </a:solidFill>
              </a:defRPr>
            </a:lvl8pPr>
            <a:lvl9pPr>
              <a:buNone/>
              <a:defRPr sz="1950" b="0">
                <a:solidFill>
                  <a:schemeClr val="tx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02" name="Content 2">
            <a:extLst xmlns:a="http://schemas.openxmlformats.org/drawingml/2006/main">
              <a:ext uri="{FF2B5EF4-FFF2-40B4-BE49-F238E27FC236}">
                <a16:creationId xmlns:a16="http://schemas.microsoft.com/office/drawing/2014/main" id="{4D7D3F05-B877-44FF-AFA6-3E6227BF7564}"/>
              </a:ext>
            </a:extLst>
          </p:cNvPr>
          <p:cNvSpPr>
            <a:spLocks xmlns:a="http://schemas.openxmlformats.org/drawingml/2006/main" noGrp="1"/>
          </p:cNvSpPr>
          <p:nvPr>
            <p:ph type="obj" idx="2"/>
          </p:nvPr>
        </p:nvSpPr>
        <p:spPr>
          <a:xfrm xmlns:a="http://schemas.openxmlformats.org/drawingml/2006/main">
            <a:off x="609600" y="1952625"/>
            <a:ext cx="1097280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buNone/>
              <a:defRPr sz="1950" b="0">
                <a:solidFill>
                  <a:schemeClr val="tx1"/>
                </a:solidFill>
              </a:defRPr>
            </a:defPPr>
            <a:lvl1pPr>
              <a:buNone/>
              <a:defRPr sz="1950" b="0">
                <a:solidFill>
                  <a:schemeClr val="tx1"/>
                </a:solidFill>
              </a:defRPr>
            </a:lvl1pPr>
            <a:lvl2pPr>
              <a:buNone/>
              <a:defRPr sz="1950" b="0">
                <a:solidFill>
                  <a:schemeClr val="tx1"/>
                </a:solidFill>
              </a:defRPr>
            </a:lvl2pPr>
            <a:lvl3pPr>
              <a:buNone/>
              <a:defRPr sz="1950" b="0">
                <a:solidFill>
                  <a:schemeClr val="tx1"/>
                </a:solidFill>
              </a:defRPr>
            </a:lvl3pPr>
            <a:lvl4pPr>
              <a:buNone/>
              <a:defRPr sz="1950" b="0">
                <a:solidFill>
                  <a:schemeClr val="tx1"/>
                </a:solidFill>
              </a:defRPr>
            </a:lvl4pPr>
            <a:lvl5pPr>
              <a:buNone/>
              <a:defRPr sz="1950" b="0">
                <a:solidFill>
                  <a:schemeClr val="tx1"/>
                </a:solidFill>
              </a:defRPr>
            </a:lvl5pPr>
            <a:lvl6pPr>
              <a:buNone/>
              <a:defRPr sz="1950" b="0">
                <a:solidFill>
                  <a:schemeClr val="tx1"/>
                </a:solidFill>
              </a:defRPr>
            </a:lvl6pPr>
            <a:lvl7pPr>
              <a:buNone/>
              <a:defRPr sz="1950" b="0">
                <a:solidFill>
                  <a:schemeClr val="tx1"/>
                </a:solidFill>
              </a:defRPr>
            </a:lvl7pPr>
            <a:lvl8pPr>
              <a:buNone/>
              <a:defRPr sz="1950" b="0">
                <a:solidFill>
                  <a:schemeClr val="tx1"/>
                </a:solidFill>
              </a:defRPr>
            </a:lvl8pPr>
            <a:lvl9pPr>
              <a:buNone/>
              <a:defRPr sz="1950" b="0">
                <a:solidFill>
                  <a:schemeClr val="tx1"/>
                </a:solidFill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1C908BEF-DB50-488E-81F0-2914457FC0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2247900"/>
            <a:ext cx="105156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buNone/>
              <a:defRPr sz="3600" b="1">
                <a:solidFill>
                  <a:schemeClr val="tx1"/>
                </a:solidFill>
              </a:defRPr>
            </a:defPPr>
            <a:lvl1pPr>
              <a:buNone/>
              <a:defRPr sz="3600" b="1">
                <a:solidFill>
                  <a:schemeClr val="tx1"/>
                </a:solidFill>
              </a:defRPr>
            </a:lvl1pPr>
            <a:lvl2pPr>
              <a:buNone/>
              <a:defRPr sz="3600" b="1">
                <a:solidFill>
                  <a:schemeClr val="tx1"/>
                </a:solidFill>
              </a:defRPr>
            </a:lvl2pPr>
            <a:lvl3pPr>
              <a:buNone/>
              <a:defRPr sz="3600" b="1">
                <a:solidFill>
                  <a:schemeClr val="tx1"/>
                </a:solidFill>
              </a:defRPr>
            </a:lvl3pPr>
            <a:lvl4pPr>
              <a:buNone/>
              <a:defRPr sz="3600" b="1">
                <a:solidFill>
                  <a:schemeClr val="tx1"/>
                </a:solidFill>
              </a:defRPr>
            </a:lvl4pPr>
            <a:lvl5pPr>
              <a:buNone/>
              <a:defRPr sz="3600" b="1">
                <a:solidFill>
                  <a:schemeClr val="tx1"/>
                </a:solidFill>
              </a:defRPr>
            </a:lvl5pPr>
            <a:lvl6pPr>
              <a:buNone/>
              <a:defRPr sz="3600" b="1">
                <a:solidFill>
                  <a:schemeClr val="tx1"/>
                </a:solidFill>
              </a:defRPr>
            </a:lvl6pPr>
            <a:lvl7pPr>
              <a:buNone/>
              <a:defRPr sz="3600" b="1">
                <a:solidFill>
                  <a:schemeClr val="tx1"/>
                </a:solidFill>
              </a:defRPr>
            </a:lvl7pPr>
            <a:lvl8pPr>
              <a:buNone/>
              <a:defRPr sz="3600" b="1">
                <a:solidFill>
                  <a:schemeClr val="tx1"/>
                </a:solidFill>
              </a:defRPr>
            </a:lvl8pPr>
            <a:lvl9pPr>
              <a:buNone/>
              <a:defRPr sz="3600" b="1">
                <a:solidFill>
                  <a:schemeClr val="tx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DEC6D72D-C94A-43BE-A9EC-54DA524DE0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857625"/>
            <a:ext cx="10001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buNone/>
              <a:defRPr sz="2100" b="0">
                <a:solidFill>
                  <a:schemeClr val="tx1"/>
                </a:solidFill>
              </a:defRPr>
            </a:defPPr>
            <a:lvl1pPr>
              <a:buNone/>
              <a:defRPr sz="2100" b="0">
                <a:solidFill>
                  <a:schemeClr val="tx1"/>
                </a:solidFill>
              </a:defRPr>
            </a:lvl1pPr>
            <a:lvl2pPr>
              <a:buNone/>
              <a:defRPr sz="2100" b="0">
                <a:solidFill>
                  <a:schemeClr val="tx1"/>
                </a:solidFill>
              </a:defRPr>
            </a:lvl2pPr>
            <a:lvl3pPr>
              <a:buNone/>
              <a:defRPr sz="2100" b="0">
                <a:solidFill>
                  <a:schemeClr val="tx1"/>
                </a:solidFill>
              </a:defRPr>
            </a:lvl3pPr>
            <a:lvl4pPr>
              <a:buNone/>
              <a:defRPr sz="2100" b="0">
                <a:solidFill>
                  <a:schemeClr val="tx1"/>
                </a:solidFill>
              </a:defRPr>
            </a:lvl4pPr>
            <a:lvl5pPr>
              <a:buNone/>
              <a:defRPr sz="2100" b="0">
                <a:solidFill>
                  <a:schemeClr val="tx1"/>
                </a:solidFill>
              </a:defRPr>
            </a:lvl5pPr>
            <a:lvl6pPr>
              <a:buNone/>
              <a:defRPr sz="2100" b="0">
                <a:solidFill>
                  <a:schemeClr val="tx1"/>
                </a:solidFill>
              </a:defRPr>
            </a:lvl6pPr>
            <a:lvl7pPr>
              <a:buNone/>
              <a:defRPr sz="2100" b="0">
                <a:solidFill>
                  <a:schemeClr val="tx1"/>
                </a:solidFill>
              </a:defRPr>
            </a:lvl7pPr>
            <a:lvl8pPr>
              <a:buNone/>
              <a:defRPr sz="2100" b="0">
                <a:solidFill>
                  <a:schemeClr val="tx1"/>
                </a:solidFill>
              </a:defRPr>
            </a:lvl8pPr>
            <a:lvl9pPr>
              <a:buNone/>
              <a:defRPr sz="2100" b="0">
                <a:solidFill>
                  <a:schemeClr val="tx1"/>
                </a:solidFill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46815E8B-F750-4C6A-B79C-2EB8857771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191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buNone/>
              <a:defRPr sz="3150" b="1">
                <a:solidFill>
                  <a:schemeClr val="tx1"/>
                </a:solidFill>
              </a:defRPr>
            </a:defPPr>
            <a:lvl1pPr>
              <a:buNone/>
              <a:defRPr sz="3150" b="1">
                <a:solidFill>
                  <a:schemeClr val="tx1"/>
                </a:solidFill>
              </a:defRPr>
            </a:lvl1pPr>
            <a:lvl2pPr>
              <a:buNone/>
              <a:defRPr sz="3150" b="1">
                <a:solidFill>
                  <a:schemeClr val="tx1"/>
                </a:solidFill>
              </a:defRPr>
            </a:lvl2pPr>
            <a:lvl3pPr>
              <a:buNone/>
              <a:defRPr sz="3150" b="1">
                <a:solidFill>
                  <a:schemeClr val="tx1"/>
                </a:solidFill>
              </a:defRPr>
            </a:lvl3pPr>
            <a:lvl4pPr>
              <a:buNone/>
              <a:defRPr sz="3150" b="1">
                <a:solidFill>
                  <a:schemeClr val="tx1"/>
                </a:solidFill>
              </a:defRPr>
            </a:lvl4pPr>
            <a:lvl5pPr>
              <a:buNone/>
              <a:defRPr sz="3150" b="1">
                <a:solidFill>
                  <a:schemeClr val="tx1"/>
                </a:solidFill>
              </a:defRPr>
            </a:lvl5pPr>
            <a:lvl6pPr>
              <a:buNone/>
              <a:defRPr sz="3150" b="1">
                <a:solidFill>
                  <a:schemeClr val="tx1"/>
                </a:solidFill>
              </a:defRPr>
            </a:lvl6pPr>
            <a:lvl7pPr>
              <a:buNone/>
              <a:defRPr sz="3150" b="1">
                <a:solidFill>
                  <a:schemeClr val="tx1"/>
                </a:solidFill>
              </a:defRPr>
            </a:lvl7pPr>
            <a:lvl8pPr>
              <a:buNone/>
              <a:defRPr sz="3150" b="1">
                <a:solidFill>
                  <a:schemeClr val="tx1"/>
                </a:solidFill>
              </a:defRPr>
            </a:lvl8pPr>
            <a:lvl9pPr>
              <a:buNone/>
              <a:defRPr sz="3150" b="1">
                <a:solidFill>
                  <a:schemeClr val="tx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A01BEB3C-443F-467A-BC17-F113EEE776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25730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buNone/>
              <a:defRPr sz="1950" b="0">
                <a:solidFill>
                  <a:schemeClr val="tx1"/>
                </a:solidFill>
              </a:defRPr>
            </a:defPPr>
            <a:lvl1pPr>
              <a:buNone/>
              <a:defRPr sz="1950" b="0">
                <a:solidFill>
                  <a:schemeClr val="tx1"/>
                </a:solidFill>
              </a:defRPr>
            </a:lvl1pPr>
            <a:lvl2pPr>
              <a:buNone/>
              <a:defRPr sz="1950" b="0">
                <a:solidFill>
                  <a:schemeClr val="tx1"/>
                </a:solidFill>
              </a:defRPr>
            </a:lvl2pPr>
            <a:lvl3pPr>
              <a:buNone/>
              <a:defRPr sz="1950" b="0">
                <a:solidFill>
                  <a:schemeClr val="tx1"/>
                </a:solidFill>
              </a:defRPr>
            </a:lvl3pPr>
            <a:lvl4pPr>
              <a:buNone/>
              <a:defRPr sz="1950" b="0">
                <a:solidFill>
                  <a:schemeClr val="tx1"/>
                </a:solidFill>
              </a:defRPr>
            </a:lvl4pPr>
            <a:lvl5pPr>
              <a:buNone/>
              <a:defRPr sz="1950" b="0">
                <a:solidFill>
                  <a:schemeClr val="tx1"/>
                </a:solidFill>
              </a:defRPr>
            </a:lvl5pPr>
            <a:lvl6pPr>
              <a:buNone/>
              <a:defRPr sz="1950" b="0">
                <a:solidFill>
                  <a:schemeClr val="tx1"/>
                </a:solidFill>
              </a:defRPr>
            </a:lvl6pPr>
            <a:lvl7pPr>
              <a:buNone/>
              <a:defRPr sz="1950" b="0">
                <a:solidFill>
                  <a:schemeClr val="tx1"/>
                </a:solidFill>
              </a:defRPr>
            </a:lvl7pPr>
            <a:lvl8pPr>
              <a:buNone/>
              <a:defRPr sz="1950" b="0">
                <a:solidFill>
                  <a:schemeClr val="tx1"/>
                </a:solidFill>
              </a:defRPr>
            </a:lvl8pPr>
            <a:lvl9pPr>
              <a:buNone/>
              <a:defRPr sz="1950" b="0">
                <a:solidFill>
                  <a:schemeClr val="tx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02" name="Content 2">
            <a:extLst xmlns:a="http://schemas.openxmlformats.org/drawingml/2006/main">
              <a:ext uri="{FF2B5EF4-FFF2-40B4-BE49-F238E27FC236}">
                <a16:creationId xmlns:a16="http://schemas.microsoft.com/office/drawing/2014/main" id="{A01BEB3C-443F-467A-BC17-F113EEE776C2}"/>
              </a:ext>
            </a:extLst>
          </p:cNvPr>
          <p:cNvSpPr>
            <a:spLocks xmlns:a="http://schemas.openxmlformats.org/drawingml/2006/main" noGrp="1"/>
          </p:cNvSpPr>
          <p:nvPr>
            <p:ph type="obj" idx="2"/>
          </p:nvPr>
        </p:nvSpPr>
        <p:spPr>
          <a:xfrm xmlns:a="http://schemas.openxmlformats.org/drawingml/2006/main">
            <a:off x="609600" y="2238375"/>
            <a:ext cx="52578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buNone/>
              <a:defRPr sz="1950" b="0">
                <a:solidFill>
                  <a:schemeClr val="tx1"/>
                </a:solidFill>
              </a:defRPr>
            </a:defPPr>
            <a:lvl1pPr>
              <a:buNone/>
              <a:defRPr sz="1950" b="0">
                <a:solidFill>
                  <a:schemeClr val="tx1"/>
                </a:solidFill>
              </a:defRPr>
            </a:lvl1pPr>
            <a:lvl2pPr>
              <a:buNone/>
              <a:defRPr sz="1950" b="0">
                <a:solidFill>
                  <a:schemeClr val="tx1"/>
                </a:solidFill>
              </a:defRPr>
            </a:lvl2pPr>
            <a:lvl3pPr>
              <a:buNone/>
              <a:defRPr sz="1950" b="0">
                <a:solidFill>
                  <a:schemeClr val="tx1"/>
                </a:solidFill>
              </a:defRPr>
            </a:lvl3pPr>
            <a:lvl4pPr>
              <a:buNone/>
              <a:defRPr sz="1950" b="0">
                <a:solidFill>
                  <a:schemeClr val="tx1"/>
                </a:solidFill>
              </a:defRPr>
            </a:lvl4pPr>
            <a:lvl5pPr>
              <a:buNone/>
              <a:defRPr sz="1950" b="0">
                <a:solidFill>
                  <a:schemeClr val="tx1"/>
                </a:solidFill>
              </a:defRPr>
            </a:lvl5pPr>
            <a:lvl6pPr>
              <a:buNone/>
              <a:defRPr sz="1950" b="0">
                <a:solidFill>
                  <a:schemeClr val="tx1"/>
                </a:solidFill>
              </a:defRPr>
            </a:lvl6pPr>
            <a:lvl7pPr>
              <a:buNone/>
              <a:defRPr sz="1950" b="0">
                <a:solidFill>
                  <a:schemeClr val="tx1"/>
                </a:solidFill>
              </a:defRPr>
            </a:lvl7pPr>
            <a:lvl8pPr>
              <a:buNone/>
              <a:defRPr sz="1950" b="0">
                <a:solidFill>
                  <a:schemeClr val="tx1"/>
                </a:solidFill>
              </a:defRPr>
            </a:lvl8pPr>
            <a:lvl9pPr>
              <a:buNone/>
              <a:defRPr sz="1950" b="0">
                <a:solidFill>
                  <a:schemeClr val="tx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03" name="Content 3">
            <a:extLst xmlns:a="http://schemas.openxmlformats.org/drawingml/2006/main">
              <a:ext uri="{FF2B5EF4-FFF2-40B4-BE49-F238E27FC236}">
                <a16:creationId xmlns:a16="http://schemas.microsoft.com/office/drawing/2014/main" id="{A01BEB3C-443F-467A-BC17-F113EEE776C2}"/>
              </a:ext>
            </a:extLst>
          </p:cNvPr>
          <p:cNvSpPr>
            <a:spLocks xmlns:a="http://schemas.openxmlformats.org/drawingml/2006/main" noGrp="1"/>
          </p:cNvSpPr>
          <p:nvPr>
            <p:ph type="obj" idx="3"/>
          </p:nvPr>
        </p:nvSpPr>
        <p:spPr>
          <a:xfrm xmlns:a="http://schemas.openxmlformats.org/drawingml/2006/main">
            <a:off x="6324600" y="2238375"/>
            <a:ext cx="52578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buNone/>
              <a:defRPr sz="1950" b="0">
                <a:solidFill>
                  <a:schemeClr val="tx1"/>
                </a:solidFill>
              </a:defRPr>
            </a:defPPr>
            <a:lvl1pPr>
              <a:buNone/>
              <a:defRPr sz="1950" b="0">
                <a:solidFill>
                  <a:schemeClr val="tx1"/>
                </a:solidFill>
              </a:defRPr>
            </a:lvl1pPr>
            <a:lvl2pPr>
              <a:buNone/>
              <a:defRPr sz="1950" b="0">
                <a:solidFill>
                  <a:schemeClr val="tx1"/>
                </a:solidFill>
              </a:defRPr>
            </a:lvl2pPr>
            <a:lvl3pPr>
              <a:buNone/>
              <a:defRPr sz="1950" b="0">
                <a:solidFill>
                  <a:schemeClr val="tx1"/>
                </a:solidFill>
              </a:defRPr>
            </a:lvl3pPr>
            <a:lvl4pPr>
              <a:buNone/>
              <a:defRPr sz="1950" b="0">
                <a:solidFill>
                  <a:schemeClr val="tx1"/>
                </a:solidFill>
              </a:defRPr>
            </a:lvl4pPr>
            <a:lvl5pPr>
              <a:buNone/>
              <a:defRPr sz="1950" b="0">
                <a:solidFill>
                  <a:schemeClr val="tx1"/>
                </a:solidFill>
              </a:defRPr>
            </a:lvl5pPr>
            <a:lvl6pPr>
              <a:buNone/>
              <a:defRPr sz="1950" b="0">
                <a:solidFill>
                  <a:schemeClr val="tx1"/>
                </a:solidFill>
              </a:defRPr>
            </a:lvl6pPr>
            <a:lvl7pPr>
              <a:buNone/>
              <a:defRPr sz="1950" b="0">
                <a:solidFill>
                  <a:schemeClr val="tx1"/>
                </a:solidFill>
              </a:defRPr>
            </a:lvl7pPr>
            <a:lvl8pPr>
              <a:buNone/>
              <a:defRPr sz="1950" b="0">
                <a:solidFill>
                  <a:schemeClr val="tx1"/>
                </a:solidFill>
              </a:defRPr>
            </a:lvl8pPr>
            <a:lvl9pPr>
              <a:buNone/>
              <a:defRPr sz="1950" b="0">
                <a:solidFill>
                  <a:schemeClr val="tx1"/>
                </a:solidFill>
              </a:defRPr>
            </a:lvl9pPr>
          </a:lstStyle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549c087dfe473a" /><Relationship Type="http://schemas.openxmlformats.org/officeDocument/2006/relationships/slideLayout" Target="/ppt/slideLayouts/slideLayout1.xml" Id="R8f9b607068f3426f" /><Relationship Type="http://schemas.openxmlformats.org/officeDocument/2006/relationships/slideLayout" Target="/ppt/slideLayouts/slideLayout2.xml" Id="R34c3febb37f4447a" /><Relationship Type="http://schemas.openxmlformats.org/officeDocument/2006/relationships/slideLayout" Target="/ppt/slideLayouts/slideLayout3.xml" Id="R5839ee778d284c83" /><Relationship Type="http://schemas.openxmlformats.org/officeDocument/2006/relationships/slideLayout" Target="/ppt/slideLayouts/slideLayout4.xml" Id="R6149c9e6169c48f9" /><Relationship Type="http://schemas.openxmlformats.org/officeDocument/2006/relationships/slideLayout" Target="/ppt/slideLayouts/slideLayout5.xml" Id="R3e1905ca83284a15" /><Relationship Type="http://schemas.openxmlformats.org/officeDocument/2006/relationships/slideLayout" Target="/ppt/slideLayouts/slideLayout6.xml" Id="R103f6fbd36bc41c4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d034658be8ea4f02" /><Relationship Type="http://schemas.openxmlformats.org/officeDocument/2006/relationships/slideLayout" Target="/ppt/slideLayouts/slideLayout7.xml" Id="R3c2cb89c27664804" /><Relationship Type="http://schemas.openxmlformats.org/officeDocument/2006/relationships/slideLayout" Target="/ppt/slideLayouts/slideLayout8.xml" Id="Rd8456b0f23164ad0" /><Relationship Type="http://schemas.openxmlformats.org/officeDocument/2006/relationships/slideLayout" Target="/ppt/slideLayouts/slideLayout9.xml" Id="R0575dec400ee49f7" /><Relationship Type="http://schemas.openxmlformats.org/officeDocument/2006/relationships/slideLayout" Target="/ppt/slideLayouts/slideLayout10.xml" Id="Rbdc2dd4f05e848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9b607068f3426f"/>
    <p:sldLayoutId xmlns:r="http://schemas.openxmlformats.org/officeDocument/2006/relationships" id="2147483650" r:id="R34c3febb37f4447a"/>
    <p:sldLayoutId xmlns:r="http://schemas.openxmlformats.org/officeDocument/2006/relationships" id="2147483651" r:id="R5839ee778d284c83"/>
    <p:sldLayoutId xmlns:r="http://schemas.openxmlformats.org/officeDocument/2006/relationships" id="2147483652" r:id="R6149c9e6169c48f9"/>
    <p:sldLayoutId xmlns:r="http://schemas.openxmlformats.org/officeDocument/2006/relationships" id="2147483653" r:id="R3e1905ca83284a15"/>
    <p:sldLayoutId xmlns:r="http://schemas.openxmlformats.org/officeDocument/2006/relationships" id="2147483654" r:id="R103f6fbd36bc41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Office Standard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F9089947-EF90-4662-983A-AB6F3B1A7E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419100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chemeClr val="tx1"/>
                </a:solidFill>
              </a:defRPr>
            </a:defPPr>
            <a:lvl1pPr>
              <a:defRPr sz="3150" b="1">
                <a:solidFill>
                  <a:schemeClr val="tx1"/>
                </a:solidFill>
              </a:defRPr>
            </a:lvl1pPr>
            <a:lvl2pPr>
              <a:defRPr sz="3150" b="1">
                <a:solidFill>
                  <a:schemeClr val="tx1"/>
                </a:solidFill>
              </a:defRPr>
            </a:lvl2pPr>
            <a:lvl3pPr>
              <a:defRPr sz="3150" b="1">
                <a:solidFill>
                  <a:schemeClr val="tx1"/>
                </a:solidFill>
              </a:defRPr>
            </a:lvl3pPr>
            <a:lvl4pPr>
              <a:defRPr sz="3150" b="1">
                <a:solidFill>
                  <a:schemeClr val="tx1"/>
                </a:solidFill>
              </a:defRPr>
            </a:lvl4pPr>
            <a:lvl5pPr>
              <a:defRPr sz="3150" b="1">
                <a:solidFill>
                  <a:schemeClr val="tx1"/>
                </a:solidFill>
              </a:defRPr>
            </a:lvl5pPr>
            <a:lvl6pPr>
              <a:defRPr sz="3150" b="1">
                <a:solidFill>
                  <a:schemeClr val="tx1"/>
                </a:solidFill>
              </a:defRPr>
            </a:lvl6pPr>
            <a:lvl7pPr>
              <a:defRPr sz="3150" b="1">
                <a:solidFill>
                  <a:schemeClr val="tx1"/>
                </a:solidFill>
              </a:defRPr>
            </a:lvl7pPr>
            <a:lvl8pPr>
              <a:defRPr sz="3150" b="1">
                <a:solidFill>
                  <a:schemeClr val="tx1"/>
                </a:solidFill>
              </a:defRPr>
            </a:lvl8pPr>
            <a:lvl9pPr>
              <a:defRPr sz="3150" b="1">
                <a:solidFill>
                  <a:schemeClr val="tx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9BD9504E-3B88-4D0D-9D6D-C53D6207DE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428750"/>
            <a:ext cx="10972800" cy="476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chemeClr val="tx1"/>
                </a:solidFill>
              </a:defRPr>
            </a:defPPr>
            <a:lvl1pPr>
              <a:defRPr sz="2100" b="0">
                <a:solidFill>
                  <a:schemeClr val="tx1"/>
                </a:solidFill>
              </a:defRPr>
            </a:lvl1pPr>
            <a:lvl2pPr>
              <a:defRPr sz="2100" b="0">
                <a:solidFill>
                  <a:schemeClr val="tx1"/>
                </a:solidFill>
              </a:defRPr>
            </a:lvl2pPr>
            <a:lvl3pPr>
              <a:defRPr sz="2100" b="0">
                <a:solidFill>
                  <a:schemeClr val="tx1"/>
                </a:solidFill>
              </a:defRPr>
            </a:lvl3pPr>
            <a:lvl4pPr>
              <a:defRPr sz="2100" b="0">
                <a:solidFill>
                  <a:schemeClr val="tx1"/>
                </a:solidFill>
              </a:defRPr>
            </a:lvl4pPr>
            <a:lvl5pPr>
              <a:defRPr sz="2100" b="0">
                <a:solidFill>
                  <a:schemeClr val="tx1"/>
                </a:solidFill>
              </a:defRPr>
            </a:lvl5pPr>
            <a:lvl6pPr>
              <a:defRPr sz="2100" b="0">
                <a:solidFill>
                  <a:schemeClr val="tx1"/>
                </a:solidFill>
              </a:defRPr>
            </a:lvl6pPr>
            <a:lvl7pPr>
              <a:defRPr sz="2100" b="0">
                <a:solidFill>
                  <a:schemeClr val="tx1"/>
                </a:solidFill>
              </a:defRPr>
            </a:lvl7pPr>
            <a:lvl8pPr>
              <a:defRPr sz="2100" b="0">
                <a:solidFill>
                  <a:schemeClr val="tx1"/>
                </a:solidFill>
              </a:defRPr>
            </a:lvl8pPr>
            <a:lvl9pPr>
              <a:defRPr sz="2100" b="0">
                <a:solidFill>
                  <a:schemeClr val="tx1"/>
                </a:solidFill>
              </a:defRPr>
            </a:lvl9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6" r:id="R3c2cb89c27664804"/>
    <p:sldLayoutId xmlns:r="http://schemas.openxmlformats.org/officeDocument/2006/relationships" id="2147483657" r:id="Rd8456b0f23164ad0"/>
    <p:sldLayoutId xmlns:r="http://schemas.openxmlformats.org/officeDocument/2006/relationships" id="2147483658" r:id="R0575dec400ee49f7"/>
    <p:sldLayoutId xmlns:r="http://schemas.openxmlformats.org/officeDocument/2006/relationships" id="2147483659" r:id="Rbdc2dd4f05e848f1"/>
  </p:sldLayoutIdLst>
  <p:txStyles>
    <p:titleStyle>
      <ns0:lvl1pPr xmlns:ns0="http://schemas.openxmlformats.org/drawingml/2006/main" marL="0" indent="0">
        <ns0:buNone/>
        <ns0:defRPr sz="3150" b="1" lang="zh-CN">
          <ns0:latin typeface="+mj-lt"/>
          <ns0:ea typeface="+mj-ea"/>
        </ns0:defRPr>
      </ns0:lvl1pPr>
      <ns1:lvl2pPr xmlns:ns1="http://schemas.openxmlformats.org/drawingml/2006/main" marL="0" indent="0">
        <ns1:buNone/>
        <ns1:defRPr sz="3150" b="1" lang="zh-CN">
          <ns1:latin typeface="+mj-lt"/>
          <ns1:ea typeface="+mj-ea"/>
        </ns1:defRPr>
      </ns1:lvl2pPr>
      <ns2:lvl3pPr xmlns:ns2="http://schemas.openxmlformats.org/drawingml/2006/main" marL="0" indent="0">
        <ns2:buNone/>
        <ns2:defRPr sz="3150" b="1" lang="zh-CN">
          <ns2:latin typeface="+mj-lt"/>
          <ns2:ea typeface="+mj-ea"/>
        </ns2:defRPr>
      </ns2:lvl3pPr>
      <ns3:lvl4pPr xmlns:ns3="http://schemas.openxmlformats.org/drawingml/2006/main" marL="0" indent="0">
        <ns3:buNone/>
        <ns3:defRPr sz="3150" b="1" lang="zh-CN">
          <ns3:latin typeface="+mj-lt"/>
          <ns3:ea typeface="+mj-ea"/>
        </ns3:defRPr>
      </ns3:lvl4pPr>
      <ns4:lvl5pPr xmlns:ns4="http://schemas.openxmlformats.org/drawingml/2006/main" marL="0" indent="0">
        <ns4:buNone/>
        <ns4:defRPr sz="3150" b="1" lang="zh-CN">
          <ns4:latin typeface="+mj-lt"/>
          <ns4:ea typeface="+mj-ea"/>
        </ns4:defRPr>
      </ns4:lvl5pPr>
      <ns5:lvl6pPr xmlns:ns5="http://schemas.openxmlformats.org/drawingml/2006/main" marL="0" indent="0">
        <ns5:buNone/>
        <ns5:defRPr sz="3150" b="1" lang="zh-CN">
          <ns5:latin typeface="+mj-lt"/>
          <ns5:ea typeface="+mj-ea"/>
        </ns5:defRPr>
      </ns5:lvl6pPr>
      <ns6:lvl7pPr xmlns:ns6="http://schemas.openxmlformats.org/drawingml/2006/main" marL="0" indent="0">
        <ns6:buNone/>
        <ns6:defRPr sz="3150" b="1" lang="zh-CN">
          <ns6:latin typeface="+mj-lt"/>
          <ns6:ea typeface="+mj-ea"/>
        </ns6:defRPr>
      </ns6:lvl7pPr>
      <ns7:lvl8pPr xmlns:ns7="http://schemas.openxmlformats.org/drawingml/2006/main" marL="0" indent="0">
        <ns7:buNone/>
        <ns7:defRPr sz="3150" b="1" lang="zh-CN">
          <ns7:latin typeface="+mj-lt"/>
          <ns7:ea typeface="+mj-ea"/>
        </ns7:defRPr>
      </ns7:lvl8pPr>
      <ns8:lvl9pPr xmlns:ns8="http://schemas.openxmlformats.org/drawingml/2006/main" marL="0" indent="0">
        <ns8:buNone/>
        <ns8:defRPr sz="3150" b="1" lang="zh-CN">
          <ns8:latin typeface="+mj-lt"/>
          <ns8:ea typeface="+mj-ea"/>
        </ns8:defRPr>
      </ns8:lvl9pPr>
    </p:titleStyle>
    <p:bodyStyle>
      <ns9:lvl1pPr xmlns:ns9="http://schemas.openxmlformats.org/drawingml/2006/main" marL="0" indent="0">
        <ns9:buNone/>
        <ns9:defRPr sz="2100" b="0" lang="zh-CN">
          <ns9:latin typeface="+mn-lt"/>
          <ns9:ea typeface="+mn-ea"/>
        </ns9:defRPr>
      </ns9:lvl1pPr>
      <ns10:lvl2pPr xmlns:ns10="http://schemas.openxmlformats.org/drawingml/2006/main" marL="0" indent="0">
        <ns10:buNone/>
        <ns10:defRPr sz="2100" b="0" lang="zh-CN">
          <ns10:latin typeface="+mn-lt"/>
          <ns10:ea typeface="+mn-ea"/>
        </ns10:defRPr>
      </ns10:lvl2pPr>
      <ns11:lvl3pPr xmlns:ns11="http://schemas.openxmlformats.org/drawingml/2006/main" marL="0" indent="0">
        <ns11:buNone/>
        <ns11:defRPr sz="2100" b="0" lang="zh-CN">
          <ns11:latin typeface="+mn-lt"/>
          <ns11:ea typeface="+mn-ea"/>
        </ns11:defRPr>
      </ns11:lvl3pPr>
      <ns12:lvl4pPr xmlns:ns12="http://schemas.openxmlformats.org/drawingml/2006/main" marL="0" indent="0">
        <ns12:buNone/>
        <ns12:defRPr sz="2100" b="0" lang="zh-CN">
          <ns12:latin typeface="+mn-lt"/>
          <ns12:ea typeface="+mn-ea"/>
        </ns12:defRPr>
      </ns12:lvl4pPr>
      <ns13:lvl5pPr xmlns:ns13="http://schemas.openxmlformats.org/drawingml/2006/main" marL="0" indent="0">
        <ns13:buNone/>
        <ns13:defRPr sz="2100" b="0" lang="zh-CN">
          <ns13:latin typeface="+mn-lt"/>
          <ns13:ea typeface="+mn-ea"/>
        </ns13:defRPr>
      </ns13:lvl5pPr>
      <ns14:lvl6pPr xmlns:ns14="http://schemas.openxmlformats.org/drawingml/2006/main" marL="0" indent="0">
        <ns14:buNone/>
        <ns14:defRPr sz="2100" b="0" lang="zh-CN">
          <ns14:latin typeface="+mn-lt"/>
          <ns14:ea typeface="+mn-ea"/>
        </ns14:defRPr>
      </ns14:lvl6pPr>
      <ns15:lvl7pPr xmlns:ns15="http://schemas.openxmlformats.org/drawingml/2006/main" marL="0" indent="0">
        <ns15:buNone/>
        <ns15:defRPr sz="2100" b="0" lang="zh-CN">
          <ns15:latin typeface="+mn-lt"/>
          <ns15:ea typeface="+mn-ea"/>
        </ns15:defRPr>
      </ns15:lvl7pPr>
      <ns16:lvl8pPr xmlns:ns16="http://schemas.openxmlformats.org/drawingml/2006/main" marL="0" indent="0">
        <ns16:buNone/>
        <ns16:defRPr sz="2100" b="0" lang="zh-CN">
          <ns16:latin typeface="+mn-lt"/>
          <ns16:ea typeface="+mn-ea"/>
        </ns16:defRPr>
      </ns16:lvl8pPr>
      <ns17:lvl9pPr xmlns:ns17="http://schemas.openxmlformats.org/drawingml/2006/main" marL="0" indent="0">
        <ns17:buNone/>
        <ns17:defRPr sz="2100" b="0" lang="zh-CN">
          <ns17:latin typeface="+mn-lt"/>
          <ns17:ea typeface="+mn-ea"/>
        </ns17:defRPr>
      </ns17:lvl9pPr>
    </p:bodyStyle>
    <p:otherStyle>
      <ns18:lvl1pPr xmlns:ns18="http://schemas.openxmlformats.org/drawingml/2006/main" marL="0" indent="0">
        <ns18:buNone/>
        <ns18:defRPr sz="1800" b="0" lang="zh-CN">
          <ns18:latin typeface="+mn-lt"/>
          <ns18:ea typeface="+mn-ea"/>
        </ns18:defRPr>
      </ns18:lvl1pPr>
      <ns19:lvl2pPr xmlns:ns19="http://schemas.openxmlformats.org/drawingml/2006/main" marL="0" indent="0">
        <ns19:buNone/>
        <ns19:defRPr sz="1800" b="0" lang="zh-CN">
          <ns19:latin typeface="+mn-lt"/>
          <ns19:ea typeface="+mn-ea"/>
        </ns19:defRPr>
      </ns19:lvl2pPr>
      <ns20:lvl3pPr xmlns:ns20="http://schemas.openxmlformats.org/drawingml/2006/main" marL="0" indent="0">
        <ns20:buNone/>
        <ns20:defRPr sz="1800" b="0" lang="zh-CN">
          <ns20:latin typeface="+mn-lt"/>
          <ns20:ea typeface="+mn-ea"/>
        </ns20:defRPr>
      </ns20:lvl3pPr>
      <ns21:lvl4pPr xmlns:ns21="http://schemas.openxmlformats.org/drawingml/2006/main" marL="0" indent="0">
        <ns21:buNone/>
        <ns21:defRPr sz="1800" b="0" lang="zh-CN">
          <ns21:latin typeface="+mn-lt"/>
          <ns21:ea typeface="+mn-ea"/>
        </ns21:defRPr>
      </ns21:lvl4pPr>
      <ns22:lvl5pPr xmlns:ns22="http://schemas.openxmlformats.org/drawingml/2006/main" marL="0" indent="0">
        <ns22:buNone/>
        <ns22:defRPr sz="1800" b="0" lang="zh-CN">
          <ns22:latin typeface="+mn-lt"/>
          <ns22:ea typeface="+mn-ea"/>
        </ns22:defRPr>
      </ns22:lvl5pPr>
      <ns23:lvl6pPr xmlns:ns23="http://schemas.openxmlformats.org/drawingml/2006/main" marL="0" indent="0">
        <ns23:buNone/>
        <ns23:defRPr sz="1800" b="0" lang="zh-CN">
          <ns23:latin typeface="+mn-lt"/>
          <ns23:ea typeface="+mn-ea"/>
        </ns23:defRPr>
      </ns23:lvl6pPr>
      <ns24:lvl7pPr xmlns:ns24="http://schemas.openxmlformats.org/drawingml/2006/main" marL="0" indent="0">
        <ns24:buNone/>
        <ns24:defRPr sz="1800" b="0" lang="zh-CN">
          <ns24:latin typeface="+mn-lt"/>
          <ns24:ea typeface="+mn-ea"/>
        </ns24:defRPr>
      </ns24:lvl7pPr>
      <ns25:lvl8pPr xmlns:ns25="http://schemas.openxmlformats.org/drawingml/2006/main" marL="0" indent="0">
        <ns25:buNone/>
        <ns25:defRPr sz="1800" b="0" lang="zh-CN">
          <ns25:latin typeface="+mn-lt"/>
          <ns25:ea typeface="+mn-ea"/>
        </ns25:defRPr>
      </ns25:lvl8pPr>
      <ns26:lvl9pPr xmlns:ns26="http://schemas.openxmlformats.org/drawingml/2006/main" marL="0" indent="0">
        <ns26:buNone/>
        <ns26:defRPr sz="1800" b="0" lang="zh-CN">
          <ns26:latin typeface="+mn-lt"/>
          <ns26:ea typeface="+mn-ea"/>
        </ns26:defRPr>
      </ns26:lvl9pPr>
    </p:otherStyle>
  </p:txStyles>
</p:sldMaster>
</file>

<file path=ppt/slideMasters/theme/theme2.xml><?xml version="1.0" encoding="utf-8"?>
<a:theme xmlns:a="http://schemas.openxmlformats.org/drawingml/2006/main" name="Office Standard">
  <a:themeElements>
    <a:clrScheme name="Office Standard Blue">
      <a:dk1>
        <a:srgbClr val="202020"/>
      </a:dk1>
      <a:lt1>
        <a:srgbClr val="FFFFFF"/>
      </a:lt1>
      <a:dk2>
        <a:srgbClr val="595959"/>
      </a:dk2>
      <a:lt2>
        <a:srgbClr val="F2F2F2"/>
      </a:lt2>
      <a:accent1>
        <a:srgbClr val="2F5597"/>
      </a:accent1>
      <a:accent2>
        <a:srgbClr val="7F7F7F"/>
      </a:accent2>
      <a:accent3>
        <a:srgbClr val="A5A5A5"/>
      </a:accent3>
      <a:accent4>
        <a:srgbClr val="4472C4"/>
      </a:accent4>
      <a:accent5>
        <a:srgbClr val="B4C6E7"/>
      </a:accent5>
      <a:accent6>
        <a:srgbClr val="D9E2F3"/>
      </a:accent6>
      <a:hlink>
        <a:srgbClr val="2F5597"/>
      </a:hlink>
      <a:folHlink>
        <a:srgbClr val="7F7F7F"/>
      </a:folHlink>
    </a:clrScheme>
    <a:fontScheme name="Office Standard Chinese">
      <a:majorFont>
        <a:latin typeface="Arial Unicode MS"/>
        <a:ea typeface="Arial Unicode MS"/>
        <a:cs typeface=""/>
        <a:font script="Hans" typeface="Arial Unicode MS"/>
        <a:font script="Hant" typeface="Arial Unicode MS"/>
        <a:font script="Jpan" typeface="Arial Unicode MS"/>
        <a:font script="Hang" typeface="Arial Unicode MS"/>
      </a:majorFont>
      <a:minorFont>
        <a:latin typeface="Arial Unicode MS"/>
        <a:ea typeface="Arial Unicode MS"/>
        <a:cs typeface=""/>
        <a:font script="Hans" typeface="Arial Unicode MS"/>
        <a:font script="Hant" typeface="Arial Unicode MS"/>
        <a:font script="Jpan" typeface="Arial Unicode MS"/>
        <a:font script="Hang" typeface="Arial Unicode MS"/>
      </a:minorFont>
    </a:fontScheme>
    <a:fmtScheme name="Office Standard Blu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Office Standard">
  <a:themeElements>
    <a:clrScheme name="Office Standard Blue">
      <a:dk1>
        <a:srgbClr val="202020"/>
      </a:dk1>
      <a:lt1>
        <a:srgbClr val="FFFFFF"/>
      </a:lt1>
      <a:dk2>
        <a:srgbClr val="595959"/>
      </a:dk2>
      <a:lt2>
        <a:srgbClr val="F2F2F2"/>
      </a:lt2>
      <a:accent1>
        <a:srgbClr val="2F5597"/>
      </a:accent1>
      <a:accent2>
        <a:srgbClr val="7F7F7F"/>
      </a:accent2>
      <a:accent3>
        <a:srgbClr val="A5A5A5"/>
      </a:accent3>
      <a:accent4>
        <a:srgbClr val="4472C4"/>
      </a:accent4>
      <a:accent5>
        <a:srgbClr val="B4C6E7"/>
      </a:accent5>
      <a:accent6>
        <a:srgbClr val="D9E2F3"/>
      </a:accent6>
      <a:hlink>
        <a:srgbClr val="2F5597"/>
      </a:hlink>
      <a:folHlink>
        <a:srgbClr val="7F7F7F"/>
      </a:folHlink>
    </a:clrScheme>
    <a:fontScheme name="Office Standard Chinese">
      <a:majorFont>
        <a:latin typeface="Arial Unicode MS"/>
        <a:ea typeface="Arial Unicode MS"/>
        <a:cs typeface=""/>
        <a:font script="Hans" typeface="Arial Unicode MS"/>
        <a:font script="Hant" typeface="Arial Unicode MS"/>
        <a:font script="Jpan" typeface="Arial Unicode MS"/>
        <a:font script="Hang" typeface="Arial Unicode MS"/>
      </a:majorFont>
      <a:minorFont>
        <a:latin typeface="Arial Unicode MS"/>
        <a:ea typeface="Arial Unicode MS"/>
        <a:cs typeface=""/>
        <a:font script="Hans" typeface="Arial Unicode MS"/>
        <a:font script="Hant" typeface="Arial Unicode MS"/>
        <a:font script="Jpan" typeface="Arial Unicode MS"/>
        <a:font script="Hang" typeface="Arial Unicode MS"/>
      </a:minorFont>
    </a:fontScheme>
    <a:fmtScheme name="Office Standard Blu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7484221cf2f4748" /><Relationship Type="http://schemas.openxmlformats.org/officeDocument/2006/relationships/notesSlide" Target="/ppt/notesSlides/notesSlide1.xml" Id="R765077ef5bd44a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e867c7e17a5641f1" /><Relationship Type="http://schemas.openxmlformats.org/officeDocument/2006/relationships/notesSlide" Target="/ppt/notesSlides/notesSlide2.xml" Id="Rb8be0670292842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47b815513ffc4451" /><Relationship Type="http://schemas.openxmlformats.org/officeDocument/2006/relationships/notesSlide" Target="/ppt/notesSlides/notesSlide3.xml" Id="R26323077f3b84c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9.xml" Id="R8a5f75bb00a64082" /><Relationship Type="http://schemas.openxmlformats.org/officeDocument/2006/relationships/notesSlide" Target="/ppt/notesSlides/notesSlide4.xml" Id="R77687e42695444f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c662b286905d4410" /><Relationship Type="http://schemas.openxmlformats.org/officeDocument/2006/relationships/notesSlide" Target="/ppt/notesSlides/notesSlide5.xml" Id="R5de7e9237662469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0.xml" Id="Ra23e61ac80864aae" /><Relationship Type="http://schemas.openxmlformats.org/officeDocument/2006/relationships/chart" Target="/ppt/slides/charts/chart1.xml" Id="Rad268148d1544ae6" /><Relationship Type="http://schemas.openxmlformats.org/officeDocument/2006/relationships/chart" Target="/ppt/slides/charts/chart2.xml" Id="R8ee254dfceb047b9" /><Relationship Type="http://schemas.openxmlformats.org/officeDocument/2006/relationships/notesSlide" Target="/ppt/notesSlides/notesSlide6.xml" Id="Rbec865c7b6f3413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.xml" Id="Rc45d0df4082843ce" /><Relationship Type="http://schemas.openxmlformats.org/officeDocument/2006/relationships/notesSlide" Target="/ppt/notesSlides/notesSlide7.xml" Id="R6e0365b91142486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950" b="0">
                <a:solidFill>
                  <a:schemeClr val="tx1"/>
                </a:solidFill>
                <a:latin typeface="Arial Unicode MS"/>
                <a:ea typeface="Arial Unicode MS"/>
                <a:cs typeface="Arial Unicode MS"/>
              </a:rPr>
              <a:t>首次输出等待（分钟）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950" b="0">
              <a:solidFill>
                <a:schemeClr val="tx1"/>
              </a:solidFill>
              <a:latin typeface="Arial Unicode MS"/>
              <a:ea typeface="Arial Unicode MS"/>
              <a:cs typeface="Arial Unicode MS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首次输出等待（分钟）</c:v>
          </c:tx>
          <c:spPr>
            <a:solidFill xmlns:a="http://schemas.openxmlformats.org/drawingml/2006/main">
              <a:schemeClr val="accent1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50K</c:v>
                </c:pt>
                <c:pt idx="1">
                  <c:v>100K</c:v>
                </c:pt>
                <c:pt idx="2">
                  <c:v>300K</c:v>
                </c:pt>
                <c:pt idx="3">
                  <c:v>500K</c:v>
                </c:pt>
              </c:strCache>
            </c:strRef>
          </c:cat>
          <c:val>
            <c:numRef>
              <c:f>'Chart Data'!$B$2:$B$5</c:f>
              <c:numCache>
                <c:formatCode>0.0</c:formatCode>
                <c:ptCount val="4"/>
                <c:pt idx="0">
                  <c:v>1.1</c:v>
                </c:pt>
                <c:pt idx="1">
                  <c:v>2.4</c:v>
                </c:pt>
                <c:pt idx="2">
                  <c:v>11</c:v>
                </c:pt>
                <c:pt idx="3">
                  <c:v>24.5</c:v>
                </c:pt>
              </c:numCache>
            </c:numRef>
          </c:val>
        </c:ser>
        <c:dLbls>
          <c:numFmt formatCode="0.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chemeClr val="tx1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chemeClr val="tx2"/>
                    </a:solidFill>
                    <a:latin typeface="Arial Unicode MS"/>
                    <a:ea typeface="Arial Unicode MS"/>
                    <a:cs typeface="Arial Unicode MS"/>
                  </a:rPr>
                  <a:t>实际输入 tokens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chemeClr val="tx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chemeClr val="tx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chemeClr val="tx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chemeClr val="bg2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chemeClr val="tx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5"/>
      </c:valAx>
    </c:plotArea>
    <c:plotVisOnly val="1"/>
  </c:chart>
  <c:spPr>
    <a:solidFill xmlns:a="http://schemas.openxmlformats.org/drawingml/2006/main">
      <a:schemeClr val="bg1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950" b="0">
                <a:solidFill>
                  <a:schemeClr val="tx1"/>
                </a:solidFill>
                <a:latin typeface="Arial Unicode MS"/>
                <a:ea typeface="Arial Unicode MS"/>
                <a:cs typeface="Arial Unicode MS"/>
              </a:rPr>
              <a:t>后续生成速度（token/s）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950" b="0">
              <a:solidFill>
                <a:schemeClr val="tx1"/>
              </a:solidFill>
              <a:latin typeface="Arial Unicode MS"/>
              <a:ea typeface="Arial Unicode MS"/>
              <a:cs typeface="Arial Unicode MS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后续生成速度（token/s）</c:v>
          </c:tx>
          <c:spPr>
            <a:solidFill xmlns:a="http://schemas.openxmlformats.org/drawingml/2006/main">
              <a:schemeClr val="accent1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50K</c:v>
                </c:pt>
                <c:pt idx="1">
                  <c:v>100K</c:v>
                </c:pt>
                <c:pt idx="2">
                  <c:v>300K</c:v>
                </c:pt>
                <c:pt idx="3">
                  <c:v>500K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21.01</c:v>
                </c:pt>
                <c:pt idx="1">
                  <c:v>20.11</c:v>
                </c:pt>
                <c:pt idx="2">
                  <c:v>17.23</c:v>
                </c:pt>
                <c:pt idx="3">
                  <c:v>14.82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chemeClr val="tx1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75">
                    <a:solidFill>
                      <a:schemeClr val="tx2"/>
                    </a:solidFill>
                    <a:latin typeface="Arial Unicode MS"/>
                    <a:ea typeface="Arial Unicode MS"/>
                    <a:cs typeface="Arial Unicode MS"/>
                  </a:rPr>
                  <a:t>实际输入 tokens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chemeClr val="tx2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chemeClr val="tx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chemeClr val="tx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2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chemeClr val="bg2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chemeClr val="tx2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5"/>
      </c:valAx>
    </c:plotArea>
    <c:plotVisOnly val="1"/>
  </c:chart>
  <c:spPr>
    <a:solidFill xmlns:a="http://schemas.openxmlformats.org/drawingml/2006/main">
      <a:schemeClr val="bg1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DAC44512-E0FA-4B73-8734-FEE3B557E0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公司本地部署 LLM</a:t>
            </a:r>
          </a:p>
          <a:p xmlns:a="http://schemas.openxmlformats.org/drawingml/2006/main">
            <a:pPr>
              <a:buNone/>
            </a:pPr>
            <a:r>
              <a:t>模型、运行环境与成本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26C5DA8E-7B5F-4F9C-BC07-B23CB4D0E46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实习研究汇报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>
              <a:buNone/>
            </a:pPr>
            <a:r>
              <a:t>金融工作需求与部署选择依据</a:t>
            </a:r>
          </a:p>
          <a:p xmlns:a="http://schemas.openxmlformats.org/drawingml/2006/main">
            <a:pPr>
              <a:buNone/>
            </a:pPr>
            <a:r>
              <a:t>2026 年 10 月 23 日</a:t>
            </a:r>
          </a:p>
        </p:txBody>
      </p:sp>
    </p:spTree>
    <p:extLst>
      <p:ext uri="{BB962C8B-B14F-4D97-AF65-F5344CB8AC3E}">
        <p14:creationId xmlns:p14="http://schemas.microsoft.com/office/powerpoint/2010/main" val="164409675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E3D4C559-571A-4B2C-A206-EDDD8FB0EF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汇报内容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4D7D3F05-B877-44FF-AFA6-3E6227BF756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围绕金融工作需求，说明模型选型、运行安排与投入预算。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DFF6E9-129C-40EE-BB55-F7525A086A10}"/>
              </a:ext>
            </a:extLst>
          </p:cNvPr>
          <p:cNvGraphicFramePr/>
          <p:nvPr>
            <p:ph type="obj" idx="2"/>
          </p:nvPr>
        </p:nvGraphicFramePr>
        <p:xfrm>
          <a:off xmlns:a="http://schemas.openxmlformats.org/drawingml/2006/main" x="609600" y="2133600"/>
          <a:ext xmlns:a="http://schemas.openxmlformats.org/drawingml/2006/main" cx="10972800" cy="3905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334000"/>
                <a:gridCol w="5638800"/>
              </a:tblGrid>
              <a:tr h="557893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2025" b="1" lang="zh-CN">
                          <a:solidFill>
                            <a:schemeClr val="bg1"/>
                          </a:solidFill>
                        </a:rPr>
                        <a:t>章节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25" b="1" lang="zh-CN">
                          <a:solidFill>
                            <a:schemeClr val="bg1"/>
                          </a:solidFill>
                        </a:rPr>
                        <a:t>主要内容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57893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一、金融工作与本地部署需求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应用场景与使用环境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557893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二、分析任务对模型的要求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上下文、模型能力与速度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  <a:tr h="557893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三、模型选型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个人设备与公司服务器的选择依据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557893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四、运行环境与使用体验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请求处理、多轮任务与共享使用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  <a:tr h="557893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五、资源需求与成本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单台设备与 API 的三年投入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557893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六、日常应用与验证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25" b="0" lang="zh-CN">
                          <a:solidFill>
                            <a:schemeClr val="tx1"/>
                          </a:solidFill>
                        </a:rPr>
                        <a:t>使用入口、资料接入与验证工作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568813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A881FC-90DD-4497-A526-499F2DAFA81C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238500" y="5086350"/>
            <a:ext cx="1381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accent1"/>
            </a:solidFill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173D31-85F7-45FD-A5E5-E358AA4DF72B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5191125" y="2533650"/>
            <a:ext cx="714375" cy="2133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accent1"/>
            </a:solidFill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DB9EDD-3642-422C-97C9-8D972DA0C89E}"/>
              </a:ext>
            </a:extLst>
          </p:cNvPr>
          <p:cNvCxnSpPr>
            <a:stCxn xmlns:a="http://schemas.openxmlformats.org/drawingml/2006/main" id="3" idx="1"/>
            <a:endCxn xmlns:a="http://schemas.openxmlformats.org/drawingml/2006/main" id="4" idx="0"/>
          </p:cNvCxnSpPr>
          <p:nvPr/>
        </p:nvCxnSpPr>
        <p:spPr>
          <a:xfrm xmlns:a="http://schemas.openxmlformats.org/drawingml/2006/main" flipH="1">
            <a:off x="1952625" y="2533650"/>
            <a:ext cx="666750" cy="2133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accent1"/>
            </a:solidFill>
          </a:ln>
        </p:spPr>
      </p:cxnSp>
      <p:sp>
        <p:nvSpPr>
          <p:cNvPr id="15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E3D4C559-571A-4B2C-A206-EDDD8FB0EF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固定资源下的上下文、模型能力与速度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4D7D3F05-B877-44FF-AFA6-3E6227BF756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给定硬件、并发规模和运行方式，三项要求共享内存与计算预算。</a:t>
            </a:r>
          </a:p>
        </p:txBody>
      </p:sp>
      <p:sp>
        <p:nvSpPr>
          <p:cNvPr id="3" name="模型能力">
            <a:extLst xmlns:a="http://schemas.openxmlformats.org/drawingml/2006/main">
              <a:ext uri="{FF2B5EF4-FFF2-40B4-BE49-F238E27FC236}">
                <a16:creationId xmlns:a16="http://schemas.microsoft.com/office/drawing/2014/main" id="{31D2AEEC-1D89-4FA8-A500-D0C6836D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114550"/>
            <a:ext cx="2571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4288">
            <a:solidFill>
              <a:schemeClr val="accent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chemeClr val="tx1"/>
                </a:solidFill>
              </a:defRPr>
            </a:defPPr>
            <a:lvl1pPr algn="ctr">
              <a:defRPr sz="1950">
                <a:solidFill>
                  <a:schemeClr val="tx1"/>
                </a:solidFill>
              </a:defRPr>
            </a:lvl1pPr>
            <a:lvl2pPr algn="ctr">
              <a:defRPr sz="1950">
                <a:solidFill>
                  <a:schemeClr val="tx1"/>
                </a:solidFill>
              </a:defRPr>
            </a:lvl2pPr>
            <a:lvl3pPr algn="ctr">
              <a:defRPr sz="1950">
                <a:solidFill>
                  <a:schemeClr val="tx1"/>
                </a:solidFill>
              </a:defRPr>
            </a:lvl3pPr>
            <a:lvl4pPr algn="ctr">
              <a:defRPr sz="1950">
                <a:solidFill>
                  <a:schemeClr val="tx1"/>
                </a:solidFill>
              </a:defRPr>
            </a:lvl4pPr>
            <a:lvl5pPr algn="ctr">
              <a:defRPr sz="1950">
                <a:solidFill>
                  <a:schemeClr val="tx1"/>
                </a:solidFill>
              </a:defRPr>
            </a:lvl5pPr>
            <a:lvl6pPr algn="ctr">
              <a:defRPr sz="1950">
                <a:solidFill>
                  <a:schemeClr val="tx1"/>
                </a:solidFill>
              </a:defRPr>
            </a:lvl6pPr>
            <a:lvl7pPr algn="ctr">
              <a:defRPr sz="1950">
                <a:solidFill>
                  <a:schemeClr val="tx1"/>
                </a:solidFill>
              </a:defRPr>
            </a:lvl7pPr>
            <a:lvl8pPr algn="ctr">
              <a:defRPr sz="1950">
                <a:solidFill>
                  <a:schemeClr val="tx1"/>
                </a:solidFill>
              </a:defRPr>
            </a:lvl8pPr>
            <a:lvl9pPr algn="ctr">
              <a:defRPr sz="195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模型能力</a:t>
            </a:r>
          </a:p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理解材料、完成分析</a:t>
            </a:r>
          </a:p>
        </p:txBody>
      </p:sp>
      <p:sp>
        <p:nvSpPr>
          <p:cNvPr id="4" name="上下文">
            <a:extLst xmlns:a="http://schemas.openxmlformats.org/drawingml/2006/main">
              <a:ext uri="{FF2B5EF4-FFF2-40B4-BE49-F238E27FC236}">
                <a16:creationId xmlns:a16="http://schemas.microsoft.com/office/drawing/2014/main" id="{7C4FDF70-C48C-430E-9823-550C8B21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2571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4288">
            <a:solidFill>
              <a:schemeClr val="accent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chemeClr val="tx1"/>
                </a:solidFill>
              </a:defRPr>
            </a:defPPr>
            <a:lvl1pPr algn="ctr">
              <a:defRPr sz="1950">
                <a:solidFill>
                  <a:schemeClr val="tx1"/>
                </a:solidFill>
              </a:defRPr>
            </a:lvl1pPr>
            <a:lvl2pPr algn="ctr">
              <a:defRPr sz="1950">
                <a:solidFill>
                  <a:schemeClr val="tx1"/>
                </a:solidFill>
              </a:defRPr>
            </a:lvl2pPr>
            <a:lvl3pPr algn="ctr">
              <a:defRPr sz="1950">
                <a:solidFill>
                  <a:schemeClr val="tx1"/>
                </a:solidFill>
              </a:defRPr>
            </a:lvl3pPr>
            <a:lvl4pPr algn="ctr">
              <a:defRPr sz="1950">
                <a:solidFill>
                  <a:schemeClr val="tx1"/>
                </a:solidFill>
              </a:defRPr>
            </a:lvl4pPr>
            <a:lvl5pPr algn="ctr">
              <a:defRPr sz="1950">
                <a:solidFill>
                  <a:schemeClr val="tx1"/>
                </a:solidFill>
              </a:defRPr>
            </a:lvl5pPr>
            <a:lvl6pPr algn="ctr">
              <a:defRPr sz="1950">
                <a:solidFill>
                  <a:schemeClr val="tx1"/>
                </a:solidFill>
              </a:defRPr>
            </a:lvl6pPr>
            <a:lvl7pPr algn="ctr">
              <a:defRPr sz="1950">
                <a:solidFill>
                  <a:schemeClr val="tx1"/>
                </a:solidFill>
              </a:defRPr>
            </a:lvl7pPr>
            <a:lvl8pPr algn="ctr">
              <a:defRPr sz="1950">
                <a:solidFill>
                  <a:schemeClr val="tx1"/>
                </a:solidFill>
              </a:defRPr>
            </a:lvl8pPr>
            <a:lvl9pPr algn="ctr">
              <a:defRPr sz="195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上下文</a:t>
            </a:r>
          </a:p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带入材料与历史</a:t>
            </a:r>
          </a:p>
        </p:txBody>
      </p:sp>
      <p:sp>
        <p:nvSpPr>
          <p:cNvPr id="5" name="速度">
            <a:extLst xmlns:a="http://schemas.openxmlformats.org/drawingml/2006/main">
              <a:ext uri="{FF2B5EF4-FFF2-40B4-BE49-F238E27FC236}">
                <a16:creationId xmlns:a16="http://schemas.microsoft.com/office/drawing/2014/main" id="{DD2E1437-DBEA-4EBC-BE49-1316AD1B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667250"/>
            <a:ext cx="2571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4288">
            <a:solidFill>
              <a:schemeClr val="accent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chemeClr val="tx1"/>
                </a:solidFill>
              </a:defRPr>
            </a:defPPr>
            <a:lvl1pPr algn="ctr">
              <a:defRPr sz="1950">
                <a:solidFill>
                  <a:schemeClr val="tx1"/>
                </a:solidFill>
              </a:defRPr>
            </a:lvl1pPr>
            <a:lvl2pPr algn="ctr">
              <a:defRPr sz="1950">
                <a:solidFill>
                  <a:schemeClr val="tx1"/>
                </a:solidFill>
              </a:defRPr>
            </a:lvl2pPr>
            <a:lvl3pPr algn="ctr">
              <a:defRPr sz="1950">
                <a:solidFill>
                  <a:schemeClr val="tx1"/>
                </a:solidFill>
              </a:defRPr>
            </a:lvl3pPr>
            <a:lvl4pPr algn="ctr">
              <a:defRPr sz="1950">
                <a:solidFill>
                  <a:schemeClr val="tx1"/>
                </a:solidFill>
              </a:defRPr>
            </a:lvl4pPr>
            <a:lvl5pPr algn="ctr">
              <a:defRPr sz="1950">
                <a:solidFill>
                  <a:schemeClr val="tx1"/>
                </a:solidFill>
              </a:defRPr>
            </a:lvl5pPr>
            <a:lvl6pPr algn="ctr">
              <a:defRPr sz="1950">
                <a:solidFill>
                  <a:schemeClr val="tx1"/>
                </a:solidFill>
              </a:defRPr>
            </a:lvl6pPr>
            <a:lvl7pPr algn="ctr">
              <a:defRPr sz="1950">
                <a:solidFill>
                  <a:schemeClr val="tx1"/>
                </a:solidFill>
              </a:defRPr>
            </a:lvl7pPr>
            <a:lvl8pPr algn="ctr">
              <a:defRPr sz="1950">
                <a:solidFill>
                  <a:schemeClr val="tx1"/>
                </a:solidFill>
              </a:defRPr>
            </a:lvl8pPr>
            <a:lvl9pPr algn="ctr">
              <a:defRPr sz="195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速度</a:t>
            </a:r>
          </a:p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缩短等待、持续生成</a:t>
            </a:r>
          </a:p>
        </p:txBody>
      </p:sp>
      <p:sp>
        <p:nvSpPr>
          <p:cNvPr id="9" name="更多信息需要&#10;更多分析">
            <a:extLst xmlns:a="http://schemas.openxmlformats.org/drawingml/2006/main">
              <a:ext uri="{FF2B5EF4-FFF2-40B4-BE49-F238E27FC236}">
                <a16:creationId xmlns:a16="http://schemas.microsoft.com/office/drawing/2014/main" id="{6BE0F904-0031-4455-B713-A880AFFA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286125"/>
            <a:ext cx="2000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chemeClr val="tx1"/>
                </a:solidFill>
              </a:defRPr>
            </a:defPPr>
            <a:lvl1pPr algn="ctr">
              <a:defRPr sz="1800" b="0">
                <a:solidFill>
                  <a:schemeClr val="tx1"/>
                </a:solidFill>
              </a:defRPr>
            </a:lvl1pPr>
            <a:lvl2pPr algn="ctr">
              <a:defRPr sz="1800" b="0">
                <a:solidFill>
                  <a:schemeClr val="tx1"/>
                </a:solidFill>
              </a:defRPr>
            </a:lvl2pPr>
            <a:lvl3pPr algn="ctr">
              <a:defRPr sz="1800" b="0">
                <a:solidFill>
                  <a:schemeClr val="tx1"/>
                </a:solidFill>
              </a:defRPr>
            </a:lvl3pPr>
            <a:lvl4pPr algn="ctr">
              <a:defRPr sz="1800" b="0">
                <a:solidFill>
                  <a:schemeClr val="tx1"/>
                </a:solidFill>
              </a:defRPr>
            </a:lvl4pPr>
            <a:lvl5pPr algn="ctr">
              <a:defRPr sz="1800" b="0">
                <a:solidFill>
                  <a:schemeClr val="tx1"/>
                </a:solidFill>
              </a:defRPr>
            </a:lvl5pPr>
            <a:lvl6pPr algn="ctr">
              <a:defRPr sz="1800" b="0">
                <a:solidFill>
                  <a:schemeClr val="tx1"/>
                </a:solidFill>
              </a:defRPr>
            </a:lvl6pPr>
            <a:lvl7pPr algn="ctr">
              <a:defRPr sz="1800" b="0">
                <a:solidFill>
                  <a:schemeClr val="tx1"/>
                </a:solidFill>
              </a:defRPr>
            </a:lvl7pPr>
            <a:lvl8pPr algn="ctr">
              <a:defRPr sz="1800" b="0">
                <a:solidFill>
                  <a:schemeClr val="tx1"/>
                </a:solidFill>
              </a:defRPr>
            </a:lvl8pPr>
            <a:lvl9pPr algn="ctr">
              <a:defRPr sz="1800" b="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chemeClr val="tx1"/>
                </a:solidFill>
              </a:defRPr>
            </a:pPr>
            <a:r>
              <a:rPr sz="1800" b="0" lang="zh-CN">
                <a:solidFill>
                  <a:schemeClr val="tx1"/>
                </a:solidFill>
              </a:rPr>
              <a:t>更多信息需要</a:t>
            </a:r>
          </a:p>
          <a:p xmlns:a="http://schemas.openxmlformats.org/drawingml/2006/main">
            <a:pPr algn="ctr">
              <a:defRPr sz="1800" b="0">
                <a:solidFill>
                  <a:schemeClr val="tx1"/>
                </a:solidFill>
              </a:defRPr>
            </a:pPr>
            <a:r>
              <a:rPr sz="1800" b="0" lang="zh-CN">
                <a:solidFill>
                  <a:schemeClr val="tx1"/>
                </a:solidFill>
              </a:rPr>
              <a:t>更多分析</a:t>
            </a:r>
          </a:p>
        </p:txBody>
      </p:sp>
      <p:sp>
        <p:nvSpPr>
          <p:cNvPr id="10" name="更充分的推理&#10;需要计算时间">
            <a:extLst xmlns:a="http://schemas.openxmlformats.org/drawingml/2006/main">
              <a:ext uri="{FF2B5EF4-FFF2-40B4-BE49-F238E27FC236}">
                <a16:creationId xmlns:a16="http://schemas.microsoft.com/office/drawing/2014/main" id="{40B8A255-7463-45C9-BE9C-F4C2BD4A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86125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chemeClr val="tx1"/>
                </a:solidFill>
              </a:defRPr>
            </a:defPPr>
            <a:lvl1pPr algn="ctr">
              <a:defRPr sz="1800" b="0">
                <a:solidFill>
                  <a:schemeClr val="tx1"/>
                </a:solidFill>
              </a:defRPr>
            </a:lvl1pPr>
            <a:lvl2pPr algn="ctr">
              <a:defRPr sz="1800" b="0">
                <a:solidFill>
                  <a:schemeClr val="tx1"/>
                </a:solidFill>
              </a:defRPr>
            </a:lvl2pPr>
            <a:lvl3pPr algn="ctr">
              <a:defRPr sz="1800" b="0">
                <a:solidFill>
                  <a:schemeClr val="tx1"/>
                </a:solidFill>
              </a:defRPr>
            </a:lvl3pPr>
            <a:lvl4pPr algn="ctr">
              <a:defRPr sz="1800" b="0">
                <a:solidFill>
                  <a:schemeClr val="tx1"/>
                </a:solidFill>
              </a:defRPr>
            </a:lvl4pPr>
            <a:lvl5pPr algn="ctr">
              <a:defRPr sz="1800" b="0">
                <a:solidFill>
                  <a:schemeClr val="tx1"/>
                </a:solidFill>
              </a:defRPr>
            </a:lvl5pPr>
            <a:lvl6pPr algn="ctr">
              <a:defRPr sz="1800" b="0">
                <a:solidFill>
                  <a:schemeClr val="tx1"/>
                </a:solidFill>
              </a:defRPr>
            </a:lvl6pPr>
            <a:lvl7pPr algn="ctr">
              <a:defRPr sz="1800" b="0">
                <a:solidFill>
                  <a:schemeClr val="tx1"/>
                </a:solidFill>
              </a:defRPr>
            </a:lvl7pPr>
            <a:lvl8pPr algn="ctr">
              <a:defRPr sz="1800" b="0">
                <a:solidFill>
                  <a:schemeClr val="tx1"/>
                </a:solidFill>
              </a:defRPr>
            </a:lvl8pPr>
            <a:lvl9pPr algn="ctr">
              <a:defRPr sz="1800" b="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chemeClr val="tx1"/>
                </a:solidFill>
              </a:defRPr>
            </a:pPr>
            <a:r>
              <a:rPr sz="1800" b="0" lang="zh-CN">
                <a:solidFill>
                  <a:schemeClr val="tx1"/>
                </a:solidFill>
              </a:rPr>
              <a:t>更充分的推理</a:t>
            </a:r>
          </a:p>
          <a:p xmlns:a="http://schemas.openxmlformats.org/drawingml/2006/main">
            <a:pPr algn="ctr">
              <a:defRPr sz="1800" b="0">
                <a:solidFill>
                  <a:schemeClr val="tx1"/>
                </a:solidFill>
              </a:defRPr>
            </a:pPr>
            <a:r>
              <a:rPr sz="1800" b="0" lang="zh-CN">
                <a:solidFill>
                  <a:schemeClr val="tx1"/>
                </a:solidFill>
              </a:rPr>
              <a:t>需要计算时间</a:t>
            </a:r>
          </a:p>
        </p:txBody>
      </p:sp>
      <p:sp>
        <p:nvSpPr>
          <p:cNvPr id="11" name="更长输入增加&#10;处理与状态负担">
            <a:extLst xmlns:a="http://schemas.openxmlformats.org/drawingml/2006/main">
              <a:ext uri="{FF2B5EF4-FFF2-40B4-BE49-F238E27FC236}">
                <a16:creationId xmlns:a16="http://schemas.microsoft.com/office/drawing/2014/main" id="{F3978FF9-3D09-42FB-AEED-1AFC8D7C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638800"/>
            <a:ext cx="220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chemeClr val="tx1"/>
                </a:solidFill>
              </a:defRPr>
            </a:defPPr>
            <a:lvl1pPr algn="ctr">
              <a:defRPr sz="1800" b="0">
                <a:solidFill>
                  <a:schemeClr val="tx1"/>
                </a:solidFill>
              </a:defRPr>
            </a:lvl1pPr>
            <a:lvl2pPr algn="ctr">
              <a:defRPr sz="1800" b="0">
                <a:solidFill>
                  <a:schemeClr val="tx1"/>
                </a:solidFill>
              </a:defRPr>
            </a:lvl2pPr>
            <a:lvl3pPr algn="ctr">
              <a:defRPr sz="1800" b="0">
                <a:solidFill>
                  <a:schemeClr val="tx1"/>
                </a:solidFill>
              </a:defRPr>
            </a:lvl3pPr>
            <a:lvl4pPr algn="ctr">
              <a:defRPr sz="1800" b="0">
                <a:solidFill>
                  <a:schemeClr val="tx1"/>
                </a:solidFill>
              </a:defRPr>
            </a:lvl4pPr>
            <a:lvl5pPr algn="ctr">
              <a:defRPr sz="1800" b="0">
                <a:solidFill>
                  <a:schemeClr val="tx1"/>
                </a:solidFill>
              </a:defRPr>
            </a:lvl5pPr>
            <a:lvl6pPr algn="ctr">
              <a:defRPr sz="1800" b="0">
                <a:solidFill>
                  <a:schemeClr val="tx1"/>
                </a:solidFill>
              </a:defRPr>
            </a:lvl6pPr>
            <a:lvl7pPr algn="ctr">
              <a:defRPr sz="1800" b="0">
                <a:solidFill>
                  <a:schemeClr val="tx1"/>
                </a:solidFill>
              </a:defRPr>
            </a:lvl7pPr>
            <a:lvl8pPr algn="ctr">
              <a:defRPr sz="1800" b="0">
                <a:solidFill>
                  <a:schemeClr val="tx1"/>
                </a:solidFill>
              </a:defRPr>
            </a:lvl8pPr>
            <a:lvl9pPr algn="ctr">
              <a:defRPr sz="1800" b="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chemeClr val="tx1"/>
                </a:solidFill>
              </a:defRPr>
            </a:pPr>
            <a:r>
              <a:rPr sz="1800" b="0" lang="zh-CN">
                <a:solidFill>
                  <a:schemeClr val="tx1"/>
                </a:solidFill>
              </a:rPr>
              <a:t>更长输入增加</a:t>
            </a:r>
          </a:p>
          <a:p xmlns:a="http://schemas.openxmlformats.org/drawingml/2006/main">
            <a:pPr algn="ctr">
              <a:defRPr sz="1800" b="0">
                <a:solidFill>
                  <a:schemeClr val="tx1"/>
                </a:solidFill>
              </a:defRPr>
            </a:pPr>
            <a:r>
              <a:rPr sz="1800" b="0" lang="zh-CN">
                <a:solidFill>
                  <a:schemeClr val="tx1"/>
                </a:solidFill>
              </a:rPr>
              <a:t>处理与状态负担</a:t>
            </a:r>
          </a:p>
        </p:txBody>
      </p:sp>
      <p:sp>
        <p:nvSpPr>
          <p:cNvPr id="12" name="材料增加，设备需要处理并保留更多信息。">
            <a:extLst xmlns:a="http://schemas.openxmlformats.org/drawingml/2006/main">
              <a:ext uri="{FF2B5EF4-FFF2-40B4-BE49-F238E27FC236}">
                <a16:creationId xmlns:a16="http://schemas.microsoft.com/office/drawing/2014/main" id="{28392384-168F-40A7-9405-3C39B537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0505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</a:defRPr>
            </a:defPPr>
            <a:lvl1pPr algn="l">
              <a:defRPr sz="2100" b="0">
                <a:solidFill>
                  <a:schemeClr val="tx1"/>
                </a:solidFill>
              </a:defRPr>
            </a:lvl1pPr>
            <a:lvl2pPr algn="l">
              <a:defRPr sz="2100" b="0">
                <a:solidFill>
                  <a:schemeClr val="tx1"/>
                </a:solidFill>
              </a:defRPr>
            </a:lvl2pPr>
            <a:lvl3pPr algn="l">
              <a:defRPr sz="2100" b="0">
                <a:solidFill>
                  <a:schemeClr val="tx1"/>
                </a:solidFill>
              </a:defRPr>
            </a:lvl3pPr>
            <a:lvl4pPr algn="l">
              <a:defRPr sz="2100" b="0">
                <a:solidFill>
                  <a:schemeClr val="tx1"/>
                </a:solidFill>
              </a:defRPr>
            </a:lvl4pPr>
            <a:lvl5pPr algn="l">
              <a:defRPr sz="2100" b="0">
                <a:solidFill>
                  <a:schemeClr val="tx1"/>
                </a:solidFill>
              </a:defRPr>
            </a:lvl5pPr>
            <a:lvl6pPr algn="l">
              <a:defRPr sz="2100" b="0">
                <a:solidFill>
                  <a:schemeClr val="tx1"/>
                </a:solidFill>
              </a:defRPr>
            </a:lvl6pPr>
            <a:lvl7pPr algn="l">
              <a:defRPr sz="2100" b="0">
                <a:solidFill>
                  <a:schemeClr val="tx1"/>
                </a:solidFill>
              </a:defRPr>
            </a:lvl7pPr>
            <a:lvl8pPr algn="l">
              <a:defRPr sz="2100" b="0">
                <a:solidFill>
                  <a:schemeClr val="tx1"/>
                </a:solidFill>
              </a:defRPr>
            </a:lvl8pPr>
            <a:lvl9pPr algn="l">
              <a:defRPr sz="2100" b="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l">
              <a:defRPr sz="2100" b="0">
                <a:solidFill>
                  <a:schemeClr val="tx1"/>
                </a:solidFill>
              </a:defRPr>
            </a:pPr>
            <a:r>
              <a:rPr sz="2100" b="0" lang="zh-CN">
                <a:solidFill>
                  <a:schemeClr val="tx1"/>
                </a:solidFill>
              </a:rPr>
              <a:t>材料增加，设备需要处理并保留更多信息。</a:t>
            </a:r>
          </a:p>
        </p:txBody>
      </p:sp>
      <p:sp>
        <p:nvSpPr>
          <p:cNvPr id="13" name="更多思考步骤或计算量更大的模型，会提高单项任">
            <a:extLst xmlns:a="http://schemas.openxmlformats.org/drawingml/2006/main">
              <a:ext uri="{FF2B5EF4-FFF2-40B4-BE49-F238E27FC236}">
                <a16:creationId xmlns:a16="http://schemas.microsoft.com/office/drawing/2014/main" id="{AE36EC13-75D2-405F-8C56-2ED4F303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76625"/>
            <a:ext cx="34290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</a:defRPr>
            </a:defPPr>
            <a:lvl1pPr algn="l">
              <a:defRPr sz="2100" b="0">
                <a:solidFill>
                  <a:schemeClr val="tx1"/>
                </a:solidFill>
              </a:defRPr>
            </a:lvl1pPr>
            <a:lvl2pPr algn="l">
              <a:defRPr sz="2100" b="0">
                <a:solidFill>
                  <a:schemeClr val="tx1"/>
                </a:solidFill>
              </a:defRPr>
            </a:lvl2pPr>
            <a:lvl3pPr algn="l">
              <a:defRPr sz="2100" b="0">
                <a:solidFill>
                  <a:schemeClr val="tx1"/>
                </a:solidFill>
              </a:defRPr>
            </a:lvl3pPr>
            <a:lvl4pPr algn="l">
              <a:defRPr sz="2100" b="0">
                <a:solidFill>
                  <a:schemeClr val="tx1"/>
                </a:solidFill>
              </a:defRPr>
            </a:lvl4pPr>
            <a:lvl5pPr algn="l">
              <a:defRPr sz="2100" b="0">
                <a:solidFill>
                  <a:schemeClr val="tx1"/>
                </a:solidFill>
              </a:defRPr>
            </a:lvl5pPr>
            <a:lvl6pPr algn="l">
              <a:defRPr sz="2100" b="0">
                <a:solidFill>
                  <a:schemeClr val="tx1"/>
                </a:solidFill>
              </a:defRPr>
            </a:lvl6pPr>
            <a:lvl7pPr algn="l">
              <a:defRPr sz="2100" b="0">
                <a:solidFill>
                  <a:schemeClr val="tx1"/>
                </a:solidFill>
              </a:defRPr>
            </a:lvl7pPr>
            <a:lvl8pPr algn="l">
              <a:defRPr sz="2100" b="0">
                <a:solidFill>
                  <a:schemeClr val="tx1"/>
                </a:solidFill>
              </a:defRPr>
            </a:lvl8pPr>
            <a:lvl9pPr algn="l">
              <a:defRPr sz="2100" b="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l">
              <a:defRPr sz="2100" b="0">
                <a:solidFill>
                  <a:schemeClr val="tx1"/>
                </a:solidFill>
              </a:defRPr>
            </a:pPr>
            <a:r>
              <a:rPr sz="2100" b="0" lang="zh-CN">
                <a:solidFill>
                  <a:schemeClr val="tx1"/>
                </a:solidFill>
              </a:rPr>
              <a:t>更多思考步骤或计算量更大的模型，会提高单项任务的资源占用。</a:t>
            </a:r>
          </a:p>
        </p:txBody>
      </p:sp>
      <p:sp>
        <p:nvSpPr>
          <p:cNvPr id="14" name="选型需明确材料规模、分析要求与可接受的等待时">
            <a:extLst xmlns:a="http://schemas.openxmlformats.org/drawingml/2006/main">
              <a:ext uri="{FF2B5EF4-FFF2-40B4-BE49-F238E27FC236}">
                <a16:creationId xmlns:a16="http://schemas.microsoft.com/office/drawing/2014/main" id="{6A020998-6E28-4B5D-B2B3-7C47605C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000625"/>
            <a:ext cx="3429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</a:defRPr>
            </a:defPPr>
            <a:lvl1pPr algn="l">
              <a:defRPr sz="2100" b="0">
                <a:solidFill>
                  <a:schemeClr val="tx1"/>
                </a:solidFill>
              </a:defRPr>
            </a:lvl1pPr>
            <a:lvl2pPr algn="l">
              <a:defRPr sz="2100" b="0">
                <a:solidFill>
                  <a:schemeClr val="tx1"/>
                </a:solidFill>
              </a:defRPr>
            </a:lvl2pPr>
            <a:lvl3pPr algn="l">
              <a:defRPr sz="2100" b="0">
                <a:solidFill>
                  <a:schemeClr val="tx1"/>
                </a:solidFill>
              </a:defRPr>
            </a:lvl3pPr>
            <a:lvl4pPr algn="l">
              <a:defRPr sz="2100" b="0">
                <a:solidFill>
                  <a:schemeClr val="tx1"/>
                </a:solidFill>
              </a:defRPr>
            </a:lvl4pPr>
            <a:lvl5pPr algn="l">
              <a:defRPr sz="2100" b="0">
                <a:solidFill>
                  <a:schemeClr val="tx1"/>
                </a:solidFill>
              </a:defRPr>
            </a:lvl5pPr>
            <a:lvl6pPr algn="l">
              <a:defRPr sz="2100" b="0">
                <a:solidFill>
                  <a:schemeClr val="tx1"/>
                </a:solidFill>
              </a:defRPr>
            </a:lvl6pPr>
            <a:lvl7pPr algn="l">
              <a:defRPr sz="2100" b="0">
                <a:solidFill>
                  <a:schemeClr val="tx1"/>
                </a:solidFill>
              </a:defRPr>
            </a:lvl7pPr>
            <a:lvl8pPr algn="l">
              <a:defRPr sz="2100" b="0">
                <a:solidFill>
                  <a:schemeClr val="tx1"/>
                </a:solidFill>
              </a:defRPr>
            </a:lvl8pPr>
            <a:lvl9pPr algn="l">
              <a:defRPr sz="2100" b="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l">
              <a:defRPr sz="2100" b="0">
                <a:solidFill>
                  <a:schemeClr val="tx1"/>
                </a:solidFill>
              </a:defRPr>
            </a:pPr>
            <a:r>
              <a:rPr sz="2100" b="0" lang="zh-CN">
                <a:solidFill>
                  <a:schemeClr val="tx1"/>
                </a:solidFill>
              </a:rPr>
              <a:t>选型需明确材料规模、分析要求与可接受的等待时间。</a:t>
            </a:r>
          </a:p>
        </p:txBody>
      </p:sp>
    </p:spTree>
    <p:extLst>
      <p:ext uri="{BB962C8B-B14F-4D97-AF65-F5344CB8AC3E}">
        <p14:creationId xmlns:p14="http://schemas.microsoft.com/office/powerpoint/2010/main" val="47779162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1C908BEF-DB50-488E-81F0-2914457FC0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第四章</a:t>
            </a:r>
          </a:p>
          <a:p xmlns:a="http://schemas.openxmlformats.org/drawingml/2006/main">
            <a:pPr>
              <a:buNone/>
            </a:pPr>
            <a:r>
              <a:t>运行环境与使用体验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DEC6D72D-C94A-43BE-A9EC-54DA524DE0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共同运行过程</a:t>
            </a:r>
          </a:p>
          <a:p xmlns:a="http://schemas.openxmlformats.org/drawingml/2006/main">
            <a:pPr>
              <a:buNone/>
            </a:pPr>
            <a:r>
              <a:t>个人设备实测与公司服务器安排</a:t>
            </a:r>
          </a:p>
        </p:txBody>
      </p:sp>
    </p:spTree>
    <p:extLst>
      <p:ext uri="{BB962C8B-B14F-4D97-AF65-F5344CB8AC3E}">
        <p14:creationId xmlns:p14="http://schemas.microsoft.com/office/powerpoint/2010/main" val="90240388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0386BF-11A3-457A-A140-045E0B58A4BA}"/>
              </a:ext>
            </a:extLst>
          </p:cNvPr>
          <p:cNvCxnSpPr>
            <a:stCxn xmlns:a="http://schemas.openxmlformats.org/drawingml/2006/main" id="12" idx="1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 flipV="1">
            <a:off x="4505325" y="5448300"/>
            <a:ext cx="1819275" cy="742950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chemeClr val="accent1"/>
            </a:solidFill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93D5B4-32B4-4A65-A48A-D34A11D8EF03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8991600" y="5448300"/>
            <a:ext cx="1228725" cy="742950"/>
          </a:xfrm>
          <a:prstGeom xmlns:a="http://schemas.openxmlformats.org/drawingml/2006/main" prst="bentConnector5">
            <a:avLst>
              <a:gd name="adj1" fmla="val 0"/>
              <a:gd name="adj2" fmla="val 30769"/>
              <a:gd name="adj3" fmla="val 81395"/>
            </a:avLst>
          </a:prstGeom>
          <a:ln xmlns:a="http://schemas.openxmlformats.org/drawingml/2006/main" w="19050">
            <a:solidFill>
              <a:schemeClr val="accent1"/>
            </a:solidFill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CE7C30-12E3-45C4-971D-C7132E4849A0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401050" y="5153025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accent1"/>
            </a:solidFill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78AEB2-E0C4-4DAB-972E-70006648CD52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543550" y="5153025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accent1"/>
            </a:solidFill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F87705-A2DB-4197-86C6-4061D7551D49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686050" y="5153025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chemeClr val="accent1"/>
            </a:solidFill>
            <a:tailEnd type="triangle" w="sm" len="sm"/>
          </a:ln>
        </p:spPr>
      </p:cxnSp>
      <p:sp>
        <p:nvSpPr>
          <p:cNvPr id="15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E3D4C559-571A-4B2C-A206-EDDD8FB0EF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模型、推理框架与设备的分工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4D7D3F05-B877-44FF-AFA6-3E6227BF756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推理框架将模型计算、缓存和调度组织为持续运行的服务。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F4CDF2-0609-4CB2-BB31-AD3F0C810DE3}"/>
              </a:ext>
            </a:extLst>
          </p:cNvPr>
          <p:cNvGraphicFramePr/>
          <p:nvPr>
            <p:ph type="obj" idx="2"/>
          </p:nvPr>
        </p:nvGraphicFramePr>
        <p:xfrm>
          <a:off xmlns:a="http://schemas.openxmlformats.org/drawingml/2006/main" x="609600" y="1962150"/>
          <a:ext xmlns:a="http://schemas.openxmlformats.org/drawingml/2006/main" cx="10972800" cy="19812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381250"/>
                <a:gridCol w="8591550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1" lang="zh-CN">
                          <a:solidFill>
                            <a:schemeClr val="bg1"/>
                          </a:solidFill>
                        </a:rPr>
                        <a:t>层次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75" b="1" lang="zh-CN">
                          <a:solidFill>
                            <a:schemeClr val="bg1"/>
                          </a:solidFill>
                        </a:rPr>
                        <a:t>主要职责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4953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0" lang="zh-CN">
                          <a:solidFill>
                            <a:schemeClr val="tx1"/>
                          </a:solidFill>
                        </a:rPr>
                        <a:t>模型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75" b="0" lang="zh-CN">
                          <a:solidFill>
                            <a:schemeClr val="tx1"/>
                          </a:solidFill>
                        </a:rPr>
                        <a:t>理解输入，生成回答或工具请求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4953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0" lang="zh-CN">
                          <a:solidFill>
                            <a:schemeClr val="tx1"/>
                          </a:solidFill>
                        </a:rPr>
                        <a:t>推理框架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75" b="0" lang="zh-CN">
                          <a:solidFill>
                            <a:schemeClr val="tx1"/>
                          </a:solidFill>
                        </a:rPr>
                        <a:t>加载模型，组织计算、缓存与请求调度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  <a:tr h="4953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0" lang="zh-CN">
                          <a:solidFill>
                            <a:schemeClr val="tx1"/>
                          </a:solidFill>
                        </a:rPr>
                        <a:t>硬件设备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75" b="0" lang="zh-CN">
                          <a:solidFill>
                            <a:schemeClr val="tx1"/>
                          </a:solidFill>
                        </a:rPr>
                        <a:t>提供计算、内存、存储与连接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服务启动：框架加载模型，准备工作空间">
            <a:extLst xmlns:a="http://schemas.openxmlformats.org/drawingml/2006/main">
              <a:ext uri="{FF2B5EF4-FFF2-40B4-BE49-F238E27FC236}">
                <a16:creationId xmlns:a16="http://schemas.microsoft.com/office/drawing/2014/main" id="{A7D27E0C-EA4D-4538-97D1-DAA58AE8F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chemeClr val="tx1"/>
                </a:solidFill>
              </a:defRPr>
            </a:defPPr>
            <a:lvl1pPr algn="l">
              <a:defRPr sz="1950" b="0">
                <a:solidFill>
                  <a:schemeClr val="tx1"/>
                </a:solidFill>
              </a:defRPr>
            </a:lvl1pPr>
            <a:lvl2pPr algn="l">
              <a:defRPr sz="1950" b="0">
                <a:solidFill>
                  <a:schemeClr val="tx1"/>
                </a:solidFill>
              </a:defRPr>
            </a:lvl2pPr>
            <a:lvl3pPr algn="l">
              <a:defRPr sz="1950" b="0">
                <a:solidFill>
                  <a:schemeClr val="tx1"/>
                </a:solidFill>
              </a:defRPr>
            </a:lvl3pPr>
            <a:lvl4pPr algn="l">
              <a:defRPr sz="1950" b="0">
                <a:solidFill>
                  <a:schemeClr val="tx1"/>
                </a:solidFill>
              </a:defRPr>
            </a:lvl4pPr>
            <a:lvl5pPr algn="l">
              <a:defRPr sz="1950" b="0">
                <a:solidFill>
                  <a:schemeClr val="tx1"/>
                </a:solidFill>
              </a:defRPr>
            </a:lvl5pPr>
            <a:lvl6pPr algn="l">
              <a:defRPr sz="1950" b="0">
                <a:solidFill>
                  <a:schemeClr val="tx1"/>
                </a:solidFill>
              </a:defRPr>
            </a:lvl6pPr>
            <a:lvl7pPr algn="l">
              <a:defRPr sz="1950" b="0">
                <a:solidFill>
                  <a:schemeClr val="tx1"/>
                </a:solidFill>
              </a:defRPr>
            </a:lvl7pPr>
            <a:lvl8pPr algn="l">
              <a:defRPr sz="1950" b="0">
                <a:solidFill>
                  <a:schemeClr val="tx1"/>
                </a:solidFill>
              </a:defRPr>
            </a:lvl8pPr>
            <a:lvl9pPr algn="l">
              <a:defRPr sz="1950" b="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chemeClr val="tx1"/>
                </a:solidFill>
              </a:defRPr>
            </a:pPr>
            <a:r>
              <a:rPr sz="1950" b="0" lang="zh-CN">
                <a:solidFill>
                  <a:schemeClr val="tx1"/>
                </a:solidFill>
              </a:rPr>
              <a:t>服务启动：框架加载模型，准备工作空间</a:t>
            </a:r>
          </a:p>
        </p:txBody>
      </p:sp>
      <p:sp>
        <p:nvSpPr>
          <p:cNvPr id="5" name="提交材料">
            <a:extLst xmlns:a="http://schemas.openxmlformats.org/drawingml/2006/main">
              <a:ext uri="{FF2B5EF4-FFF2-40B4-BE49-F238E27FC236}">
                <a16:creationId xmlns:a16="http://schemas.microsoft.com/office/drawing/2014/main" id="{3D8F79D5-1786-48B1-A949-D5A8089C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2076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4288">
            <a:solidFill>
              <a:schemeClr val="accent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chemeClr val="tx1"/>
                </a:solidFill>
              </a:defRPr>
            </a:defPPr>
            <a:lvl1pPr algn="ctr">
              <a:defRPr sz="1950">
                <a:solidFill>
                  <a:schemeClr val="tx1"/>
                </a:solidFill>
              </a:defRPr>
            </a:lvl1pPr>
            <a:lvl2pPr algn="ctr">
              <a:defRPr sz="1950">
                <a:solidFill>
                  <a:schemeClr val="tx1"/>
                </a:solidFill>
              </a:defRPr>
            </a:lvl2pPr>
            <a:lvl3pPr algn="ctr">
              <a:defRPr sz="1950">
                <a:solidFill>
                  <a:schemeClr val="tx1"/>
                </a:solidFill>
              </a:defRPr>
            </a:lvl3pPr>
            <a:lvl4pPr algn="ctr">
              <a:defRPr sz="1950">
                <a:solidFill>
                  <a:schemeClr val="tx1"/>
                </a:solidFill>
              </a:defRPr>
            </a:lvl4pPr>
            <a:lvl5pPr algn="ctr">
              <a:defRPr sz="1950">
                <a:solidFill>
                  <a:schemeClr val="tx1"/>
                </a:solidFill>
              </a:defRPr>
            </a:lvl5pPr>
            <a:lvl6pPr algn="ctr">
              <a:defRPr sz="1950">
                <a:solidFill>
                  <a:schemeClr val="tx1"/>
                </a:solidFill>
              </a:defRPr>
            </a:lvl6pPr>
            <a:lvl7pPr algn="ctr">
              <a:defRPr sz="1950">
                <a:solidFill>
                  <a:schemeClr val="tx1"/>
                </a:solidFill>
              </a:defRPr>
            </a:lvl7pPr>
            <a:lvl8pPr algn="ctr">
              <a:defRPr sz="1950">
                <a:solidFill>
                  <a:schemeClr val="tx1"/>
                </a:solidFill>
              </a:defRPr>
            </a:lvl8pPr>
            <a:lvl9pPr algn="ctr">
              <a:defRPr sz="195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提交材料</a:t>
            </a:r>
          </a:p>
        </p:txBody>
      </p:sp>
      <p:sp>
        <p:nvSpPr>
          <p:cNvPr id="6" name="处理输入">
            <a:extLst xmlns:a="http://schemas.openxmlformats.org/drawingml/2006/main">
              <a:ext uri="{FF2B5EF4-FFF2-40B4-BE49-F238E27FC236}">
                <a16:creationId xmlns:a16="http://schemas.microsoft.com/office/drawing/2014/main" id="{349DA370-8CC8-49C5-8822-30E421A90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857750"/>
            <a:ext cx="2076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4288">
            <a:solidFill>
              <a:schemeClr val="accent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chemeClr val="tx1"/>
                </a:solidFill>
              </a:defRPr>
            </a:defPPr>
            <a:lvl1pPr algn="ctr">
              <a:defRPr sz="1950">
                <a:solidFill>
                  <a:schemeClr val="tx1"/>
                </a:solidFill>
              </a:defRPr>
            </a:lvl1pPr>
            <a:lvl2pPr algn="ctr">
              <a:defRPr sz="1950">
                <a:solidFill>
                  <a:schemeClr val="tx1"/>
                </a:solidFill>
              </a:defRPr>
            </a:lvl2pPr>
            <a:lvl3pPr algn="ctr">
              <a:defRPr sz="1950">
                <a:solidFill>
                  <a:schemeClr val="tx1"/>
                </a:solidFill>
              </a:defRPr>
            </a:lvl3pPr>
            <a:lvl4pPr algn="ctr">
              <a:defRPr sz="1950">
                <a:solidFill>
                  <a:schemeClr val="tx1"/>
                </a:solidFill>
              </a:defRPr>
            </a:lvl4pPr>
            <a:lvl5pPr algn="ctr">
              <a:defRPr sz="1950">
                <a:solidFill>
                  <a:schemeClr val="tx1"/>
                </a:solidFill>
              </a:defRPr>
            </a:lvl5pPr>
            <a:lvl6pPr algn="ctr">
              <a:defRPr sz="1950">
                <a:solidFill>
                  <a:schemeClr val="tx1"/>
                </a:solidFill>
              </a:defRPr>
            </a:lvl6pPr>
            <a:lvl7pPr algn="ctr">
              <a:defRPr sz="1950">
                <a:solidFill>
                  <a:schemeClr val="tx1"/>
                </a:solidFill>
              </a:defRPr>
            </a:lvl7pPr>
            <a:lvl8pPr algn="ctr">
              <a:defRPr sz="1950">
                <a:solidFill>
                  <a:schemeClr val="tx1"/>
                </a:solidFill>
              </a:defRPr>
            </a:lvl8pPr>
            <a:lvl9pPr algn="ctr">
              <a:defRPr sz="195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处理输入</a:t>
            </a:r>
          </a:p>
        </p:txBody>
      </p:sp>
      <p:sp>
        <p:nvSpPr>
          <p:cNvPr id="7" name="持续生成">
            <a:extLst xmlns:a="http://schemas.openxmlformats.org/drawingml/2006/main">
              <a:ext uri="{FF2B5EF4-FFF2-40B4-BE49-F238E27FC236}">
                <a16:creationId xmlns:a16="http://schemas.microsoft.com/office/drawing/2014/main" id="{802B2FD9-B546-4748-828D-799F320A8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57750"/>
            <a:ext cx="2076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4288">
            <a:solidFill>
              <a:schemeClr val="accent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chemeClr val="tx1"/>
                </a:solidFill>
              </a:defRPr>
            </a:defPPr>
            <a:lvl1pPr algn="ctr">
              <a:defRPr sz="1950">
                <a:solidFill>
                  <a:schemeClr val="tx1"/>
                </a:solidFill>
              </a:defRPr>
            </a:lvl1pPr>
            <a:lvl2pPr algn="ctr">
              <a:defRPr sz="1950">
                <a:solidFill>
                  <a:schemeClr val="tx1"/>
                </a:solidFill>
              </a:defRPr>
            </a:lvl2pPr>
            <a:lvl3pPr algn="ctr">
              <a:defRPr sz="1950">
                <a:solidFill>
                  <a:schemeClr val="tx1"/>
                </a:solidFill>
              </a:defRPr>
            </a:lvl3pPr>
            <a:lvl4pPr algn="ctr">
              <a:defRPr sz="1950">
                <a:solidFill>
                  <a:schemeClr val="tx1"/>
                </a:solidFill>
              </a:defRPr>
            </a:lvl4pPr>
            <a:lvl5pPr algn="ctr">
              <a:defRPr sz="1950">
                <a:solidFill>
                  <a:schemeClr val="tx1"/>
                </a:solidFill>
              </a:defRPr>
            </a:lvl5pPr>
            <a:lvl6pPr algn="ctr">
              <a:defRPr sz="1950">
                <a:solidFill>
                  <a:schemeClr val="tx1"/>
                </a:solidFill>
              </a:defRPr>
            </a:lvl6pPr>
            <a:lvl7pPr algn="ctr">
              <a:defRPr sz="1950">
                <a:solidFill>
                  <a:schemeClr val="tx1"/>
                </a:solidFill>
              </a:defRPr>
            </a:lvl7pPr>
            <a:lvl8pPr algn="ctr">
              <a:defRPr sz="1950">
                <a:solidFill>
                  <a:schemeClr val="tx1"/>
                </a:solidFill>
              </a:defRPr>
            </a:lvl8pPr>
            <a:lvl9pPr algn="ctr">
              <a:defRPr sz="195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持续生成</a:t>
            </a:r>
          </a:p>
        </p:txBody>
      </p:sp>
      <p:sp>
        <p:nvSpPr>
          <p:cNvPr id="8" name="本轮结果">
            <a:extLst xmlns:a="http://schemas.openxmlformats.org/drawingml/2006/main">
              <a:ext uri="{FF2B5EF4-FFF2-40B4-BE49-F238E27FC236}">
                <a16:creationId xmlns:a16="http://schemas.microsoft.com/office/drawing/2014/main" id="{DA80B7E2-9A60-40E5-B722-E238C8C2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857750"/>
            <a:ext cx="20764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4288">
            <a:solidFill>
              <a:schemeClr val="accent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chemeClr val="tx1"/>
                </a:solidFill>
              </a:defRPr>
            </a:defPPr>
            <a:lvl1pPr algn="ctr">
              <a:defRPr sz="1950">
                <a:solidFill>
                  <a:schemeClr val="tx1"/>
                </a:solidFill>
              </a:defRPr>
            </a:lvl1pPr>
            <a:lvl2pPr algn="ctr">
              <a:defRPr sz="1950">
                <a:solidFill>
                  <a:schemeClr val="tx1"/>
                </a:solidFill>
              </a:defRPr>
            </a:lvl2pPr>
            <a:lvl3pPr algn="ctr">
              <a:defRPr sz="1950">
                <a:solidFill>
                  <a:schemeClr val="tx1"/>
                </a:solidFill>
              </a:defRPr>
            </a:lvl3pPr>
            <a:lvl4pPr algn="ctr">
              <a:defRPr sz="1950">
                <a:solidFill>
                  <a:schemeClr val="tx1"/>
                </a:solidFill>
              </a:defRPr>
            </a:lvl4pPr>
            <a:lvl5pPr algn="ctr">
              <a:defRPr sz="1950">
                <a:solidFill>
                  <a:schemeClr val="tx1"/>
                </a:solidFill>
              </a:defRPr>
            </a:lvl5pPr>
            <a:lvl6pPr algn="ctr">
              <a:defRPr sz="1950">
                <a:solidFill>
                  <a:schemeClr val="tx1"/>
                </a:solidFill>
              </a:defRPr>
            </a:lvl6pPr>
            <a:lvl7pPr algn="ctr">
              <a:defRPr sz="1950">
                <a:solidFill>
                  <a:schemeClr val="tx1"/>
                </a:solidFill>
              </a:defRPr>
            </a:lvl7pPr>
            <a:lvl8pPr algn="ctr">
              <a:defRPr sz="1950">
                <a:solidFill>
                  <a:schemeClr val="tx1"/>
                </a:solidFill>
              </a:defRPr>
            </a:lvl8pPr>
            <a:lvl9pPr algn="ctr">
              <a:defRPr sz="195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本轮结果</a:t>
            </a:r>
          </a:p>
        </p:txBody>
      </p:sp>
      <p:sp>
        <p:nvSpPr>
          <p:cNvPr id="12" name="新问题／工具结果">
            <a:extLst xmlns:a="http://schemas.openxmlformats.org/drawingml/2006/main">
              <a:ext uri="{FF2B5EF4-FFF2-40B4-BE49-F238E27FC236}">
                <a16:creationId xmlns:a16="http://schemas.microsoft.com/office/drawing/2014/main" id="{72DECF68-2061-45FA-87B0-4B157529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943600"/>
            <a:ext cx="2667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14288">
            <a:solidFill>
              <a:schemeClr val="accent1"/>
            </a:solidFill>
          </a:ln>
        </p:spPr>
        <p:txBody>
          <a:bodyPr xmlns:a="http://schemas.openxmlformats.org/drawingml/2006/main" lIns="76200" tIns="76200" rIns="76200" bIns="76200" anchor="ctr">
            <a:noAutofit/>
          </a:bodyPr>
          <a:lstStyle xmlns:a="http://schemas.openxmlformats.org/drawingml/2006/main">
            <a:defPPr algn="ctr">
              <a:defRPr sz="1950">
                <a:solidFill>
                  <a:schemeClr val="tx1"/>
                </a:solidFill>
              </a:defRPr>
            </a:defPPr>
            <a:lvl1pPr algn="ctr">
              <a:defRPr sz="1950">
                <a:solidFill>
                  <a:schemeClr val="tx1"/>
                </a:solidFill>
              </a:defRPr>
            </a:lvl1pPr>
            <a:lvl2pPr algn="ctr">
              <a:defRPr sz="1950">
                <a:solidFill>
                  <a:schemeClr val="tx1"/>
                </a:solidFill>
              </a:defRPr>
            </a:lvl2pPr>
            <a:lvl3pPr algn="ctr">
              <a:defRPr sz="1950">
                <a:solidFill>
                  <a:schemeClr val="tx1"/>
                </a:solidFill>
              </a:defRPr>
            </a:lvl3pPr>
            <a:lvl4pPr algn="ctr">
              <a:defRPr sz="1950">
                <a:solidFill>
                  <a:schemeClr val="tx1"/>
                </a:solidFill>
              </a:defRPr>
            </a:lvl4pPr>
            <a:lvl5pPr algn="ctr">
              <a:defRPr sz="1950">
                <a:solidFill>
                  <a:schemeClr val="tx1"/>
                </a:solidFill>
              </a:defRPr>
            </a:lvl5pPr>
            <a:lvl6pPr algn="ctr">
              <a:defRPr sz="1950">
                <a:solidFill>
                  <a:schemeClr val="tx1"/>
                </a:solidFill>
              </a:defRPr>
            </a:lvl6pPr>
            <a:lvl7pPr algn="ctr">
              <a:defRPr sz="1950">
                <a:solidFill>
                  <a:schemeClr val="tx1"/>
                </a:solidFill>
              </a:defRPr>
            </a:lvl7pPr>
            <a:lvl8pPr algn="ctr">
              <a:defRPr sz="1950">
                <a:solidFill>
                  <a:schemeClr val="tx1"/>
                </a:solidFill>
              </a:defRPr>
            </a:lvl8pPr>
            <a:lvl9pPr algn="ctr">
              <a:defRPr sz="195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chemeClr val="tx1"/>
                </a:solidFill>
              </a:defRPr>
            </a:pPr>
            <a:r>
              <a:rPr sz="1950" lang="zh-CN">
                <a:solidFill>
                  <a:schemeClr val="tx1"/>
                </a:solidFill>
              </a:rPr>
              <a:t>新问题／工具结果</a:t>
            </a:r>
          </a:p>
        </p:txBody>
      </p:sp>
    </p:spTree>
    <p:extLst>
      <p:ext uri="{BB962C8B-B14F-4D97-AF65-F5344CB8AC3E}">
        <p14:creationId xmlns:p14="http://schemas.microsoft.com/office/powerpoint/2010/main" val="214607837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46815E8B-F750-4C6A-B79C-2EB88577712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DGX Spark 上 Qwen3.8-27B 的长输入表现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A01BEB3C-443F-467A-BC17-F113EEE776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单台 DGX Spark GB10，128GB 统一内存</a:t>
            </a:r>
          </a:p>
          <a:p xmlns:a="http://schemas.openxmlformats.org/drawingml/2006/main">
            <a:pPr>
              <a:buNone/>
            </a:pPr>
            <a:r>
              <a:t>Qwen3.8-27B-FP8，vLLM 服务路径，FP8 缓存，MTP3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95D32914-9069-4005-A7E9-71CCCC23C40C}"/>
              </a:ext>
            </a:extLst>
          </p:cNvPr>
          <p:cNvGraphicFramePr/>
          <p:nvPr>
            <p:ph type="obj" idx="2"/>
          </p:nvPr>
        </p:nvGraphicFramePr>
        <p:xfrm>
          <a:off xmlns:a="http://schemas.openxmlformats.org/drawingml/2006/main" x="609600" y="2238375"/>
          <a:ext xmlns:a="http://schemas.openxmlformats.org/drawingml/2006/main" cx="52578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d268148d1544ae6"/>
          </a:graphicData>
        </a:graphic>
      </p:graphicFrame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DFEA5A9E-F664-46D7-95B4-4534DFA2A6C5}"/>
              </a:ext>
            </a:extLst>
          </p:cNvPr>
          <p:cNvGraphicFramePr/>
          <p:nvPr>
            <p:ph type="obj" idx="3"/>
          </p:nvPr>
        </p:nvGraphicFramePr>
        <p:xfrm>
          <a:off xmlns:a="http://schemas.openxmlformats.org/drawingml/2006/main" x="6324600" y="2238375"/>
          <a:ext xmlns:a="http://schemas.openxmlformats.org/drawingml/2006/main" cx="52578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ee254dfceb047b9"/>
          </a:graphicData>
        </a:graphic>
      </p:graphicFrame>
      <p:sp>
        <p:nvSpPr>
          <p:cNvPr id="5" name="外部随机 token 测试，每次输出 2,0">
            <a:extLst xmlns:a="http://schemas.openxmlformats.org/drawingml/2006/main">
              <a:ext uri="{FF2B5EF4-FFF2-40B4-BE49-F238E27FC236}">
                <a16:creationId xmlns:a16="http://schemas.microsoft.com/office/drawing/2014/main" id="{F5039FD1-DFE4-463C-A44B-B1CCD163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chemeClr val="tx2"/>
                </a:solidFill>
              </a:defRPr>
            </a:defPPr>
            <a:lvl1pPr algn="l">
              <a:defRPr sz="1725" b="0">
                <a:solidFill>
                  <a:schemeClr val="tx2"/>
                </a:solidFill>
              </a:defRPr>
            </a:lvl1pPr>
            <a:lvl2pPr algn="l">
              <a:defRPr sz="1725" b="0">
                <a:solidFill>
                  <a:schemeClr val="tx2"/>
                </a:solidFill>
              </a:defRPr>
            </a:lvl2pPr>
            <a:lvl3pPr algn="l">
              <a:defRPr sz="1725" b="0">
                <a:solidFill>
                  <a:schemeClr val="tx2"/>
                </a:solidFill>
              </a:defRPr>
            </a:lvl3pPr>
            <a:lvl4pPr algn="l">
              <a:defRPr sz="1725" b="0">
                <a:solidFill>
                  <a:schemeClr val="tx2"/>
                </a:solidFill>
              </a:defRPr>
            </a:lvl4pPr>
            <a:lvl5pPr algn="l">
              <a:defRPr sz="1725" b="0">
                <a:solidFill>
                  <a:schemeClr val="tx2"/>
                </a:solidFill>
              </a:defRPr>
            </a:lvl5pPr>
            <a:lvl6pPr algn="l">
              <a:defRPr sz="1725" b="0">
                <a:solidFill>
                  <a:schemeClr val="tx2"/>
                </a:solidFill>
              </a:defRPr>
            </a:lvl6pPr>
            <a:lvl7pPr algn="l">
              <a:defRPr sz="1725" b="0">
                <a:solidFill>
                  <a:schemeClr val="tx2"/>
                </a:solidFill>
              </a:defRPr>
            </a:lvl7pPr>
            <a:lvl8pPr algn="l">
              <a:defRPr sz="1725" b="0">
                <a:solidFill>
                  <a:schemeClr val="tx2"/>
                </a:solidFill>
              </a:defRPr>
            </a:lvl8pPr>
            <a:lvl9pPr algn="l">
              <a:defRPr sz="1725" b="0">
                <a:solidFill>
                  <a:schemeClr val="tx2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chemeClr val="tx2"/>
                </a:solidFill>
              </a:defRPr>
            </a:pPr>
            <a:r>
              <a:rPr sz="1725" b="0" lang="zh-CN">
                <a:solidFill>
                  <a:schemeClr val="tx2"/>
                </a:solidFill>
              </a:rPr>
              <a:t>外部随机 token 测试，每次输出 2,048 tokens，关闭前缀缓存。</a:t>
            </a:r>
          </a:p>
          <a:p xmlns:a="http://schemas.openxmlformats.org/drawingml/2006/main">
            <a:pPr algn="l">
              <a:defRPr sz="1725" b="0">
                <a:solidFill>
                  <a:schemeClr val="tx2"/>
                </a:solidFill>
              </a:defRPr>
            </a:pPr>
            <a:r>
              <a:rPr sz="1725" b="0" lang="zh-CN">
                <a:solidFill>
                  <a:schemeClr val="tx2"/>
                </a:solidFill>
              </a:rPr>
              <a:t>50K、100K 各测试两次，300K、500K 各测试一次。</a:t>
            </a:r>
          </a:p>
        </p:txBody>
      </p:sp>
      <p:sp>
        <p:nvSpPr>
          <p:cNvPr id="6" name="输入增长会延长首次处理时间，并降低后续生成速">
            <a:extLst xmlns:a="http://schemas.openxmlformats.org/drawingml/2006/main">
              <a:ext uri="{FF2B5EF4-FFF2-40B4-BE49-F238E27FC236}">
                <a16:creationId xmlns:a16="http://schemas.microsoft.com/office/drawing/2014/main" id="{ACE1A071-1364-472A-930D-0F6CB10D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chemeClr val="tx1"/>
                </a:solidFill>
              </a:defRPr>
            </a:defPPr>
            <a:lvl1pPr algn="l">
              <a:defRPr sz="1875" b="0">
                <a:solidFill>
                  <a:schemeClr val="tx1"/>
                </a:solidFill>
              </a:defRPr>
            </a:lvl1pPr>
            <a:lvl2pPr algn="l">
              <a:defRPr sz="1875" b="0">
                <a:solidFill>
                  <a:schemeClr val="tx1"/>
                </a:solidFill>
              </a:defRPr>
            </a:lvl2pPr>
            <a:lvl3pPr algn="l">
              <a:defRPr sz="1875" b="0">
                <a:solidFill>
                  <a:schemeClr val="tx1"/>
                </a:solidFill>
              </a:defRPr>
            </a:lvl3pPr>
            <a:lvl4pPr algn="l">
              <a:defRPr sz="1875" b="0">
                <a:solidFill>
                  <a:schemeClr val="tx1"/>
                </a:solidFill>
              </a:defRPr>
            </a:lvl4pPr>
            <a:lvl5pPr algn="l">
              <a:defRPr sz="1875" b="0">
                <a:solidFill>
                  <a:schemeClr val="tx1"/>
                </a:solidFill>
              </a:defRPr>
            </a:lvl5pPr>
            <a:lvl6pPr algn="l">
              <a:defRPr sz="1875" b="0">
                <a:solidFill>
                  <a:schemeClr val="tx1"/>
                </a:solidFill>
              </a:defRPr>
            </a:lvl6pPr>
            <a:lvl7pPr algn="l">
              <a:defRPr sz="1875" b="0">
                <a:solidFill>
                  <a:schemeClr val="tx1"/>
                </a:solidFill>
              </a:defRPr>
            </a:lvl7pPr>
            <a:lvl8pPr algn="l">
              <a:defRPr sz="1875" b="0">
                <a:solidFill>
                  <a:schemeClr val="tx1"/>
                </a:solidFill>
              </a:defRPr>
            </a:lvl8pPr>
            <a:lvl9pPr algn="l">
              <a:defRPr sz="1875" b="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chemeClr val="tx1"/>
                </a:solidFill>
              </a:defRPr>
            </a:pPr>
            <a:r>
              <a:rPr sz="1875" b="0" lang="zh-CN">
                <a:solidFill>
                  <a:schemeClr val="tx1"/>
                </a:solidFill>
              </a:rPr>
              <a:t>输入增长会延长首次处理时间，并降低后续生成速度。较长材料可提前提交，追问沿已有历史继续。</a:t>
            </a:r>
          </a:p>
        </p:txBody>
      </p:sp>
    </p:spTree>
    <p:extLst>
      <p:ext uri="{BB962C8B-B14F-4D97-AF65-F5344CB8AC3E}">
        <p14:creationId xmlns:p14="http://schemas.microsoft.com/office/powerpoint/2010/main" val="33132561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E3D4C559-571A-4B2C-A206-EDDD8FB0EF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固定使用规模下的本地与 API 三年预算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4D7D3F05-B877-44FF-AFA6-3E6227BF756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单位：万元。本地按 550 万元购机，API 按 2026 年 10 月 23 日公开费率。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2104E8-D162-4CE7-AD6B-EF05224474ED}"/>
              </a:ext>
            </a:extLst>
          </p:cNvPr>
          <p:cNvGraphicFramePr/>
          <p:nvPr>
            <p:ph type="obj" idx="2"/>
          </p:nvPr>
        </p:nvGraphicFramePr>
        <p:xfrm>
          <a:off xmlns:a="http://schemas.openxmlformats.org/drawingml/2006/main" x="609600" y="1952625"/>
          <a:ext xmlns:a="http://schemas.openxmlformats.org/drawingml/2006/main" cx="10972800" cy="30003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238750"/>
                <a:gridCol w="2867025"/>
                <a:gridCol w="2867025"/>
              </a:tblGrid>
              <a:tr h="6000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1" lang="zh-CN">
                          <a:solidFill>
                            <a:schemeClr val="bg1"/>
                          </a:solidFill>
                        </a:rPr>
                        <a:t>方案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75" b="1" lang="zh-CN">
                          <a:solidFill>
                            <a:schemeClr val="bg1"/>
                          </a:solidFill>
                        </a:rPr>
                        <a:t>20 人</a:t>
                      </a:r>
                    </a:p>
                    <a:p>
                      <a:pPr algn="ctr"/>
                      <a:r>
                        <a:rPr sz="1875" b="1" lang="zh-CN">
                          <a:solidFill>
                            <a:schemeClr val="bg1"/>
                          </a:solidFill>
                        </a:rPr>
                        <a:t>75,000 项任务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75" b="1" lang="zh-CN">
                          <a:solidFill>
                            <a:schemeClr val="bg1"/>
                          </a:solidFill>
                        </a:rPr>
                        <a:t>50 人</a:t>
                      </a:r>
                    </a:p>
                    <a:p>
                      <a:pPr algn="ctr"/>
                      <a:r>
                        <a:rPr sz="1875" b="1" lang="zh-CN">
                          <a:solidFill>
                            <a:schemeClr val="bg1"/>
                          </a:solidFill>
                        </a:rPr>
                        <a:t>187,500 项任务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T w="9525">
                      <a:solidFill>
                        <a:schemeClr val="bg2"/>
                      </a:solidFill>
                      <a:prstDash val="solid"/>
                    </a:lnT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6000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0" lang="zh-CN">
                          <a:solidFill>
                            <a:schemeClr val="tx1"/>
                          </a:solidFill>
                        </a:rPr>
                        <a:t>单台八 H200，本地 1017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75" b="0" lang="zh-CN">
                          <a:solidFill>
                            <a:schemeClr val="tx1"/>
                          </a:solidFill>
                        </a:rPr>
                        <a:t>626.03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75" b="0" lang="zh-CN">
                          <a:solidFill>
                            <a:schemeClr val="tx1"/>
                          </a:solidFill>
                        </a:rPr>
                        <a:t>627.48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6000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0" lang="zh-CN">
                          <a:solidFill>
                            <a:schemeClr val="tx1"/>
                          </a:solidFill>
                        </a:rPr>
                        <a:t>DeepSeek-V4.1-Flash-1017 API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75" b="0" lang="zh-CN">
                          <a:solidFill>
                            <a:schemeClr val="tx1"/>
                          </a:solidFill>
                        </a:rPr>
                        <a:t>48.14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75" b="0" lang="zh-CN">
                          <a:solidFill>
                            <a:schemeClr val="tx1"/>
                          </a:solidFill>
                        </a:rPr>
                        <a:t>55.09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  <a:tr h="6000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0" lang="zh-CN">
                          <a:solidFill>
                            <a:schemeClr val="tx1"/>
                          </a:solidFill>
                        </a:rPr>
                        <a:t>GLM-5.3 API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75" b="0" lang="zh-CN">
                          <a:solidFill>
                            <a:schemeClr val="tx1"/>
                          </a:solidFill>
                        </a:rPr>
                        <a:t>75.71＋缓存存储费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75" b="0" lang="zh-CN">
                          <a:solidFill>
                            <a:schemeClr val="tx1"/>
                          </a:solidFill>
                        </a:rPr>
                        <a:t>124.02＋缓存存储费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1"/>
                    </a:solidFill>
                  </a:tcPr>
                </a:tc>
              </a:tr>
              <a:tr h="6000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0" lang="zh-CN">
                          <a:solidFill>
                            <a:schemeClr val="tx1"/>
                          </a:solidFill>
                        </a:rPr>
                        <a:t>Kimi K3 API，1 小时缓存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chemeClr val="bg2"/>
                      </a:solidFill>
                      <a:prstDash val="solid"/>
                    </a:lnL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75" b="0" lang="zh-CN">
                          <a:solidFill>
                            <a:schemeClr val="tx1"/>
                          </a:solidFill>
                        </a:rPr>
                        <a:t>142.24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75" b="0" lang="zh-CN">
                          <a:solidFill>
                            <a:schemeClr val="tx1"/>
                          </a:solidFill>
                        </a:rPr>
                        <a:t>290.34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chemeClr val="bg2"/>
                      </a:solidFill>
                      <a:prstDash val="solid"/>
                    </a:lnR>
                    <a:lnB w="9525">
                      <a:solidFill>
                        <a:schemeClr val="bg2"/>
                      </a:solidFill>
                      <a:prstDash val="soli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API 总额均包含 43.5 万元的接入、技">
            <a:extLst xmlns:a="http://schemas.openxmlformats.org/drawingml/2006/main">
              <a:ext uri="{FF2B5EF4-FFF2-40B4-BE49-F238E27FC236}">
                <a16:creationId xmlns:a16="http://schemas.microsoft.com/office/drawing/2014/main" id="{24435B3A-A2B7-4808-8DA8-126A74DBE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chemeClr val="tx2"/>
                </a:solidFill>
              </a:defRPr>
            </a:defPPr>
            <a:lvl1pPr algn="l">
              <a:defRPr sz="1800" b="0">
                <a:solidFill>
                  <a:schemeClr val="tx2"/>
                </a:solidFill>
              </a:defRPr>
            </a:lvl1pPr>
            <a:lvl2pPr algn="l">
              <a:defRPr sz="1800" b="0">
                <a:solidFill>
                  <a:schemeClr val="tx2"/>
                </a:solidFill>
              </a:defRPr>
            </a:lvl2pPr>
            <a:lvl3pPr algn="l">
              <a:defRPr sz="1800" b="0">
                <a:solidFill>
                  <a:schemeClr val="tx2"/>
                </a:solidFill>
              </a:defRPr>
            </a:lvl3pPr>
            <a:lvl4pPr algn="l">
              <a:defRPr sz="1800" b="0">
                <a:solidFill>
                  <a:schemeClr val="tx2"/>
                </a:solidFill>
              </a:defRPr>
            </a:lvl4pPr>
            <a:lvl5pPr algn="l">
              <a:defRPr sz="1800" b="0">
                <a:solidFill>
                  <a:schemeClr val="tx2"/>
                </a:solidFill>
              </a:defRPr>
            </a:lvl5pPr>
            <a:lvl6pPr algn="l">
              <a:defRPr sz="1800" b="0">
                <a:solidFill>
                  <a:schemeClr val="tx2"/>
                </a:solidFill>
              </a:defRPr>
            </a:lvl6pPr>
            <a:lvl7pPr algn="l">
              <a:defRPr sz="1800" b="0">
                <a:solidFill>
                  <a:schemeClr val="tx2"/>
                </a:solidFill>
              </a:defRPr>
            </a:lvl7pPr>
            <a:lvl8pPr algn="l">
              <a:defRPr sz="1800" b="0">
                <a:solidFill>
                  <a:schemeClr val="tx2"/>
                </a:solidFill>
              </a:defRPr>
            </a:lvl8pPr>
            <a:lvl9pPr algn="l">
              <a:defRPr sz="1800" b="0">
                <a:solidFill>
                  <a:schemeClr val="tx2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chemeClr val="tx2"/>
                </a:solidFill>
              </a:defRPr>
            </a:pPr>
            <a:r>
              <a:rPr sz="1800" b="0" lang="zh-CN">
                <a:solidFill>
                  <a:schemeClr val="tx2"/>
                </a:solidFill>
              </a:rPr>
              <a:t>API 总额均包含 43.5 万元的接入、技术运维与平台支持。GLM 缓存存储目前限时免费，后续费用按公布的标准计入。</a:t>
            </a:r>
          </a:p>
        </p:txBody>
      </p:sp>
      <p:sp>
        <p:nvSpPr>
          <p:cNvPr id="5" name="两种使用规模下，API 支出均较低。&#10;本地部">
            <a:extLst xmlns:a="http://schemas.openxmlformats.org/drawingml/2006/main">
              <a:ext uri="{FF2B5EF4-FFF2-40B4-BE49-F238E27FC236}">
                <a16:creationId xmlns:a16="http://schemas.microsoft.com/office/drawing/2014/main" id="{FB7623DA-F89E-45B7-8BD4-0394A126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chemeClr val="tx1"/>
                </a:solidFill>
              </a:defRPr>
            </a:defPPr>
            <a:lvl1pPr algn="l">
              <a:defRPr sz="1800" b="0">
                <a:solidFill>
                  <a:schemeClr val="tx1"/>
                </a:solidFill>
              </a:defRPr>
            </a:lvl1pPr>
            <a:lvl2pPr algn="l">
              <a:defRPr sz="1800" b="0">
                <a:solidFill>
                  <a:schemeClr val="tx1"/>
                </a:solidFill>
              </a:defRPr>
            </a:lvl2pPr>
            <a:lvl3pPr algn="l">
              <a:defRPr sz="1800" b="0">
                <a:solidFill>
                  <a:schemeClr val="tx1"/>
                </a:solidFill>
              </a:defRPr>
            </a:lvl3pPr>
            <a:lvl4pPr algn="l">
              <a:defRPr sz="1800" b="0">
                <a:solidFill>
                  <a:schemeClr val="tx1"/>
                </a:solidFill>
              </a:defRPr>
            </a:lvl4pPr>
            <a:lvl5pPr algn="l">
              <a:defRPr sz="1800" b="0">
                <a:solidFill>
                  <a:schemeClr val="tx1"/>
                </a:solidFill>
              </a:defRPr>
            </a:lvl5pPr>
            <a:lvl6pPr algn="l">
              <a:defRPr sz="1800" b="0">
                <a:solidFill>
                  <a:schemeClr val="tx1"/>
                </a:solidFill>
              </a:defRPr>
            </a:lvl6pPr>
            <a:lvl7pPr algn="l">
              <a:defRPr sz="1800" b="0">
                <a:solidFill>
                  <a:schemeClr val="tx1"/>
                </a:solidFill>
              </a:defRPr>
            </a:lvl7pPr>
            <a:lvl8pPr algn="l">
              <a:defRPr sz="1800" b="0">
                <a:solidFill>
                  <a:schemeClr val="tx1"/>
                </a:solidFill>
              </a:defRPr>
            </a:lvl8pPr>
            <a:lvl9pPr algn="l">
              <a:defRPr sz="1800" b="0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chemeClr val="tx1"/>
                </a:solidFill>
              </a:defRPr>
            </a:pPr>
            <a:r>
              <a:rPr sz="1800" b="0" lang="zh-CN">
                <a:solidFill>
                  <a:schemeClr val="tx1"/>
                </a:solidFill>
              </a:rPr>
              <a:t>两种使用规模下，API 支出均较低。</a:t>
            </a:r>
          </a:p>
          <a:p xmlns:a="http://schemas.openxmlformats.org/drawingml/2006/main">
            <a:pPr algn="l">
              <a:defRPr sz="1800" b="0">
                <a:solidFill>
                  <a:schemeClr val="tx1"/>
                </a:solidFill>
              </a:defRPr>
            </a:pPr>
            <a:r>
              <a:rPr sz="1800" b="0" lang="zh-CN">
                <a:solidFill>
                  <a:schemeClr val="tx1"/>
                </a:solidFill>
              </a:rPr>
              <a:t>本地部署的投入同时获得模型与资料处理环境的控制权，应对应持续发生且具有本地使用价值的工作。</a:t>
            </a:r>
          </a:p>
        </p:txBody>
      </p:sp>
    </p:spTree>
    <p:extLst>
      <p:ext uri="{BB962C8B-B14F-4D97-AF65-F5344CB8AC3E}">
        <p14:creationId xmlns:p14="http://schemas.microsoft.com/office/powerpoint/2010/main" val="890754226"/>
      </p:ext>
    </p:extLst>
  </p:cSld>
</p:sld>
</file>

<file path=ppt/theme/theme1.xml><?xml version="1.0" encoding="utf-8"?>
<a:theme xmlns:a="http://schemas.openxmlformats.org/drawingml/2006/main" name="Office Standard">
  <a:themeElements>
    <a:clrScheme name="Office Standard Blue">
      <a:dk1>
        <a:srgbClr val="202020"/>
      </a:dk1>
      <a:lt1>
        <a:srgbClr val="FFFFFF"/>
      </a:lt1>
      <a:dk2>
        <a:srgbClr val="595959"/>
      </a:dk2>
      <a:lt2>
        <a:srgbClr val="F2F2F2"/>
      </a:lt2>
      <a:accent1>
        <a:srgbClr val="2F5597"/>
      </a:accent1>
      <a:accent2>
        <a:srgbClr val="7F7F7F"/>
      </a:accent2>
      <a:accent3>
        <a:srgbClr val="A5A5A5"/>
      </a:accent3>
      <a:accent4>
        <a:srgbClr val="4472C4"/>
      </a:accent4>
      <a:accent5>
        <a:srgbClr val="B4C6E7"/>
      </a:accent5>
      <a:accent6>
        <a:srgbClr val="D9E2F3"/>
      </a:accent6>
      <a:hlink>
        <a:srgbClr val="2F5597"/>
      </a:hlink>
      <a:folHlink>
        <a:srgbClr val="7F7F7F"/>
      </a:folHlink>
    </a:clrScheme>
    <a:fontScheme name="Office Standard Chinese">
      <a:majorFont>
        <a:latin typeface="Arial Unicode MS"/>
        <a:ea typeface="Arial Unicode MS"/>
        <a:cs typeface=""/>
        <a:font script="Hans" typeface="Arial Unicode MS"/>
        <a:font script="Hant" typeface="Arial Unicode MS"/>
        <a:font script="Jpan" typeface="Arial Unicode MS"/>
        <a:font script="Hang" typeface="Arial Unicode MS"/>
      </a:majorFont>
      <a:minorFont>
        <a:latin typeface="Arial Unicode MS"/>
        <a:ea typeface="Arial Unicode MS"/>
        <a:cs typeface=""/>
        <a:font script="Hans" typeface="Arial Unicode MS"/>
        <a:font script="Hant" typeface="Arial Unicode MS"/>
        <a:font script="Jpan" typeface="Arial Unicode MS"/>
        <a:font script="Hang" typeface="Arial Unicode MS"/>
      </a:minorFont>
    </a:fontScheme>
    <a:fmtScheme name="Office Standard Blu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2026-10-22T18:16:53.1000000Z</dcterms:created>
  <dcterms:modified xsi:type="dcterms:W3CDTF">2026-10-22T18:16:53.1000000Z</dcterms:modified>
</coreProperties>
</file>