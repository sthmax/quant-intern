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d38afd2b97543f6" /><Relationship Type="http://schemas.openxmlformats.org/officeDocument/2006/relationships/extended-properties" Target="/docProps/app.xml" Id="R2e395ede1c6d47ca" /><Relationship Type="http://schemas.openxmlformats.org/officeDocument/2006/relationships/officeDocument" Target="/ppt/presentation.xml" Id="Rad4ac5224e3f430e" /></Relationships>
</file>

<file path=ppt/presentation.xml><?xml version="1.0" encoding="utf-8"?>
<p:presentation xmlns:p="http://schemas.openxmlformats.org/presentationml/2006/main">
  <p:sldMasterIdLst>
    <p:sldMasterId xmlns:r="http://schemas.openxmlformats.org/officeDocument/2006/relationships" id="2147483648" r:id="R0e15fbe9e6a84748"/>
  </p:sldMasterIdLst>
  <p:notesMasterIdLst>
    <p:notesMasterId xmlns:r="http://schemas.openxmlformats.org/officeDocument/2006/relationships" r:id="R6e122c12f9644f44"/>
  </p:notesMasterIdLst>
  <p:sldIdLst>
    <p:sldId xmlns:r="http://schemas.openxmlformats.org/officeDocument/2006/relationships" id="256" r:id="R390636d39d7347d7"/>
    <p:sldId xmlns:r="http://schemas.openxmlformats.org/officeDocument/2006/relationships" id="257" r:id="R7b57c72efeb1497a"/>
    <p:sldId xmlns:r="http://schemas.openxmlformats.org/officeDocument/2006/relationships" id="258" r:id="Rcd4319cf7eb84535"/>
    <p:sldId xmlns:r="http://schemas.openxmlformats.org/officeDocument/2006/relationships" id="259" r:id="R07d0532394894932"/>
    <p:sldId xmlns:r="http://schemas.openxmlformats.org/officeDocument/2006/relationships" id="260" r:id="R820e715e6f194792"/>
    <p:sldId xmlns:r="http://schemas.openxmlformats.org/officeDocument/2006/relationships" id="261" r:id="Rb8cd7f2ed53f4e1b"/>
    <p:sldId xmlns:r="http://schemas.openxmlformats.org/officeDocument/2006/relationships" id="262" r:id="R474c0bf37edb4cea"/>
    <p:sldId xmlns:r="http://schemas.openxmlformats.org/officeDocument/2006/relationships" id="263" r:id="Rd5b7b06329bf4113"/>
    <p:sldId xmlns:r="http://schemas.openxmlformats.org/officeDocument/2006/relationships" id="264" r:id="R30f62b1981a84933"/>
    <p:sldId xmlns:r="http://schemas.openxmlformats.org/officeDocument/2006/relationships" id="265" r:id="R4699d77233174d36"/>
    <p:sldId xmlns:r="http://schemas.openxmlformats.org/officeDocument/2006/relationships" id="266" r:id="R31df87a8ac1346d0"/>
    <p:sldId xmlns:r="http://schemas.openxmlformats.org/officeDocument/2006/relationships" id="267" r:id="R9dfc38af7c1d45b8"/>
    <p:sldId xmlns:r="http://schemas.openxmlformats.org/officeDocument/2006/relationships" id="268" r:id="R795d7ff9988647cc"/>
    <p:sldId xmlns:r="http://schemas.openxmlformats.org/officeDocument/2006/relationships" id="269" r:id="Rcd259ea95bf14c96"/>
    <p:sldId xmlns:r="http://schemas.openxmlformats.org/officeDocument/2006/relationships" id="270" r:id="R1d7e6e39ec884ede"/>
    <p:sldId xmlns:r="http://schemas.openxmlformats.org/officeDocument/2006/relationships" id="271" r:id="R34a91606121040e0"/>
    <p:sldId xmlns:r="http://schemas.openxmlformats.org/officeDocument/2006/relationships" id="272" r:id="R33be6cf8668a4f60"/>
    <p:sldId xmlns:r="http://schemas.openxmlformats.org/officeDocument/2006/relationships" id="273" r:id="R15f9f4f2e7c94f74"/>
    <p:sldId xmlns:r="http://schemas.openxmlformats.org/officeDocument/2006/relationships" id="274" r:id="Raba3dadce42b4a2a"/>
    <p:sldId xmlns:r="http://schemas.openxmlformats.org/officeDocument/2006/relationships" id="275" r:id="R1510c5db4da84232"/>
    <p:sldId xmlns:r="http://schemas.openxmlformats.org/officeDocument/2006/relationships" id="276" r:id="R62bbc882b7d744a6"/>
    <p:sldId xmlns:r="http://schemas.openxmlformats.org/officeDocument/2006/relationships" id="277" r:id="R0284ad737b7e404e"/>
    <p:sldId xmlns:r="http://schemas.openxmlformats.org/officeDocument/2006/relationships" id="278" r:id="R0fe18bf047c8408c"/>
    <p:sldId xmlns:r="http://schemas.openxmlformats.org/officeDocument/2006/relationships" id="279" r:id="R1326405c89d34aca"/>
    <p:sldId xmlns:r="http://schemas.openxmlformats.org/officeDocument/2006/relationships" id="280" r:id="R97c87c600b474f37"/>
    <p:sldId xmlns:r="http://schemas.openxmlformats.org/officeDocument/2006/relationships" id="281" r:id="R9cf89a85407a4621"/>
    <p:sldId xmlns:r="http://schemas.openxmlformats.org/officeDocument/2006/relationships" id="282" r:id="Rff138eb52d014a01"/>
    <p:sldId xmlns:r="http://schemas.openxmlformats.org/officeDocument/2006/relationships" id="283" r:id="R7449c02aed4e4d1b"/>
    <p:sldId xmlns:r="http://schemas.openxmlformats.org/officeDocument/2006/relationships" id="284" r:id="Rcd365684a5e24dc5"/>
    <p:sldId xmlns:r="http://schemas.openxmlformats.org/officeDocument/2006/relationships" id="285" r:id="R480194aec177473a"/>
    <p:sldId xmlns:r="http://schemas.openxmlformats.org/officeDocument/2006/relationships" id="286" r:id="R4bd97497d5ad4616"/>
    <p:sldId xmlns:r="http://schemas.openxmlformats.org/officeDocument/2006/relationships" id="287" r:id="R69b30f86db62496c"/>
    <p:sldId xmlns:r="http://schemas.openxmlformats.org/officeDocument/2006/relationships" id="288" r:id="R755a343b797b4b9b"/>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b3ec88309ce4449" /><Relationship Type="http://schemas.openxmlformats.org/officeDocument/2006/relationships/slideMaster" Target="/ppt/slideMasters/slideMaster1.xml" Id="R0e15fbe9e6a84748" /><Relationship Type="http://schemas.openxmlformats.org/officeDocument/2006/relationships/notesMaster" Target="/ppt/notesMasters/notesMaster1.xml" Id="R6e122c12f9644f44" /><Relationship Type="http://schemas.openxmlformats.org/officeDocument/2006/relationships/presProps" Target="/ppt/presProps.xml" Id="R13e92d9c7e2f420e" /><Relationship Type="http://schemas.openxmlformats.org/officeDocument/2006/relationships/tableStyles" Target="/ppt/tableStyles.xml" Id="Reab0ce6b86a24159" /><Relationship Type="http://schemas.openxmlformats.org/officeDocument/2006/relationships/slide" Target="/ppt/slides/slide1.xml" Id="R390636d39d7347d7" /><Relationship Type="http://schemas.openxmlformats.org/officeDocument/2006/relationships/slide" Target="/ppt/slides/slide2.xml" Id="R7b57c72efeb1497a" /><Relationship Type="http://schemas.openxmlformats.org/officeDocument/2006/relationships/slide" Target="/ppt/slides/slide3.xml" Id="Rcd4319cf7eb84535" /><Relationship Type="http://schemas.openxmlformats.org/officeDocument/2006/relationships/slide" Target="/ppt/slides/slide4.xml" Id="R07d0532394894932" /><Relationship Type="http://schemas.openxmlformats.org/officeDocument/2006/relationships/slide" Target="/ppt/slides/slide5.xml" Id="R820e715e6f194792" /><Relationship Type="http://schemas.openxmlformats.org/officeDocument/2006/relationships/slide" Target="/ppt/slides/slide6.xml" Id="Rb8cd7f2ed53f4e1b" /><Relationship Type="http://schemas.openxmlformats.org/officeDocument/2006/relationships/slide" Target="/ppt/slides/slide7.xml" Id="R474c0bf37edb4cea" /><Relationship Type="http://schemas.openxmlformats.org/officeDocument/2006/relationships/slide" Target="/ppt/slides/slide8.xml" Id="Rd5b7b06329bf4113" /><Relationship Type="http://schemas.openxmlformats.org/officeDocument/2006/relationships/slide" Target="/ppt/slides/slide9.xml" Id="R30f62b1981a84933" /><Relationship Type="http://schemas.openxmlformats.org/officeDocument/2006/relationships/slide" Target="/ppt/slides/slide10.xml" Id="R4699d77233174d36" /><Relationship Type="http://schemas.openxmlformats.org/officeDocument/2006/relationships/slide" Target="/ppt/slides/slide11.xml" Id="R31df87a8ac1346d0" /><Relationship Type="http://schemas.openxmlformats.org/officeDocument/2006/relationships/slide" Target="/ppt/slides/slide12.xml" Id="R9dfc38af7c1d45b8" /><Relationship Type="http://schemas.openxmlformats.org/officeDocument/2006/relationships/slide" Target="/ppt/slides/slide13.xml" Id="R795d7ff9988647cc" /><Relationship Type="http://schemas.openxmlformats.org/officeDocument/2006/relationships/slide" Target="/ppt/slides/slide14.xml" Id="Rcd259ea95bf14c96" /><Relationship Type="http://schemas.openxmlformats.org/officeDocument/2006/relationships/slide" Target="/ppt/slides/slide15.xml" Id="R1d7e6e39ec884ede" /><Relationship Type="http://schemas.openxmlformats.org/officeDocument/2006/relationships/slide" Target="/ppt/slides/slide16.xml" Id="R34a91606121040e0" /><Relationship Type="http://schemas.openxmlformats.org/officeDocument/2006/relationships/slide" Target="/ppt/slides/slide17.xml" Id="R33be6cf8668a4f60" /><Relationship Type="http://schemas.openxmlformats.org/officeDocument/2006/relationships/slide" Target="/ppt/slides/slide18.xml" Id="R15f9f4f2e7c94f74" /><Relationship Type="http://schemas.openxmlformats.org/officeDocument/2006/relationships/slide" Target="/ppt/slides/slide19.xml" Id="Raba3dadce42b4a2a" /><Relationship Type="http://schemas.openxmlformats.org/officeDocument/2006/relationships/slide" Target="/ppt/slides/slide20.xml" Id="R1510c5db4da84232" /><Relationship Type="http://schemas.openxmlformats.org/officeDocument/2006/relationships/slide" Target="/ppt/slides/slide21.xml" Id="R62bbc882b7d744a6" /><Relationship Type="http://schemas.openxmlformats.org/officeDocument/2006/relationships/slide" Target="/ppt/slides/slide22.xml" Id="R0284ad737b7e404e" /><Relationship Type="http://schemas.openxmlformats.org/officeDocument/2006/relationships/slide" Target="/ppt/slides/slide23.xml" Id="R0fe18bf047c8408c" /><Relationship Type="http://schemas.openxmlformats.org/officeDocument/2006/relationships/slide" Target="/ppt/slides/slide24.xml" Id="R1326405c89d34aca" /><Relationship Type="http://schemas.openxmlformats.org/officeDocument/2006/relationships/slide" Target="/ppt/slides/slide25.xml" Id="R97c87c600b474f37" /><Relationship Type="http://schemas.openxmlformats.org/officeDocument/2006/relationships/slide" Target="/ppt/slides/slide26.xml" Id="R9cf89a85407a4621" /><Relationship Type="http://schemas.openxmlformats.org/officeDocument/2006/relationships/slide" Target="/ppt/slides/slide27.xml" Id="Rff138eb52d014a01" /><Relationship Type="http://schemas.openxmlformats.org/officeDocument/2006/relationships/slide" Target="/ppt/slides/slide28.xml" Id="R7449c02aed4e4d1b" /><Relationship Type="http://schemas.openxmlformats.org/officeDocument/2006/relationships/slide" Target="/ppt/slides/slide29.xml" Id="Rcd365684a5e24dc5" /><Relationship Type="http://schemas.openxmlformats.org/officeDocument/2006/relationships/slide" Target="/ppt/slides/slide30.xml" Id="R480194aec177473a" /><Relationship Type="http://schemas.openxmlformats.org/officeDocument/2006/relationships/slide" Target="/ppt/slides/slide31.xml" Id="R4bd97497d5ad4616" /><Relationship Type="http://schemas.openxmlformats.org/officeDocument/2006/relationships/slide" Target="/ppt/slides/slide32.xml" Id="R69b30f86db62496c" /><Relationship Type="http://schemas.openxmlformats.org/officeDocument/2006/relationships/slide" Target="/ppt/slides/slide33.xml" Id="R755a343b797b4b9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8c3e75bed1b444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Business workflow">
      <a:dk1>
        <a:srgbClr val="20262C"/>
      </a:dk1>
      <a:lt1>
        <a:srgbClr val="FFFFFF"/>
      </a:lt1>
      <a:dk2>
        <a:srgbClr val="005A9C"/>
      </a:dk2>
      <a:lt2>
        <a:srgbClr val="D9EAF7"/>
      </a:lt2>
      <a:accent1>
        <a:srgbClr val="005A9C"/>
      </a:accent1>
      <a:accent2>
        <a:srgbClr val="317F7B"/>
      </a:accent2>
      <a:accent3>
        <a:srgbClr val="7363A6"/>
      </a:accent3>
      <a:accent4>
        <a:srgbClr val="967335"/>
      </a:accent4>
      <a:accent5>
        <a:srgbClr val="AD5247"/>
      </a:accent5>
      <a:accent6>
        <a:srgbClr val="707C88"/>
      </a:accent6>
      <a:hlink>
        <a:srgbClr val="005A9C"/>
      </a:hlink>
      <a:folHlink>
        <a:srgbClr val="7363A6"/>
      </a:folHlink>
    </a:clrScheme>
    <a:fontScheme name="">
      <a:majorFont>
        <a:latin typeface="PingFang SC"/>
        <a:ea typeface=""/>
        <a:cs typeface=""/>
      </a:majorFont>
      <a:minorFont>
        <a:latin typeface="PingFang SC"/>
        <a:ea typeface=""/>
        <a:cs typeface=""/>
      </a:minorFont>
    </a:fontScheme>
    <a:fmtScheme name="Business workflow">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be8c43a76964bba" /><Relationship Type="http://schemas.openxmlformats.org/officeDocument/2006/relationships/notesMaster" Target="/ppt/notesMasters/notesMaster1.xml" Id="R1267af05228d409c" /></Relationships>
</file>

<file path=ppt/notesSlides/_rels/notesSlide2.xml.rels>&#65279;<?xml version="1.0" encoding="utf-8"?><Relationships xmlns="http://schemas.openxmlformats.org/package/2006/relationships"><Relationship Type="http://schemas.openxmlformats.org/officeDocument/2006/relationships/slide" Target="/ppt/slides/slide2.xml" Id="R5db590d33bd54b6e" /><Relationship Type="http://schemas.openxmlformats.org/officeDocument/2006/relationships/notesMaster" Target="/ppt/notesMasters/notesMaster1.xml" Id="Ra8076cb932644116" /></Relationships>
</file>

<file path=ppt/notesSlides/_rels/notesSlide3.xml.rels>&#65279;<?xml version="1.0" encoding="utf-8"?><Relationships xmlns="http://schemas.openxmlformats.org/package/2006/relationships"><Relationship Type="http://schemas.openxmlformats.org/officeDocument/2006/relationships/slide" Target="/ppt/slides/slide3.xml" Id="R5d8e4fc8b9754270" /><Relationship Type="http://schemas.openxmlformats.org/officeDocument/2006/relationships/notesMaster" Target="/ppt/notesMasters/notesMaster1.xml" Id="R8a87eaa4155a411f" /></Relationships>
</file>

<file path=ppt/notesSlides/_rels/notesSlide4.xml.rels>&#65279;<?xml version="1.0" encoding="utf-8"?><Relationships xmlns="http://schemas.openxmlformats.org/package/2006/relationships"><Relationship Type="http://schemas.openxmlformats.org/officeDocument/2006/relationships/slide" Target="/ppt/slides/slide4.xml" Id="R494b80231341410a" /><Relationship Type="http://schemas.openxmlformats.org/officeDocument/2006/relationships/notesMaster" Target="/ppt/notesMasters/notesMaster1.xml" Id="Rff768ed1077f4317" /></Relationships>
</file>

<file path=ppt/notesSlides/_rels/notesSlide5.xml.rels>&#65279;<?xml version="1.0" encoding="utf-8"?><Relationships xmlns="http://schemas.openxmlformats.org/package/2006/relationships"><Relationship Type="http://schemas.openxmlformats.org/officeDocument/2006/relationships/slide" Target="/ppt/slides/slide5.xml" Id="Rea2244a968c6418e" /><Relationship Type="http://schemas.openxmlformats.org/officeDocument/2006/relationships/notesMaster" Target="/ppt/notesMasters/notesMaster1.xml" Id="R34e6eb2626db475c" /></Relationships>
</file>

<file path=ppt/notesSlides/_rels/notesSlide6.xml.rels>&#65279;<?xml version="1.0" encoding="utf-8"?><Relationships xmlns="http://schemas.openxmlformats.org/package/2006/relationships"><Relationship Type="http://schemas.openxmlformats.org/officeDocument/2006/relationships/slide" Target="/ppt/slides/slide6.xml" Id="R3f904232609e48fa" /><Relationship Type="http://schemas.openxmlformats.org/officeDocument/2006/relationships/notesMaster" Target="/ppt/notesMasters/notesMaster1.xml" Id="R8543c600a09949dd" /></Relationships>
</file>

<file path=ppt/notesSlides/_rels/notesSlide7.xml.rels>&#65279;<?xml version="1.0" encoding="utf-8"?><Relationships xmlns="http://schemas.openxmlformats.org/package/2006/relationships"><Relationship Type="http://schemas.openxmlformats.org/officeDocument/2006/relationships/slide" Target="/ppt/slides/slide7.xml" Id="Rebad268b2eb84cae" /><Relationship Type="http://schemas.openxmlformats.org/officeDocument/2006/relationships/notesMaster" Target="/ppt/notesMasters/notesMaster1.xml" Id="R3cca0745d0af4313" /></Relationships>
</file>

<file path=ppt/notesSlides/_rels/notesSlide8.xml.rels>&#65279;<?xml version="1.0" encoding="utf-8"?><Relationships xmlns="http://schemas.openxmlformats.org/package/2006/relationships"><Relationship Type="http://schemas.openxmlformats.org/officeDocument/2006/relationships/slide" Target="/ppt/slides/slide8.xml" Id="R7828552aa6a44a86" /><Relationship Type="http://schemas.openxmlformats.org/officeDocument/2006/relationships/notesMaster" Target="/ppt/notesMasters/notesMaster1.xml" Id="Rd4936733361f4274" /></Relationships>
</file>

<file path=ppt/notesSlides/_rels/notesSlide9.xml.rels>&#65279;<?xml version="1.0" encoding="utf-8"?><Relationships xmlns="http://schemas.openxmlformats.org/package/2006/relationships"><Relationship Type="http://schemas.openxmlformats.org/officeDocument/2006/relationships/slide" Target="/ppt/slides/slide9.xml" Id="R0d811690eb294ccb" /><Relationship Type="http://schemas.openxmlformats.org/officeDocument/2006/relationships/notesMaster" Target="/ppt/notesMasters/notesMaster1.xml" Id="R30bb608570ec447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6936d0eb8a342bd" /><Relationship Type="http://schemas.openxmlformats.org/officeDocument/2006/relationships/notesMaster" Target="/ppt/notesMasters/notesMaster1.xml" Id="R50e4b7b1591d4be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ba762bb0d7e40c4" /><Relationship Type="http://schemas.openxmlformats.org/officeDocument/2006/relationships/notesMaster" Target="/ppt/notesMasters/notesMaster1.xml" Id="R5aaa1151ed6547e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dc91a22259f4476" /><Relationship Type="http://schemas.openxmlformats.org/officeDocument/2006/relationships/notesMaster" Target="/ppt/notesMasters/notesMaster1.xml" Id="R4ba7ef46d4e7485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cc1fc75d0fb41b8" /><Relationship Type="http://schemas.openxmlformats.org/officeDocument/2006/relationships/notesMaster" Target="/ppt/notesMasters/notesMaster1.xml" Id="R8a1b86c8a089463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c4b87e938224b4a" /><Relationship Type="http://schemas.openxmlformats.org/officeDocument/2006/relationships/notesMaster" Target="/ppt/notesMasters/notesMaster1.xml" Id="R7c22e128f68548f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0f1245d6a674ba8" /><Relationship Type="http://schemas.openxmlformats.org/officeDocument/2006/relationships/notesMaster" Target="/ppt/notesMasters/notesMaster1.xml" Id="Rbfded3aa384145c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45a3f02b7684e62" /><Relationship Type="http://schemas.openxmlformats.org/officeDocument/2006/relationships/notesMaster" Target="/ppt/notesMasters/notesMaster1.xml" Id="R1b1b72ca127c4ea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1c59df0a159401e" /><Relationship Type="http://schemas.openxmlformats.org/officeDocument/2006/relationships/notesMaster" Target="/ppt/notesMasters/notesMaster1.xml" Id="R9bf09e1198db4b1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08fa3945f294c79" /><Relationship Type="http://schemas.openxmlformats.org/officeDocument/2006/relationships/notesMaster" Target="/ppt/notesMasters/notesMaster1.xml" Id="Rc0190028b5064a6f"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17f99c1e30f466c" /><Relationship Type="http://schemas.openxmlformats.org/officeDocument/2006/relationships/notesMaster" Target="/ppt/notesMasters/notesMaster1.xml" Id="Rb857b6ffd3644df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dc70ad63929c45d5" /><Relationship Type="http://schemas.openxmlformats.org/officeDocument/2006/relationships/notesMaster" Target="/ppt/notesMasters/notesMaster1.xml" Id="R51fa0d9cd7a245d1"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56542187faf845f5" /><Relationship Type="http://schemas.openxmlformats.org/officeDocument/2006/relationships/notesMaster" Target="/ppt/notesMasters/notesMaster1.xml" Id="R90174c8704494672"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afbac1cfbaf541cd" /><Relationship Type="http://schemas.openxmlformats.org/officeDocument/2006/relationships/notesMaster" Target="/ppt/notesMasters/notesMaster1.xml" Id="Raf1a66534fc94974"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72701a58377e4ce8" /><Relationship Type="http://schemas.openxmlformats.org/officeDocument/2006/relationships/notesMaster" Target="/ppt/notesMasters/notesMaster1.xml" Id="Rf19c1d8ccad34f35"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de5e21a42b4c47f0" /><Relationship Type="http://schemas.openxmlformats.org/officeDocument/2006/relationships/notesMaster" Target="/ppt/notesMasters/notesMaster1.xml" Id="R11925fbe7f2a495c"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d3744cba2cdd4ab0" /><Relationship Type="http://schemas.openxmlformats.org/officeDocument/2006/relationships/notesMaster" Target="/ppt/notesMasters/notesMaster1.xml" Id="R33d2d83d2d564014"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261a163df44741b8" /><Relationship Type="http://schemas.openxmlformats.org/officeDocument/2006/relationships/notesMaster" Target="/ppt/notesMasters/notesMaster1.xml" Id="R2d8522b8d7ef4359"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a4b34a60e34a4e50" /><Relationship Type="http://schemas.openxmlformats.org/officeDocument/2006/relationships/notesMaster" Target="/ppt/notesMasters/notesMaster1.xml" Id="Rd573492231c14c8e"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85148a440a4f4964" /><Relationship Type="http://schemas.openxmlformats.org/officeDocument/2006/relationships/notesMaster" Target="/ppt/notesMasters/notesMaster1.xml" Id="R6a69c372c8c049b2"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46cbc7c5ed8a4d79" /><Relationship Type="http://schemas.openxmlformats.org/officeDocument/2006/relationships/notesMaster" Target="/ppt/notesMasters/notesMaster1.xml" Id="R59ab481a89954ea2"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e47fa5624e4c4b00" /><Relationship Type="http://schemas.openxmlformats.org/officeDocument/2006/relationships/notesMaster" Target="/ppt/notesMasters/notesMaster1.xml" Id="R5c136095bce14296"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fa27abb529f74fef" /><Relationship Type="http://schemas.openxmlformats.org/officeDocument/2006/relationships/notesMaster" Target="/ppt/notesMasters/notesMaster1.xml" Id="R9e9b2132482743d0"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cdff99aa2b4d45cc" /><Relationship Type="http://schemas.openxmlformats.org/officeDocument/2006/relationships/notesMaster" Target="/ppt/notesMasters/notesMaster1.xml" Id="Raa1fd34283c942b2"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0faafb0bd4074782" /><Relationship Type="http://schemas.openxmlformats.org/officeDocument/2006/relationships/notesMaster" Target="/ppt/notesMasters/notesMaster1.xml" Id="Red418545e9744d7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presentation examines how LLMs can support the day-to-day work of an asset manager. It starts with peer practices, then develops proposed applications for the firm. The discussion follows front-, middle- and back-office work, using Company A and a quarterly client update as recurring examples. Cover image: an AI-generated research workspace.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inputs are documents, data, messages and business requests. LLMs interpret questions, read and compare material, organize explanations, and draft text or code. Connected tools perform queries, calculations and other operations. Employees check the results and use them to complete research, trading preparation, client communications, review and development tasks.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map covers seven workflows. Each topic begins with the work employees do and the repetitive preparation it involves, then looks at peer practices and a proposed approach for the firm. Company A links research, bond inquiries and risk monitoring. The quarterly client update links drafting, review and document maintenance. The task names provide direct navigation to each topic.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analyst needs to explain why Company A’s revenue grew and whether that growth can continue. The preparation involves locating comparable revenue and volume data, reading the explanation in meeting notes and comparing two research reports. In this illustrative scenario, prior-quarter and current-quarter revenue are RMB 100m and RMB 110m, while sales volume is 1.0m and 1.1m units. Repeated searches, extraction, calculations and rereading are the work required before the analyst can assess the business. The next three slides show peer approaches to earnings analysis, research synthesis and template preparation.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Tianhong’s FinAgent breaks a net-profit question into revenue, cost of sales and expenses, then explores drivers such as volume, selling price, raw materials and distribution. The LLM organizes the questions and calls data and calculation tools. Those tools return the figures and calculations. The model connects them to operating and industry information, while the analyst assesses the quality and persistence of growth. Tianhong reported that the associated manual data preparation and calculations fell from days to minutes.</a:t>
            </a:r>
          </a:p>
          <a:p xmlns:a="http://schemas.openxmlformats.org/drawingml/2006/main">
            <a:r>
              <a:t/>
            </a:r>
          </a:p>
          <a:p xmlns:a="http://schemas.openxmlformats.org/drawingml/2006/main">
            <a:r>
              <a:t>Sources:</a:t>
            </a:r>
          </a:p>
          <a:p xmlns:a="http://schemas.openxmlformats.org/drawingml/2006/main">
            <a:r>
              <a:t>FUND-300, pp. 5–6</a:t>
            </a:r>
          </a:p>
          <a:p xmlns:a="http://schemas.openxmlformats.org/drawingml/2006/main">
            <a:r>
              <a:t>https://www.amac.org.cn/xwfb/hydt/202601/P020260202337562370809.pdf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Fullgoal first uses the model to assess each report’s relevance to the investment target. It then summarizes the reports against the analyst’s research interests, synthesizes the summaries, adjusts the wording and checks the result. In the Company A example, Report A links higher volumes to a lasting demand recovery. Report B emphasizes channel restocking and questions whether it will persist. The LLM makes the common ground and competing explanations easy to compare. The analyst can investigate the disagreement with the original reports at hand.</a:t>
            </a:r>
          </a:p>
          <a:p xmlns:a="http://schemas.openxmlformats.org/drawingml/2006/main">
            <a:r>
              <a:t/>
            </a:r>
          </a:p>
          <a:p xmlns:a="http://schemas.openxmlformats.org/drawingml/2006/main">
            <a:r>
              <a:t>Sources:</a:t>
            </a:r>
          </a:p>
          <a:p xmlns:a="http://schemas.openxmlformats.org/drawingml/2006/main">
            <a:r>
              <a:t>FUND-007, pp. 8–9</a:t>
            </a:r>
          </a:p>
          <a:p xmlns:a="http://schemas.openxmlformats.org/drawingml/2006/main">
            <a:r>
              <a:t>https://www.amac.org.cn/xwfb/hydt/202601/P020260202337808067241.pdf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Zhong Ou’s assistant connects internal research information and external sources, separates collection, analysis and synthesis, and populates a research template. The example maps financials and calculations to operating changes, meeting notes to business drivers, and research reports to open questions. These example fields illustrate the method. Analysts check the entries and sources and add their own assessment. Zhong Ou reported an approximately 50% improvement in overall preparation efficiency, with data as of May 2026.</a:t>
            </a:r>
          </a:p>
          <a:p xmlns:a="http://schemas.openxmlformats.org/drawingml/2006/main">
            <a:r>
              <a:t/>
            </a:r>
          </a:p>
          <a:p xmlns:a="http://schemas.openxmlformats.org/drawingml/2006/main">
            <a:r>
              <a:t>Sources:</a:t>
            </a:r>
          </a:p>
          <a:p xmlns:a="http://schemas.openxmlformats.org/drawingml/2006/main">
            <a:r>
              <a:t>FUND-354, Application design and implementation</a:t>
            </a:r>
          </a:p>
          <a:p xmlns:a="http://schemas.openxmlformats.org/drawingml/2006/main">
            <a:r>
              <a:t>https://static.nfnews.com/content/202511/27/c11946239.html</a:t>
            </a:r>
          </a:p>
          <a:p xmlns:a="http://schemas.openxmlformats.org/drawingml/2006/main">
            <a:r>
              <a:t>FUND-356, Research template; data as of May 2026</a:t>
            </a:r>
          </a:p>
          <a:p xmlns:a="http://schemas.openxmlformats.org/drawingml/2006/main">
            <a:r>
              <a:t>https://mp.weixin.qq.com/s/rgMRw8HbZUhiu9PkUBM7vA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proposed workflow brings together Tianhong’s earnings-driver analysis, Fullgoal’s comparison of research views and Zhong Ou’s research-template preparation. The analyst provides a question and the relevant financials, meeting notes and research reports. Prior-quarter and current-quarter revenue are RMB 100m and RMB 110m; volume is 1.0m and 1.1m units. The LLM requests the revenue and volume growth calculations. The tools return 10% growth in each and an unchanged average selling price. The LLM then links channel restocking in the meeting notes to the reported numbers and preserves the disagreement over persistence. The analyst checks the references, tests the restocking thesis and forms a view. The figures and source excerpts are illustrative.</a:t>
            </a:r>
          </a:p>
          <a:p xmlns:a="http://schemas.openxmlformats.org/drawingml/2006/main">
            <a:r>
              <a:t/>
            </a:r>
          </a:p>
          <a:p xmlns:a="http://schemas.openxmlformats.org/drawingml/2006/main">
            <a:r>
              <a:t>Sources:</a:t>
            </a:r>
          </a:p>
          <a:p xmlns:a="http://schemas.openxmlformats.org/drawingml/2006/main">
            <a:r>
              <a:t>FUND-300, pp. 5–6</a:t>
            </a:r>
          </a:p>
          <a:p xmlns:a="http://schemas.openxmlformats.org/drawingml/2006/main">
            <a:r>
              <a:t>https://www.amac.org.cn/xwfb/hydt/202601/P020260202337562370809.pdf</a:t>
            </a:r>
          </a:p>
          <a:p xmlns:a="http://schemas.openxmlformats.org/drawingml/2006/main">
            <a:r>
              <a:t>FUND-007, pp. 8–9</a:t>
            </a:r>
          </a:p>
          <a:p xmlns:a="http://schemas.openxmlformats.org/drawingml/2006/main">
            <a:r>
              <a:t>https://www.amac.org.cn/xwfb/hydt/202601/P020260202337808067241.pdf</a:t>
            </a:r>
          </a:p>
          <a:p xmlns:a="http://schemas.openxmlformats.org/drawingml/2006/main">
            <a:r>
              <a:t>FUND-354, Application design and implementation</a:t>
            </a:r>
          </a:p>
          <a:p xmlns:a="http://schemas.openxmlformats.org/drawingml/2006/main">
            <a:r>
              <a:t>https://static.nfnews.com/content/202511/27/c11946239.html</a:t>
            </a:r>
          </a:p>
          <a:p xmlns:a="http://schemas.openxmlformats.org/drawingml/2006/main">
            <a:r>
              <a:t>FUND-011, pp. 5–7</a:t>
            </a:r>
          </a:p>
          <a:p xmlns:a="http://schemas.openxmlformats.org/drawingml/2006/main">
            <a:r>
              <a:t>https://www.amac.org.cn/xwfb/hydt/202601/P020260202337841539992.pdf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task is to prepare candidate bonds, current holdings and offer quotes for a potential purchase of Company A bonds maturing within two years. The portfolio manager sets the request. The trader queries market and holdings systems and records the data timestamp, then contacts counterparties with the bond names and buying interest, asks for price and available size, and receives quotes. The trader brings the information together for discussion with the portfolio manager. Systems supply data and counterparties supply quotes. Repeated filters, system switching and copying messages are the preparation steps the proposed application can improve.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Southern’s Xiaonan assistant interprets a natural-language request, identifies parameters, breaks the work into tasks and calls database or business-system interfaces. Its applications include bond screening, market queries, trading instructions and notifications. Users review the results and confirm relevant actions. Aegon-Industrial’s Qianxun platform also captures trade information from Qtrade records, extracting bond, direction, price and size. It matches that information with the portfolio manager’s quote request and routes it to the trading system, where the portfolio manager submits the instruction. These are two distinct peer applications: connecting language to system queries and reducing repeated entry of trade information.</a:t>
            </a:r>
          </a:p>
          <a:p xmlns:a="http://schemas.openxmlformats.org/drawingml/2006/main">
            <a:r>
              <a:t/>
            </a:r>
          </a:p>
          <a:p xmlns:a="http://schemas.openxmlformats.org/drawingml/2006/main">
            <a:r>
              <a:t>Sources:</a:t>
            </a:r>
          </a:p>
          <a:p xmlns:a="http://schemas.openxmlformats.org/drawingml/2006/main">
            <a:r>
              <a:t>FUND-200, pp. 4–8</a:t>
            </a:r>
          </a:p>
          <a:p xmlns:a="http://schemas.openxmlformats.org/drawingml/2006/main">
            <a:r>
              <a:t>https://www.amac.org.cn/xwfb/hydt/202601/P020260202337849876845.pdf</a:t>
            </a:r>
          </a:p>
          <a:p xmlns:a="http://schemas.openxmlformats.org/drawingml/2006/main">
            <a:r>
              <a:t>FUND-011, pp. 3–6</a:t>
            </a:r>
          </a:p>
          <a:p xmlns:a="http://schemas.openxmlformats.org/drawingml/2006/main">
            <a:r>
              <a:t>https://www.amac.org.cn/xwfb/hydt/202601/P020260202337841539992.pdf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portfolio manager wants to buy Company A bonds maturing within two years, check current holdings and collect offer quotes. The LLM extracts the issuer, maturity condition and requested data, then calls the business query. Systems return the candidates, maturities and holdings. The trader first requests quotes from counterparties, then provides the received quote messages or quote request records. The LLM parses those supplied records, extracts the bond, clean price and available face value, and combines them with the system results. In the example, the Company A bond has 1.2 years to maturity, held face value is RMB 20m, the offer clean price is RMB 100.20 per RMB 100 face value, and RMB 20m face value is available. The trader checks the record’s source, time and amounts. The portfolio manager uses the summary to discuss next steps. The approach draws on Southern’s natural-language queries and Aegon-Industrial’s parsing of trading records.</a:t>
            </a:r>
          </a:p>
          <a:p xmlns:a="http://schemas.openxmlformats.org/drawingml/2006/main">
            <a:r>
              <a:t/>
            </a:r>
          </a:p>
          <a:p xmlns:a="http://schemas.openxmlformats.org/drawingml/2006/main">
            <a:r>
              <a:t>Sources:</a:t>
            </a:r>
          </a:p>
          <a:p xmlns:a="http://schemas.openxmlformats.org/drawingml/2006/main">
            <a:r>
              <a:t>FUND-200, pp. 4–8</a:t>
            </a:r>
          </a:p>
          <a:p xmlns:a="http://schemas.openxmlformats.org/drawingml/2006/main">
            <a:r>
              <a:t>https://www.amac.org.cn/xwfb/hydt/202601/P020260202337849876845.pdf</a:t>
            </a:r>
          </a:p>
          <a:p xmlns:a="http://schemas.openxmlformats.org/drawingml/2006/main">
            <a:r>
              <a:t>FUND-011, pp. 3–6</a:t>
            </a:r>
          </a:p>
          <a:p xmlns:a="http://schemas.openxmlformats.org/drawingml/2006/main">
            <a:r>
              <a:t>https://www.amac.org.cn/xwfb/hydt/202601/P020260202337841539992.pdf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client relationship manager first establishes what the client wants to understand. Preparing a quarterly update then means finding the relevant portfolio manager views, checking product documents and the reporting period, and adapting the wording for the client’s questions. The same material is repeatedly reused in updates, product Q&amp;A and institutional RFP responses. The next slides show Tianhong’s view summaries, ICBCUBS’s RFP support and a proposed quarterly-update workflow.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Tianhong brings together recent manager presentations, market comments and periodic reports for a named portfolio manager or product. The LLM finds the relevant views, removes duplication and writes a concise explanation for client-facing teams. The example turns a view on Company A’s volume growth and raw-material costs into a client summary. Employees check and use that summary in their communication. Tianhong also turns market information into weekly sector views and daily commentary.</a:t>
            </a:r>
          </a:p>
          <a:p xmlns:a="http://schemas.openxmlformats.org/drawingml/2006/main">
            <a:r>
              <a:t/>
            </a:r>
          </a:p>
          <a:p xmlns:a="http://schemas.openxmlformats.org/drawingml/2006/main">
            <a:r>
              <a:t>Sources:</a:t>
            </a:r>
          </a:p>
          <a:p xmlns:a="http://schemas.openxmlformats.org/drawingml/2006/main">
            <a:r>
              <a:t>FUND-300, pp. 7–9</a:t>
            </a:r>
          </a:p>
          <a:p xmlns:a="http://schemas.openxmlformats.org/drawingml/2006/main">
            <a:r>
              <a:t>https://www.amac.org.cn/xwfb/hydt/202601/P020260202337562370809.pdf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ICBCUBS FundGPT links knowledge maintenance, question analysis and review with RFP response generation. The example client asks how the research process is organized. The model finds the internal process description, identifies the responsibilities of analysts and portfolio managers, and drafts the relevant answer with a source reference. The business team checks the answer against the source and addresses the client’s specific requirements. The question and answer on the slide are illustrative.</a:t>
            </a:r>
          </a:p>
          <a:p xmlns:a="http://schemas.openxmlformats.org/drawingml/2006/main">
            <a:r>
              <a:t/>
            </a:r>
          </a:p>
          <a:p xmlns:a="http://schemas.openxmlformats.org/drawingml/2006/main">
            <a:r>
              <a:t>Sources:</a:t>
            </a:r>
          </a:p>
          <a:p xmlns:a="http://schemas.openxmlformats.org/drawingml/2006/main">
            <a:r>
              <a:t>FUND-312, pp. 7, 9</a:t>
            </a:r>
          </a:p>
          <a:p xmlns:a="http://schemas.openxmlformats.org/drawingml/2006/main">
            <a:r>
              <a:t>https://www.amac.org.cn/xwfb/hydt/202601/P020260202337848496316.pdf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client team supplies a question, existing portfolio manager views and product information. The LLM selects the relevant content and organizes a quarterly client update. In the example, the existing view says volume growth drove Company A’s revenue and that raw-material costs should be monitored. The product material supplied is the Q2 version, so the resulting document is V1. The client team checks the view and submits the same update for review. The following section compares it with the fuller current presentation and Q3 product documents.</a:t>
            </a:r>
          </a:p>
          <a:p xmlns:a="http://schemas.openxmlformats.org/drawingml/2006/main">
            <a:r>
              <a:t/>
            </a:r>
          </a:p>
          <a:p xmlns:a="http://schemas.openxmlformats.org/drawingml/2006/main">
            <a:r>
              <a:t>Sources:</a:t>
            </a:r>
          </a:p>
          <a:p xmlns:a="http://schemas.openxmlformats.org/drawingml/2006/main">
            <a:r>
              <a:t>FUND-300, pp. 7–9</a:t>
            </a:r>
          </a:p>
          <a:p xmlns:a="http://schemas.openxmlformats.org/drawingml/2006/main">
            <a:r>
              <a:t>https://www.amac.org.cn/xwfb/hydt/202601/P020260202337562370809.pdf</a:t>
            </a:r>
          </a:p>
          <a:p xmlns:a="http://schemas.openxmlformats.org/drawingml/2006/main">
            <a:r>
              <a:t>FUND-312, pp. 7, 9</a:t>
            </a:r>
          </a:p>
          <a:p xmlns:a="http://schemas.openxmlformats.org/drawingml/2006/main">
            <a:r>
              <a:t>https://www.amac.org.cn/xwfb/hydt/202601/P020260202337848496316.pdf</a:t>
            </a:r>
          </a:p>
          <a:p xmlns:a="http://schemas.openxmlformats.org/drawingml/2006/main">
            <a:r>
              <a:t>FUND-351, Digital finance applications</a:t>
            </a:r>
          </a:p>
          <a:p xmlns:a="http://schemas.openxmlformats.org/drawingml/2006/main">
            <a:r>
              <a:t>https://fund.10jqka.com.cn/20251111/c672391490.shtml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reviewer compares V1 with the current portfolio manager presentation. V1 links revenue growth to volumes; the fuller source explains that channel restocking supported volumes and that its persistence needs monitoring. The reviewer must assess whether the update explains the driver and preserves the watch points, alongside checks on the fund name, source period and risk disclosure. Finding the relevant passages, comparing their meaning and explaining proposed edits are tasks an LLM can support.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Penghua’s marketing-material review system applies 71 rules across seven categories and produces suggested edits. The rules cover risk disclosures, fund information, performance claims and prohibited marketing statements. Penghua reported a 91% acceptance rate for suggested edits. Yingmi, a fund distributor, accepts text or files, identifies issues and reasons, suggests changes and supports rechecking after revision. The illustrative client update shows the model checking outdated product details, recognizing the missing restocking explanation and persistence watch point, and making the risk wording more specific.</a:t>
            </a:r>
          </a:p>
          <a:p xmlns:a="http://schemas.openxmlformats.org/drawingml/2006/main">
            <a:r>
              <a:t/>
            </a:r>
          </a:p>
          <a:p xmlns:a="http://schemas.openxmlformats.org/drawingml/2006/main">
            <a:r>
              <a:t>Sources:</a:t>
            </a:r>
          </a:p>
          <a:p xmlns:a="http://schemas.openxmlformats.org/drawingml/2006/main">
            <a:r>
              <a:t>FUND-308, pp. 6</a:t>
            </a:r>
          </a:p>
          <a:p xmlns:a="http://schemas.openxmlformats.org/drawingml/2006/main">
            <a:r>
              <a:t>https://www.amac.org.cn/xwfb/hydt/202601/P020260202337850951100.pdf</a:t>
            </a:r>
          </a:p>
          <a:p xmlns:a="http://schemas.openxmlformats.org/drawingml/2006/main">
            <a:r>
              <a:t>Yingmi official release and API client</a:t>
            </a:r>
          </a:p>
          <a:p xmlns:a="http://schemas.openxmlformats.org/drawingml/2006/main">
            <a:r>
              <a:t>https://www.yingmi-inc.com/archives/799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proposed approach brings V1, current product information and the full portfolio manager presentation into the same review task. File tools match names, reporting periods and source passages. The LLM reads the wording in context, explains the missing business driver and watch point, and suggests a concrete revision. V2 adds channel restocking and its persistence, updates the formal fund name and source version, and uses the product’s specific risk wording. The author approves the edits. The reviewer checks the source, rationale and revised document.</a:t>
            </a:r>
          </a:p>
          <a:p xmlns:a="http://schemas.openxmlformats.org/drawingml/2006/main">
            <a:r>
              <a:t/>
            </a:r>
          </a:p>
          <a:p xmlns:a="http://schemas.openxmlformats.org/drawingml/2006/main">
            <a:r>
              <a:t>Sources:</a:t>
            </a:r>
          </a:p>
          <a:p xmlns:a="http://schemas.openxmlformats.org/drawingml/2006/main">
            <a:r>
              <a:t>FUND-308, pp. 6</a:t>
            </a:r>
          </a:p>
          <a:p xmlns:a="http://schemas.openxmlformats.org/drawingml/2006/main">
            <a:r>
              <a:t>https://www.amac.org.cn/xwfb/hydt/202601/P020260202337850951100.pdf</a:t>
            </a:r>
          </a:p>
          <a:p xmlns:a="http://schemas.openxmlformats.org/drawingml/2006/main">
            <a:r>
              <a:t>Yingmi official release and API client</a:t>
            </a:r>
          </a:p>
          <a:p xmlns:a="http://schemas.openxmlformats.org/drawingml/2006/main">
            <a:r>
              <a:t>https://www.yingmi-inc.com/archives/799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risk analyst receives an alert: Company A is on ratings watch. Operating cash flow is under pressure. The next questions are which funds hold the issuer’s bonds, which monitoring requirements apply, and what existing research needs updating. Answering them means querying holdings, locating contract or internal-policy clauses and reviewing issuer research. The alert and scenario are illustrative. Peer practices on the next slide show how models can help with alert extraction, rule explanations and event assessments.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China Universal’s platform uses an LLM to extract risk information from custodian alerts and route it to the risk team’s workspace. It also links system rules to regulations, internal controls and contract wording so that a model can explain the basis for a rule trigger. Tianhong’s event assistant brings together event details, historical parallels, industry relationships and market sentiment to develop an impact explanation. Investment and risk teams use the material to discuss the event and determine their response.</a:t>
            </a:r>
          </a:p>
          <a:p xmlns:a="http://schemas.openxmlformats.org/drawingml/2006/main">
            <a:r>
              <a:t/>
            </a:r>
          </a:p>
          <a:p xmlns:a="http://schemas.openxmlformats.org/drawingml/2006/main">
            <a:r>
              <a:t>Sources:</a:t>
            </a:r>
          </a:p>
          <a:p xmlns:a="http://schemas.openxmlformats.org/drawingml/2006/main">
            <a:r>
              <a:t>FUND-220, pp. 5</a:t>
            </a:r>
          </a:p>
          <a:p xmlns:a="http://schemas.openxmlformats.org/drawingml/2006/main">
            <a:r>
              <a:t>https://www.amac.org.cn/xwfb/hydt/202601/P020260202337837900594.pdf</a:t>
            </a:r>
          </a:p>
          <a:p xmlns:a="http://schemas.openxmlformats.org/drawingml/2006/main">
            <a:r>
              <a:t>FUND-300, pp. 10</a:t>
            </a:r>
          </a:p>
          <a:p xmlns:a="http://schemas.openxmlformats.org/drawingml/2006/main">
            <a:r>
              <a:t>https://www.amac.org.cn/xwfb/hydt/202601/P020260202337562370809.pdf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risk team provides the alert. A holdings query returns that Product A holds Company A bonds with RMB 20m face value. The applicable example monitoring requirement calls for an issuer-research update following a credit event. The LLM identifies the issuer, maps the exposure to Product A and brings the requirement and existing research into an assessment. Cash-flow pressure is relevant to debt-servicing capacity, so the credit view needs refreshing and cash-flow trends require further research. Risk staff check holdings and clauses, analysts update their assessment, and portfolio managers discuss the response. The event, requirement, fund and amounts are illustrative.</a:t>
            </a:r>
          </a:p>
          <a:p xmlns:a="http://schemas.openxmlformats.org/drawingml/2006/main">
            <a:r>
              <a:t/>
            </a:r>
          </a:p>
          <a:p xmlns:a="http://schemas.openxmlformats.org/drawingml/2006/main">
            <a:r>
              <a:t>Sources:</a:t>
            </a:r>
          </a:p>
          <a:p xmlns:a="http://schemas.openxmlformats.org/drawingml/2006/main">
            <a:r>
              <a:t>FUND-220, pp. 5, 10</a:t>
            </a:r>
          </a:p>
          <a:p xmlns:a="http://schemas.openxmlformats.org/drawingml/2006/main">
            <a:r>
              <a:t>https://www.amac.org.cn/xwfb/hydt/202601/P020260202337837900594.pdf</a:t>
            </a:r>
          </a:p>
          <a:p xmlns:a="http://schemas.openxmlformats.org/drawingml/2006/main">
            <a:r>
              <a:t>FUND-300, pp. 10</a:t>
            </a:r>
          </a:p>
          <a:p xmlns:a="http://schemas.openxmlformats.org/drawingml/2006/main">
            <a:r>
              <a:t>https://www.amac.org.cn/xwfb/hydt/202601/P020260202337562370809.pdf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Operations teams transcribe and check fields from faxes and scans, compare client-update versions paragraph by paragraph, and repeat common edits across related files. These tasks require both moving information between formats and reading enough context to understand each change. The peer examples cover automated data entry and document comparison. The proposed application then shows how a model can explain what a change means for the client material.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HuaAn’s platform recognizes information in counter-service faxes and forms and uses it for business entry. HuaAn reported that more than 80% of these faxes used automated data entry. ICBCUBS FundGPT supports content recognition and comparison across PDF, Word and scanned documents, with visual differences, typo detection and export. The client-update example highlights the added wording on channel restocking and its persistence. The next slide builds on the identified text changes by explaining their business meaning.</a:t>
            </a:r>
          </a:p>
          <a:p xmlns:a="http://schemas.openxmlformats.org/drawingml/2006/main">
            <a:r>
              <a:t/>
            </a:r>
          </a:p>
          <a:p xmlns:a="http://schemas.openxmlformats.org/drawingml/2006/main">
            <a:r>
              <a:t>Sources:</a:t>
            </a:r>
          </a:p>
          <a:p xmlns:a="http://schemas.openxmlformats.org/drawingml/2006/main">
            <a:r>
              <a:t>FUND-150, pp. 26–28</a:t>
            </a:r>
          </a:p>
          <a:p xmlns:a="http://schemas.openxmlformats.org/drawingml/2006/main">
            <a:r>
              <a:t>https://edc-book.ccf.org.cn/%E3%80%8A2025CCF%E4%BC%81%E4%B8%9A%E6%95%B0%E5%AD%97%E5%8C%96%E5%8F%91%E5%B1%95%E6%8E%A8%E8%8D%90%E6%A1%88%E4%BE%8B%E9%9B%86%E3%80%8B.pdf</a:t>
            </a:r>
          </a:p>
          <a:p xmlns:a="http://schemas.openxmlformats.org/drawingml/2006/main">
            <a:r>
              <a:t>FUND-312, pp. 7</a:t>
            </a:r>
          </a:p>
          <a:p xmlns:a="http://schemas.openxmlformats.org/drawingml/2006/main">
            <a:r>
              <a:t>https://www.amac.org.cn/xwfb/hydt/202601/P020260202337848496316.pdf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Operations supplies V1 and V2 of the same quarterly client update. File tools align the passages and locate wording changes. The LLM reads them in context, distinguishes additions from retained information and explains the implications: channel restocking has been added as a driver, and its persistence has been added to the watch points while raw-material cost monitoring remains. The change log also identifies related client updates and product Q&amp;A that need the same revision. Operations checks the explanation, retains it with V2 and updates the related material. Bosera’s bulk document-revision work provides a reference for extending the approach.</a:t>
            </a:r>
          </a:p>
          <a:p xmlns:a="http://schemas.openxmlformats.org/drawingml/2006/main">
            <a:r>
              <a:t/>
            </a:r>
          </a:p>
          <a:p xmlns:a="http://schemas.openxmlformats.org/drawingml/2006/main">
            <a:r>
              <a:t>Sources:</a:t>
            </a:r>
          </a:p>
          <a:p xmlns:a="http://schemas.openxmlformats.org/drawingml/2006/main">
            <a:r>
              <a:t>FUND-150, pp. 26–28</a:t>
            </a:r>
          </a:p>
          <a:p xmlns:a="http://schemas.openxmlformats.org/drawingml/2006/main">
            <a:r>
              <a:t>https://edc-book.ccf.org.cn/%E3%80%8A2025CCF%E4%BC%81%E4%B8%9A%E6%95%B0%E5%AD%97%E5%8C%96%E5%8F%91%E5%B1%95%E6%8E%A8%E8%8D%90%E6%A1%88%E4%BE%8B%E9%9B%86%E3%80%8B.pdf</a:t>
            </a:r>
          </a:p>
          <a:p xmlns:a="http://schemas.openxmlformats.org/drawingml/2006/main">
            <a:r>
              <a:t>FUND-312, pp. 7</a:t>
            </a:r>
          </a:p>
          <a:p xmlns:a="http://schemas.openxmlformats.org/drawingml/2006/main">
            <a:r>
              <a:t>https://www.amac.org.cn/xwfb/hydt/202601/P020260202337848496316.pdf</a:t>
            </a:r>
          </a:p>
          <a:p xmlns:a="http://schemas.openxmlformats.org/drawingml/2006/main">
            <a:r>
              <a:t>FUND-215, Bulk document revision</a:t>
            </a:r>
          </a:p>
          <a:p xmlns:a="http://schemas.openxmlformats.org/drawingml/2006/main">
            <a:r>
              <a:t>https://finance.sina.com.cn/money/fund/jjh/2026-04-30/doc-inhwfyep1330822.shtml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business team wants to know what changed between two reports, excluding changes to repeated page headers. Developers turn the request into testable requirements, write code to read the files, match paragraphs and report changes, then investigate issues caused by line breaks, page breaks and repeated headers. The work moves repeatedly between the requirement, code and actual execution results. The next slides show how an LLM can support that development process.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 Fund has introduced LLMs into development and testing within its integrated development platform. Invesco Great Wall’s quantitative team uses local models for coding support. The report-comparison example illustrates the collaboration: the developer supplies examples and expected results, the LLM drafts processing code and test cases, and the developer runs the code, checks the result and provides errors for revision. Generated code and tests are working material for the developer to use and improve.</a:t>
            </a:r>
          </a:p>
          <a:p xmlns:a="http://schemas.openxmlformats.org/drawingml/2006/main">
            <a:r>
              <a:t/>
            </a:r>
          </a:p>
          <a:p xmlns:a="http://schemas.openxmlformats.org/drawingml/2006/main">
            <a:r>
              <a:t>Sources:</a:t>
            </a:r>
          </a:p>
          <a:p xmlns:a="http://schemas.openxmlformats.org/drawingml/2006/main">
            <a:r>
              <a:t>FUND-101, pp. 4</a:t>
            </a:r>
          </a:p>
          <a:p xmlns:a="http://schemas.openxmlformats.org/drawingml/2006/main">
            <a:r>
              <a:t>https://www.amac.org.cn/xwfb/hydt/202601/P020260202337815959196.pdf</a:t>
            </a:r>
          </a:p>
          <a:p xmlns:a="http://schemas.openxmlformats.org/drawingml/2006/main">
            <a:r>
              <a:t>FUND-103, Intelligent service platform</a:t>
            </a:r>
          </a:p>
          <a:p xmlns:a="http://schemas.openxmlformats.org/drawingml/2006/main">
            <a:r>
              <a:t>https://gifts.szu.edu.cn/info/1023/1364.htm</a:t>
            </a:r>
          </a:p>
          <a:p xmlns:a="http://schemas.openxmlformats.org/drawingml/2006/main">
            <a:r>
              <a:t>FUND-254, Quantitative team coding support</a:t>
            </a:r>
          </a:p>
          <a:p xmlns:a="http://schemas.openxmlformats.org/drawingml/2006/main">
            <a:r>
              <a:t>https://www.cls.cn/detail/2237261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requirement is to compare reports, ignore repeated page headers and identify changes in the body text. The developer supplies two client-update versions and expected differences. The LLM drafts the code and tests. Execution finds the body-text changes but incorrectly flags header changes. The developer explains that headers should be ignored while genuine content changes must remain. The LLM revises the header filter and adds a regression test. The developer reviews the code, reruns the tests and supplies the tool with a user guide. The test result is illustrative and shows how specific execution feedback helps the model support development.</a:t>
            </a:r>
          </a:p>
          <a:p xmlns:a="http://schemas.openxmlformats.org/drawingml/2006/main">
            <a:r>
              <a:t/>
            </a:r>
          </a:p>
          <a:p xmlns:a="http://schemas.openxmlformats.org/drawingml/2006/main">
            <a:r>
              <a:t>Sources:</a:t>
            </a:r>
          </a:p>
          <a:p xmlns:a="http://schemas.openxmlformats.org/drawingml/2006/main">
            <a:r>
              <a:t>FUND-101, pp. 4</a:t>
            </a:r>
          </a:p>
          <a:p xmlns:a="http://schemas.openxmlformats.org/drawingml/2006/main">
            <a:r>
              <a:t>https://www.amac.org.cn/xwfb/hydt/202601/P020260202337815959196.pdf</a:t>
            </a:r>
          </a:p>
          <a:p xmlns:a="http://schemas.openxmlformats.org/drawingml/2006/main">
            <a:r>
              <a:t>FUND-254, Quantitative team coding support</a:t>
            </a:r>
          </a:p>
          <a:p xmlns:a="http://schemas.openxmlformats.org/drawingml/2006/main">
            <a:r>
              <a:t>https://www.cls.cn/detail/2237261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China Merchants Fund and Ping An Fund use internal knowledge to answer policy, process and operational questions. LLMs retrieve and explain the relevant material. Maxwealth uses models to assess email context and intent and call detection tools for security response. A published China Universal patent proposes using an LLM to identify the fund, period and metric in a business question, with systems retrieving data and algorithms calculating drivers; the model then writes the analysis. In each case, the model interprets content while tools perform specific operations.</a:t>
            </a:r>
          </a:p>
          <a:p xmlns:a="http://schemas.openxmlformats.org/drawingml/2006/main">
            <a:r>
              <a:t/>
            </a:r>
          </a:p>
          <a:p xmlns:a="http://schemas.openxmlformats.org/drawingml/2006/main">
            <a:r>
              <a:t>Sources:</a:t>
            </a:r>
          </a:p>
          <a:p xmlns:a="http://schemas.openxmlformats.org/drawingml/2006/main">
            <a:r>
              <a:t>FUND-351, Digital finance applications</a:t>
            </a:r>
          </a:p>
          <a:p xmlns:a="http://schemas.openxmlformats.org/drawingml/2006/main">
            <a:r>
              <a:t>https://fund.10jqka.com.cn/20251111/c672391490.shtml</a:t>
            </a:r>
          </a:p>
          <a:p xmlns:a="http://schemas.openxmlformats.org/drawingml/2006/main">
            <a:r>
              <a:t>FUND-160, Internal knowledge services</a:t>
            </a:r>
          </a:p>
          <a:p xmlns:a="http://schemas.openxmlformats.org/drawingml/2006/main">
            <a:r>
              <a:t>https://www.cs.com.cn/ssgs/gsxl/202602/t20260206_6537131.html</a:t>
            </a:r>
          </a:p>
          <a:p xmlns:a="http://schemas.openxmlformats.org/drawingml/2006/main">
            <a:r>
              <a:t>FUND-352, pp. 1–2</a:t>
            </a:r>
          </a:p>
          <a:p xmlns:a="http://schemas.openxmlformats.org/drawingml/2006/main">
            <a:r>
              <a:t>https://www.amac.org.cn/xwfb/hydt/202607/P020260701319545695145.pdf</a:t>
            </a:r>
          </a:p>
          <a:p xmlns:a="http://schemas.openxmlformats.org/drawingml/2006/main">
            <a:r>
              <a:t>FUND-227 / CN121958380A, Example 1, steps S1–S4 and report generation</a:t>
            </a:r>
          </a:p>
          <a:p xmlns:a="http://schemas.openxmlformats.org/drawingml/2006/main">
            <a:r>
              <a:t>https://patents.google.com/patent/CN121958380A/zh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seven proposals give each user a concrete result: sourced company analysis, a query and quote summary, a client update, review comments with reasons, a risk assessment and follow-up, a document change log, or code and tests. Research and client communications provide an initial focus. Queries and document workflows can then connect the applications to additional teams and tasks.</a:t>
            </a:r>
          </a:p>
          <a:p xmlns:a="http://schemas.openxmlformats.org/drawingml/2006/main">
            <a:r>
              <a:t/>
            </a:r>
          </a:p>
          <a:p xmlns:a="http://schemas.openxmlformats.org/drawingml/2006/main">
            <a:r>
              <a:t>Sources:</a:t>
            </a:r>
          </a:p>
          <a:p xmlns:a="http://schemas.openxmlformats.org/drawingml/2006/main">
            <a:r>
              <a:t>FUND-300, Source text</a:t>
            </a:r>
          </a:p>
          <a:p xmlns:a="http://schemas.openxmlformats.org/drawingml/2006/main">
            <a:r>
              <a:t>https://www.amac.org.cn/xwfb/hydt/202601/P020260202337562370809.pdf</a:t>
            </a:r>
          </a:p>
          <a:p xmlns:a="http://schemas.openxmlformats.org/drawingml/2006/main">
            <a:r>
              <a:t>FUND-200, Source text</a:t>
            </a:r>
          </a:p>
          <a:p xmlns:a="http://schemas.openxmlformats.org/drawingml/2006/main">
            <a:r>
              <a:t>https://www.amac.org.cn/xwfb/hydt/202601/P020260202337849876845.pdf</a:t>
            </a:r>
          </a:p>
          <a:p xmlns:a="http://schemas.openxmlformats.org/drawingml/2006/main">
            <a:r>
              <a:t>FUND-308, Source text</a:t>
            </a:r>
          </a:p>
          <a:p xmlns:a="http://schemas.openxmlformats.org/drawingml/2006/main">
            <a:r>
              <a:t>https://www.amac.org.cn/xwfb/hydt/202601/P020260202337850951100.pdf</a:t>
            </a:r>
          </a:p>
          <a:p xmlns:a="http://schemas.openxmlformats.org/drawingml/2006/main">
            <a:r>
              <a:t>FUND-220, Source text</a:t>
            </a:r>
          </a:p>
          <a:p xmlns:a="http://schemas.openxmlformats.org/drawingml/2006/main">
            <a:r>
              <a:t>https://www.amac.org.cn/xwfb/hydt/202601/P020260202337837900594.pdf</a:t>
            </a:r>
          </a:p>
          <a:p xmlns:a="http://schemas.openxmlformats.org/drawingml/2006/main">
            <a:r>
              <a:t>FUND-312, Source text</a:t>
            </a:r>
          </a:p>
          <a:p xmlns:a="http://schemas.openxmlformats.org/drawingml/2006/main">
            <a:r>
              <a:t>https://www.amac.org.cn/xwfb/hydt/202601/P020260202337848496316.pdf</a:t>
            </a:r>
          </a:p>
          <a:p xmlns:a="http://schemas.openxmlformats.org/drawingml/2006/main">
            <a:r>
              <a:t>FUND-101, Source text</a:t>
            </a:r>
          </a:p>
          <a:p xmlns:a="http://schemas.openxmlformats.org/drawingml/2006/main">
            <a:r>
              <a:t>https://www.amac.org.cn/xwfb/hydt/202601/P020260202337815959196.pdf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information flow follows Company A. The front office prepares research and quote request material, the middle office monitors events and related exposures, and the back office maintains the associated documents. The second follows the quarterly client update: the front office drafts V1 from existing views, the middle office checks fuller current material and revises it to V2, and the back office explains the differences and updates related documents. The links show information reuse and collaboration across teams.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Employees provide a business question and relevant material. Applications combine LLMs with the tools required for the task. The LLM interprets questions, reads sources, compares explanations and generates text or code. Tools perform queries, calculations and file operations, and execute programs and tests. Shared documents, knowledge bases and business data retain their access rights, references and versions. Qwen and DeepSeek are possible model services to evaluate against the firm’s actual tasks.</a:t>
            </a:r>
          </a:p>
          <a:p xmlns:a="http://schemas.openxmlformats.org/drawingml/2006/main">
            <a:r>
              <a:t/>
            </a:r>
          </a:p>
          <a:p xmlns:a="http://schemas.openxmlformats.org/drawingml/2006/main">
            <a:r>
              <a:t>Sources:</a:t>
            </a:r>
          </a:p>
          <a:p xmlns:a="http://schemas.openxmlformats.org/drawingml/2006/main">
            <a:r>
              <a:t>FUND-300, pp. 5</a:t>
            </a:r>
          </a:p>
          <a:p xmlns:a="http://schemas.openxmlformats.org/drawingml/2006/main">
            <a:r>
              <a:t>https://www.amac.org.cn/xwfb/hydt/202601/P020260202337562370809.pdf</a:t>
            </a:r>
          </a:p>
          <a:p xmlns:a="http://schemas.openxmlformats.org/drawingml/2006/main">
            <a:r>
              <a:t>FUND-200, pp. 4–7</a:t>
            </a:r>
          </a:p>
          <a:p xmlns:a="http://schemas.openxmlformats.org/drawingml/2006/main">
            <a:r>
              <a:t>https://www.amac.org.cn/xwfb/hydt/202601/P020260202337849876845.pdf</a:t>
            </a:r>
          </a:p>
          <a:p xmlns:a="http://schemas.openxmlformats.org/drawingml/2006/main">
            <a:r>
              <a:t>FUND-312, pp. 7</a:t>
            </a:r>
          </a:p>
          <a:p xmlns:a="http://schemas.openxmlformats.org/drawingml/2006/main">
            <a:r>
              <a:t>https://www.amac.org.cn/xwfb/hydt/202601/P020260202337848496316.pdf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Research, sales, compliance and IT can first assemble task examples and source material for research and client-communication applications. Trading, operations and IT can then connect queries and document processing so that the information prepared by the model can be used in subsequent work. Development support and internal services can follow, with clear ownership for maintenance and source updates. Each phase builds on how employees actually use the preceding applications.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 with research and client communications. Compare similar tasks before and after application use, tracking completion time, output adoption, rework and repeat usage. Use the findings to identify whether the issue is missing information, an unsuitable model explanation or an awkward query or file-handling step. Continued use and reduced preparation work provide a practical basis for deciding what to improve and extend.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acac25ae99f434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14dc7a655ad4c5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8daa0790512428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03dc999c686454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64aa2ea94bf4a9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a15d265b63148e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B089FD1-237E-4FFB-9EDC-E99B7E6302B5}"/>
              </a:ext>
            </a:extLst>
          </p:cNvPr>
          <p:cNvSpPr>
            <a:spLocks xmlns:a="http://schemas.openxmlformats.org/drawingml/2006/main" noGrp="1"/>
          </p:cNvSpPr>
          <p:nvPr>
            <p:ph type="title" idx="0"/>
          </p:nvPr>
        </p:nvSpPr>
        <p:spPr>
          <a:xfrm xmlns:a="http://schemas.openxmlformats.org/drawingml/2006/main">
            <a:off x="1524000" y="3238500"/>
            <a:ext cx="12192000" cy="1238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000" b="1">
                <a:solidFill>
                  <a:schemeClr val="tx1"/>
                </a:solidFill>
                <a:latin typeface="+mj-lt"/>
                <a:ea typeface="+mj-lt"/>
                <a:cs typeface="+mj-lt"/>
              </a:defRPr>
            </a:defPPr>
            <a:lvl1pPr marL="0" indent="0" algn="ctr">
              <a:lnSpc>
                <a:spcPct val="110000"/>
              </a:lnSpc>
              <a:spcBef>
                <a:spcPts val="0"/>
              </a:spcBef>
              <a:spcAft>
                <a:spcPts val="0"/>
              </a:spcAft>
              <a:buNone/>
              <a:defRPr sz="6000" b="1">
                <a:solidFill>
                  <a:schemeClr val="tx1"/>
                </a:solidFill>
                <a:latin typeface="+mj-lt"/>
                <a:ea typeface="+mj-lt"/>
                <a:cs typeface="+mj-lt"/>
              </a:defRPr>
            </a:lvl1pPr>
            <a:lvl2pPr marL="0" indent="0" algn="ctr">
              <a:lnSpc>
                <a:spcPct val="110000"/>
              </a:lnSpc>
              <a:spcBef>
                <a:spcPts val="0"/>
              </a:spcBef>
              <a:spcAft>
                <a:spcPts val="0"/>
              </a:spcAft>
              <a:buNone/>
              <a:defRPr sz="6000" b="1">
                <a:solidFill>
                  <a:schemeClr val="tx1"/>
                </a:solidFill>
                <a:latin typeface="+mj-lt"/>
                <a:ea typeface="+mj-lt"/>
                <a:cs typeface="+mj-lt"/>
              </a:defRPr>
            </a:lvl2pPr>
            <a:lvl3pPr marL="0" indent="0" algn="ctr">
              <a:lnSpc>
                <a:spcPct val="110000"/>
              </a:lnSpc>
              <a:spcBef>
                <a:spcPts val="0"/>
              </a:spcBef>
              <a:spcAft>
                <a:spcPts val="0"/>
              </a:spcAft>
              <a:buNone/>
              <a:defRPr sz="6000" b="1">
                <a:solidFill>
                  <a:schemeClr val="tx1"/>
                </a:solidFill>
                <a:latin typeface="+mj-lt"/>
                <a:ea typeface="+mj-lt"/>
                <a:cs typeface="+mj-lt"/>
              </a:defRPr>
            </a:lvl3pPr>
            <a:lvl4pPr marL="0" indent="0" algn="ctr">
              <a:lnSpc>
                <a:spcPct val="110000"/>
              </a:lnSpc>
              <a:spcBef>
                <a:spcPts val="0"/>
              </a:spcBef>
              <a:spcAft>
                <a:spcPts val="0"/>
              </a:spcAft>
              <a:buNone/>
              <a:defRPr sz="6000" b="1">
                <a:solidFill>
                  <a:schemeClr val="tx1"/>
                </a:solidFill>
                <a:latin typeface="+mj-lt"/>
                <a:ea typeface="+mj-lt"/>
                <a:cs typeface="+mj-lt"/>
              </a:defRPr>
            </a:lvl4pPr>
            <a:lvl5pPr marL="0" indent="0" algn="ctr">
              <a:lnSpc>
                <a:spcPct val="110000"/>
              </a:lnSpc>
              <a:spcBef>
                <a:spcPts val="0"/>
              </a:spcBef>
              <a:spcAft>
                <a:spcPts val="0"/>
              </a:spcAft>
              <a:buNone/>
              <a:defRPr sz="6000" b="1">
                <a:solidFill>
                  <a:schemeClr val="tx1"/>
                </a:solidFill>
                <a:latin typeface="+mj-lt"/>
                <a:ea typeface="+mj-lt"/>
                <a:cs typeface="+mj-lt"/>
              </a:defRPr>
            </a:lvl5pPr>
            <a:lvl6pPr marL="0" indent="0" algn="ctr">
              <a:lnSpc>
                <a:spcPct val="110000"/>
              </a:lnSpc>
              <a:spcBef>
                <a:spcPts val="0"/>
              </a:spcBef>
              <a:spcAft>
                <a:spcPts val="0"/>
              </a:spcAft>
              <a:buNone/>
              <a:defRPr sz="6000" b="1">
                <a:solidFill>
                  <a:schemeClr val="tx1"/>
                </a:solidFill>
                <a:latin typeface="+mj-lt"/>
                <a:ea typeface="+mj-lt"/>
                <a:cs typeface="+mj-lt"/>
              </a:defRPr>
            </a:lvl6pPr>
            <a:lvl7pPr marL="0" indent="0" algn="ctr">
              <a:lnSpc>
                <a:spcPct val="110000"/>
              </a:lnSpc>
              <a:spcBef>
                <a:spcPts val="0"/>
              </a:spcBef>
              <a:spcAft>
                <a:spcPts val="0"/>
              </a:spcAft>
              <a:buNone/>
              <a:defRPr sz="6000" b="1">
                <a:solidFill>
                  <a:schemeClr val="tx1"/>
                </a:solidFill>
                <a:latin typeface="+mj-lt"/>
                <a:ea typeface="+mj-lt"/>
                <a:cs typeface="+mj-lt"/>
              </a:defRPr>
            </a:lvl7pPr>
            <a:lvl8pPr marL="0" indent="0" algn="ctr">
              <a:lnSpc>
                <a:spcPct val="110000"/>
              </a:lnSpc>
              <a:spcBef>
                <a:spcPts val="0"/>
              </a:spcBef>
              <a:spcAft>
                <a:spcPts val="0"/>
              </a:spcAft>
              <a:buNone/>
              <a:defRPr sz="6000" b="1">
                <a:solidFill>
                  <a:schemeClr val="tx1"/>
                </a:solidFill>
                <a:latin typeface="+mj-lt"/>
                <a:ea typeface="+mj-lt"/>
                <a:cs typeface="+mj-lt"/>
              </a:defRPr>
            </a:lvl8pPr>
            <a:lvl9pPr marL="0" indent="0" algn="ctr">
              <a:lnSpc>
                <a:spcPct val="110000"/>
              </a:lnSpc>
              <a:spcBef>
                <a:spcPts val="0"/>
              </a:spcBef>
              <a:spcAft>
                <a:spcPts val="0"/>
              </a:spcAft>
              <a:buNone/>
              <a:defRPr sz="60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22F6503-E025-46AB-BFDE-DC6F30F8A821}"/>
              </a:ext>
            </a:extLst>
          </p:cNvPr>
          <p:cNvSpPr>
            <a:spLocks xmlns:a="http://schemas.openxmlformats.org/drawingml/2006/main" noGrp="1"/>
          </p:cNvSpPr>
          <p:nvPr>
            <p:ph type="subTitle" idx="1"/>
          </p:nvPr>
        </p:nvSpPr>
        <p:spPr>
          <a:xfrm xmlns:a="http://schemas.openxmlformats.org/drawingml/2006/main">
            <a:off x="2286000" y="4714875"/>
            <a:ext cx="10668000" cy="952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625" b="0">
                <a:solidFill>
                  <a:schemeClr val="tx1"/>
                </a:solidFill>
                <a:latin typeface="+mn-lt"/>
                <a:ea typeface="+mn-lt"/>
                <a:cs typeface="+mn-lt"/>
              </a:defRPr>
            </a:defPPr>
            <a:lvl1pPr marL="0" indent="0" algn="ctr">
              <a:lnSpc>
                <a:spcPct val="110000"/>
              </a:lnSpc>
              <a:spcBef>
                <a:spcPts val="0"/>
              </a:spcBef>
              <a:spcAft>
                <a:spcPts val="0"/>
              </a:spcAft>
              <a:buNone/>
              <a:defRPr sz="2625" b="0">
                <a:solidFill>
                  <a:schemeClr val="tx1"/>
                </a:solidFill>
                <a:latin typeface="+mn-lt"/>
                <a:ea typeface="+mn-lt"/>
                <a:cs typeface="+mn-lt"/>
              </a:defRPr>
            </a:lvl1pPr>
            <a:lvl2pPr marL="0" indent="0" algn="ctr">
              <a:lnSpc>
                <a:spcPct val="110000"/>
              </a:lnSpc>
              <a:spcBef>
                <a:spcPts val="0"/>
              </a:spcBef>
              <a:spcAft>
                <a:spcPts val="0"/>
              </a:spcAft>
              <a:buNone/>
              <a:defRPr sz="2625" b="0">
                <a:solidFill>
                  <a:schemeClr val="tx1"/>
                </a:solidFill>
                <a:latin typeface="+mn-lt"/>
                <a:ea typeface="+mn-lt"/>
                <a:cs typeface="+mn-lt"/>
              </a:defRPr>
            </a:lvl2pPr>
            <a:lvl3pPr marL="0" indent="0" algn="ctr">
              <a:lnSpc>
                <a:spcPct val="110000"/>
              </a:lnSpc>
              <a:spcBef>
                <a:spcPts val="0"/>
              </a:spcBef>
              <a:spcAft>
                <a:spcPts val="0"/>
              </a:spcAft>
              <a:buNone/>
              <a:defRPr sz="2625" b="0">
                <a:solidFill>
                  <a:schemeClr val="tx1"/>
                </a:solidFill>
                <a:latin typeface="+mn-lt"/>
                <a:ea typeface="+mn-lt"/>
                <a:cs typeface="+mn-lt"/>
              </a:defRPr>
            </a:lvl3pPr>
            <a:lvl4pPr marL="0" indent="0" algn="ctr">
              <a:lnSpc>
                <a:spcPct val="110000"/>
              </a:lnSpc>
              <a:spcBef>
                <a:spcPts val="0"/>
              </a:spcBef>
              <a:spcAft>
                <a:spcPts val="0"/>
              </a:spcAft>
              <a:buNone/>
              <a:defRPr sz="2625" b="0">
                <a:solidFill>
                  <a:schemeClr val="tx1"/>
                </a:solidFill>
                <a:latin typeface="+mn-lt"/>
                <a:ea typeface="+mn-lt"/>
                <a:cs typeface="+mn-lt"/>
              </a:defRPr>
            </a:lvl4pPr>
            <a:lvl5pPr marL="0" indent="0" algn="ctr">
              <a:lnSpc>
                <a:spcPct val="110000"/>
              </a:lnSpc>
              <a:spcBef>
                <a:spcPts val="0"/>
              </a:spcBef>
              <a:spcAft>
                <a:spcPts val="0"/>
              </a:spcAft>
              <a:buNone/>
              <a:defRPr sz="2625" b="0">
                <a:solidFill>
                  <a:schemeClr val="tx1"/>
                </a:solidFill>
                <a:latin typeface="+mn-lt"/>
                <a:ea typeface="+mn-lt"/>
                <a:cs typeface="+mn-lt"/>
              </a:defRPr>
            </a:lvl5pPr>
            <a:lvl6pPr marL="0" indent="0" algn="ctr">
              <a:lnSpc>
                <a:spcPct val="110000"/>
              </a:lnSpc>
              <a:spcBef>
                <a:spcPts val="0"/>
              </a:spcBef>
              <a:spcAft>
                <a:spcPts val="0"/>
              </a:spcAft>
              <a:buNone/>
              <a:defRPr sz="2625" b="0">
                <a:solidFill>
                  <a:schemeClr val="tx1"/>
                </a:solidFill>
                <a:latin typeface="+mn-lt"/>
                <a:ea typeface="+mn-lt"/>
                <a:cs typeface="+mn-lt"/>
              </a:defRPr>
            </a:lvl6pPr>
            <a:lvl7pPr marL="0" indent="0" algn="ctr">
              <a:lnSpc>
                <a:spcPct val="110000"/>
              </a:lnSpc>
              <a:spcBef>
                <a:spcPts val="0"/>
              </a:spcBef>
              <a:spcAft>
                <a:spcPts val="0"/>
              </a:spcAft>
              <a:buNone/>
              <a:defRPr sz="2625" b="0">
                <a:solidFill>
                  <a:schemeClr val="tx1"/>
                </a:solidFill>
                <a:latin typeface="+mn-lt"/>
                <a:ea typeface="+mn-lt"/>
                <a:cs typeface="+mn-lt"/>
              </a:defRPr>
            </a:lvl7pPr>
            <a:lvl8pPr marL="0" indent="0" algn="ctr">
              <a:lnSpc>
                <a:spcPct val="110000"/>
              </a:lnSpc>
              <a:spcBef>
                <a:spcPts val="0"/>
              </a:spcBef>
              <a:spcAft>
                <a:spcPts val="0"/>
              </a:spcAft>
              <a:buNone/>
              <a:defRPr sz="2625" b="0">
                <a:solidFill>
                  <a:schemeClr val="tx1"/>
                </a:solidFill>
                <a:latin typeface="+mn-lt"/>
                <a:ea typeface="+mn-lt"/>
                <a:cs typeface="+mn-lt"/>
              </a:defRPr>
            </a:lvl8pPr>
            <a:lvl9pPr marL="0" indent="0" algn="ctr">
              <a:lnSpc>
                <a:spcPct val="110000"/>
              </a:lnSpc>
              <a:spcBef>
                <a:spcPts val="0"/>
              </a:spcBef>
              <a:spcAft>
                <a:spcPts val="0"/>
              </a:spcAft>
              <a:buNone/>
              <a:defRPr sz="2625"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9ADE691-D2D0-4FD3-B05C-EB229AD38081}"/>
              </a:ext>
            </a:extLst>
          </p:cNvPr>
          <p:cNvSpPr>
            <a:spLocks xmlns:a="http://schemas.openxmlformats.org/drawingml/2006/main" noGrp="1"/>
          </p:cNvSpPr>
          <p:nvPr>
            <p:ph type="title" idx="0"/>
          </p:nvPr>
        </p:nvSpPr>
        <p:spPr>
          <a:xfrm xmlns:a="http://schemas.openxmlformats.org/drawingml/2006/main">
            <a:off x="1524000" y="3571875"/>
            <a:ext cx="12192000" cy="1428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250" b="1">
                <a:solidFill>
                  <a:schemeClr val="tx1"/>
                </a:solidFill>
                <a:latin typeface="+mj-lt"/>
                <a:ea typeface="+mj-lt"/>
                <a:cs typeface="+mj-lt"/>
              </a:defRPr>
            </a:defPPr>
            <a:lvl1pPr marL="0" indent="0" algn="ctr">
              <a:lnSpc>
                <a:spcPct val="110000"/>
              </a:lnSpc>
              <a:spcBef>
                <a:spcPts val="0"/>
              </a:spcBef>
              <a:spcAft>
                <a:spcPts val="0"/>
              </a:spcAft>
              <a:buNone/>
              <a:defRPr sz="5250" b="1">
                <a:solidFill>
                  <a:schemeClr val="tx1"/>
                </a:solidFill>
                <a:latin typeface="+mj-lt"/>
                <a:ea typeface="+mj-lt"/>
                <a:cs typeface="+mj-lt"/>
              </a:defRPr>
            </a:lvl1pPr>
            <a:lvl2pPr marL="0" indent="0" algn="ctr">
              <a:lnSpc>
                <a:spcPct val="110000"/>
              </a:lnSpc>
              <a:spcBef>
                <a:spcPts val="0"/>
              </a:spcBef>
              <a:spcAft>
                <a:spcPts val="0"/>
              </a:spcAft>
              <a:buNone/>
              <a:defRPr sz="5250" b="1">
                <a:solidFill>
                  <a:schemeClr val="tx1"/>
                </a:solidFill>
                <a:latin typeface="+mj-lt"/>
                <a:ea typeface="+mj-lt"/>
                <a:cs typeface="+mj-lt"/>
              </a:defRPr>
            </a:lvl2pPr>
            <a:lvl3pPr marL="0" indent="0" algn="ctr">
              <a:lnSpc>
                <a:spcPct val="110000"/>
              </a:lnSpc>
              <a:spcBef>
                <a:spcPts val="0"/>
              </a:spcBef>
              <a:spcAft>
                <a:spcPts val="0"/>
              </a:spcAft>
              <a:buNone/>
              <a:defRPr sz="5250" b="1">
                <a:solidFill>
                  <a:schemeClr val="tx1"/>
                </a:solidFill>
                <a:latin typeface="+mj-lt"/>
                <a:ea typeface="+mj-lt"/>
                <a:cs typeface="+mj-lt"/>
              </a:defRPr>
            </a:lvl3pPr>
            <a:lvl4pPr marL="0" indent="0" algn="ctr">
              <a:lnSpc>
                <a:spcPct val="110000"/>
              </a:lnSpc>
              <a:spcBef>
                <a:spcPts val="0"/>
              </a:spcBef>
              <a:spcAft>
                <a:spcPts val="0"/>
              </a:spcAft>
              <a:buNone/>
              <a:defRPr sz="5250" b="1">
                <a:solidFill>
                  <a:schemeClr val="tx1"/>
                </a:solidFill>
                <a:latin typeface="+mj-lt"/>
                <a:ea typeface="+mj-lt"/>
                <a:cs typeface="+mj-lt"/>
              </a:defRPr>
            </a:lvl4pPr>
            <a:lvl5pPr marL="0" indent="0" algn="ctr">
              <a:lnSpc>
                <a:spcPct val="110000"/>
              </a:lnSpc>
              <a:spcBef>
                <a:spcPts val="0"/>
              </a:spcBef>
              <a:spcAft>
                <a:spcPts val="0"/>
              </a:spcAft>
              <a:buNone/>
              <a:defRPr sz="5250" b="1">
                <a:solidFill>
                  <a:schemeClr val="tx1"/>
                </a:solidFill>
                <a:latin typeface="+mj-lt"/>
                <a:ea typeface="+mj-lt"/>
                <a:cs typeface="+mj-lt"/>
              </a:defRPr>
            </a:lvl5pPr>
            <a:lvl6pPr marL="0" indent="0" algn="ctr">
              <a:lnSpc>
                <a:spcPct val="110000"/>
              </a:lnSpc>
              <a:spcBef>
                <a:spcPts val="0"/>
              </a:spcBef>
              <a:spcAft>
                <a:spcPts val="0"/>
              </a:spcAft>
              <a:buNone/>
              <a:defRPr sz="5250" b="1">
                <a:solidFill>
                  <a:schemeClr val="tx1"/>
                </a:solidFill>
                <a:latin typeface="+mj-lt"/>
                <a:ea typeface="+mj-lt"/>
                <a:cs typeface="+mj-lt"/>
              </a:defRPr>
            </a:lvl6pPr>
            <a:lvl7pPr marL="0" indent="0" algn="ctr">
              <a:lnSpc>
                <a:spcPct val="110000"/>
              </a:lnSpc>
              <a:spcBef>
                <a:spcPts val="0"/>
              </a:spcBef>
              <a:spcAft>
                <a:spcPts val="0"/>
              </a:spcAft>
              <a:buNone/>
              <a:defRPr sz="5250" b="1">
                <a:solidFill>
                  <a:schemeClr val="tx1"/>
                </a:solidFill>
                <a:latin typeface="+mj-lt"/>
                <a:ea typeface="+mj-lt"/>
                <a:cs typeface="+mj-lt"/>
              </a:defRPr>
            </a:lvl7pPr>
            <a:lvl8pPr marL="0" indent="0" algn="ctr">
              <a:lnSpc>
                <a:spcPct val="110000"/>
              </a:lnSpc>
              <a:spcBef>
                <a:spcPts val="0"/>
              </a:spcBef>
              <a:spcAft>
                <a:spcPts val="0"/>
              </a:spcAft>
              <a:buNone/>
              <a:defRPr sz="5250" b="1">
                <a:solidFill>
                  <a:schemeClr val="tx1"/>
                </a:solidFill>
                <a:latin typeface="+mj-lt"/>
                <a:ea typeface="+mj-lt"/>
                <a:cs typeface="+mj-lt"/>
              </a:defRPr>
            </a:lvl8pPr>
            <a:lvl9pPr marL="0" indent="0" algn="ctr">
              <a:lnSpc>
                <a:spcPct val="110000"/>
              </a:lnSpc>
              <a:spcBef>
                <a:spcPts val="0"/>
              </a:spcBef>
              <a:spcAft>
                <a:spcPts val="0"/>
              </a:spcAft>
              <a:buNone/>
              <a:defRPr sz="525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44C735F-302C-4064-B236-46E3F9B75577}"/>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C16C8DD-22A9-489C-89E9-1820486920EC}"/>
              </a:ext>
            </a:extLst>
          </p:cNvPr>
          <p:cNvSpPr>
            <a:spLocks xmlns:a="http://schemas.openxmlformats.org/drawingml/2006/main" noGrp="1"/>
          </p:cNvSpPr>
          <p:nvPr>
            <p:ph type="body" idx="1"/>
          </p:nvPr>
        </p:nvSpPr>
        <p:spPr>
          <a:xfrm xmlns:a="http://schemas.openxmlformats.org/drawingml/2006/main">
            <a:off x="857250" y="2381250"/>
            <a:ext cx="13525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gn="l">
              <a:lnSpc>
                <a:spcPct val="110000"/>
              </a:lnSpc>
              <a:spcBef>
                <a:spcPts val="0"/>
              </a:spcBef>
              <a:spcAft>
                <a:spcPts val="1500"/>
              </a:spcAft>
              <a:buChar char="•"/>
              <a:defRPr sz="2813" b="0">
                <a:solidFill>
                  <a:schemeClr val="tx1"/>
                </a:solidFill>
                <a:latin typeface="+mn-lt"/>
                <a:ea typeface="+mn-lt"/>
                <a:cs typeface="+mn-lt"/>
              </a:defRPr>
            </a:lvl1pPr>
            <a:lvl2pPr marL="666750" indent="-285750" algn="l">
              <a:lnSpc>
                <a:spcPct val="110000"/>
              </a:lnSpc>
              <a:spcBef>
                <a:spcPts val="0"/>
              </a:spcBef>
              <a:spcAft>
                <a:spcPts val="1500"/>
              </a:spcAft>
              <a:buChar char="•"/>
              <a:defRPr sz="2813" b="0">
                <a:solidFill>
                  <a:schemeClr val="tx1"/>
                </a:solidFill>
                <a:latin typeface="+mn-lt"/>
                <a:ea typeface="+mn-lt"/>
                <a:cs typeface="+mn-lt"/>
              </a:defRPr>
            </a:lvl2pPr>
            <a:lvl3pPr marL="1047750" indent="-285750" algn="l">
              <a:lnSpc>
                <a:spcPct val="110000"/>
              </a:lnSpc>
              <a:spcBef>
                <a:spcPts val="0"/>
              </a:spcBef>
              <a:spcAft>
                <a:spcPts val="1500"/>
              </a:spcAft>
              <a:buChar char="•"/>
              <a:defRPr sz="2813" b="0">
                <a:solidFill>
                  <a:schemeClr val="tx1"/>
                </a:solidFill>
                <a:latin typeface="+mn-lt"/>
                <a:ea typeface="+mn-lt"/>
                <a:cs typeface="+mn-lt"/>
              </a:defRPr>
            </a:lvl3pPr>
            <a:lvl4pPr marL="1428750" indent="-285750" algn="l">
              <a:lnSpc>
                <a:spcPct val="110000"/>
              </a:lnSpc>
              <a:spcBef>
                <a:spcPts val="0"/>
              </a:spcBef>
              <a:spcAft>
                <a:spcPts val="1500"/>
              </a:spcAft>
              <a:buChar char="•"/>
              <a:defRPr sz="2813" b="0">
                <a:solidFill>
                  <a:schemeClr val="tx1"/>
                </a:solidFill>
                <a:latin typeface="+mn-lt"/>
                <a:ea typeface="+mn-lt"/>
                <a:cs typeface="+mn-lt"/>
              </a:defRPr>
            </a:lvl4pPr>
            <a:lvl5pPr marL="1809750" indent="-285750" algn="l">
              <a:lnSpc>
                <a:spcPct val="110000"/>
              </a:lnSpc>
              <a:spcBef>
                <a:spcPts val="0"/>
              </a:spcBef>
              <a:spcAft>
                <a:spcPts val="1500"/>
              </a:spcAft>
              <a:buChar char="•"/>
              <a:defRPr sz="2813" b="0">
                <a:solidFill>
                  <a:schemeClr val="tx1"/>
                </a:solidFill>
                <a:latin typeface="+mn-lt"/>
                <a:ea typeface="+mn-lt"/>
                <a:cs typeface="+mn-lt"/>
              </a:defRPr>
            </a:lvl5pPr>
            <a:lvl6pPr marL="2190750" indent="-285750" algn="l">
              <a:lnSpc>
                <a:spcPct val="110000"/>
              </a:lnSpc>
              <a:spcBef>
                <a:spcPts val="0"/>
              </a:spcBef>
              <a:spcAft>
                <a:spcPts val="1500"/>
              </a:spcAft>
              <a:buChar char="•"/>
              <a:defRPr sz="2813" b="0">
                <a:solidFill>
                  <a:schemeClr val="tx1"/>
                </a:solidFill>
                <a:latin typeface="+mn-lt"/>
                <a:ea typeface="+mn-lt"/>
                <a:cs typeface="+mn-lt"/>
              </a:defRPr>
            </a:lvl6pPr>
            <a:lvl7pPr marL="2571750" indent="-285750" algn="l">
              <a:lnSpc>
                <a:spcPct val="110000"/>
              </a:lnSpc>
              <a:spcBef>
                <a:spcPts val="0"/>
              </a:spcBef>
              <a:spcAft>
                <a:spcPts val="1500"/>
              </a:spcAft>
              <a:buChar char="•"/>
              <a:defRPr sz="2813" b="0">
                <a:solidFill>
                  <a:schemeClr val="tx1"/>
                </a:solidFill>
                <a:latin typeface="+mn-lt"/>
                <a:ea typeface="+mn-lt"/>
                <a:cs typeface="+mn-lt"/>
              </a:defRPr>
            </a:lvl7pPr>
            <a:lvl8pPr marL="2952750" indent="-285750" algn="l">
              <a:lnSpc>
                <a:spcPct val="110000"/>
              </a:lnSpc>
              <a:spcBef>
                <a:spcPts val="0"/>
              </a:spcBef>
              <a:spcAft>
                <a:spcPts val="1500"/>
              </a:spcAft>
              <a:buChar char="•"/>
              <a:defRPr sz="2813" b="0">
                <a:solidFill>
                  <a:schemeClr val="tx1"/>
                </a:solidFill>
                <a:latin typeface="+mn-lt"/>
                <a:ea typeface="+mn-lt"/>
                <a:cs typeface="+mn-lt"/>
              </a:defRPr>
            </a:lvl8pPr>
            <a:lvl9pPr marL="3333750" indent="-285750" algn="l">
              <a:lnSpc>
                <a:spcPct val="110000"/>
              </a:lnSpc>
              <a:spcBef>
                <a:spcPts val="0"/>
              </a:spcBef>
              <a:spcAft>
                <a:spcPts val="1500"/>
              </a:spcAft>
              <a:buChar char="•"/>
              <a:defRPr sz="2813"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8200D55-E0D9-47D5-97BF-798F2EA15054}"/>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543AEA6-B25A-4B46-84AC-722E354ED8F4}"/>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gn="l">
              <a:lnSpc>
                <a:spcPct val="110000"/>
              </a:lnSpc>
              <a:spcBef>
                <a:spcPts val="0"/>
              </a:spcBef>
              <a:spcAft>
                <a:spcPts val="1500"/>
              </a:spcAft>
              <a:buChar char="•"/>
              <a:defRPr sz="2625" b="0">
                <a:solidFill>
                  <a:schemeClr val="tx1"/>
                </a:solidFill>
                <a:latin typeface="+mn-lt"/>
                <a:ea typeface="+mn-lt"/>
                <a:cs typeface="+mn-lt"/>
              </a:defRPr>
            </a:lvl1pPr>
            <a:lvl2pPr marL="666750" indent="-285750" algn="l">
              <a:lnSpc>
                <a:spcPct val="110000"/>
              </a:lnSpc>
              <a:spcBef>
                <a:spcPts val="0"/>
              </a:spcBef>
              <a:spcAft>
                <a:spcPts val="1500"/>
              </a:spcAft>
              <a:buChar char="•"/>
              <a:defRPr sz="2625" b="0">
                <a:solidFill>
                  <a:schemeClr val="tx1"/>
                </a:solidFill>
                <a:latin typeface="+mn-lt"/>
                <a:ea typeface="+mn-lt"/>
                <a:cs typeface="+mn-lt"/>
              </a:defRPr>
            </a:lvl2pPr>
            <a:lvl3pPr marL="1047750" indent="-285750" algn="l">
              <a:lnSpc>
                <a:spcPct val="110000"/>
              </a:lnSpc>
              <a:spcBef>
                <a:spcPts val="0"/>
              </a:spcBef>
              <a:spcAft>
                <a:spcPts val="1500"/>
              </a:spcAft>
              <a:buChar char="•"/>
              <a:defRPr sz="2625" b="0">
                <a:solidFill>
                  <a:schemeClr val="tx1"/>
                </a:solidFill>
                <a:latin typeface="+mn-lt"/>
                <a:ea typeface="+mn-lt"/>
                <a:cs typeface="+mn-lt"/>
              </a:defRPr>
            </a:lvl3pPr>
            <a:lvl4pPr marL="1428750" indent="-285750" algn="l">
              <a:lnSpc>
                <a:spcPct val="110000"/>
              </a:lnSpc>
              <a:spcBef>
                <a:spcPts val="0"/>
              </a:spcBef>
              <a:spcAft>
                <a:spcPts val="1500"/>
              </a:spcAft>
              <a:buChar char="•"/>
              <a:defRPr sz="2625" b="0">
                <a:solidFill>
                  <a:schemeClr val="tx1"/>
                </a:solidFill>
                <a:latin typeface="+mn-lt"/>
                <a:ea typeface="+mn-lt"/>
                <a:cs typeface="+mn-lt"/>
              </a:defRPr>
            </a:lvl4pPr>
            <a:lvl5pPr marL="1809750" indent="-285750" algn="l">
              <a:lnSpc>
                <a:spcPct val="110000"/>
              </a:lnSpc>
              <a:spcBef>
                <a:spcPts val="0"/>
              </a:spcBef>
              <a:spcAft>
                <a:spcPts val="1500"/>
              </a:spcAft>
              <a:buChar char="•"/>
              <a:defRPr sz="2625" b="0">
                <a:solidFill>
                  <a:schemeClr val="tx1"/>
                </a:solidFill>
                <a:latin typeface="+mn-lt"/>
                <a:ea typeface="+mn-lt"/>
                <a:cs typeface="+mn-lt"/>
              </a:defRPr>
            </a:lvl5pPr>
            <a:lvl6pPr marL="2190750" indent="-285750" algn="l">
              <a:lnSpc>
                <a:spcPct val="110000"/>
              </a:lnSpc>
              <a:spcBef>
                <a:spcPts val="0"/>
              </a:spcBef>
              <a:spcAft>
                <a:spcPts val="1500"/>
              </a:spcAft>
              <a:buChar char="•"/>
              <a:defRPr sz="2625" b="0">
                <a:solidFill>
                  <a:schemeClr val="tx1"/>
                </a:solidFill>
                <a:latin typeface="+mn-lt"/>
                <a:ea typeface="+mn-lt"/>
                <a:cs typeface="+mn-lt"/>
              </a:defRPr>
            </a:lvl6pPr>
            <a:lvl7pPr marL="2571750" indent="-285750" algn="l">
              <a:lnSpc>
                <a:spcPct val="110000"/>
              </a:lnSpc>
              <a:spcBef>
                <a:spcPts val="0"/>
              </a:spcBef>
              <a:spcAft>
                <a:spcPts val="1500"/>
              </a:spcAft>
              <a:buChar char="•"/>
              <a:defRPr sz="2625" b="0">
                <a:solidFill>
                  <a:schemeClr val="tx1"/>
                </a:solidFill>
                <a:latin typeface="+mn-lt"/>
                <a:ea typeface="+mn-lt"/>
                <a:cs typeface="+mn-lt"/>
              </a:defRPr>
            </a:lvl7pPr>
            <a:lvl8pPr marL="2952750" indent="-285750" algn="l">
              <a:lnSpc>
                <a:spcPct val="110000"/>
              </a:lnSpc>
              <a:spcBef>
                <a:spcPts val="0"/>
              </a:spcBef>
              <a:spcAft>
                <a:spcPts val="1500"/>
              </a:spcAft>
              <a:buChar char="•"/>
              <a:defRPr sz="2625" b="0">
                <a:solidFill>
                  <a:schemeClr val="tx1"/>
                </a:solidFill>
                <a:latin typeface="+mn-lt"/>
                <a:ea typeface="+mn-lt"/>
                <a:cs typeface="+mn-lt"/>
              </a:defRPr>
            </a:lvl8pPr>
            <a:lvl9pPr marL="3333750" indent="-285750" algn="l">
              <a:lnSpc>
                <a:spcPct val="110000"/>
              </a:lnSpc>
              <a:spcBef>
                <a:spcPts val="0"/>
              </a:spcBef>
              <a:spcAft>
                <a:spcPts val="1500"/>
              </a:spcAft>
              <a:buChar char="•"/>
              <a:defRPr sz="2625"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64DCACC-44BB-4C20-8BB2-5D1993701440}"/>
              </a:ext>
            </a:extLst>
          </p:cNvPr>
          <p:cNvSpPr>
            <a:spLocks xmlns:a="http://schemas.openxmlformats.org/drawingml/2006/main" noGrp="1"/>
          </p:cNvSpPr>
          <p:nvPr>
            <p:ph type="body" idx="2"/>
          </p:nvPr>
        </p:nvSpPr>
        <p:spPr>
          <a:xfrm xmlns:a="http://schemas.openxmlformats.org/drawingml/2006/main">
            <a:off x="8096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gn="l">
              <a:lnSpc>
                <a:spcPct val="110000"/>
              </a:lnSpc>
              <a:spcBef>
                <a:spcPts val="0"/>
              </a:spcBef>
              <a:spcAft>
                <a:spcPts val="1500"/>
              </a:spcAft>
              <a:buChar char="•"/>
              <a:defRPr sz="2625" b="0">
                <a:solidFill>
                  <a:schemeClr val="tx1"/>
                </a:solidFill>
                <a:latin typeface="+mn-lt"/>
                <a:ea typeface="+mn-lt"/>
                <a:cs typeface="+mn-lt"/>
              </a:defRPr>
            </a:lvl1pPr>
            <a:lvl2pPr marL="666750" indent="-285750" algn="l">
              <a:lnSpc>
                <a:spcPct val="110000"/>
              </a:lnSpc>
              <a:spcBef>
                <a:spcPts val="0"/>
              </a:spcBef>
              <a:spcAft>
                <a:spcPts val="1500"/>
              </a:spcAft>
              <a:buChar char="•"/>
              <a:defRPr sz="2625" b="0">
                <a:solidFill>
                  <a:schemeClr val="tx1"/>
                </a:solidFill>
                <a:latin typeface="+mn-lt"/>
                <a:ea typeface="+mn-lt"/>
                <a:cs typeface="+mn-lt"/>
              </a:defRPr>
            </a:lvl2pPr>
            <a:lvl3pPr marL="1047750" indent="-285750" algn="l">
              <a:lnSpc>
                <a:spcPct val="110000"/>
              </a:lnSpc>
              <a:spcBef>
                <a:spcPts val="0"/>
              </a:spcBef>
              <a:spcAft>
                <a:spcPts val="1500"/>
              </a:spcAft>
              <a:buChar char="•"/>
              <a:defRPr sz="2625" b="0">
                <a:solidFill>
                  <a:schemeClr val="tx1"/>
                </a:solidFill>
                <a:latin typeface="+mn-lt"/>
                <a:ea typeface="+mn-lt"/>
                <a:cs typeface="+mn-lt"/>
              </a:defRPr>
            </a:lvl3pPr>
            <a:lvl4pPr marL="1428750" indent="-285750" algn="l">
              <a:lnSpc>
                <a:spcPct val="110000"/>
              </a:lnSpc>
              <a:spcBef>
                <a:spcPts val="0"/>
              </a:spcBef>
              <a:spcAft>
                <a:spcPts val="1500"/>
              </a:spcAft>
              <a:buChar char="•"/>
              <a:defRPr sz="2625" b="0">
                <a:solidFill>
                  <a:schemeClr val="tx1"/>
                </a:solidFill>
                <a:latin typeface="+mn-lt"/>
                <a:ea typeface="+mn-lt"/>
                <a:cs typeface="+mn-lt"/>
              </a:defRPr>
            </a:lvl4pPr>
            <a:lvl5pPr marL="1809750" indent="-285750" algn="l">
              <a:lnSpc>
                <a:spcPct val="110000"/>
              </a:lnSpc>
              <a:spcBef>
                <a:spcPts val="0"/>
              </a:spcBef>
              <a:spcAft>
                <a:spcPts val="1500"/>
              </a:spcAft>
              <a:buChar char="•"/>
              <a:defRPr sz="2625" b="0">
                <a:solidFill>
                  <a:schemeClr val="tx1"/>
                </a:solidFill>
                <a:latin typeface="+mn-lt"/>
                <a:ea typeface="+mn-lt"/>
                <a:cs typeface="+mn-lt"/>
              </a:defRPr>
            </a:lvl5pPr>
            <a:lvl6pPr marL="2190750" indent="-285750" algn="l">
              <a:lnSpc>
                <a:spcPct val="110000"/>
              </a:lnSpc>
              <a:spcBef>
                <a:spcPts val="0"/>
              </a:spcBef>
              <a:spcAft>
                <a:spcPts val="1500"/>
              </a:spcAft>
              <a:buChar char="•"/>
              <a:defRPr sz="2625" b="0">
                <a:solidFill>
                  <a:schemeClr val="tx1"/>
                </a:solidFill>
                <a:latin typeface="+mn-lt"/>
                <a:ea typeface="+mn-lt"/>
                <a:cs typeface="+mn-lt"/>
              </a:defRPr>
            </a:lvl6pPr>
            <a:lvl7pPr marL="2571750" indent="-285750" algn="l">
              <a:lnSpc>
                <a:spcPct val="110000"/>
              </a:lnSpc>
              <a:spcBef>
                <a:spcPts val="0"/>
              </a:spcBef>
              <a:spcAft>
                <a:spcPts val="1500"/>
              </a:spcAft>
              <a:buChar char="•"/>
              <a:defRPr sz="2625" b="0">
                <a:solidFill>
                  <a:schemeClr val="tx1"/>
                </a:solidFill>
                <a:latin typeface="+mn-lt"/>
                <a:ea typeface="+mn-lt"/>
                <a:cs typeface="+mn-lt"/>
              </a:defRPr>
            </a:lvl7pPr>
            <a:lvl8pPr marL="2952750" indent="-285750" algn="l">
              <a:lnSpc>
                <a:spcPct val="110000"/>
              </a:lnSpc>
              <a:spcBef>
                <a:spcPts val="0"/>
              </a:spcBef>
              <a:spcAft>
                <a:spcPts val="1500"/>
              </a:spcAft>
              <a:buChar char="•"/>
              <a:defRPr sz="2625" b="0">
                <a:solidFill>
                  <a:schemeClr val="tx1"/>
                </a:solidFill>
                <a:latin typeface="+mn-lt"/>
                <a:ea typeface="+mn-lt"/>
                <a:cs typeface="+mn-lt"/>
              </a:defRPr>
            </a:lvl8pPr>
            <a:lvl9pPr marL="3333750" indent="-285750" algn="l">
              <a:lnSpc>
                <a:spcPct val="110000"/>
              </a:lnSpc>
              <a:spcBef>
                <a:spcPts val="0"/>
              </a:spcBef>
              <a:spcAft>
                <a:spcPts val="1500"/>
              </a:spcAft>
              <a:buChar char="•"/>
              <a:defRPr sz="2625"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5187A7E-8B85-4D8C-A05C-64DD0F6A7BDF}"/>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A72F7AB-EA61-4AF7-9DD5-24531A561952}"/>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gn="l">
              <a:lnSpc>
                <a:spcPct val="110000"/>
              </a:lnSpc>
              <a:spcBef>
                <a:spcPts val="0"/>
              </a:spcBef>
              <a:spcAft>
                <a:spcPts val="1500"/>
              </a:spcAft>
              <a:buChar char="•"/>
              <a:defRPr sz="2813" b="0">
                <a:solidFill>
                  <a:schemeClr val="tx1"/>
                </a:solidFill>
                <a:latin typeface="+mn-lt"/>
                <a:ea typeface="+mn-lt"/>
                <a:cs typeface="+mn-lt"/>
              </a:defRPr>
            </a:lvl1pPr>
            <a:lvl2pPr marL="666750" indent="-285750" algn="l">
              <a:lnSpc>
                <a:spcPct val="110000"/>
              </a:lnSpc>
              <a:spcBef>
                <a:spcPts val="0"/>
              </a:spcBef>
              <a:spcAft>
                <a:spcPts val="1500"/>
              </a:spcAft>
              <a:buChar char="•"/>
              <a:defRPr sz="2813" b="0">
                <a:solidFill>
                  <a:schemeClr val="tx1"/>
                </a:solidFill>
                <a:latin typeface="+mn-lt"/>
                <a:ea typeface="+mn-lt"/>
                <a:cs typeface="+mn-lt"/>
              </a:defRPr>
            </a:lvl2pPr>
            <a:lvl3pPr marL="1047750" indent="-285750" algn="l">
              <a:lnSpc>
                <a:spcPct val="110000"/>
              </a:lnSpc>
              <a:spcBef>
                <a:spcPts val="0"/>
              </a:spcBef>
              <a:spcAft>
                <a:spcPts val="1500"/>
              </a:spcAft>
              <a:buChar char="•"/>
              <a:defRPr sz="2813" b="0">
                <a:solidFill>
                  <a:schemeClr val="tx1"/>
                </a:solidFill>
                <a:latin typeface="+mn-lt"/>
                <a:ea typeface="+mn-lt"/>
                <a:cs typeface="+mn-lt"/>
              </a:defRPr>
            </a:lvl3pPr>
            <a:lvl4pPr marL="1428750" indent="-285750" algn="l">
              <a:lnSpc>
                <a:spcPct val="110000"/>
              </a:lnSpc>
              <a:spcBef>
                <a:spcPts val="0"/>
              </a:spcBef>
              <a:spcAft>
                <a:spcPts val="1500"/>
              </a:spcAft>
              <a:buChar char="•"/>
              <a:defRPr sz="2813" b="0">
                <a:solidFill>
                  <a:schemeClr val="tx1"/>
                </a:solidFill>
                <a:latin typeface="+mn-lt"/>
                <a:ea typeface="+mn-lt"/>
                <a:cs typeface="+mn-lt"/>
              </a:defRPr>
            </a:lvl4pPr>
            <a:lvl5pPr marL="1809750" indent="-285750" algn="l">
              <a:lnSpc>
                <a:spcPct val="110000"/>
              </a:lnSpc>
              <a:spcBef>
                <a:spcPts val="0"/>
              </a:spcBef>
              <a:spcAft>
                <a:spcPts val="1500"/>
              </a:spcAft>
              <a:buChar char="•"/>
              <a:defRPr sz="2813" b="0">
                <a:solidFill>
                  <a:schemeClr val="tx1"/>
                </a:solidFill>
                <a:latin typeface="+mn-lt"/>
                <a:ea typeface="+mn-lt"/>
                <a:cs typeface="+mn-lt"/>
              </a:defRPr>
            </a:lvl5pPr>
            <a:lvl6pPr marL="2190750" indent="-285750" algn="l">
              <a:lnSpc>
                <a:spcPct val="110000"/>
              </a:lnSpc>
              <a:spcBef>
                <a:spcPts val="0"/>
              </a:spcBef>
              <a:spcAft>
                <a:spcPts val="1500"/>
              </a:spcAft>
              <a:buChar char="•"/>
              <a:defRPr sz="2813" b="0">
                <a:solidFill>
                  <a:schemeClr val="tx1"/>
                </a:solidFill>
                <a:latin typeface="+mn-lt"/>
                <a:ea typeface="+mn-lt"/>
                <a:cs typeface="+mn-lt"/>
              </a:defRPr>
            </a:lvl6pPr>
            <a:lvl7pPr marL="2571750" indent="-285750" algn="l">
              <a:lnSpc>
                <a:spcPct val="110000"/>
              </a:lnSpc>
              <a:spcBef>
                <a:spcPts val="0"/>
              </a:spcBef>
              <a:spcAft>
                <a:spcPts val="1500"/>
              </a:spcAft>
              <a:buChar char="•"/>
              <a:defRPr sz="2813" b="0">
                <a:solidFill>
                  <a:schemeClr val="tx1"/>
                </a:solidFill>
                <a:latin typeface="+mn-lt"/>
                <a:ea typeface="+mn-lt"/>
                <a:cs typeface="+mn-lt"/>
              </a:defRPr>
            </a:lvl7pPr>
            <a:lvl8pPr marL="2952750" indent="-285750" algn="l">
              <a:lnSpc>
                <a:spcPct val="110000"/>
              </a:lnSpc>
              <a:spcBef>
                <a:spcPts val="0"/>
              </a:spcBef>
              <a:spcAft>
                <a:spcPts val="1500"/>
              </a:spcAft>
              <a:buChar char="•"/>
              <a:defRPr sz="2813" b="0">
                <a:solidFill>
                  <a:schemeClr val="tx1"/>
                </a:solidFill>
                <a:latin typeface="+mn-lt"/>
                <a:ea typeface="+mn-lt"/>
                <a:cs typeface="+mn-lt"/>
              </a:defRPr>
            </a:lvl8pPr>
            <a:lvl9pPr marL="3333750" indent="-285750" algn="l">
              <a:lnSpc>
                <a:spcPct val="110000"/>
              </a:lnSpc>
              <a:spcBef>
                <a:spcPts val="0"/>
              </a:spcBef>
              <a:spcAft>
                <a:spcPts val="1500"/>
              </a:spcAft>
              <a:buChar char="•"/>
              <a:defRPr sz="2813"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71c6559d5654898" /><Relationship Type="http://schemas.openxmlformats.org/officeDocument/2006/relationships/slideLayout" Target="/ppt/slideLayouts/slideLayout1.xml" Id="R953961fca10546e6" /><Relationship Type="http://schemas.openxmlformats.org/officeDocument/2006/relationships/slideLayout" Target="/ppt/slideLayouts/slideLayout2.xml" Id="R86afab1696fe495a" /><Relationship Type="http://schemas.openxmlformats.org/officeDocument/2006/relationships/slideLayout" Target="/ppt/slideLayouts/slideLayout3.xml" Id="R07ddffa513f54013" /><Relationship Type="http://schemas.openxmlformats.org/officeDocument/2006/relationships/slideLayout" Target="/ppt/slideLayouts/slideLayout4.xml" Id="Ra2f48ef40dbf4d5d" /><Relationship Type="http://schemas.openxmlformats.org/officeDocument/2006/relationships/slideLayout" Target="/ppt/slideLayouts/slideLayout5.xml" Id="R57414f87ec0143b9" /><Relationship Type="http://schemas.openxmlformats.org/officeDocument/2006/relationships/slideLayout" Target="/ppt/slideLayouts/slideLayout6.xml" Id="Ra7ef067c64e34ba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53961fca10546e6"/>
    <p:sldLayoutId xmlns:r="http://schemas.openxmlformats.org/officeDocument/2006/relationships" id="2147483650" r:id="R86afab1696fe495a"/>
    <p:sldLayoutId xmlns:r="http://schemas.openxmlformats.org/officeDocument/2006/relationships" id="2147483651" r:id="R07ddffa513f54013"/>
    <p:sldLayoutId xmlns:r="http://schemas.openxmlformats.org/officeDocument/2006/relationships" id="2147483652" r:id="Ra2f48ef40dbf4d5d"/>
    <p:sldLayoutId xmlns:r="http://schemas.openxmlformats.org/officeDocument/2006/relationships" id="2147483653" r:id="R57414f87ec0143b9"/>
    <p:sldLayoutId xmlns:r="http://schemas.openxmlformats.org/officeDocument/2006/relationships" id="2147483654" r:id="Ra7ef067c64e34ba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Business workflow">
      <a:dk1>
        <a:srgbClr val="20262C"/>
      </a:dk1>
      <a:lt1>
        <a:srgbClr val="FFFFFF"/>
      </a:lt1>
      <a:dk2>
        <a:srgbClr val="005A9C"/>
      </a:dk2>
      <a:lt2>
        <a:srgbClr val="D9EAF7"/>
      </a:lt2>
      <a:accent1>
        <a:srgbClr val="005A9C"/>
      </a:accent1>
      <a:accent2>
        <a:srgbClr val="317F7B"/>
      </a:accent2>
      <a:accent3>
        <a:srgbClr val="7363A6"/>
      </a:accent3>
      <a:accent4>
        <a:srgbClr val="967335"/>
      </a:accent4>
      <a:accent5>
        <a:srgbClr val="AD5247"/>
      </a:accent5>
      <a:accent6>
        <a:srgbClr val="707C88"/>
      </a:accent6>
      <a:hlink>
        <a:srgbClr val="005A9C"/>
      </a:hlink>
      <a:folHlink>
        <a:srgbClr val="7363A6"/>
      </a:folHlink>
    </a:clrScheme>
    <a:fontScheme name="">
      <a:majorFont>
        <a:latin typeface="PingFang SC"/>
        <a:ea typeface=""/>
        <a:cs typeface=""/>
      </a:majorFont>
      <a:minorFont>
        <a:latin typeface="PingFang SC"/>
        <a:ea typeface=""/>
        <a:cs typeface=""/>
      </a:minorFont>
    </a:fontScheme>
    <a:fmtScheme name="Business workflow">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6.xml" Id="Ra9c1de7e97624269"/><Relationship Type="http://schemas.openxmlformats.org/officeDocument/2006/relationships/image" Target="/ppt/media/image.png" Id="R433e7dc3e29946a7"/><Relationship Type="http://schemas.openxmlformats.org/officeDocument/2006/relationships/notesSlide" Target="/ppt/notesSlides/notesSlide1.xml" Id="R9ac16d97ce854a93"/><Relationship Id="rIdNavSlide2" Type="http://schemas.openxmlformats.org/officeDocument/2006/relationships/slide" Target="slide2.xml"/></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6.xml" Id="R387bd5c0f9d74658"/><Relationship Type="http://schemas.openxmlformats.org/officeDocument/2006/relationships/notesSlide" Target="/ppt/notesSlides/notesSlide2.xml" Id="Rd0077cd79ca64c3a"/><Relationship Id="rIdNavSlide3" Type="http://schemas.openxmlformats.org/officeDocument/2006/relationships/slide" Target="slide3.xml"/><Relationship Id="rIdNavSlide1" Type="http://schemas.openxmlformats.org/officeDocument/2006/relationships/slide" Target="slide1.xml"/></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6.xml" Id="Rfded56dda69a4f0e"/><Relationship Type="http://schemas.openxmlformats.org/officeDocument/2006/relationships/notesSlide" Target="/ppt/notesSlides/notesSlide3.xml" Id="Rcce2cef2f9434000"/><Relationship Id="rIdNavSlide3" Type="http://schemas.openxmlformats.org/officeDocument/2006/relationships/slide" Target="slide3.xml"/><Relationship Id="rIdNavSlide4" Type="http://schemas.openxmlformats.org/officeDocument/2006/relationships/slide" Target="slide4.xml"/><Relationship Id="rIdNavSlide16" Type="http://schemas.openxmlformats.org/officeDocument/2006/relationships/slide" Target="slide16.xml"/><Relationship Id="rIdNavSlide22" Type="http://schemas.openxmlformats.org/officeDocument/2006/relationships/slide" Target="slide22.xml"/><Relationship Id="rIdNavSlide2" Type="http://schemas.openxmlformats.org/officeDocument/2006/relationships/slide" Target="slide2.xml"/><Relationship Id="rIdNavSlide9" Type="http://schemas.openxmlformats.org/officeDocument/2006/relationships/slide" Target="slide9.xml"/><Relationship Id="rIdNavSlide12" Type="http://schemas.openxmlformats.org/officeDocument/2006/relationships/slide" Target="slide12.xml"/><Relationship Id="rIdNavSlide19" Type="http://schemas.openxmlformats.org/officeDocument/2006/relationships/slide" Target="slide19.xml"/><Relationship Id="rIdNavSlide25" Type="http://schemas.openxmlformats.org/officeDocument/2006/relationships/slide" Target="slide25.xml"/></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6.xml" Id="Rc0573b4ab1774470"/><Relationship Type="http://schemas.openxmlformats.org/officeDocument/2006/relationships/notesSlide" Target="/ppt/notesSlides/notesSlide4.xml" Id="R8ac2a7c4baef4777"/><Relationship Id="rIdNavSlide3" Type="http://schemas.openxmlformats.org/officeDocument/2006/relationships/slide" Target="slide3.xml"/><Relationship Id="rIdNavSlide4" Type="http://schemas.openxmlformats.org/officeDocument/2006/relationships/slide" Target="slide4.xml"/><Relationship Id="rIdNavSlide16" Type="http://schemas.openxmlformats.org/officeDocument/2006/relationships/slide" Target="slide16.xml"/><Relationship Id="rIdNavSlide22" Type="http://schemas.openxmlformats.org/officeDocument/2006/relationships/slide" Target="slide22.xml"/><Relationship Id="rIdNavSlide5" Type="http://schemas.openxmlformats.org/officeDocument/2006/relationships/slide" Target="slide5.xml"/><Relationship Id="rIdNavSlide9" Type="http://schemas.openxmlformats.org/officeDocument/2006/relationships/slide" Target="slide9.xml"/><Relationship Id="rIdNavSlide12" Type="http://schemas.openxmlformats.org/officeDocument/2006/relationships/slide" Target="slide12.xml"/><Relationship Id="rIdNavSlide19" Type="http://schemas.openxmlformats.org/officeDocument/2006/relationships/slide" Target="slide19.xml"/><Relationship Id="rIdNavSlide25" Type="http://schemas.openxmlformats.org/officeDocument/2006/relationships/slide" Target="slide25.xml"/></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6.xml" Id="Rb41253688bc548cb"/><Relationship Type="http://schemas.openxmlformats.org/officeDocument/2006/relationships/notesSlide" Target="/ppt/notesSlides/notesSlide5.xml" Id="R5dd1d781eed7404e"/><Relationship Id="rIdNavSlide3" Type="http://schemas.openxmlformats.org/officeDocument/2006/relationships/slide" Target="slide3.xml"/><Relationship Id="rIdNavSlide4" Type="http://schemas.openxmlformats.org/officeDocument/2006/relationships/slide" Target="slide4.xml"/><Relationship Id="rIdNavSlide16" Type="http://schemas.openxmlformats.org/officeDocument/2006/relationships/slide" Target="slide16.xml"/><Relationship Id="rIdNavSlide22" Type="http://schemas.openxmlformats.org/officeDocument/2006/relationships/slide" Target="slide22.xml"/><Relationship Id="rIdNavSlide6" Type="http://schemas.openxmlformats.org/officeDocument/2006/relationships/slide" Target="slide6.xml"/><Relationship Id="rIdNavSlide9" Type="http://schemas.openxmlformats.org/officeDocument/2006/relationships/slide" Target="slide9.xml"/><Relationship Id="rIdNavSlide12" Type="http://schemas.openxmlformats.org/officeDocument/2006/relationships/slide" Target="slide12.xml"/><Relationship Id="rIdNavSlide19" Type="http://schemas.openxmlformats.org/officeDocument/2006/relationships/slide" Target="slide19.xml"/><Relationship Id="rIdNavSlide25" Type="http://schemas.openxmlformats.org/officeDocument/2006/relationships/slide" Target="slide25.xml"/></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6.xml" Id="R1440c3e595044d09"/><Relationship Type="http://schemas.openxmlformats.org/officeDocument/2006/relationships/notesSlide" Target="/ppt/notesSlides/notesSlide6.xml" Id="R4d39fe890d4044b2"/><Relationship Id="rIdNavSlide3" Type="http://schemas.openxmlformats.org/officeDocument/2006/relationships/slide" Target="slide3.xml"/><Relationship Id="rIdNavSlide4" Type="http://schemas.openxmlformats.org/officeDocument/2006/relationships/slide" Target="slide4.xml"/><Relationship Id="rIdNavSlide16" Type="http://schemas.openxmlformats.org/officeDocument/2006/relationships/slide" Target="slide16.xml"/><Relationship Id="rIdNavSlide22" Type="http://schemas.openxmlformats.org/officeDocument/2006/relationships/slide" Target="slide22.xml"/><Relationship Id="rIdNavSlide5" Type="http://schemas.openxmlformats.org/officeDocument/2006/relationships/slide" Target="slide5.xml"/><Relationship Id="rIdNavSlide7" Type="http://schemas.openxmlformats.org/officeDocument/2006/relationships/slide" Target="slide7.xml"/><Relationship Id="rIdNavSlide9" Type="http://schemas.openxmlformats.org/officeDocument/2006/relationships/slide" Target="slide9.xml"/><Relationship Id="rIdNavSlide12" Type="http://schemas.openxmlformats.org/officeDocument/2006/relationships/slide" Target="slide12.xml"/><Relationship Id="rIdNavSlide19" Type="http://schemas.openxmlformats.org/officeDocument/2006/relationships/slide" Target="slide19.xml"/><Relationship Id="rIdNavSlide25" Type="http://schemas.openxmlformats.org/officeDocument/2006/relationships/slide" Target="slide25.xml"/></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6.xml" Id="R232ae45926b34951"/><Relationship Type="http://schemas.openxmlformats.org/officeDocument/2006/relationships/notesSlide" Target="/ppt/notesSlides/notesSlide7.xml" Id="Rb90c125dd68c44e8"/><Relationship Id="rIdNavSlide3" Type="http://schemas.openxmlformats.org/officeDocument/2006/relationships/slide" Target="slide3.xml"/><Relationship Id="rIdNavSlide4" Type="http://schemas.openxmlformats.org/officeDocument/2006/relationships/slide" Target="slide4.xml"/><Relationship Id="rIdNavSlide16" Type="http://schemas.openxmlformats.org/officeDocument/2006/relationships/slide" Target="slide16.xml"/><Relationship Id="rIdNavSlide22" Type="http://schemas.openxmlformats.org/officeDocument/2006/relationships/slide" Target="slide22.xml"/><Relationship Id="rIdNavSlide6" Type="http://schemas.openxmlformats.org/officeDocument/2006/relationships/slide" Target="slide6.xml"/><Relationship Id="rIdNavSlide8" Type="http://schemas.openxmlformats.org/officeDocument/2006/relationships/slide" Target="slide8.xml"/><Relationship Id="rIdNavSlide9" Type="http://schemas.openxmlformats.org/officeDocument/2006/relationships/slide" Target="slide9.xml"/><Relationship Id="rIdNavSlide12" Type="http://schemas.openxmlformats.org/officeDocument/2006/relationships/slide" Target="slide12.xml"/><Relationship Id="rIdNavSlide19" Type="http://schemas.openxmlformats.org/officeDocument/2006/relationships/slide" Target="slide19.xml"/><Relationship Id="rIdNavSlide25" Type="http://schemas.openxmlformats.org/officeDocument/2006/relationships/slide" Target="slide25.xml"/></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6.xml" Id="R22f437773af4469d"/><Relationship Type="http://schemas.openxmlformats.org/officeDocument/2006/relationships/notesSlide" Target="/ppt/notesSlides/notesSlide8.xml" Id="R224d7db8d8824f1f"/><Relationship Id="rIdNavSlide3" Type="http://schemas.openxmlformats.org/officeDocument/2006/relationships/slide" Target="slide3.xml"/><Relationship Id="rIdNavSlide4" Type="http://schemas.openxmlformats.org/officeDocument/2006/relationships/slide" Target="slide4.xml"/><Relationship Id="rIdNavSlide16" Type="http://schemas.openxmlformats.org/officeDocument/2006/relationships/slide" Target="slide16.xml"/><Relationship Id="rIdNavSlide22" Type="http://schemas.openxmlformats.org/officeDocument/2006/relationships/slide" Target="slide22.xml"/><Relationship Id="rIdNavSlide7" Type="http://schemas.openxmlformats.org/officeDocument/2006/relationships/slide" Target="slide7.xml"/><Relationship Id="rIdNavSlide9" Type="http://schemas.openxmlformats.org/officeDocument/2006/relationships/slide" Target="slide9.xml"/><Relationship Id="rIdNavSlide12" Type="http://schemas.openxmlformats.org/officeDocument/2006/relationships/slide" Target="slide12.xml"/><Relationship Id="rIdNavSlide19" Type="http://schemas.openxmlformats.org/officeDocument/2006/relationships/slide" Target="slide19.xml"/><Relationship Id="rIdNavSlide25" Type="http://schemas.openxmlformats.org/officeDocument/2006/relationships/slide" Target="slide25.xml"/></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6.xml" Id="R682d9ed0f1d0485f"/><Relationship Type="http://schemas.openxmlformats.org/officeDocument/2006/relationships/notesSlide" Target="/ppt/notesSlides/notesSlide9.xml" Id="Rb7ed4b85560b4dd0"/><Relationship Id="rIdNavSlide3" Type="http://schemas.openxmlformats.org/officeDocument/2006/relationships/slide" Target="slide3.xml"/><Relationship Id="rIdNavSlide4" Type="http://schemas.openxmlformats.org/officeDocument/2006/relationships/slide" Target="slide4.xml"/><Relationship Id="rIdNavSlide16" Type="http://schemas.openxmlformats.org/officeDocument/2006/relationships/slide" Target="slide16.xml"/><Relationship Id="rIdNavSlide22" Type="http://schemas.openxmlformats.org/officeDocument/2006/relationships/slide" Target="slide22.xml"/><Relationship Id="rIdNavSlide8" Type="http://schemas.openxmlformats.org/officeDocument/2006/relationships/slide" Target="slide8.xml"/><Relationship Id="rIdNavSlide10" Type="http://schemas.openxmlformats.org/officeDocument/2006/relationships/slide" Target="slide10.xml"/><Relationship Id="rIdNavSlide9" Type="http://schemas.openxmlformats.org/officeDocument/2006/relationships/slide" Target="slide9.xml"/><Relationship Id="rIdNavSlide12" Type="http://schemas.openxmlformats.org/officeDocument/2006/relationships/slide" Target="slide12.xml"/><Relationship Id="rIdNavSlide19" Type="http://schemas.openxmlformats.org/officeDocument/2006/relationships/slide" Target="slide19.xml"/><Relationship Id="rIdNavSlide25" Type="http://schemas.openxmlformats.org/officeDocument/2006/relationships/slide" Target="slide25.xml"/></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6.xml" Id="R926eda7c631d4f89"/><Relationship Type="http://schemas.openxmlformats.org/officeDocument/2006/relationships/notesSlide" Target="/ppt/notesSlides/notesSlide10.xml" Id="Re70d6e70f15a4cca"/><Relationship Id="rIdNavSlide3" Type="http://schemas.openxmlformats.org/officeDocument/2006/relationships/slide" Target="slide3.xml"/><Relationship Id="rIdNavSlide4" Type="http://schemas.openxmlformats.org/officeDocument/2006/relationships/slide" Target="slide4.xml"/><Relationship Id="rIdNavSlide16" Type="http://schemas.openxmlformats.org/officeDocument/2006/relationships/slide" Target="slide16.xml"/><Relationship Id="rIdNavSlide22" Type="http://schemas.openxmlformats.org/officeDocument/2006/relationships/slide" Target="slide22.xml"/><Relationship Id="rIdNavSlide9" Type="http://schemas.openxmlformats.org/officeDocument/2006/relationships/slide" Target="slide9.xml"/><Relationship Id="rIdNavSlide11" Type="http://schemas.openxmlformats.org/officeDocument/2006/relationships/slide" Target="slide11.xml"/><Relationship Id="rIdNavSlide12" Type="http://schemas.openxmlformats.org/officeDocument/2006/relationships/slide" Target="slide12.xml"/><Relationship Id="rIdNavSlide19" Type="http://schemas.openxmlformats.org/officeDocument/2006/relationships/slide" Target="slide19.xml"/><Relationship Id="rIdNavSlide25" Type="http://schemas.openxmlformats.org/officeDocument/2006/relationships/slide" Target="slide25.xml"/></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6.xml" Id="R5b3d2eb64faa47a2"/><Relationship Type="http://schemas.openxmlformats.org/officeDocument/2006/relationships/notesSlide" Target="/ppt/notesSlides/notesSlide11.xml" Id="R5930b64dce294e54"/><Relationship Id="rIdNavSlide3" Type="http://schemas.openxmlformats.org/officeDocument/2006/relationships/slide" Target="slide3.xml"/><Relationship Id="rIdNavSlide4" Type="http://schemas.openxmlformats.org/officeDocument/2006/relationships/slide" Target="slide4.xml"/><Relationship Id="rIdNavSlide16" Type="http://schemas.openxmlformats.org/officeDocument/2006/relationships/slide" Target="slide16.xml"/><Relationship Id="rIdNavSlide22" Type="http://schemas.openxmlformats.org/officeDocument/2006/relationships/slide" Target="slide22.xml"/><Relationship Id="rIdNavSlide10" Type="http://schemas.openxmlformats.org/officeDocument/2006/relationships/slide" Target="slide10.xml"/><Relationship Id="rIdNavSlide12" Type="http://schemas.openxmlformats.org/officeDocument/2006/relationships/slide" Target="slide12.xml"/><Relationship Id="rIdNavSlide9" Type="http://schemas.openxmlformats.org/officeDocument/2006/relationships/slide" Target="slide9.xml"/><Relationship Id="rIdNavSlide19" Type="http://schemas.openxmlformats.org/officeDocument/2006/relationships/slide" Target="slide19.xml"/><Relationship Id="rIdNavSlide25" Type="http://schemas.openxmlformats.org/officeDocument/2006/relationships/slide" Target="slide25.xml"/></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6.xml" Id="Rcc45548881724d3e"/><Relationship Type="http://schemas.openxmlformats.org/officeDocument/2006/relationships/notesSlide" Target="/ppt/notesSlides/notesSlide12.xml" Id="Raa3242d8ae77458c"/><Relationship Id="rIdNavSlide3" Type="http://schemas.openxmlformats.org/officeDocument/2006/relationships/slide" Target="slide3.xml"/><Relationship Id="rIdNavSlide4" Type="http://schemas.openxmlformats.org/officeDocument/2006/relationships/slide" Target="slide4.xml"/><Relationship Id="rIdNavSlide16" Type="http://schemas.openxmlformats.org/officeDocument/2006/relationships/slide" Target="slide16.xml"/><Relationship Id="rIdNavSlide22" Type="http://schemas.openxmlformats.org/officeDocument/2006/relationships/slide" Target="slide22.xml"/><Relationship Id="rIdNavSlide11" Type="http://schemas.openxmlformats.org/officeDocument/2006/relationships/slide" Target="slide11.xml"/><Relationship Id="rIdNavSlide13" Type="http://schemas.openxmlformats.org/officeDocument/2006/relationships/slide" Target="slide13.xml"/><Relationship Id="rIdNavSlide9" Type="http://schemas.openxmlformats.org/officeDocument/2006/relationships/slide" Target="slide9.xml"/><Relationship Id="rIdNavSlide12" Type="http://schemas.openxmlformats.org/officeDocument/2006/relationships/slide" Target="slide12.xml"/><Relationship Id="rIdNavSlide19" Type="http://schemas.openxmlformats.org/officeDocument/2006/relationships/slide" Target="slide19.xml"/><Relationship Id="rIdNavSlide25" Type="http://schemas.openxmlformats.org/officeDocument/2006/relationships/slide" Target="slide25.xml"/></Relationships>
</file>

<file path=ppt/slides/_rels/slide13.xml.rels><?xml version='1.0' encoding='UTF-8' standalone='yes'?>
<Relationships xmlns="http://schemas.openxmlformats.org/package/2006/relationships"><Relationship Type="http://schemas.openxmlformats.org/officeDocument/2006/relationships/slideLayout" Target="/ppt/slideLayouts/slideLayout6.xml" Id="Ra4afa09e8a4947ba"/><Relationship Type="http://schemas.openxmlformats.org/officeDocument/2006/relationships/notesSlide" Target="/ppt/notesSlides/notesSlide13.xml" Id="R25f1c7c8428d4b80"/><Relationship Id="rIdNavSlide3" Type="http://schemas.openxmlformats.org/officeDocument/2006/relationships/slide" Target="slide3.xml"/><Relationship Id="rIdNavSlide4" Type="http://schemas.openxmlformats.org/officeDocument/2006/relationships/slide" Target="slide4.xml"/><Relationship Id="rIdNavSlide16" Type="http://schemas.openxmlformats.org/officeDocument/2006/relationships/slide" Target="slide16.xml"/><Relationship Id="rIdNavSlide22" Type="http://schemas.openxmlformats.org/officeDocument/2006/relationships/slide" Target="slide22.xml"/><Relationship Id="rIdNavSlide12" Type="http://schemas.openxmlformats.org/officeDocument/2006/relationships/slide" Target="slide12.xml"/><Relationship Id="rIdNavSlide14" Type="http://schemas.openxmlformats.org/officeDocument/2006/relationships/slide" Target="slide14.xml"/><Relationship Id="rIdNavSlide9" Type="http://schemas.openxmlformats.org/officeDocument/2006/relationships/slide" Target="slide9.xml"/><Relationship Id="rIdNavSlide19" Type="http://schemas.openxmlformats.org/officeDocument/2006/relationships/slide" Target="slide19.xml"/><Relationship Id="rIdNavSlide25" Type="http://schemas.openxmlformats.org/officeDocument/2006/relationships/slide" Target="slide25.xml"/></Relationships>
</file>

<file path=ppt/slides/_rels/slide14.xml.rels><?xml version='1.0' encoding='UTF-8' standalone='yes'?>
<Relationships xmlns="http://schemas.openxmlformats.org/package/2006/relationships"><Relationship Type="http://schemas.openxmlformats.org/officeDocument/2006/relationships/slideLayout" Target="/ppt/slideLayouts/slideLayout6.xml" Id="Rca58b97c0247453a"/><Relationship Type="http://schemas.openxmlformats.org/officeDocument/2006/relationships/notesSlide" Target="/ppt/notesSlides/notesSlide14.xml" Id="R193f4190a03b4ea6"/><Relationship Id="rIdNavSlide3" Type="http://schemas.openxmlformats.org/officeDocument/2006/relationships/slide" Target="slide3.xml"/><Relationship Id="rIdNavSlide4" Type="http://schemas.openxmlformats.org/officeDocument/2006/relationships/slide" Target="slide4.xml"/><Relationship Id="rIdNavSlide16" Type="http://schemas.openxmlformats.org/officeDocument/2006/relationships/slide" Target="slide16.xml"/><Relationship Id="rIdNavSlide22" Type="http://schemas.openxmlformats.org/officeDocument/2006/relationships/slide" Target="slide22.xml"/><Relationship Id="rIdNavSlide13" Type="http://schemas.openxmlformats.org/officeDocument/2006/relationships/slide" Target="slide13.xml"/><Relationship Id="rIdNavSlide15" Type="http://schemas.openxmlformats.org/officeDocument/2006/relationships/slide" Target="slide15.xml"/><Relationship Id="rIdNavSlide9" Type="http://schemas.openxmlformats.org/officeDocument/2006/relationships/slide" Target="slide9.xml"/><Relationship Id="rIdNavSlide12" Type="http://schemas.openxmlformats.org/officeDocument/2006/relationships/slide" Target="slide12.xml"/><Relationship Id="rIdNavSlide19" Type="http://schemas.openxmlformats.org/officeDocument/2006/relationships/slide" Target="slide19.xml"/><Relationship Id="rIdNavSlide25" Type="http://schemas.openxmlformats.org/officeDocument/2006/relationships/slide" Target="slide25.xml"/></Relationships>
</file>

<file path=ppt/slides/_rels/slide15.xml.rels><?xml version='1.0' encoding='UTF-8' standalone='yes'?>
<Relationships xmlns="http://schemas.openxmlformats.org/package/2006/relationships"><Relationship Type="http://schemas.openxmlformats.org/officeDocument/2006/relationships/slideLayout" Target="/ppt/slideLayouts/slideLayout6.xml" Id="Ref3208d926ea4706"/><Relationship Type="http://schemas.openxmlformats.org/officeDocument/2006/relationships/notesSlide" Target="/ppt/notesSlides/notesSlide15.xml" Id="R23824575497e4e51"/><Relationship Id="rIdNavSlide3" Type="http://schemas.openxmlformats.org/officeDocument/2006/relationships/slide" Target="slide3.xml"/><Relationship Id="rIdNavSlide4" Type="http://schemas.openxmlformats.org/officeDocument/2006/relationships/slide" Target="slide4.xml"/><Relationship Id="rIdNavSlide16" Type="http://schemas.openxmlformats.org/officeDocument/2006/relationships/slide" Target="slide16.xml"/><Relationship Id="rIdNavSlide22" Type="http://schemas.openxmlformats.org/officeDocument/2006/relationships/slide" Target="slide22.xml"/><Relationship Id="rIdNavSlide14" Type="http://schemas.openxmlformats.org/officeDocument/2006/relationships/slide" Target="slide14.xml"/><Relationship Id="rIdNavSlide9" Type="http://schemas.openxmlformats.org/officeDocument/2006/relationships/slide" Target="slide9.xml"/><Relationship Id="rIdNavSlide12" Type="http://schemas.openxmlformats.org/officeDocument/2006/relationships/slide" Target="slide12.xml"/><Relationship Id="rIdNavSlide19" Type="http://schemas.openxmlformats.org/officeDocument/2006/relationships/slide" Target="slide19.xml"/><Relationship Id="rIdNavSlide25" Type="http://schemas.openxmlformats.org/officeDocument/2006/relationships/slide" Target="slide25.xml"/></Relationships>
</file>

<file path=ppt/slides/_rels/slide16.xml.rels><?xml version='1.0' encoding='UTF-8' standalone='yes'?>
<Relationships xmlns="http://schemas.openxmlformats.org/package/2006/relationships"><Relationship Type="http://schemas.openxmlformats.org/officeDocument/2006/relationships/slideLayout" Target="/ppt/slideLayouts/slideLayout6.xml" Id="R71f71cae05eb430a"/><Relationship Type="http://schemas.openxmlformats.org/officeDocument/2006/relationships/notesSlide" Target="/ppt/notesSlides/notesSlide16.xml" Id="R8ed82f0f6d0a488b"/><Relationship Id="rIdNavSlide3" Type="http://schemas.openxmlformats.org/officeDocument/2006/relationships/slide" Target="slide3.xml"/><Relationship Id="rIdNavSlide4" Type="http://schemas.openxmlformats.org/officeDocument/2006/relationships/slide" Target="slide4.xml"/><Relationship Id="rIdNavSlide16" Type="http://schemas.openxmlformats.org/officeDocument/2006/relationships/slide" Target="slide16.xml"/><Relationship Id="rIdNavSlide22" Type="http://schemas.openxmlformats.org/officeDocument/2006/relationships/slide" Target="slide22.xml"/><Relationship Id="rIdNavSlide15" Type="http://schemas.openxmlformats.org/officeDocument/2006/relationships/slide" Target="slide15.xml"/><Relationship Id="rIdNavSlide17" Type="http://schemas.openxmlformats.org/officeDocument/2006/relationships/slide" Target="slide17.xml"/><Relationship Id="rIdNavSlide9" Type="http://schemas.openxmlformats.org/officeDocument/2006/relationships/slide" Target="slide9.xml"/><Relationship Id="rIdNavSlide12" Type="http://schemas.openxmlformats.org/officeDocument/2006/relationships/slide" Target="slide12.xml"/><Relationship Id="rIdNavSlide19" Type="http://schemas.openxmlformats.org/officeDocument/2006/relationships/slide" Target="slide19.xml"/><Relationship Id="rIdNavSlide25" Type="http://schemas.openxmlformats.org/officeDocument/2006/relationships/slide" Target="slide25.xml"/></Relationships>
</file>

<file path=ppt/slides/_rels/slide17.xml.rels><?xml version='1.0' encoding='UTF-8' standalone='yes'?>
<Relationships xmlns="http://schemas.openxmlformats.org/package/2006/relationships"><Relationship Type="http://schemas.openxmlformats.org/officeDocument/2006/relationships/slideLayout" Target="/ppt/slideLayouts/slideLayout6.xml" Id="Rd7210c0a2e1a4f81"/><Relationship Type="http://schemas.openxmlformats.org/officeDocument/2006/relationships/notesSlide" Target="/ppt/notesSlides/notesSlide17.xml" Id="Rf79f4d1cf0b340ac"/><Relationship Id="rIdNavSlide3" Type="http://schemas.openxmlformats.org/officeDocument/2006/relationships/slide" Target="slide3.xml"/><Relationship Id="rIdNavSlide4" Type="http://schemas.openxmlformats.org/officeDocument/2006/relationships/slide" Target="slide4.xml"/><Relationship Id="rIdNavSlide16" Type="http://schemas.openxmlformats.org/officeDocument/2006/relationships/slide" Target="slide16.xml"/><Relationship Id="rIdNavSlide22" Type="http://schemas.openxmlformats.org/officeDocument/2006/relationships/slide" Target="slide22.xml"/><Relationship Id="rIdNavSlide18" Type="http://schemas.openxmlformats.org/officeDocument/2006/relationships/slide" Target="slide18.xml"/><Relationship Id="rIdNavSlide9" Type="http://schemas.openxmlformats.org/officeDocument/2006/relationships/slide" Target="slide9.xml"/><Relationship Id="rIdNavSlide12" Type="http://schemas.openxmlformats.org/officeDocument/2006/relationships/slide" Target="slide12.xml"/><Relationship Id="rIdNavSlide19" Type="http://schemas.openxmlformats.org/officeDocument/2006/relationships/slide" Target="slide19.xml"/><Relationship Id="rIdNavSlide25" Type="http://schemas.openxmlformats.org/officeDocument/2006/relationships/slide" Target="slide25.xml"/></Relationships>
</file>

<file path=ppt/slides/_rels/slide18.xml.rels><?xml version='1.0' encoding='UTF-8' standalone='yes'?>
<Relationships xmlns="http://schemas.openxmlformats.org/package/2006/relationships"><Relationship Type="http://schemas.openxmlformats.org/officeDocument/2006/relationships/slideLayout" Target="/ppt/slideLayouts/slideLayout6.xml" Id="R8af1aa415e5845d9"/><Relationship Type="http://schemas.openxmlformats.org/officeDocument/2006/relationships/notesSlide" Target="/ppt/notesSlides/notesSlide18.xml" Id="R2d852cee189f48f6"/><Relationship Id="rIdNavSlide3" Type="http://schemas.openxmlformats.org/officeDocument/2006/relationships/slide" Target="slide3.xml"/><Relationship Id="rIdNavSlide4" Type="http://schemas.openxmlformats.org/officeDocument/2006/relationships/slide" Target="slide4.xml"/><Relationship Id="rIdNavSlide16" Type="http://schemas.openxmlformats.org/officeDocument/2006/relationships/slide" Target="slide16.xml"/><Relationship Id="rIdNavSlide22" Type="http://schemas.openxmlformats.org/officeDocument/2006/relationships/slide" Target="slide22.xml"/><Relationship Id="rIdNavSlide17" Type="http://schemas.openxmlformats.org/officeDocument/2006/relationships/slide" Target="slide17.xml"/><Relationship Id="rIdNavSlide19" Type="http://schemas.openxmlformats.org/officeDocument/2006/relationships/slide" Target="slide19.xml"/><Relationship Id="rIdNavSlide9" Type="http://schemas.openxmlformats.org/officeDocument/2006/relationships/slide" Target="slide9.xml"/><Relationship Id="rIdNavSlide12" Type="http://schemas.openxmlformats.org/officeDocument/2006/relationships/slide" Target="slide12.xml"/><Relationship Id="rIdNavSlide25" Type="http://schemas.openxmlformats.org/officeDocument/2006/relationships/slide" Target="slide25.xml"/></Relationships>
</file>

<file path=ppt/slides/_rels/slide19.xml.rels><?xml version='1.0' encoding='UTF-8' standalone='yes'?>
<Relationships xmlns="http://schemas.openxmlformats.org/package/2006/relationships"><Relationship Type="http://schemas.openxmlformats.org/officeDocument/2006/relationships/slideLayout" Target="/ppt/slideLayouts/slideLayout6.xml" Id="R4001eb2a99e043ac"/><Relationship Type="http://schemas.openxmlformats.org/officeDocument/2006/relationships/notesSlide" Target="/ppt/notesSlides/notesSlide19.xml" Id="R1e9a460c87d84953"/><Relationship Id="rIdNavSlide3" Type="http://schemas.openxmlformats.org/officeDocument/2006/relationships/slide" Target="slide3.xml"/><Relationship Id="rIdNavSlide4" Type="http://schemas.openxmlformats.org/officeDocument/2006/relationships/slide" Target="slide4.xml"/><Relationship Id="rIdNavSlide16" Type="http://schemas.openxmlformats.org/officeDocument/2006/relationships/slide" Target="slide16.xml"/><Relationship Id="rIdNavSlide22" Type="http://schemas.openxmlformats.org/officeDocument/2006/relationships/slide" Target="slide22.xml"/><Relationship Id="rIdNavSlide18" Type="http://schemas.openxmlformats.org/officeDocument/2006/relationships/slide" Target="slide18.xml"/><Relationship Id="rIdNavSlide20" Type="http://schemas.openxmlformats.org/officeDocument/2006/relationships/slide" Target="slide20.xml"/><Relationship Id="rIdNavSlide9" Type="http://schemas.openxmlformats.org/officeDocument/2006/relationships/slide" Target="slide9.xml"/><Relationship Id="rIdNavSlide12" Type="http://schemas.openxmlformats.org/officeDocument/2006/relationships/slide" Target="slide12.xml"/><Relationship Id="rIdNavSlide19" Type="http://schemas.openxmlformats.org/officeDocument/2006/relationships/slide" Target="slide19.xml"/><Relationship Id="rIdNavSlide25" Type="http://schemas.openxmlformats.org/officeDocument/2006/relationships/slide" Target="slide25.xml"/></Relationships>
</file>

<file path=ppt/slides/_rels/slide20.xml.rels><?xml version='1.0' encoding='UTF-8' standalone='yes'?>
<Relationships xmlns="http://schemas.openxmlformats.org/package/2006/relationships"><Relationship Type="http://schemas.openxmlformats.org/officeDocument/2006/relationships/slideLayout" Target="/ppt/slideLayouts/slideLayout6.xml" Id="Rdfb302cf9a6740dd"/><Relationship Type="http://schemas.openxmlformats.org/officeDocument/2006/relationships/notesSlide" Target="/ppt/notesSlides/notesSlide20.xml" Id="R0d71924c13174774"/><Relationship Id="rIdNavSlide3" Type="http://schemas.openxmlformats.org/officeDocument/2006/relationships/slide" Target="slide3.xml"/><Relationship Id="rIdNavSlide4" Type="http://schemas.openxmlformats.org/officeDocument/2006/relationships/slide" Target="slide4.xml"/><Relationship Id="rIdNavSlide16" Type="http://schemas.openxmlformats.org/officeDocument/2006/relationships/slide" Target="slide16.xml"/><Relationship Id="rIdNavSlide22" Type="http://schemas.openxmlformats.org/officeDocument/2006/relationships/slide" Target="slide22.xml"/><Relationship Id="rIdNavSlide19" Type="http://schemas.openxmlformats.org/officeDocument/2006/relationships/slide" Target="slide19.xml"/><Relationship Id="rIdNavSlide21" Type="http://schemas.openxmlformats.org/officeDocument/2006/relationships/slide" Target="slide21.xml"/><Relationship Id="rIdNavSlide9" Type="http://schemas.openxmlformats.org/officeDocument/2006/relationships/slide" Target="slide9.xml"/><Relationship Id="rIdNavSlide12" Type="http://schemas.openxmlformats.org/officeDocument/2006/relationships/slide" Target="slide12.xml"/><Relationship Id="rIdNavSlide25" Type="http://schemas.openxmlformats.org/officeDocument/2006/relationships/slide" Target="slide25.xml"/></Relationships>
</file>

<file path=ppt/slides/_rels/slide21.xml.rels><?xml version='1.0' encoding='UTF-8' standalone='yes'?>
<Relationships xmlns="http://schemas.openxmlformats.org/package/2006/relationships"><Relationship Type="http://schemas.openxmlformats.org/officeDocument/2006/relationships/slideLayout" Target="/ppt/slideLayouts/slideLayout6.xml" Id="R01cf227bda824230"/><Relationship Type="http://schemas.openxmlformats.org/officeDocument/2006/relationships/notesSlide" Target="/ppt/notesSlides/notesSlide21.xml" Id="R0e0878aa8ed24f88"/><Relationship Id="rIdNavSlide3" Type="http://schemas.openxmlformats.org/officeDocument/2006/relationships/slide" Target="slide3.xml"/><Relationship Id="rIdNavSlide4" Type="http://schemas.openxmlformats.org/officeDocument/2006/relationships/slide" Target="slide4.xml"/><Relationship Id="rIdNavSlide16" Type="http://schemas.openxmlformats.org/officeDocument/2006/relationships/slide" Target="slide16.xml"/><Relationship Id="rIdNavSlide22" Type="http://schemas.openxmlformats.org/officeDocument/2006/relationships/slide" Target="slide22.xml"/><Relationship Id="rIdNavSlide20" Type="http://schemas.openxmlformats.org/officeDocument/2006/relationships/slide" Target="slide20.xml"/><Relationship Id="rIdNavSlide9" Type="http://schemas.openxmlformats.org/officeDocument/2006/relationships/slide" Target="slide9.xml"/><Relationship Id="rIdNavSlide12" Type="http://schemas.openxmlformats.org/officeDocument/2006/relationships/slide" Target="slide12.xml"/><Relationship Id="rIdNavSlide19" Type="http://schemas.openxmlformats.org/officeDocument/2006/relationships/slide" Target="slide19.xml"/><Relationship Id="rIdNavSlide25" Type="http://schemas.openxmlformats.org/officeDocument/2006/relationships/slide" Target="slide25.xml"/></Relationships>
</file>

<file path=ppt/slides/_rels/slide22.xml.rels><?xml version='1.0' encoding='UTF-8' standalone='yes'?>
<Relationships xmlns="http://schemas.openxmlformats.org/package/2006/relationships"><Relationship Type="http://schemas.openxmlformats.org/officeDocument/2006/relationships/slideLayout" Target="/ppt/slideLayouts/slideLayout6.xml" Id="Rbcf5ad67c65e41df"/><Relationship Type="http://schemas.openxmlformats.org/officeDocument/2006/relationships/notesSlide" Target="/ppt/notesSlides/notesSlide22.xml" Id="R1374e923b0134a82"/><Relationship Id="rIdNavSlide3" Type="http://schemas.openxmlformats.org/officeDocument/2006/relationships/slide" Target="slide3.xml"/><Relationship Id="rIdNavSlide4" Type="http://schemas.openxmlformats.org/officeDocument/2006/relationships/slide" Target="slide4.xml"/><Relationship Id="rIdNavSlide16" Type="http://schemas.openxmlformats.org/officeDocument/2006/relationships/slide" Target="slide16.xml"/><Relationship Id="rIdNavSlide22" Type="http://schemas.openxmlformats.org/officeDocument/2006/relationships/slide" Target="slide22.xml"/><Relationship Id="rIdNavSlide21" Type="http://schemas.openxmlformats.org/officeDocument/2006/relationships/slide" Target="slide21.xml"/><Relationship Id="rIdNavSlide23" Type="http://schemas.openxmlformats.org/officeDocument/2006/relationships/slide" Target="slide23.xml"/><Relationship Id="rIdNavSlide9" Type="http://schemas.openxmlformats.org/officeDocument/2006/relationships/slide" Target="slide9.xml"/><Relationship Id="rIdNavSlide12" Type="http://schemas.openxmlformats.org/officeDocument/2006/relationships/slide" Target="slide12.xml"/><Relationship Id="rIdNavSlide19" Type="http://schemas.openxmlformats.org/officeDocument/2006/relationships/slide" Target="slide19.xml"/><Relationship Id="rIdNavSlide25" Type="http://schemas.openxmlformats.org/officeDocument/2006/relationships/slide" Target="slide25.xml"/></Relationships>
</file>

<file path=ppt/slides/_rels/slide23.xml.rels><?xml version='1.0' encoding='UTF-8' standalone='yes'?>
<Relationships xmlns="http://schemas.openxmlformats.org/package/2006/relationships"><Relationship Type="http://schemas.openxmlformats.org/officeDocument/2006/relationships/slideLayout" Target="/ppt/slideLayouts/slideLayout6.xml" Id="R5c7053a3a4244ae4"/><Relationship Type="http://schemas.openxmlformats.org/officeDocument/2006/relationships/notesSlide" Target="/ppt/notesSlides/notesSlide23.xml" Id="R4a511323866148b4"/><Relationship Id="rIdNavSlide3" Type="http://schemas.openxmlformats.org/officeDocument/2006/relationships/slide" Target="slide3.xml"/><Relationship Id="rIdNavSlide4" Type="http://schemas.openxmlformats.org/officeDocument/2006/relationships/slide" Target="slide4.xml"/><Relationship Id="rIdNavSlide16" Type="http://schemas.openxmlformats.org/officeDocument/2006/relationships/slide" Target="slide16.xml"/><Relationship Id="rIdNavSlide22" Type="http://schemas.openxmlformats.org/officeDocument/2006/relationships/slide" Target="slide22.xml"/><Relationship Id="rIdNavSlide24" Type="http://schemas.openxmlformats.org/officeDocument/2006/relationships/slide" Target="slide24.xml"/><Relationship Id="rIdNavSlide9" Type="http://schemas.openxmlformats.org/officeDocument/2006/relationships/slide" Target="slide9.xml"/><Relationship Id="rIdNavSlide12" Type="http://schemas.openxmlformats.org/officeDocument/2006/relationships/slide" Target="slide12.xml"/><Relationship Id="rIdNavSlide19" Type="http://schemas.openxmlformats.org/officeDocument/2006/relationships/slide" Target="slide19.xml"/><Relationship Id="rIdNavSlide25" Type="http://schemas.openxmlformats.org/officeDocument/2006/relationships/slide" Target="slide25.xml"/></Relationships>
</file>

<file path=ppt/slides/_rels/slide24.xml.rels><?xml version='1.0' encoding='UTF-8' standalone='yes'?>
<Relationships xmlns="http://schemas.openxmlformats.org/package/2006/relationships"><Relationship Type="http://schemas.openxmlformats.org/officeDocument/2006/relationships/slideLayout" Target="/ppt/slideLayouts/slideLayout6.xml" Id="R338b0999d85f4863"/><Relationship Type="http://schemas.openxmlformats.org/officeDocument/2006/relationships/notesSlide" Target="/ppt/notesSlides/notesSlide24.xml" Id="R71173a4565634041"/><Relationship Id="rIdNavSlide3" Type="http://schemas.openxmlformats.org/officeDocument/2006/relationships/slide" Target="slide3.xml"/><Relationship Id="rIdNavSlide4" Type="http://schemas.openxmlformats.org/officeDocument/2006/relationships/slide" Target="slide4.xml"/><Relationship Id="rIdNavSlide16" Type="http://schemas.openxmlformats.org/officeDocument/2006/relationships/slide" Target="slide16.xml"/><Relationship Id="rIdNavSlide22" Type="http://schemas.openxmlformats.org/officeDocument/2006/relationships/slide" Target="slide22.xml"/><Relationship Id="rIdNavSlide23" Type="http://schemas.openxmlformats.org/officeDocument/2006/relationships/slide" Target="slide23.xml"/><Relationship Id="rIdNavSlide25" Type="http://schemas.openxmlformats.org/officeDocument/2006/relationships/slide" Target="slide25.xml"/><Relationship Id="rIdNavSlide9" Type="http://schemas.openxmlformats.org/officeDocument/2006/relationships/slide" Target="slide9.xml"/><Relationship Id="rIdNavSlide12" Type="http://schemas.openxmlformats.org/officeDocument/2006/relationships/slide" Target="slide12.xml"/><Relationship Id="rIdNavSlide19" Type="http://schemas.openxmlformats.org/officeDocument/2006/relationships/slide" Target="slide19.xml"/></Relationships>
</file>

<file path=ppt/slides/_rels/slide25.xml.rels><?xml version='1.0' encoding='UTF-8' standalone='yes'?>
<Relationships xmlns="http://schemas.openxmlformats.org/package/2006/relationships"><Relationship Type="http://schemas.openxmlformats.org/officeDocument/2006/relationships/slideLayout" Target="/ppt/slideLayouts/slideLayout6.xml" Id="Ra4e7edce701e4b1f"/><Relationship Type="http://schemas.openxmlformats.org/officeDocument/2006/relationships/notesSlide" Target="/ppt/notesSlides/notesSlide25.xml" Id="Rb35669d9efaa4f29"/><Relationship Id="rIdNavSlide3" Type="http://schemas.openxmlformats.org/officeDocument/2006/relationships/slide" Target="slide3.xml"/><Relationship Id="rIdNavSlide4" Type="http://schemas.openxmlformats.org/officeDocument/2006/relationships/slide" Target="slide4.xml"/><Relationship Id="rIdNavSlide16" Type="http://schemas.openxmlformats.org/officeDocument/2006/relationships/slide" Target="slide16.xml"/><Relationship Id="rIdNavSlide22" Type="http://schemas.openxmlformats.org/officeDocument/2006/relationships/slide" Target="slide22.xml"/><Relationship Id="rIdNavSlide24" Type="http://schemas.openxmlformats.org/officeDocument/2006/relationships/slide" Target="slide24.xml"/><Relationship Id="rIdNavSlide26" Type="http://schemas.openxmlformats.org/officeDocument/2006/relationships/slide" Target="slide26.xml"/><Relationship Id="rIdNavSlide9" Type="http://schemas.openxmlformats.org/officeDocument/2006/relationships/slide" Target="slide9.xml"/><Relationship Id="rIdNavSlide12" Type="http://schemas.openxmlformats.org/officeDocument/2006/relationships/slide" Target="slide12.xml"/><Relationship Id="rIdNavSlide19" Type="http://schemas.openxmlformats.org/officeDocument/2006/relationships/slide" Target="slide19.xml"/><Relationship Id="rIdNavSlide25" Type="http://schemas.openxmlformats.org/officeDocument/2006/relationships/slide" Target="slide25.xml"/></Relationships>
</file>

<file path=ppt/slides/_rels/slide26.xml.rels><?xml version='1.0' encoding='UTF-8' standalone='yes'?>
<Relationships xmlns="http://schemas.openxmlformats.org/package/2006/relationships"><Relationship Type="http://schemas.openxmlformats.org/officeDocument/2006/relationships/slideLayout" Target="/ppt/slideLayouts/slideLayout6.xml" Id="R3bc6aff22cd640f4"/><Relationship Type="http://schemas.openxmlformats.org/officeDocument/2006/relationships/notesSlide" Target="/ppt/notesSlides/notesSlide26.xml" Id="Rb7ee1265b5cf464a"/><Relationship Id="rIdNavSlide3" Type="http://schemas.openxmlformats.org/officeDocument/2006/relationships/slide" Target="slide3.xml"/><Relationship Id="rIdNavSlide4" Type="http://schemas.openxmlformats.org/officeDocument/2006/relationships/slide" Target="slide4.xml"/><Relationship Id="rIdNavSlide16" Type="http://schemas.openxmlformats.org/officeDocument/2006/relationships/slide" Target="slide16.xml"/><Relationship Id="rIdNavSlide22" Type="http://schemas.openxmlformats.org/officeDocument/2006/relationships/slide" Target="slide22.xml"/><Relationship Id="rIdNavSlide25" Type="http://schemas.openxmlformats.org/officeDocument/2006/relationships/slide" Target="slide25.xml"/><Relationship Id="rIdNavSlide27" Type="http://schemas.openxmlformats.org/officeDocument/2006/relationships/slide" Target="slide27.xml"/><Relationship Id="rIdNavSlide9" Type="http://schemas.openxmlformats.org/officeDocument/2006/relationships/slide" Target="slide9.xml"/><Relationship Id="rIdNavSlide12" Type="http://schemas.openxmlformats.org/officeDocument/2006/relationships/slide" Target="slide12.xml"/><Relationship Id="rIdNavSlide19" Type="http://schemas.openxmlformats.org/officeDocument/2006/relationships/slide" Target="slide19.xml"/></Relationships>
</file>

<file path=ppt/slides/_rels/slide27.xml.rels><?xml version='1.0' encoding='UTF-8' standalone='yes'?>
<Relationships xmlns="http://schemas.openxmlformats.org/package/2006/relationships"><Relationship Type="http://schemas.openxmlformats.org/officeDocument/2006/relationships/slideLayout" Target="/ppt/slideLayouts/slideLayout6.xml" Id="R722816a6ad0a441e"/><Relationship Type="http://schemas.openxmlformats.org/officeDocument/2006/relationships/notesSlide" Target="/ppt/notesSlides/notesSlide27.xml" Id="R6ea6b6b85ed34a9b"/><Relationship Id="rIdNavSlide3" Type="http://schemas.openxmlformats.org/officeDocument/2006/relationships/slide" Target="slide3.xml"/><Relationship Id="rIdNavSlide4" Type="http://schemas.openxmlformats.org/officeDocument/2006/relationships/slide" Target="slide4.xml"/><Relationship Id="rIdNavSlide16" Type="http://schemas.openxmlformats.org/officeDocument/2006/relationships/slide" Target="slide16.xml"/><Relationship Id="rIdNavSlide22" Type="http://schemas.openxmlformats.org/officeDocument/2006/relationships/slide" Target="slide22.xml"/><Relationship Id="rIdNavSlide26" Type="http://schemas.openxmlformats.org/officeDocument/2006/relationships/slide" Target="slide26.xml"/><Relationship Id="rIdNavSlide28" Type="http://schemas.openxmlformats.org/officeDocument/2006/relationships/slide" Target="slide28.xml"/><Relationship Id="rIdNavSlide9" Type="http://schemas.openxmlformats.org/officeDocument/2006/relationships/slide" Target="slide9.xml"/><Relationship Id="rIdNavSlide12" Type="http://schemas.openxmlformats.org/officeDocument/2006/relationships/slide" Target="slide12.xml"/><Relationship Id="rIdNavSlide19" Type="http://schemas.openxmlformats.org/officeDocument/2006/relationships/slide" Target="slide19.xml"/><Relationship Id="rIdNavSlide25" Type="http://schemas.openxmlformats.org/officeDocument/2006/relationships/slide" Target="slide25.xml"/></Relationships>
</file>

<file path=ppt/slides/_rels/slide28.xml.rels><?xml version='1.0' encoding='UTF-8' standalone='yes'?>
<Relationships xmlns="http://schemas.openxmlformats.org/package/2006/relationships"><Relationship Type="http://schemas.openxmlformats.org/officeDocument/2006/relationships/slideLayout" Target="/ppt/slideLayouts/slideLayout6.xml" Id="Re7692f7d257045b7"/><Relationship Type="http://schemas.openxmlformats.org/officeDocument/2006/relationships/notesSlide" Target="/ppt/notesSlides/notesSlide28.xml" Id="R3501c9cbe3c54793"/><Relationship Id="rIdNavSlide3" Type="http://schemas.openxmlformats.org/officeDocument/2006/relationships/slide" Target="slide3.xml"/><Relationship Id="rIdNavSlide4" Type="http://schemas.openxmlformats.org/officeDocument/2006/relationships/slide" Target="slide4.xml"/><Relationship Id="rIdNavSlide16" Type="http://schemas.openxmlformats.org/officeDocument/2006/relationships/slide" Target="slide16.xml"/><Relationship Id="rIdNavSlide22" Type="http://schemas.openxmlformats.org/officeDocument/2006/relationships/slide" Target="slide22.xml"/><Relationship Id="rIdNavSlide27" Type="http://schemas.openxmlformats.org/officeDocument/2006/relationships/slide" Target="slide27.xml"/><Relationship Id="rIdNavSlide29" Type="http://schemas.openxmlformats.org/officeDocument/2006/relationships/slide" Target="slide29.xml"/><Relationship Id="rIdNavSlide9" Type="http://schemas.openxmlformats.org/officeDocument/2006/relationships/slide" Target="slide9.xml"/><Relationship Id="rIdNavSlide12" Type="http://schemas.openxmlformats.org/officeDocument/2006/relationships/slide" Target="slide12.xml"/><Relationship Id="rIdNavSlide19" Type="http://schemas.openxmlformats.org/officeDocument/2006/relationships/slide" Target="slide19.xml"/><Relationship Id="rIdNavSlide25" Type="http://schemas.openxmlformats.org/officeDocument/2006/relationships/slide" Target="slide25.xml"/></Relationships>
</file>

<file path=ppt/slides/_rels/slide29.xml.rels><?xml version='1.0' encoding='UTF-8' standalone='yes'?>
<Relationships xmlns="http://schemas.openxmlformats.org/package/2006/relationships"><Relationship Type="http://schemas.openxmlformats.org/officeDocument/2006/relationships/slideLayout" Target="/ppt/slideLayouts/slideLayout6.xml" Id="Rf0f53c1959db46e2"/><Relationship Type="http://schemas.openxmlformats.org/officeDocument/2006/relationships/notesSlide" Target="/ppt/notesSlides/notesSlide29.xml" Id="R888b1c60126140c2"/><Relationship Id="rIdNavSlide3" Type="http://schemas.openxmlformats.org/officeDocument/2006/relationships/slide" Target="slide3.xml"/><Relationship Id="rIdNavSlide4" Type="http://schemas.openxmlformats.org/officeDocument/2006/relationships/slide" Target="slide4.xml"/><Relationship Id="rIdNavSlide16" Type="http://schemas.openxmlformats.org/officeDocument/2006/relationships/slide" Target="slide16.xml"/><Relationship Id="rIdNavSlide22" Type="http://schemas.openxmlformats.org/officeDocument/2006/relationships/slide" Target="slide22.xml"/><Relationship Id="rIdNavSlide28" Type="http://schemas.openxmlformats.org/officeDocument/2006/relationships/slide" Target="slide28.xml"/><Relationship Id="rIdNavSlide30" Type="http://schemas.openxmlformats.org/officeDocument/2006/relationships/slide" Target="slide30.xml"/><Relationship Id="rIdNavSlide9" Type="http://schemas.openxmlformats.org/officeDocument/2006/relationships/slide" Target="slide9.xml"/><Relationship Id="rIdNavSlide12" Type="http://schemas.openxmlformats.org/officeDocument/2006/relationships/slide" Target="slide12.xml"/><Relationship Id="rIdNavSlide19" Type="http://schemas.openxmlformats.org/officeDocument/2006/relationships/slide" Target="slide19.xml"/><Relationship Id="rIdNavSlide25" Type="http://schemas.openxmlformats.org/officeDocument/2006/relationships/slide" Target="slide25.xml"/></Relationships>
</file>

<file path=ppt/slides/_rels/slide30.xml.rels><?xml version='1.0' encoding='UTF-8' standalone='yes'?>
<Relationships xmlns="http://schemas.openxmlformats.org/package/2006/relationships"><Relationship Type="http://schemas.openxmlformats.org/officeDocument/2006/relationships/slideLayout" Target="/ppt/slideLayouts/slideLayout6.xml" Id="R679df8258edd4ea0"/><Relationship Type="http://schemas.openxmlformats.org/officeDocument/2006/relationships/notesSlide" Target="/ppt/notesSlides/notesSlide30.xml" Id="R7fb49fbaa1914544"/><Relationship Id="rIdNavSlide3" Type="http://schemas.openxmlformats.org/officeDocument/2006/relationships/slide" Target="slide3.xml"/><Relationship Id="rIdNavSlide4" Type="http://schemas.openxmlformats.org/officeDocument/2006/relationships/slide" Target="slide4.xml"/><Relationship Id="rIdNavSlide16" Type="http://schemas.openxmlformats.org/officeDocument/2006/relationships/slide" Target="slide16.xml"/><Relationship Id="rIdNavSlide22" Type="http://schemas.openxmlformats.org/officeDocument/2006/relationships/slide" Target="slide22.xml"/><Relationship Id="rIdNavSlide29" Type="http://schemas.openxmlformats.org/officeDocument/2006/relationships/slide" Target="slide29.xml"/><Relationship Id="rIdNavSlide31" Type="http://schemas.openxmlformats.org/officeDocument/2006/relationships/slide" Target="slide31.xml"/><Relationship Id="rIdNavSlide9" Type="http://schemas.openxmlformats.org/officeDocument/2006/relationships/slide" Target="slide9.xml"/><Relationship Id="rIdNavSlide12" Type="http://schemas.openxmlformats.org/officeDocument/2006/relationships/slide" Target="slide12.xml"/><Relationship Id="rIdNavSlide19" Type="http://schemas.openxmlformats.org/officeDocument/2006/relationships/slide" Target="slide19.xml"/><Relationship Id="rIdNavSlide25" Type="http://schemas.openxmlformats.org/officeDocument/2006/relationships/slide" Target="slide25.xml"/></Relationships>
</file>

<file path=ppt/slides/_rels/slide31.xml.rels><?xml version='1.0' encoding='UTF-8' standalone='yes'?>
<Relationships xmlns="http://schemas.openxmlformats.org/package/2006/relationships"><Relationship Type="http://schemas.openxmlformats.org/officeDocument/2006/relationships/slideLayout" Target="/ppt/slideLayouts/slideLayout6.xml" Id="Rb0ca87d761764146"/><Relationship Type="http://schemas.openxmlformats.org/officeDocument/2006/relationships/notesSlide" Target="/ppt/notesSlides/notesSlide31.xml" Id="Rb9ad0b5e390f4153"/><Relationship Id="rIdNavSlide3" Type="http://schemas.openxmlformats.org/officeDocument/2006/relationships/slide" Target="slide3.xml"/><Relationship Id="rIdNavSlide4" Type="http://schemas.openxmlformats.org/officeDocument/2006/relationships/slide" Target="slide4.xml"/><Relationship Id="rIdNavSlide16" Type="http://schemas.openxmlformats.org/officeDocument/2006/relationships/slide" Target="slide16.xml"/><Relationship Id="rIdNavSlide22" Type="http://schemas.openxmlformats.org/officeDocument/2006/relationships/slide" Target="slide22.xml"/><Relationship Id="rIdNavSlide30" Type="http://schemas.openxmlformats.org/officeDocument/2006/relationships/slide" Target="slide30.xml"/><Relationship Id="rIdNavSlide32" Type="http://schemas.openxmlformats.org/officeDocument/2006/relationships/slide" Target="slide32.xml"/><Relationship Id="rIdNavSlide9" Type="http://schemas.openxmlformats.org/officeDocument/2006/relationships/slide" Target="slide9.xml"/><Relationship Id="rIdNavSlide12" Type="http://schemas.openxmlformats.org/officeDocument/2006/relationships/slide" Target="slide12.xml"/><Relationship Id="rIdNavSlide19" Type="http://schemas.openxmlformats.org/officeDocument/2006/relationships/slide" Target="slide19.xml"/><Relationship Id="rIdNavSlide25" Type="http://schemas.openxmlformats.org/officeDocument/2006/relationships/slide" Target="slide25.xml"/></Relationships>
</file>

<file path=ppt/slides/_rels/slide32.xml.rels><?xml version='1.0' encoding='UTF-8' standalone='yes'?>
<Relationships xmlns="http://schemas.openxmlformats.org/package/2006/relationships"><Relationship Type="http://schemas.openxmlformats.org/officeDocument/2006/relationships/slideLayout" Target="/ppt/slideLayouts/slideLayout6.xml" Id="Ra92c8c5714a14f5d"/><Relationship Type="http://schemas.openxmlformats.org/officeDocument/2006/relationships/notesSlide" Target="/ppt/notesSlides/notesSlide32.xml" Id="R71d82c28da8b4fe7"/><Relationship Id="rIdNavSlide3" Type="http://schemas.openxmlformats.org/officeDocument/2006/relationships/slide" Target="slide3.xml"/><Relationship Id="rIdNavSlide4" Type="http://schemas.openxmlformats.org/officeDocument/2006/relationships/slide" Target="slide4.xml"/><Relationship Id="rIdNavSlide16" Type="http://schemas.openxmlformats.org/officeDocument/2006/relationships/slide" Target="slide16.xml"/><Relationship Id="rIdNavSlide22" Type="http://schemas.openxmlformats.org/officeDocument/2006/relationships/slide" Target="slide22.xml"/><Relationship Id="rIdNavSlide31" Type="http://schemas.openxmlformats.org/officeDocument/2006/relationships/slide" Target="slide31.xml"/><Relationship Id="rIdNavSlide33" Type="http://schemas.openxmlformats.org/officeDocument/2006/relationships/slide" Target="slide33.xml"/><Relationship Id="rIdNavSlide9" Type="http://schemas.openxmlformats.org/officeDocument/2006/relationships/slide" Target="slide9.xml"/><Relationship Id="rIdNavSlide12" Type="http://schemas.openxmlformats.org/officeDocument/2006/relationships/slide" Target="slide12.xml"/><Relationship Id="rIdNavSlide19" Type="http://schemas.openxmlformats.org/officeDocument/2006/relationships/slide" Target="slide19.xml"/><Relationship Id="rIdNavSlide25" Type="http://schemas.openxmlformats.org/officeDocument/2006/relationships/slide" Target="slide25.xml"/></Relationships>
</file>

<file path=ppt/slides/_rels/slide33.xml.rels><?xml version='1.0' encoding='UTF-8' standalone='yes'?>
<Relationships xmlns="http://schemas.openxmlformats.org/package/2006/relationships"><Relationship Type="http://schemas.openxmlformats.org/officeDocument/2006/relationships/slideLayout" Target="/ppt/slideLayouts/slideLayout6.xml" Id="Ra6911a07832a4a4d"/><Relationship Type="http://schemas.openxmlformats.org/officeDocument/2006/relationships/notesSlide" Target="/ppt/notesSlides/notesSlide33.xml" Id="R2415b65a7d5e495e"/><Relationship Id="rIdNavSlide3" Type="http://schemas.openxmlformats.org/officeDocument/2006/relationships/slide" Target="slide3.xml"/><Relationship Id="rIdNavSlide4" Type="http://schemas.openxmlformats.org/officeDocument/2006/relationships/slide" Target="slide4.xml"/><Relationship Id="rIdNavSlide16" Type="http://schemas.openxmlformats.org/officeDocument/2006/relationships/slide" Target="slide16.xml"/><Relationship Id="rIdNavSlide22" Type="http://schemas.openxmlformats.org/officeDocument/2006/relationships/slide" Target="slide22.xml"/><Relationship Id="rIdNavSlide32" Type="http://schemas.openxmlformats.org/officeDocument/2006/relationships/slide" Target="slide32.xml"/><Relationship Id="rIdNavSlide9" Type="http://schemas.openxmlformats.org/officeDocument/2006/relationships/slide" Target="slide9.xml"/><Relationship Id="rIdNavSlide12" Type="http://schemas.openxmlformats.org/officeDocument/2006/relationships/slide" Target="slide12.xml"/><Relationship Id="rIdNavSlide19" Type="http://schemas.openxmlformats.org/officeDocument/2006/relationships/slide" Target="slide19.xml"/><Relationship Id="rIdNavSlide25" Type="http://schemas.openxmlformats.org/officeDocument/2006/relationships/slide" Target="slide25.xml"/></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footer.rule">
            <a:extLst xmlns:a="http://schemas.openxmlformats.org/drawingml/2006/main">
              <a:ext uri="{FF2B5EF4-FFF2-40B4-BE49-F238E27FC236}">
                <a16:creationId xmlns:a16="http://schemas.microsoft.com/office/drawing/2014/main" id="{4B4242C5-B680-4577-B8C2-5E088BF0EC3B}"/>
              </a:ext>
            </a:extLst>
          </p:cNvPr>
          <p:cNvSpPr>
            <a:spLocks xmlns:a="http://schemas.openxmlformats.org/drawingml/2006/main" noGrp="1"/>
          </p:cNvSpPr>
          <p:nvPr/>
        </p:nvSpPr>
        <p:spPr>
          <a:xfrm xmlns:a="http://schemas.openxmlformats.org/drawingml/2006/main" flipH="0" flipV="0">
            <a:off x="647700" y="8134350"/>
            <a:ext cx="13944600" cy="953"/>
          </a:xfrm>
          <a:prstGeom xmlns:a="http://schemas.openxmlformats.org/drawingml/2006/main" prst="line">
            <a:avLst/>
          </a:prstGeom>
          <a:noFill xmlns:a="http://schemas.openxmlformats.org/drawingml/2006/main"/>
          <a:ln xmlns:a="http://schemas.openxmlformats.org/drawingml/2006/main" w="9525">
            <a:solidFill>
              <a:srgbClr val="BCC6CF"/>
            </a:solidFill>
            <a:prstDash val="solid"/>
          </a:ln>
        </p:spPr>
      </p:sp>
      <p:sp>
        <p:nvSpPr>
          <p:cNvPr id="2" name="!!source">
            <a:extLst xmlns:a="http://schemas.openxmlformats.org/drawingml/2006/main">
              <a:ext uri="{FF2B5EF4-FFF2-40B4-BE49-F238E27FC236}">
                <a16:creationId xmlns:a16="http://schemas.microsoft.com/office/drawing/2014/main" id="{0CBF261E-E928-4EEC-BEA6-7D8A6E43A7C1}"/>
              </a:ext>
            </a:extLst>
          </p:cNvPr>
          <p:cNvSpPr>
            <a:spLocks xmlns:a="http://schemas.openxmlformats.org/drawingml/2006/main" noGrp="1"/>
          </p:cNvSpPr>
          <p:nvPr/>
        </p:nvSpPr>
        <p:spPr>
          <a:xfrm xmlns:a="http://schemas.openxmlformats.org/drawingml/2006/main">
            <a:off x="647700" y="8267700"/>
            <a:ext cx="13944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707C88"/>
                </a:solidFill>
                <a:latin typeface="Arial"/>
                <a:ea typeface="Arial"/>
                <a:cs typeface="Arial"/>
              </a:defRPr>
            </a:defPPr>
            <a:lvl1pPr algn="l">
              <a:defRPr sz="1050" b="0">
                <a:solidFill>
                  <a:srgbClr val="707C88"/>
                </a:solidFill>
                <a:latin typeface="Arial"/>
                <a:ea typeface="Arial"/>
                <a:cs typeface="Arial"/>
              </a:defRPr>
            </a:lvl1pPr>
            <a:lvl2pPr algn="l">
              <a:defRPr sz="1050" b="0">
                <a:solidFill>
                  <a:srgbClr val="707C88"/>
                </a:solidFill>
                <a:latin typeface="Arial"/>
                <a:ea typeface="Arial"/>
                <a:cs typeface="Arial"/>
              </a:defRPr>
            </a:lvl2pPr>
            <a:lvl3pPr algn="l">
              <a:defRPr sz="1050" b="0">
                <a:solidFill>
                  <a:srgbClr val="707C88"/>
                </a:solidFill>
                <a:latin typeface="Arial"/>
                <a:ea typeface="Arial"/>
                <a:cs typeface="Arial"/>
              </a:defRPr>
            </a:lvl3pPr>
            <a:lvl4pPr algn="l">
              <a:defRPr sz="1050" b="0">
                <a:solidFill>
                  <a:srgbClr val="707C88"/>
                </a:solidFill>
                <a:latin typeface="Arial"/>
                <a:ea typeface="Arial"/>
                <a:cs typeface="Arial"/>
              </a:defRPr>
            </a:lvl4pPr>
            <a:lvl5pPr algn="l">
              <a:defRPr sz="1050" b="0">
                <a:solidFill>
                  <a:srgbClr val="707C88"/>
                </a:solidFill>
                <a:latin typeface="Arial"/>
                <a:ea typeface="Arial"/>
                <a:cs typeface="Arial"/>
              </a:defRPr>
            </a:lvl5pPr>
            <a:lvl6pPr algn="l">
              <a:defRPr sz="1050" b="0">
                <a:solidFill>
                  <a:srgbClr val="707C88"/>
                </a:solidFill>
                <a:latin typeface="Arial"/>
                <a:ea typeface="Arial"/>
                <a:cs typeface="Arial"/>
              </a:defRPr>
            </a:lvl6pPr>
            <a:lvl7pPr algn="l">
              <a:defRPr sz="1050" b="0">
                <a:solidFill>
                  <a:srgbClr val="707C88"/>
                </a:solidFill>
                <a:latin typeface="Arial"/>
                <a:ea typeface="Arial"/>
                <a:cs typeface="Arial"/>
              </a:defRPr>
            </a:lvl7pPr>
            <a:lvl8pPr algn="l">
              <a:defRPr sz="1050" b="0">
                <a:solidFill>
                  <a:srgbClr val="707C88"/>
                </a:solidFill>
                <a:latin typeface="Arial"/>
                <a:ea typeface="Arial"/>
                <a:cs typeface="Arial"/>
              </a:defRPr>
            </a:lvl8pPr>
            <a:lvl9pPr algn="l">
              <a:defRPr sz="1050" b="0">
                <a:solidFill>
                  <a:srgbClr val="707C88"/>
                </a:solidFill>
                <a:latin typeface="Arial"/>
                <a:ea typeface="Arial"/>
                <a:cs typeface="Arial"/>
              </a:defRPr>
            </a:lvl9pPr>
          </a:lstStyle>
          <a:p xmlns:a="http://schemas.openxmlformats.org/drawingml/2006/main">
            <a:r>
              <a:t/>
            </a:r>
          </a:p>
        </p:txBody>
      </p:sp>
      <p:pic>
        <p:nvPicPr>
          <p:cNvPr id="3" name="">
            <a:extLst xmlns:a="http://schemas.openxmlformats.org/drawingml/2006/main">
              <a:ext uri="{FF2B5EF4-FFF2-40B4-BE49-F238E27FC236}">
                <a16:creationId xmlns:a16="http://schemas.microsoft.com/office/drawing/2014/main" id="{A178AB92-7B58-49B1-A775-E8357255FAAC}"/>
              </a:ext>
            </a:extLst>
          </p:cNvPr>
          <p:cNvPicPr>
            <a:picLocks xmlns:a="http://schemas.openxmlformats.org/drawingml/2006/main" noChangeAspect="1"/>
          </p:cNvPicPr>
          <p:nvPr/>
        </p:nvPicPr>
        <p:blipFill>
          <a:blip xmlns:r="http://schemas.openxmlformats.org/officeDocument/2006/relationships" xmlns:a="http://schemas.openxmlformats.org/drawingml/2006/main" r:embed="R433e7dc3e29946a7"/>
          <a:srcRect xmlns:a="http://schemas.openxmlformats.org/drawingml/2006/main" l="20726" t="0" r="20726" b="0"/>
          <a:stretch xmlns:a="http://schemas.openxmlformats.org/drawingml/2006/main">
            <a:fillRect l="0" t="0" r="0" b="0"/>
          </a:stretch>
        </p:blipFill>
        <p:spPr>
          <a:xfrm xmlns:a="http://schemas.openxmlformats.org/drawingml/2006/main">
            <a:off x="8096250" y="0"/>
            <a:ext cx="7143750" cy="8134350"/>
          </a:xfrm>
          <a:prstGeom xmlns:a="http://schemas.openxmlformats.org/drawingml/2006/main" prst="rect">
            <a:avLst/>
          </a:prstGeom>
        </p:spPr>
      </p:pic>
      <p:sp>
        <p:nvSpPr>
          <p:cNvPr id="4" name="!!cover.white">
            <a:extLst xmlns:a="http://schemas.openxmlformats.org/drawingml/2006/main">
              <a:ext uri="{FF2B5EF4-FFF2-40B4-BE49-F238E27FC236}">
                <a16:creationId xmlns:a16="http://schemas.microsoft.com/office/drawing/2014/main" id="{F763304F-F0D5-4864-8303-96DFD0EB61DD}"/>
              </a:ext>
            </a:extLst>
          </p:cNvPr>
          <p:cNvSpPr>
            <a:spLocks xmlns:a="http://schemas.openxmlformats.org/drawingml/2006/main" noGrp="1"/>
          </p:cNvSpPr>
          <p:nvPr/>
        </p:nvSpPr>
        <p:spPr>
          <a:xfrm xmlns:a="http://schemas.openxmlformats.org/drawingml/2006/main">
            <a:off x="0" y="0"/>
            <a:ext cx="8096250" cy="8134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 name="!!cover.kicker">
            <a:extLst xmlns:a="http://schemas.openxmlformats.org/drawingml/2006/main">
              <a:ext uri="{FF2B5EF4-FFF2-40B4-BE49-F238E27FC236}">
                <a16:creationId xmlns:a16="http://schemas.microsoft.com/office/drawing/2014/main" id="{2BC2B94C-219E-4A09-B0F0-9A2BEE19D9A0}"/>
              </a:ext>
            </a:extLst>
          </p:cNvPr>
          <p:cNvSpPr>
            <a:spLocks xmlns:a="http://schemas.openxmlformats.org/drawingml/2006/main" noGrp="1"/>
          </p:cNvSpPr>
          <p:nvPr/>
        </p:nvSpPr>
        <p:spPr>
          <a:xfrm xmlns:a="http://schemas.openxmlformats.org/drawingml/2006/main">
            <a:off x="647700" y="1666875"/>
            <a:ext cx="685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005A9C"/>
                </a:solidFill>
                <a:latin typeface="Arial"/>
                <a:ea typeface="Arial"/>
                <a:cs typeface="Arial"/>
              </a:defRPr>
            </a:defPPr>
            <a:lvl1pPr algn="l">
              <a:defRPr sz="2250" b="1">
                <a:solidFill>
                  <a:srgbClr val="005A9C"/>
                </a:solidFill>
                <a:latin typeface="Arial"/>
                <a:ea typeface="Arial"/>
                <a:cs typeface="Arial"/>
              </a:defRPr>
            </a:lvl1pPr>
            <a:lvl2pPr algn="l">
              <a:defRPr sz="2250" b="1">
                <a:solidFill>
                  <a:srgbClr val="005A9C"/>
                </a:solidFill>
                <a:latin typeface="Arial"/>
                <a:ea typeface="Arial"/>
                <a:cs typeface="Arial"/>
              </a:defRPr>
            </a:lvl2pPr>
            <a:lvl3pPr algn="l">
              <a:defRPr sz="2250" b="1">
                <a:solidFill>
                  <a:srgbClr val="005A9C"/>
                </a:solidFill>
                <a:latin typeface="Arial"/>
                <a:ea typeface="Arial"/>
                <a:cs typeface="Arial"/>
              </a:defRPr>
            </a:lvl3pPr>
            <a:lvl4pPr algn="l">
              <a:defRPr sz="2250" b="1">
                <a:solidFill>
                  <a:srgbClr val="005A9C"/>
                </a:solidFill>
                <a:latin typeface="Arial"/>
                <a:ea typeface="Arial"/>
                <a:cs typeface="Arial"/>
              </a:defRPr>
            </a:lvl4pPr>
            <a:lvl5pPr algn="l">
              <a:defRPr sz="2250" b="1">
                <a:solidFill>
                  <a:srgbClr val="005A9C"/>
                </a:solidFill>
                <a:latin typeface="Arial"/>
                <a:ea typeface="Arial"/>
                <a:cs typeface="Arial"/>
              </a:defRPr>
            </a:lvl5pPr>
            <a:lvl6pPr algn="l">
              <a:defRPr sz="2250" b="1">
                <a:solidFill>
                  <a:srgbClr val="005A9C"/>
                </a:solidFill>
                <a:latin typeface="Arial"/>
                <a:ea typeface="Arial"/>
                <a:cs typeface="Arial"/>
              </a:defRPr>
            </a:lvl6pPr>
            <a:lvl7pPr algn="l">
              <a:defRPr sz="2250" b="1">
                <a:solidFill>
                  <a:srgbClr val="005A9C"/>
                </a:solidFill>
                <a:latin typeface="Arial"/>
                <a:ea typeface="Arial"/>
                <a:cs typeface="Arial"/>
              </a:defRPr>
            </a:lvl7pPr>
            <a:lvl8pPr algn="l">
              <a:defRPr sz="2250" b="1">
                <a:solidFill>
                  <a:srgbClr val="005A9C"/>
                </a:solidFill>
                <a:latin typeface="Arial"/>
                <a:ea typeface="Arial"/>
                <a:cs typeface="Arial"/>
              </a:defRPr>
            </a:lvl8pPr>
            <a:lvl9pPr algn="l">
              <a:defRPr sz="2250" b="1">
                <a:solidFill>
                  <a:srgbClr val="005A9C"/>
                </a:solidFill>
                <a:latin typeface="Arial"/>
                <a:ea typeface="Arial"/>
                <a:cs typeface="Arial"/>
              </a:defRPr>
            </a:lvl9pPr>
          </a:lstStyle>
          <a:p xmlns:a="http://schemas.openxmlformats.org/drawingml/2006/main">
            <a:pPr algn="l">
              <a:defRPr sz="2250" b="1">
                <a:solidFill>
                  <a:srgbClr val="005A9C"/>
                </a:solidFill>
                <a:latin typeface="Arial"/>
                <a:ea typeface="Arial"/>
                <a:cs typeface="Arial"/>
              </a:defRPr>
            </a:pPr>
            <a:r>
              <a:rPr sz="2250" b="1">
                <a:solidFill>
                  <a:srgbClr val="005A9C"/>
                </a:solidFill>
                <a:latin typeface="Arial"/>
                <a:ea typeface="Arial"/>
                <a:cs typeface="Arial"/>
              </a:rPr>
              <a:t>Peer practices and proposed applications</a:t>
            </a:r>
          </a:p>
        </p:txBody>
      </p:sp>
      <p:sp>
        <p:nvSpPr>
          <p:cNvPr id="6" name="!!cover.title">
            <a:extLst xmlns:a="http://schemas.openxmlformats.org/drawingml/2006/main">
              <a:ext uri="{FF2B5EF4-FFF2-40B4-BE49-F238E27FC236}">
                <a16:creationId xmlns:a16="http://schemas.microsoft.com/office/drawing/2014/main" id="{86F7CC57-E0D7-409B-891E-9EFF2CC8E68A}"/>
              </a:ext>
            </a:extLst>
          </p:cNvPr>
          <p:cNvSpPr>
            <a:spLocks xmlns:a="http://schemas.openxmlformats.org/drawingml/2006/main" noGrp="1"/>
          </p:cNvSpPr>
          <p:nvPr/>
        </p:nvSpPr>
        <p:spPr>
          <a:xfrm xmlns:a="http://schemas.openxmlformats.org/drawingml/2006/main">
            <a:off x="647700" y="2619375"/>
            <a:ext cx="7048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575" b="1">
                <a:solidFill>
                  <a:srgbClr val="20262C"/>
                </a:solidFill>
                <a:latin typeface="Arial"/>
                <a:ea typeface="Arial"/>
                <a:cs typeface="Arial"/>
              </a:defRPr>
            </a:defPPr>
            <a:lvl1pPr algn="l">
              <a:defRPr sz="4575" b="1">
                <a:solidFill>
                  <a:srgbClr val="20262C"/>
                </a:solidFill>
                <a:latin typeface="Arial"/>
                <a:ea typeface="Arial"/>
                <a:cs typeface="Arial"/>
              </a:defRPr>
            </a:lvl1pPr>
            <a:lvl2pPr algn="l">
              <a:defRPr sz="4575" b="1">
                <a:solidFill>
                  <a:srgbClr val="20262C"/>
                </a:solidFill>
                <a:latin typeface="Arial"/>
                <a:ea typeface="Arial"/>
                <a:cs typeface="Arial"/>
              </a:defRPr>
            </a:lvl2pPr>
            <a:lvl3pPr algn="l">
              <a:defRPr sz="4575" b="1">
                <a:solidFill>
                  <a:srgbClr val="20262C"/>
                </a:solidFill>
                <a:latin typeface="Arial"/>
                <a:ea typeface="Arial"/>
                <a:cs typeface="Arial"/>
              </a:defRPr>
            </a:lvl3pPr>
            <a:lvl4pPr algn="l">
              <a:defRPr sz="4575" b="1">
                <a:solidFill>
                  <a:srgbClr val="20262C"/>
                </a:solidFill>
                <a:latin typeface="Arial"/>
                <a:ea typeface="Arial"/>
                <a:cs typeface="Arial"/>
              </a:defRPr>
            </a:lvl4pPr>
            <a:lvl5pPr algn="l">
              <a:defRPr sz="4575" b="1">
                <a:solidFill>
                  <a:srgbClr val="20262C"/>
                </a:solidFill>
                <a:latin typeface="Arial"/>
                <a:ea typeface="Arial"/>
                <a:cs typeface="Arial"/>
              </a:defRPr>
            </a:lvl5pPr>
            <a:lvl6pPr algn="l">
              <a:defRPr sz="4575" b="1">
                <a:solidFill>
                  <a:srgbClr val="20262C"/>
                </a:solidFill>
                <a:latin typeface="Arial"/>
                <a:ea typeface="Arial"/>
                <a:cs typeface="Arial"/>
              </a:defRPr>
            </a:lvl6pPr>
            <a:lvl7pPr algn="l">
              <a:defRPr sz="4575" b="1">
                <a:solidFill>
                  <a:srgbClr val="20262C"/>
                </a:solidFill>
                <a:latin typeface="Arial"/>
                <a:ea typeface="Arial"/>
                <a:cs typeface="Arial"/>
              </a:defRPr>
            </a:lvl7pPr>
            <a:lvl8pPr algn="l">
              <a:defRPr sz="4575" b="1">
                <a:solidFill>
                  <a:srgbClr val="20262C"/>
                </a:solidFill>
                <a:latin typeface="Arial"/>
                <a:ea typeface="Arial"/>
                <a:cs typeface="Arial"/>
              </a:defRPr>
            </a:lvl8pPr>
            <a:lvl9pPr algn="l">
              <a:defRPr sz="4575" b="1">
                <a:solidFill>
                  <a:srgbClr val="20262C"/>
                </a:solidFill>
                <a:latin typeface="Arial"/>
                <a:ea typeface="Arial"/>
                <a:cs typeface="Arial"/>
              </a:defRPr>
            </a:lvl9pPr>
          </a:lstStyle>
          <a:p xmlns:a="http://schemas.openxmlformats.org/drawingml/2006/main">
            <a:pPr algn="l">
              <a:defRPr sz="4575" b="1">
                <a:solidFill>
                  <a:srgbClr val="20262C"/>
                </a:solidFill>
                <a:latin typeface="Arial"/>
                <a:ea typeface="Arial"/>
                <a:cs typeface="Arial"/>
              </a:defRPr>
            </a:pPr>
            <a:r>
              <a:rPr sz="4575" b="1">
                <a:solidFill>
                  <a:srgbClr val="20262C"/>
                </a:solidFill>
                <a:latin typeface="Arial"/>
                <a:ea typeface="Arial"/>
                <a:cs typeface="Arial"/>
              </a:rPr>
              <a:t>LLMs in</a:t>
            </a:r>
          </a:p>
          <a:p xmlns:a="http://schemas.openxmlformats.org/drawingml/2006/main">
            <a:pPr algn="l">
              <a:defRPr sz="4575" b="1">
                <a:solidFill>
                  <a:srgbClr val="20262C"/>
                </a:solidFill>
                <a:latin typeface="Arial"/>
                <a:ea typeface="Arial"/>
                <a:cs typeface="Arial"/>
              </a:defRPr>
            </a:pPr>
            <a:r>
              <a:rPr sz="4575" b="1">
                <a:solidFill>
                  <a:srgbClr val="20262C"/>
                </a:solidFill>
                <a:latin typeface="Arial"/>
                <a:ea typeface="Arial"/>
                <a:cs typeface="Arial"/>
              </a:rPr>
              <a:t>Asset Management</a:t>
            </a:r>
          </a:p>
        </p:txBody>
      </p:sp>
      <p:sp>
        <p:nvSpPr>
          <p:cNvPr id="7" name="!!cover.line">
            <a:extLst xmlns:a="http://schemas.openxmlformats.org/drawingml/2006/main">
              <a:ext uri="{FF2B5EF4-FFF2-40B4-BE49-F238E27FC236}">
                <a16:creationId xmlns:a16="http://schemas.microsoft.com/office/drawing/2014/main" id="{B40F9338-8C72-43E2-A96F-4F56AADB307B}"/>
              </a:ext>
            </a:extLst>
          </p:cNvPr>
          <p:cNvSpPr>
            <a:spLocks xmlns:a="http://schemas.openxmlformats.org/drawingml/2006/main" noGrp="1"/>
          </p:cNvSpPr>
          <p:nvPr/>
        </p:nvSpPr>
        <p:spPr>
          <a:xfrm xmlns:a="http://schemas.openxmlformats.org/drawingml/2006/main" flipH="0" flipV="0">
            <a:off x="647700" y="5000625"/>
            <a:ext cx="6591300" cy="953"/>
          </a:xfrm>
          <a:prstGeom xmlns:a="http://schemas.openxmlformats.org/drawingml/2006/main" prst="line">
            <a:avLst/>
          </a:prstGeom>
          <a:noFill xmlns:a="http://schemas.openxmlformats.org/drawingml/2006/main"/>
          <a:ln xmlns:a="http://schemas.openxmlformats.org/drawingml/2006/main" w="28575">
            <a:solidFill>
              <a:srgbClr val="005A9C"/>
            </a:solidFill>
            <a:prstDash val="solid"/>
          </a:ln>
        </p:spPr>
      </p:sp>
      <p:sp>
        <p:nvSpPr>
          <p:cNvPr id="8" name="!!cover.date">
            <a:extLst xmlns:a="http://schemas.openxmlformats.org/drawingml/2006/main">
              <a:ext uri="{FF2B5EF4-FFF2-40B4-BE49-F238E27FC236}">
                <a16:creationId xmlns:a16="http://schemas.microsoft.com/office/drawing/2014/main" id="{14192189-94E6-45E0-87BC-94B744BC1380}"/>
              </a:ext>
            </a:extLst>
          </p:cNvPr>
          <p:cNvSpPr>
            <a:spLocks xmlns:a="http://schemas.openxmlformats.org/drawingml/2006/main" noGrp="1"/>
          </p:cNvSpPr>
          <p:nvPr/>
        </p:nvSpPr>
        <p:spPr>
          <a:xfrm xmlns:a="http://schemas.openxmlformats.org/drawingml/2006/main">
            <a:off x="647700" y="5381625"/>
            <a:ext cx="647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707C88"/>
                </a:solidFill>
                <a:latin typeface="Arial"/>
                <a:ea typeface="Arial"/>
                <a:cs typeface="Arial"/>
              </a:defRPr>
            </a:defPPr>
            <a:lvl1pPr algn="l">
              <a:defRPr sz="2100" b="0">
                <a:solidFill>
                  <a:srgbClr val="707C88"/>
                </a:solidFill>
                <a:latin typeface="Arial"/>
                <a:ea typeface="Arial"/>
                <a:cs typeface="Arial"/>
              </a:defRPr>
            </a:lvl1pPr>
            <a:lvl2pPr algn="l">
              <a:defRPr sz="2100" b="0">
                <a:solidFill>
                  <a:srgbClr val="707C88"/>
                </a:solidFill>
                <a:latin typeface="Arial"/>
                <a:ea typeface="Arial"/>
                <a:cs typeface="Arial"/>
              </a:defRPr>
            </a:lvl2pPr>
            <a:lvl3pPr algn="l">
              <a:defRPr sz="2100" b="0">
                <a:solidFill>
                  <a:srgbClr val="707C88"/>
                </a:solidFill>
                <a:latin typeface="Arial"/>
                <a:ea typeface="Arial"/>
                <a:cs typeface="Arial"/>
              </a:defRPr>
            </a:lvl3pPr>
            <a:lvl4pPr algn="l">
              <a:defRPr sz="2100" b="0">
                <a:solidFill>
                  <a:srgbClr val="707C88"/>
                </a:solidFill>
                <a:latin typeface="Arial"/>
                <a:ea typeface="Arial"/>
                <a:cs typeface="Arial"/>
              </a:defRPr>
            </a:lvl4pPr>
            <a:lvl5pPr algn="l">
              <a:defRPr sz="2100" b="0">
                <a:solidFill>
                  <a:srgbClr val="707C88"/>
                </a:solidFill>
                <a:latin typeface="Arial"/>
                <a:ea typeface="Arial"/>
                <a:cs typeface="Arial"/>
              </a:defRPr>
            </a:lvl5pPr>
            <a:lvl6pPr algn="l">
              <a:defRPr sz="2100" b="0">
                <a:solidFill>
                  <a:srgbClr val="707C88"/>
                </a:solidFill>
                <a:latin typeface="Arial"/>
                <a:ea typeface="Arial"/>
                <a:cs typeface="Arial"/>
              </a:defRPr>
            </a:lvl6pPr>
            <a:lvl7pPr algn="l">
              <a:defRPr sz="2100" b="0">
                <a:solidFill>
                  <a:srgbClr val="707C88"/>
                </a:solidFill>
                <a:latin typeface="Arial"/>
                <a:ea typeface="Arial"/>
                <a:cs typeface="Arial"/>
              </a:defRPr>
            </a:lvl7pPr>
            <a:lvl8pPr algn="l">
              <a:defRPr sz="2100" b="0">
                <a:solidFill>
                  <a:srgbClr val="707C88"/>
                </a:solidFill>
                <a:latin typeface="Arial"/>
                <a:ea typeface="Arial"/>
                <a:cs typeface="Arial"/>
              </a:defRPr>
            </a:lvl8pPr>
            <a:lvl9pPr algn="l">
              <a:defRPr sz="2100" b="0">
                <a:solidFill>
                  <a:srgbClr val="707C88"/>
                </a:solidFill>
                <a:latin typeface="Arial"/>
                <a:ea typeface="Arial"/>
                <a:cs typeface="Arial"/>
              </a:defRPr>
            </a:lvl9pPr>
          </a:lstStyle>
          <a:p xmlns:a="http://schemas.openxmlformats.org/drawingml/2006/main">
            <a:pPr algn="l">
              <a:defRPr sz="2100" b="0">
                <a:solidFill>
                  <a:srgbClr val="707C88"/>
                </a:solidFill>
                <a:latin typeface="Arial"/>
                <a:ea typeface="Arial"/>
                <a:cs typeface="Arial"/>
              </a:defRPr>
            </a:pPr>
            <a:r>
              <a:rPr sz="2100" b="0">
                <a:solidFill>
                  <a:srgbClr val="707C88"/>
                </a:solidFill>
                <a:latin typeface="Arial"/>
                <a:ea typeface="Arial"/>
                <a:cs typeface="Arial"/>
              </a:rPr>
              <a:t>October 2026</a:t>
            </a:r>
          </a:p>
        </p:txBody>
      </p:sp>
      <p:sp>
        <p:nvSpPr>
          <p:cNvPr id="9" name="!!nav.next">
            <ns0:hlinkClick xmlns:ns0="http://schemas.openxmlformats.org/drawingml/2006/main" xmlns:ns1="http://schemas.openxmlformats.org/officeDocument/2006/relationships" ns1:id="rIdNavSlide2" action="ppaction://hlinksldjump" tooltip="Slide 2: Research scope and application goals"/>
            <a:extLst xmlns:a="http://schemas.openxmlformats.org/drawingml/2006/main">
              <a:ext uri="{FF2B5EF4-FFF2-40B4-BE49-F238E27FC236}">
                <a16:creationId xmlns:a16="http://schemas.microsoft.com/office/drawing/2014/main" id="{D2FA5C47-7D66-4DCD-9F72-B4DB213C186E}"/>
              </a:ext>
            </a:extLst>
          </p:cNvPr>
          <p:cNvSpPr>
            <a:spLocks xmlns:a="http://schemas.openxmlformats.org/drawingml/2006/main" noGrp="1"/>
          </p:cNvSpPr>
          <p:nvPr/>
        </p:nvSpPr>
        <p:spPr>
          <a:xfrm xmlns:a="http://schemas.openxmlformats.org/drawingml/2006/main">
            <a:off x="647700" y="6677025"/>
            <a:ext cx="2133600" cy="60960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100" b="1">
                <a:solidFill>
                  <a:srgbClr val="FFFFFF"/>
                </a:solidFill>
                <a:latin typeface="Arial"/>
                <a:ea typeface="Arial"/>
                <a:cs typeface="Arial"/>
              </a:defRPr>
            </a:defPPr>
            <a:lvl1pPr algn="ctr">
              <a:defRPr sz="2100" b="1">
                <a:solidFill>
                  <a:srgbClr val="FFFFFF"/>
                </a:solidFill>
                <a:latin typeface="Arial"/>
                <a:ea typeface="Arial"/>
                <a:cs typeface="Arial"/>
              </a:defRPr>
            </a:lvl1pPr>
            <a:lvl2pPr algn="ctr">
              <a:defRPr sz="2100" b="1">
                <a:solidFill>
                  <a:srgbClr val="FFFFFF"/>
                </a:solidFill>
                <a:latin typeface="Arial"/>
                <a:ea typeface="Arial"/>
                <a:cs typeface="Arial"/>
              </a:defRPr>
            </a:lvl2pPr>
            <a:lvl3pPr algn="ctr">
              <a:defRPr sz="2100" b="1">
                <a:solidFill>
                  <a:srgbClr val="FFFFFF"/>
                </a:solidFill>
                <a:latin typeface="Arial"/>
                <a:ea typeface="Arial"/>
                <a:cs typeface="Arial"/>
              </a:defRPr>
            </a:lvl3pPr>
            <a:lvl4pPr algn="ctr">
              <a:defRPr sz="2100" b="1">
                <a:solidFill>
                  <a:srgbClr val="FFFFFF"/>
                </a:solidFill>
                <a:latin typeface="Arial"/>
                <a:ea typeface="Arial"/>
                <a:cs typeface="Arial"/>
              </a:defRPr>
            </a:lvl4pPr>
            <a:lvl5pPr algn="ctr">
              <a:defRPr sz="2100" b="1">
                <a:solidFill>
                  <a:srgbClr val="FFFFFF"/>
                </a:solidFill>
                <a:latin typeface="Arial"/>
                <a:ea typeface="Arial"/>
                <a:cs typeface="Arial"/>
              </a:defRPr>
            </a:lvl5pPr>
            <a:lvl6pPr algn="ctr">
              <a:defRPr sz="2100" b="1">
                <a:solidFill>
                  <a:srgbClr val="FFFFFF"/>
                </a:solidFill>
                <a:latin typeface="Arial"/>
                <a:ea typeface="Arial"/>
                <a:cs typeface="Arial"/>
              </a:defRPr>
            </a:lvl6pPr>
            <a:lvl7pPr algn="ctr">
              <a:defRPr sz="2100" b="1">
                <a:solidFill>
                  <a:srgbClr val="FFFFFF"/>
                </a:solidFill>
                <a:latin typeface="Arial"/>
                <a:ea typeface="Arial"/>
                <a:cs typeface="Arial"/>
              </a:defRPr>
            </a:lvl7pPr>
            <a:lvl8pPr algn="ctr">
              <a:defRPr sz="2100" b="1">
                <a:solidFill>
                  <a:srgbClr val="FFFFFF"/>
                </a:solidFill>
                <a:latin typeface="Arial"/>
                <a:ea typeface="Arial"/>
                <a:cs typeface="Arial"/>
              </a:defRPr>
            </a:lvl8pPr>
            <a:lvl9pPr algn="ctr">
              <a:defRPr sz="2100" b="1">
                <a:solidFill>
                  <a:srgbClr val="FFFFFF"/>
                </a:solidFill>
                <a:latin typeface="Arial"/>
                <a:ea typeface="Arial"/>
                <a:cs typeface="Arial"/>
              </a:defRPr>
            </a:lvl9pPr>
          </a:lstStyle>
          <a:p xmlns:a="http://schemas.openxmlformats.org/drawingml/2006/main">
            <a:pPr algn="ctr">
              <a:defRPr sz="2100" b="1">
                <a:solidFill>
                  <a:srgbClr val="FFFFFF"/>
                </a:solidFill>
                <a:latin typeface="Arial"/>
                <a:ea typeface="Arial"/>
                <a:cs typeface="Arial"/>
              </a:defRPr>
            </a:pPr>
            <a:r>
              <a:rPr sz="2100" b="1">
                <a:solidFill>
                  <a:srgbClr val="FFFFFF"/>
                </a:solidFill>
                <a:latin typeface="Arial"/>
                <a:ea typeface="Arial"/>
                <a:cs typeface="Arial"/>
              </a:rPr>
              <a:t>Start</a:t>
            </a:r>
          </a:p>
        </p:txBody>
      </p:sp>
    </p:spTree>
    <p:extLst>
      <p:ext uri="{BB962C8B-B14F-4D97-AF65-F5344CB8AC3E}">
        <p14:creationId xmlns:p14="http://schemas.microsoft.com/office/powerpoint/2010/main" val="1543375308"/>
      </p:ext>
    </p:extLst>
  </p:cSld>
  <mc:AlternateContent xmlns:mc="http://schemas.openxmlformats.org/markup-compatibility/2006">
    <mc:Choice xmlns:p159="http://schemas.microsoft.com/office/powerpoint/2015/09/main" Requires="p159">
      <p:transition xmlns:p14="http://schemas.microsoft.com/office/powerpoint/2010/main" spd="med" advClick="1" p14:dur="700">
        <p159:morph option="byObject"/>
      </p:transition>
    </mc:Choice>
    <mc:Fallback>
      <p:transition spd="fast" advClick="1">
        <p:fade/>
      </p:transition>
    </mc:Fallback>
  </mc:AlternateContent>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heading">
            <a:extLst xmlns:a="http://schemas.openxmlformats.org/drawingml/2006/main">
              <a:ext uri="{FF2B5EF4-FFF2-40B4-BE49-F238E27FC236}">
                <a16:creationId xmlns:a16="http://schemas.microsoft.com/office/drawing/2014/main" id="{9A229355-C285-4C7D-AB63-C6E095ABC065}"/>
              </a:ext>
            </a:extLst>
          </p:cNvPr>
          <p:cNvSpPr>
            <a:spLocks xmlns:a="http://schemas.openxmlformats.org/drawingml/2006/main" noGrp="1"/>
          </p:cNvSpPr>
          <p:nvPr/>
        </p:nvSpPr>
        <p:spPr>
          <a:xfrm xmlns:a="http://schemas.openxmlformats.org/drawingml/2006/main">
            <a:off x="647700" y="428625"/>
            <a:ext cx="13944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0262C"/>
                </a:solidFill>
                <a:latin typeface="Arial"/>
                <a:ea typeface="Arial"/>
                <a:cs typeface="Arial"/>
              </a:defRPr>
            </a:defPPr>
            <a:lvl1pPr algn="l">
              <a:defRPr sz="3300" b="1">
                <a:solidFill>
                  <a:srgbClr val="20262C"/>
                </a:solidFill>
                <a:latin typeface="Arial"/>
                <a:ea typeface="Arial"/>
                <a:cs typeface="Arial"/>
              </a:defRPr>
            </a:lvl1pPr>
            <a:lvl2pPr algn="l">
              <a:defRPr sz="3300" b="1">
                <a:solidFill>
                  <a:srgbClr val="20262C"/>
                </a:solidFill>
                <a:latin typeface="Arial"/>
                <a:ea typeface="Arial"/>
                <a:cs typeface="Arial"/>
              </a:defRPr>
            </a:lvl2pPr>
            <a:lvl3pPr algn="l">
              <a:defRPr sz="3300" b="1">
                <a:solidFill>
                  <a:srgbClr val="20262C"/>
                </a:solidFill>
                <a:latin typeface="Arial"/>
                <a:ea typeface="Arial"/>
                <a:cs typeface="Arial"/>
              </a:defRPr>
            </a:lvl3pPr>
            <a:lvl4pPr algn="l">
              <a:defRPr sz="3300" b="1">
                <a:solidFill>
                  <a:srgbClr val="20262C"/>
                </a:solidFill>
                <a:latin typeface="Arial"/>
                <a:ea typeface="Arial"/>
                <a:cs typeface="Arial"/>
              </a:defRPr>
            </a:lvl4pPr>
            <a:lvl5pPr algn="l">
              <a:defRPr sz="3300" b="1">
                <a:solidFill>
                  <a:srgbClr val="20262C"/>
                </a:solidFill>
                <a:latin typeface="Arial"/>
                <a:ea typeface="Arial"/>
                <a:cs typeface="Arial"/>
              </a:defRPr>
            </a:lvl5pPr>
            <a:lvl6pPr algn="l">
              <a:defRPr sz="3300" b="1">
                <a:solidFill>
                  <a:srgbClr val="20262C"/>
                </a:solidFill>
                <a:latin typeface="Arial"/>
                <a:ea typeface="Arial"/>
                <a:cs typeface="Arial"/>
              </a:defRPr>
            </a:lvl6pPr>
            <a:lvl7pPr algn="l">
              <a:defRPr sz="3300" b="1">
                <a:solidFill>
                  <a:srgbClr val="20262C"/>
                </a:solidFill>
                <a:latin typeface="Arial"/>
                <a:ea typeface="Arial"/>
                <a:cs typeface="Arial"/>
              </a:defRPr>
            </a:lvl7pPr>
            <a:lvl8pPr algn="l">
              <a:defRPr sz="3300" b="1">
                <a:solidFill>
                  <a:srgbClr val="20262C"/>
                </a:solidFill>
                <a:latin typeface="Arial"/>
                <a:ea typeface="Arial"/>
                <a:cs typeface="Arial"/>
              </a:defRPr>
            </a:lvl8pPr>
            <a:lvl9pPr algn="l">
              <a:defRPr sz="3300" b="1">
                <a:solidFill>
                  <a:srgbClr val="20262C"/>
                </a:solidFill>
                <a:latin typeface="Arial"/>
                <a:ea typeface="Arial"/>
                <a:cs typeface="Arial"/>
              </a:defRPr>
            </a:lvl9pPr>
          </a:lstStyle>
          <a:p xmlns:a="http://schemas.openxmlformats.org/drawingml/2006/main">
            <a:pPr algn="l">
              <a:defRPr sz="3300" b="1">
                <a:solidFill>
                  <a:srgbClr val="20262C"/>
                </a:solidFill>
                <a:latin typeface="Arial"/>
                <a:ea typeface="Arial"/>
                <a:cs typeface="Arial"/>
              </a:defRPr>
            </a:pPr>
            <a:r>
              <a:rPr sz="3300" b="1">
                <a:solidFill>
                  <a:srgbClr val="20262C"/>
                </a:solidFill>
                <a:latin typeface="Arial"/>
                <a:ea typeface="Arial"/>
                <a:cs typeface="Arial"/>
              </a:rPr>
              <a:t>Research scope and application goals</a:t>
            </a:r>
          </a:p>
        </p:txBody>
      </p:sp>
      <p:sp>
        <p:nvSpPr>
          <p:cNvPr id="2" name="!!subtitle">
            <a:extLst xmlns:a="http://schemas.openxmlformats.org/drawingml/2006/main">
              <a:ext uri="{FF2B5EF4-FFF2-40B4-BE49-F238E27FC236}">
                <a16:creationId xmlns:a16="http://schemas.microsoft.com/office/drawing/2014/main" id="{AA3FE38A-1C91-4747-8E60-E0990C7038EA}"/>
              </a:ext>
            </a:extLst>
          </p:cNvPr>
          <p:cNvSpPr>
            <a:spLocks xmlns:a="http://schemas.openxmlformats.org/drawingml/2006/main" noGrp="1"/>
          </p:cNvSpPr>
          <p:nvPr/>
        </p:nvSpPr>
        <p:spPr>
          <a:xfrm xmlns:a="http://schemas.openxmlformats.org/drawingml/2006/main">
            <a:off x="647700" y="1190625"/>
            <a:ext cx="139446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05A9C"/>
                </a:solidFill>
                <a:latin typeface="Arial"/>
                <a:ea typeface="Arial"/>
                <a:cs typeface="Arial"/>
              </a:defRPr>
            </a:defPPr>
            <a:lvl1pPr algn="l">
              <a:defRPr sz="1875" b="0">
                <a:solidFill>
                  <a:srgbClr val="005A9C"/>
                </a:solidFill>
                <a:latin typeface="Arial"/>
                <a:ea typeface="Arial"/>
                <a:cs typeface="Arial"/>
              </a:defRPr>
            </a:lvl1pPr>
            <a:lvl2pPr algn="l">
              <a:defRPr sz="1875" b="0">
                <a:solidFill>
                  <a:srgbClr val="005A9C"/>
                </a:solidFill>
                <a:latin typeface="Arial"/>
                <a:ea typeface="Arial"/>
                <a:cs typeface="Arial"/>
              </a:defRPr>
            </a:lvl2pPr>
            <a:lvl3pPr algn="l">
              <a:defRPr sz="1875" b="0">
                <a:solidFill>
                  <a:srgbClr val="005A9C"/>
                </a:solidFill>
                <a:latin typeface="Arial"/>
                <a:ea typeface="Arial"/>
                <a:cs typeface="Arial"/>
              </a:defRPr>
            </a:lvl3pPr>
            <a:lvl4pPr algn="l">
              <a:defRPr sz="1875" b="0">
                <a:solidFill>
                  <a:srgbClr val="005A9C"/>
                </a:solidFill>
                <a:latin typeface="Arial"/>
                <a:ea typeface="Arial"/>
                <a:cs typeface="Arial"/>
              </a:defRPr>
            </a:lvl4pPr>
            <a:lvl5pPr algn="l">
              <a:defRPr sz="1875" b="0">
                <a:solidFill>
                  <a:srgbClr val="005A9C"/>
                </a:solidFill>
                <a:latin typeface="Arial"/>
                <a:ea typeface="Arial"/>
                <a:cs typeface="Arial"/>
              </a:defRPr>
            </a:lvl5pPr>
            <a:lvl6pPr algn="l">
              <a:defRPr sz="1875" b="0">
                <a:solidFill>
                  <a:srgbClr val="005A9C"/>
                </a:solidFill>
                <a:latin typeface="Arial"/>
                <a:ea typeface="Arial"/>
                <a:cs typeface="Arial"/>
              </a:defRPr>
            </a:lvl6pPr>
            <a:lvl7pPr algn="l">
              <a:defRPr sz="1875" b="0">
                <a:solidFill>
                  <a:srgbClr val="005A9C"/>
                </a:solidFill>
                <a:latin typeface="Arial"/>
                <a:ea typeface="Arial"/>
                <a:cs typeface="Arial"/>
              </a:defRPr>
            </a:lvl7pPr>
            <a:lvl8pPr algn="l">
              <a:defRPr sz="1875" b="0">
                <a:solidFill>
                  <a:srgbClr val="005A9C"/>
                </a:solidFill>
                <a:latin typeface="Arial"/>
                <a:ea typeface="Arial"/>
                <a:cs typeface="Arial"/>
              </a:defRPr>
            </a:lvl8pPr>
            <a:lvl9pPr algn="l">
              <a:defRPr sz="1875" b="0">
                <a:solidFill>
                  <a:srgbClr val="005A9C"/>
                </a:solidFill>
                <a:latin typeface="Arial"/>
                <a:ea typeface="Arial"/>
                <a:cs typeface="Arial"/>
              </a:defRPr>
            </a:lvl9pPr>
          </a:lstStyle>
          <a:p xmlns:a="http://schemas.openxmlformats.org/drawingml/2006/main">
            <a:pPr algn="l">
              <a:defRPr sz="1875" b="0">
                <a:solidFill>
                  <a:srgbClr val="005A9C"/>
                </a:solidFill>
                <a:latin typeface="Arial"/>
                <a:ea typeface="Arial"/>
                <a:cs typeface="Arial"/>
              </a:defRPr>
            </a:pPr>
            <a:r>
              <a:rPr sz="1875" b="0">
                <a:solidFill>
                  <a:srgbClr val="005A9C"/>
                </a:solidFill>
                <a:latin typeface="Arial"/>
                <a:ea typeface="Arial"/>
                <a:cs typeface="Arial"/>
              </a:rPr>
              <a:t>Research scope</a:t>
            </a:r>
          </a:p>
        </p:txBody>
      </p:sp>
      <p:sp>
        <p:nvSpPr>
          <p:cNvPr id="3" name="!!heading.rule">
            <a:extLst xmlns:a="http://schemas.openxmlformats.org/drawingml/2006/main">
              <a:ext uri="{FF2B5EF4-FFF2-40B4-BE49-F238E27FC236}">
                <a16:creationId xmlns:a16="http://schemas.microsoft.com/office/drawing/2014/main" id="{FAE245D7-F59E-4E86-AAE8-781C2F2236FF}"/>
              </a:ext>
            </a:extLst>
          </p:cNvPr>
          <p:cNvSpPr>
            <a:spLocks xmlns:a="http://schemas.openxmlformats.org/drawingml/2006/main" noGrp="1"/>
          </p:cNvSpPr>
          <p:nvPr/>
        </p:nvSpPr>
        <p:spPr>
          <a:xfrm xmlns:a="http://schemas.openxmlformats.org/drawingml/2006/main" flipH="0" flipV="0">
            <a:off x="647700" y="1733550"/>
            <a:ext cx="13944600" cy="953"/>
          </a:xfrm>
          <a:prstGeom xmlns:a="http://schemas.openxmlformats.org/drawingml/2006/main" prst="line">
            <a:avLst/>
          </a:prstGeom>
          <a:noFill xmlns:a="http://schemas.openxmlformats.org/drawingml/2006/main"/>
          <a:ln xmlns:a="http://schemas.openxmlformats.org/drawingml/2006/main" w="11430">
            <a:solidFill>
              <a:srgbClr val="BCC6CF"/>
            </a:solidFill>
            <a:prstDash val="solid"/>
          </a:ln>
        </p:spPr>
      </p:sp>
      <p:sp>
        <p:nvSpPr>
          <p:cNvPr id="4" name="!!nav.home">
            <ns0:hlinkClick xmlns:ns0="http://schemas.openxmlformats.org/drawingml/2006/main" xmlns:ns1="http://schemas.openxmlformats.org/officeDocument/2006/relationships" ns1:id="rIdNavSlide3" action="ppaction://hlinksldjump" tooltip="Slide 3: Seven workflows across the firm"/>
            <a:extLst xmlns:a="http://schemas.openxmlformats.org/drawingml/2006/main">
              <a:ext uri="{FF2B5EF4-FFF2-40B4-BE49-F238E27FC236}">
                <a16:creationId xmlns:a16="http://schemas.microsoft.com/office/drawing/2014/main" id="{724D0D68-2605-4CFF-877F-8FC23E17C490}"/>
              </a:ext>
            </a:extLst>
          </p:cNvPr>
          <p:cNvSpPr>
            <a:spLocks xmlns:a="http://schemas.openxmlformats.org/drawingml/2006/main" noGrp="1"/>
          </p:cNvSpPr>
          <p:nvPr/>
        </p:nvSpPr>
        <p:spPr>
          <a:xfrm xmlns:a="http://schemas.openxmlformats.org/drawingml/2006/main">
            <a:off x="647700" y="7496175"/>
            <a:ext cx="26098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BCC6CF"/>
            </a:solidFill>
            <a:prstDash val="solid"/>
          </a:ln>
        </p:spPr>
        <p:txBody>
          <a:bodyPr xmlns:a="http://schemas.openxmlformats.org/drawingml/2006/main" wrap="square" lIns="114300" tIns="0" rIns="114300" bIns="0" anchor="ctr">
            <a:noAutofit/>
          </a:bodyPr>
          <a:lstStyle xmlns:a="http://schemas.openxmlformats.org/drawingml/2006/main">
            <a:defPPr algn="ctr">
              <a:defRPr sz="1800" b="1">
                <a:solidFill>
                  <a:srgbClr val="005A9C"/>
                </a:solidFill>
                <a:latin typeface="Arial"/>
                <a:ea typeface="Arial"/>
                <a:cs typeface="Arial"/>
              </a:defRPr>
            </a:defPPr>
            <a:lvl1pPr algn="ctr">
              <a:defRPr sz="1800" b="1">
                <a:solidFill>
                  <a:srgbClr val="005A9C"/>
                </a:solidFill>
                <a:latin typeface="Arial"/>
                <a:ea typeface="Arial"/>
                <a:cs typeface="Arial"/>
              </a:defRPr>
            </a:lvl1pPr>
            <a:lvl2pPr algn="ctr">
              <a:defRPr sz="1800" b="1">
                <a:solidFill>
                  <a:srgbClr val="005A9C"/>
                </a:solidFill>
                <a:latin typeface="Arial"/>
                <a:ea typeface="Arial"/>
                <a:cs typeface="Arial"/>
              </a:defRPr>
            </a:lvl2pPr>
            <a:lvl3pPr algn="ctr">
              <a:defRPr sz="1800" b="1">
                <a:solidFill>
                  <a:srgbClr val="005A9C"/>
                </a:solidFill>
                <a:latin typeface="Arial"/>
                <a:ea typeface="Arial"/>
                <a:cs typeface="Arial"/>
              </a:defRPr>
            </a:lvl3pPr>
            <a:lvl4pPr algn="ctr">
              <a:defRPr sz="1800" b="1">
                <a:solidFill>
                  <a:srgbClr val="005A9C"/>
                </a:solidFill>
                <a:latin typeface="Arial"/>
                <a:ea typeface="Arial"/>
                <a:cs typeface="Arial"/>
              </a:defRPr>
            </a:lvl4pPr>
            <a:lvl5pPr algn="ctr">
              <a:defRPr sz="1800" b="1">
                <a:solidFill>
                  <a:srgbClr val="005A9C"/>
                </a:solidFill>
                <a:latin typeface="Arial"/>
                <a:ea typeface="Arial"/>
                <a:cs typeface="Arial"/>
              </a:defRPr>
            </a:lvl5pPr>
            <a:lvl6pPr algn="ctr">
              <a:defRPr sz="1800" b="1">
                <a:solidFill>
                  <a:srgbClr val="005A9C"/>
                </a:solidFill>
                <a:latin typeface="Arial"/>
                <a:ea typeface="Arial"/>
                <a:cs typeface="Arial"/>
              </a:defRPr>
            </a:lvl6pPr>
            <a:lvl7pPr algn="ctr">
              <a:defRPr sz="1800" b="1">
                <a:solidFill>
                  <a:srgbClr val="005A9C"/>
                </a:solidFill>
                <a:latin typeface="Arial"/>
                <a:ea typeface="Arial"/>
                <a:cs typeface="Arial"/>
              </a:defRPr>
            </a:lvl7pPr>
            <a:lvl8pPr algn="ctr">
              <a:defRPr sz="1800" b="1">
                <a:solidFill>
                  <a:srgbClr val="005A9C"/>
                </a:solidFill>
                <a:latin typeface="Arial"/>
                <a:ea typeface="Arial"/>
                <a:cs typeface="Arial"/>
              </a:defRPr>
            </a:lvl8pPr>
            <a:lvl9pPr algn="ctr">
              <a:defRPr sz="1800" b="1">
                <a:solidFill>
                  <a:srgbClr val="005A9C"/>
                </a:solidFill>
                <a:latin typeface="Arial"/>
                <a:ea typeface="Arial"/>
                <a:cs typeface="Arial"/>
              </a:defRPr>
            </a:lvl9pPr>
          </a:lstStyle>
          <a:p xmlns:a="http://schemas.openxmlformats.org/drawingml/2006/main">
            <a:pPr algn="ctr">
              <a:defRPr sz="1800" b="1">
                <a:solidFill>
                  <a:srgbClr val="005A9C"/>
                </a:solidFill>
                <a:latin typeface="Arial"/>
                <a:ea typeface="Arial"/>
                <a:cs typeface="Arial"/>
              </a:defRPr>
            </a:pPr>
            <a:r>
              <a:rPr sz="1800" b="1">
                <a:solidFill>
                  <a:srgbClr val="005A9C"/>
                </a:solidFill>
                <a:latin typeface="Arial"/>
                <a:ea typeface="Arial"/>
                <a:cs typeface="Arial"/>
              </a:rPr>
              <a:t>Firm overview</a:t>
            </a:r>
          </a:p>
        </p:txBody>
      </p:sp>
      <p:sp>
        <p:nvSpPr>
          <p:cNvPr id="5" name="!!page">
            <a:extLst xmlns:a="http://schemas.openxmlformats.org/drawingml/2006/main">
              <a:ext uri="{FF2B5EF4-FFF2-40B4-BE49-F238E27FC236}">
                <a16:creationId xmlns:a16="http://schemas.microsoft.com/office/drawing/2014/main" id="{9FC0DF8E-6FE9-417E-90EC-0D09AD978BC1}"/>
              </a:ext>
            </a:extLst>
          </p:cNvPr>
          <p:cNvSpPr>
            <a:spLocks xmlns:a="http://schemas.openxmlformats.org/drawingml/2006/main" noGrp="1"/>
          </p:cNvSpPr>
          <p:nvPr/>
        </p:nvSpPr>
        <p:spPr>
          <a:xfrm xmlns:a="http://schemas.openxmlformats.org/drawingml/2006/main">
            <a:off x="11144250" y="7591425"/>
            <a:ext cx="904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650" b="0">
                <a:solidFill>
                  <a:srgbClr val="707C88"/>
                </a:solidFill>
                <a:latin typeface="Arial"/>
                <a:ea typeface="Arial"/>
                <a:cs typeface="Arial"/>
              </a:defRPr>
            </a:defPPr>
            <a:lvl1pPr algn="r">
              <a:defRPr sz="1650" b="0">
                <a:solidFill>
                  <a:srgbClr val="707C88"/>
                </a:solidFill>
                <a:latin typeface="Arial"/>
                <a:ea typeface="Arial"/>
                <a:cs typeface="Arial"/>
              </a:defRPr>
            </a:lvl1pPr>
            <a:lvl2pPr algn="r">
              <a:defRPr sz="1650" b="0">
                <a:solidFill>
                  <a:srgbClr val="707C88"/>
                </a:solidFill>
                <a:latin typeface="Arial"/>
                <a:ea typeface="Arial"/>
                <a:cs typeface="Arial"/>
              </a:defRPr>
            </a:lvl2pPr>
            <a:lvl3pPr algn="r">
              <a:defRPr sz="1650" b="0">
                <a:solidFill>
                  <a:srgbClr val="707C88"/>
                </a:solidFill>
                <a:latin typeface="Arial"/>
                <a:ea typeface="Arial"/>
                <a:cs typeface="Arial"/>
              </a:defRPr>
            </a:lvl3pPr>
            <a:lvl4pPr algn="r">
              <a:defRPr sz="1650" b="0">
                <a:solidFill>
                  <a:srgbClr val="707C88"/>
                </a:solidFill>
                <a:latin typeface="Arial"/>
                <a:ea typeface="Arial"/>
                <a:cs typeface="Arial"/>
              </a:defRPr>
            </a:lvl4pPr>
            <a:lvl5pPr algn="r">
              <a:defRPr sz="1650" b="0">
                <a:solidFill>
                  <a:srgbClr val="707C88"/>
                </a:solidFill>
                <a:latin typeface="Arial"/>
                <a:ea typeface="Arial"/>
                <a:cs typeface="Arial"/>
              </a:defRPr>
            </a:lvl5pPr>
            <a:lvl6pPr algn="r">
              <a:defRPr sz="1650" b="0">
                <a:solidFill>
                  <a:srgbClr val="707C88"/>
                </a:solidFill>
                <a:latin typeface="Arial"/>
                <a:ea typeface="Arial"/>
                <a:cs typeface="Arial"/>
              </a:defRPr>
            </a:lvl6pPr>
            <a:lvl7pPr algn="r">
              <a:defRPr sz="1650" b="0">
                <a:solidFill>
                  <a:srgbClr val="707C88"/>
                </a:solidFill>
                <a:latin typeface="Arial"/>
                <a:ea typeface="Arial"/>
                <a:cs typeface="Arial"/>
              </a:defRPr>
            </a:lvl7pPr>
            <a:lvl8pPr algn="r">
              <a:defRPr sz="1650" b="0">
                <a:solidFill>
                  <a:srgbClr val="707C88"/>
                </a:solidFill>
                <a:latin typeface="Arial"/>
                <a:ea typeface="Arial"/>
                <a:cs typeface="Arial"/>
              </a:defRPr>
            </a:lvl8pPr>
            <a:lvl9pPr algn="r">
              <a:defRPr sz="1650" b="0">
                <a:solidFill>
                  <a:srgbClr val="707C88"/>
                </a:solidFill>
                <a:latin typeface="Arial"/>
                <a:ea typeface="Arial"/>
                <a:cs typeface="Arial"/>
              </a:defRPr>
            </a:lvl9pPr>
          </a:lstStyle>
          <a:p xmlns:a="http://schemas.openxmlformats.org/drawingml/2006/main">
            <a:pPr algn="r">
              <a:defRPr sz="1650" b="0">
                <a:solidFill>
                  <a:srgbClr val="707C88"/>
                </a:solidFill>
                <a:latin typeface="Arial"/>
                <a:ea typeface="Arial"/>
                <a:cs typeface="Arial"/>
              </a:defRPr>
            </a:pPr>
            <a:r>
              <a:rPr sz="1650" b="0">
                <a:solidFill>
                  <a:srgbClr val="707C88"/>
                </a:solidFill>
                <a:latin typeface="Arial"/>
                <a:ea typeface="Arial"/>
                <a:cs typeface="Arial"/>
              </a:rPr>
              <a:t>2 / 33</a:t>
            </a:r>
          </a:p>
        </p:txBody>
      </p:sp>
      <p:sp>
        <p:nvSpPr>
          <p:cNvPr id="6" name="!!nav.prev">
            <ns0:hlinkClick xmlns:ns0="http://schemas.openxmlformats.org/drawingml/2006/main" xmlns:ns1="http://schemas.openxmlformats.org/officeDocument/2006/relationships" ns1:id="rIdNavSlide1" action="ppaction://hlinksldjump" tooltip="Slide 1: LLMs in Asset Management"/>
            <a:extLst xmlns:a="http://schemas.openxmlformats.org/drawingml/2006/main">
              <a:ext uri="{FF2B5EF4-FFF2-40B4-BE49-F238E27FC236}">
                <a16:creationId xmlns:a16="http://schemas.microsoft.com/office/drawing/2014/main" id="{82A816F0-73E4-4A0B-8AAA-11F2AAAEE700}"/>
              </a:ext>
            </a:extLst>
          </p:cNvPr>
          <p:cNvSpPr>
            <a:spLocks xmlns:a="http://schemas.openxmlformats.org/drawingml/2006/main" noGrp="1"/>
          </p:cNvSpPr>
          <p:nvPr/>
        </p:nvSpPr>
        <p:spPr>
          <a:xfrm xmlns:a="http://schemas.openxmlformats.org/drawingml/2006/main">
            <a:off x="12287250" y="7496175"/>
            <a:ext cx="1047750" cy="4572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725" b="1">
                <a:solidFill>
                  <a:srgbClr val="005A9C"/>
                </a:solidFill>
                <a:latin typeface="Arial"/>
                <a:ea typeface="Arial"/>
                <a:cs typeface="Arial"/>
              </a:defRPr>
            </a:defPPr>
            <a:lvl1pPr algn="ctr">
              <a:defRPr sz="1725" b="1">
                <a:solidFill>
                  <a:srgbClr val="005A9C"/>
                </a:solidFill>
                <a:latin typeface="Arial"/>
                <a:ea typeface="Arial"/>
                <a:cs typeface="Arial"/>
              </a:defRPr>
            </a:lvl1pPr>
            <a:lvl2pPr algn="ctr">
              <a:defRPr sz="1725" b="1">
                <a:solidFill>
                  <a:srgbClr val="005A9C"/>
                </a:solidFill>
                <a:latin typeface="Arial"/>
                <a:ea typeface="Arial"/>
                <a:cs typeface="Arial"/>
              </a:defRPr>
            </a:lvl2pPr>
            <a:lvl3pPr algn="ctr">
              <a:defRPr sz="1725" b="1">
                <a:solidFill>
                  <a:srgbClr val="005A9C"/>
                </a:solidFill>
                <a:latin typeface="Arial"/>
                <a:ea typeface="Arial"/>
                <a:cs typeface="Arial"/>
              </a:defRPr>
            </a:lvl3pPr>
            <a:lvl4pPr algn="ctr">
              <a:defRPr sz="1725" b="1">
                <a:solidFill>
                  <a:srgbClr val="005A9C"/>
                </a:solidFill>
                <a:latin typeface="Arial"/>
                <a:ea typeface="Arial"/>
                <a:cs typeface="Arial"/>
              </a:defRPr>
            </a:lvl4pPr>
            <a:lvl5pPr algn="ctr">
              <a:defRPr sz="1725" b="1">
                <a:solidFill>
                  <a:srgbClr val="005A9C"/>
                </a:solidFill>
                <a:latin typeface="Arial"/>
                <a:ea typeface="Arial"/>
                <a:cs typeface="Arial"/>
              </a:defRPr>
            </a:lvl5pPr>
            <a:lvl6pPr algn="ctr">
              <a:defRPr sz="1725" b="1">
                <a:solidFill>
                  <a:srgbClr val="005A9C"/>
                </a:solidFill>
                <a:latin typeface="Arial"/>
                <a:ea typeface="Arial"/>
                <a:cs typeface="Arial"/>
              </a:defRPr>
            </a:lvl6pPr>
            <a:lvl7pPr algn="ctr">
              <a:defRPr sz="1725" b="1">
                <a:solidFill>
                  <a:srgbClr val="005A9C"/>
                </a:solidFill>
                <a:latin typeface="Arial"/>
                <a:ea typeface="Arial"/>
                <a:cs typeface="Arial"/>
              </a:defRPr>
            </a:lvl7pPr>
            <a:lvl8pPr algn="ctr">
              <a:defRPr sz="1725" b="1">
                <a:solidFill>
                  <a:srgbClr val="005A9C"/>
                </a:solidFill>
                <a:latin typeface="Arial"/>
                <a:ea typeface="Arial"/>
                <a:cs typeface="Arial"/>
              </a:defRPr>
            </a:lvl8pPr>
            <a:lvl9pPr algn="ctr">
              <a:defRPr sz="1725" b="1">
                <a:solidFill>
                  <a:srgbClr val="005A9C"/>
                </a:solidFill>
                <a:latin typeface="Arial"/>
                <a:ea typeface="Arial"/>
                <a:cs typeface="Arial"/>
              </a:defRPr>
            </a:lvl9pPr>
          </a:lstStyle>
          <a:p xmlns:a="http://schemas.openxmlformats.org/drawingml/2006/main">
            <a:pPr algn="ctr">
              <a:defRPr sz="1725" b="1">
                <a:solidFill>
                  <a:srgbClr val="005A9C"/>
                </a:solidFill>
                <a:latin typeface="Arial"/>
                <a:ea typeface="Arial"/>
                <a:cs typeface="Arial"/>
              </a:defRPr>
            </a:pPr>
            <a:r>
              <a:rPr sz="1725" b="1">
                <a:solidFill>
                  <a:srgbClr val="005A9C"/>
                </a:solidFill>
                <a:latin typeface="Arial"/>
                <a:ea typeface="Arial"/>
                <a:cs typeface="Arial"/>
              </a:rPr>
              <a:t>Back</a:t>
            </a:r>
          </a:p>
        </p:txBody>
      </p:sp>
      <p:sp>
        <p:nvSpPr>
          <p:cNvPr id="7" name="!!nav.next">
            <ns0:hlinkClick xmlns:ns0="http://schemas.openxmlformats.org/drawingml/2006/main" xmlns:ns1="http://schemas.openxmlformats.org/officeDocument/2006/relationships" ns1:id="rIdNavSlide3" action="ppaction://hlinksldjump" tooltip="Slide 3: Seven workflows across the firm"/>
            <a:extLst xmlns:a="http://schemas.openxmlformats.org/drawingml/2006/main">
              <a:ext uri="{FF2B5EF4-FFF2-40B4-BE49-F238E27FC236}">
                <a16:creationId xmlns:a16="http://schemas.microsoft.com/office/drawing/2014/main" id="{F3831876-A649-4AA8-B5E4-E5326C3EFF1A}"/>
              </a:ext>
            </a:extLst>
          </p:cNvPr>
          <p:cNvSpPr>
            <a:spLocks xmlns:a="http://schemas.openxmlformats.org/drawingml/2006/main" noGrp="1"/>
          </p:cNvSpPr>
          <p:nvPr/>
        </p:nvSpPr>
        <p:spPr>
          <a:xfrm xmlns:a="http://schemas.openxmlformats.org/drawingml/2006/main">
            <a:off x="13506450" y="7496175"/>
            <a:ext cx="1085850" cy="45720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725" b="1">
                <a:solidFill>
                  <a:srgbClr val="FFFFFF"/>
                </a:solidFill>
                <a:latin typeface="Arial"/>
                <a:ea typeface="Arial"/>
                <a:cs typeface="Arial"/>
              </a:defRPr>
            </a:defPPr>
            <a:lvl1pPr algn="ctr">
              <a:defRPr sz="1725" b="1">
                <a:solidFill>
                  <a:srgbClr val="FFFFFF"/>
                </a:solidFill>
                <a:latin typeface="Arial"/>
                <a:ea typeface="Arial"/>
                <a:cs typeface="Arial"/>
              </a:defRPr>
            </a:lvl1pPr>
            <a:lvl2pPr algn="ctr">
              <a:defRPr sz="1725" b="1">
                <a:solidFill>
                  <a:srgbClr val="FFFFFF"/>
                </a:solidFill>
                <a:latin typeface="Arial"/>
                <a:ea typeface="Arial"/>
                <a:cs typeface="Arial"/>
              </a:defRPr>
            </a:lvl2pPr>
            <a:lvl3pPr algn="ctr">
              <a:defRPr sz="1725" b="1">
                <a:solidFill>
                  <a:srgbClr val="FFFFFF"/>
                </a:solidFill>
                <a:latin typeface="Arial"/>
                <a:ea typeface="Arial"/>
                <a:cs typeface="Arial"/>
              </a:defRPr>
            </a:lvl3pPr>
            <a:lvl4pPr algn="ctr">
              <a:defRPr sz="1725" b="1">
                <a:solidFill>
                  <a:srgbClr val="FFFFFF"/>
                </a:solidFill>
                <a:latin typeface="Arial"/>
                <a:ea typeface="Arial"/>
                <a:cs typeface="Arial"/>
              </a:defRPr>
            </a:lvl4pPr>
            <a:lvl5pPr algn="ctr">
              <a:defRPr sz="1725" b="1">
                <a:solidFill>
                  <a:srgbClr val="FFFFFF"/>
                </a:solidFill>
                <a:latin typeface="Arial"/>
                <a:ea typeface="Arial"/>
                <a:cs typeface="Arial"/>
              </a:defRPr>
            </a:lvl5pPr>
            <a:lvl6pPr algn="ctr">
              <a:defRPr sz="1725" b="1">
                <a:solidFill>
                  <a:srgbClr val="FFFFFF"/>
                </a:solidFill>
                <a:latin typeface="Arial"/>
                <a:ea typeface="Arial"/>
                <a:cs typeface="Arial"/>
              </a:defRPr>
            </a:lvl6pPr>
            <a:lvl7pPr algn="ctr">
              <a:defRPr sz="1725" b="1">
                <a:solidFill>
                  <a:srgbClr val="FFFFFF"/>
                </a:solidFill>
                <a:latin typeface="Arial"/>
                <a:ea typeface="Arial"/>
                <a:cs typeface="Arial"/>
              </a:defRPr>
            </a:lvl7pPr>
            <a:lvl8pPr algn="ctr">
              <a:defRPr sz="1725" b="1">
                <a:solidFill>
                  <a:srgbClr val="FFFFFF"/>
                </a:solidFill>
                <a:latin typeface="Arial"/>
                <a:ea typeface="Arial"/>
                <a:cs typeface="Arial"/>
              </a:defRPr>
            </a:lvl8pPr>
            <a:lvl9pPr algn="ctr">
              <a:defRPr sz="1725" b="1">
                <a:solidFill>
                  <a:srgbClr val="FFFFFF"/>
                </a:solidFill>
                <a:latin typeface="Arial"/>
                <a:ea typeface="Arial"/>
                <a:cs typeface="Arial"/>
              </a:defRPr>
            </a:lvl9pPr>
          </a:lstStyle>
          <a:p xmlns:a="http://schemas.openxmlformats.org/drawingml/2006/main">
            <a:pPr algn="ctr">
              <a:defRPr sz="1725" b="1">
                <a:solidFill>
                  <a:srgbClr val="FFFFFF"/>
                </a:solidFill>
                <a:latin typeface="Arial"/>
                <a:ea typeface="Arial"/>
                <a:cs typeface="Arial"/>
              </a:defRPr>
            </a:pPr>
            <a:r>
              <a:rPr sz="1725" b="1">
                <a:solidFill>
                  <a:srgbClr val="FFFFFF"/>
                </a:solidFill>
                <a:latin typeface="Arial"/>
                <a:ea typeface="Arial"/>
                <a:cs typeface="Arial"/>
              </a:rPr>
              <a:t>Next</a:t>
            </a:r>
          </a:p>
        </p:txBody>
      </p:sp>
      <p:sp>
        <p:nvSpPr>
          <p:cNvPr id="8" name="!!footer.rule">
            <a:extLst xmlns:a="http://schemas.openxmlformats.org/drawingml/2006/main">
              <a:ext uri="{FF2B5EF4-FFF2-40B4-BE49-F238E27FC236}">
                <a16:creationId xmlns:a16="http://schemas.microsoft.com/office/drawing/2014/main" id="{78B88F65-146A-4617-B853-4D247A2C6D06}"/>
              </a:ext>
            </a:extLst>
          </p:cNvPr>
          <p:cNvSpPr>
            <a:spLocks xmlns:a="http://schemas.openxmlformats.org/drawingml/2006/main" noGrp="1"/>
          </p:cNvSpPr>
          <p:nvPr/>
        </p:nvSpPr>
        <p:spPr>
          <a:xfrm xmlns:a="http://schemas.openxmlformats.org/drawingml/2006/main" flipH="0" flipV="0">
            <a:off x="647700" y="8134350"/>
            <a:ext cx="13944600" cy="953"/>
          </a:xfrm>
          <a:prstGeom xmlns:a="http://schemas.openxmlformats.org/drawingml/2006/main" prst="line">
            <a:avLst/>
          </a:prstGeom>
          <a:noFill xmlns:a="http://schemas.openxmlformats.org/drawingml/2006/main"/>
          <a:ln xmlns:a="http://schemas.openxmlformats.org/drawingml/2006/main" w="9525">
            <a:solidFill>
              <a:srgbClr val="BCC6CF"/>
            </a:solidFill>
            <a:prstDash val="solid"/>
          </a:ln>
        </p:spPr>
      </p:sp>
      <p:sp>
        <p:nvSpPr>
          <p:cNvPr id="9" name="!!source">
            <a:extLst xmlns:a="http://schemas.openxmlformats.org/drawingml/2006/main">
              <a:ext uri="{FF2B5EF4-FFF2-40B4-BE49-F238E27FC236}">
                <a16:creationId xmlns:a16="http://schemas.microsoft.com/office/drawing/2014/main" id="{F8744BA3-4028-4BFA-8110-CB6230BE2769}"/>
              </a:ext>
            </a:extLst>
          </p:cNvPr>
          <p:cNvSpPr>
            <a:spLocks xmlns:a="http://schemas.openxmlformats.org/drawingml/2006/main" noGrp="1"/>
          </p:cNvSpPr>
          <p:nvPr/>
        </p:nvSpPr>
        <p:spPr>
          <a:xfrm xmlns:a="http://schemas.openxmlformats.org/drawingml/2006/main">
            <a:off x="647700" y="8267700"/>
            <a:ext cx="13944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707C88"/>
                </a:solidFill>
                <a:latin typeface="Arial"/>
                <a:ea typeface="Arial"/>
                <a:cs typeface="Arial"/>
              </a:defRPr>
            </a:defPPr>
            <a:lvl1pPr algn="l">
              <a:defRPr sz="1050" b="0">
                <a:solidFill>
                  <a:srgbClr val="707C88"/>
                </a:solidFill>
                <a:latin typeface="Arial"/>
                <a:ea typeface="Arial"/>
                <a:cs typeface="Arial"/>
              </a:defRPr>
            </a:lvl1pPr>
            <a:lvl2pPr algn="l">
              <a:defRPr sz="1050" b="0">
                <a:solidFill>
                  <a:srgbClr val="707C88"/>
                </a:solidFill>
                <a:latin typeface="Arial"/>
                <a:ea typeface="Arial"/>
                <a:cs typeface="Arial"/>
              </a:defRPr>
            </a:lvl2pPr>
            <a:lvl3pPr algn="l">
              <a:defRPr sz="1050" b="0">
                <a:solidFill>
                  <a:srgbClr val="707C88"/>
                </a:solidFill>
                <a:latin typeface="Arial"/>
                <a:ea typeface="Arial"/>
                <a:cs typeface="Arial"/>
              </a:defRPr>
            </a:lvl3pPr>
            <a:lvl4pPr algn="l">
              <a:defRPr sz="1050" b="0">
                <a:solidFill>
                  <a:srgbClr val="707C88"/>
                </a:solidFill>
                <a:latin typeface="Arial"/>
                <a:ea typeface="Arial"/>
                <a:cs typeface="Arial"/>
              </a:defRPr>
            </a:lvl4pPr>
            <a:lvl5pPr algn="l">
              <a:defRPr sz="1050" b="0">
                <a:solidFill>
                  <a:srgbClr val="707C88"/>
                </a:solidFill>
                <a:latin typeface="Arial"/>
                <a:ea typeface="Arial"/>
                <a:cs typeface="Arial"/>
              </a:defRPr>
            </a:lvl5pPr>
            <a:lvl6pPr algn="l">
              <a:defRPr sz="1050" b="0">
                <a:solidFill>
                  <a:srgbClr val="707C88"/>
                </a:solidFill>
                <a:latin typeface="Arial"/>
                <a:ea typeface="Arial"/>
                <a:cs typeface="Arial"/>
              </a:defRPr>
            </a:lvl6pPr>
            <a:lvl7pPr algn="l">
              <a:defRPr sz="1050" b="0">
                <a:solidFill>
                  <a:srgbClr val="707C88"/>
                </a:solidFill>
                <a:latin typeface="Arial"/>
                <a:ea typeface="Arial"/>
                <a:cs typeface="Arial"/>
              </a:defRPr>
            </a:lvl7pPr>
            <a:lvl8pPr algn="l">
              <a:defRPr sz="1050" b="0">
                <a:solidFill>
                  <a:srgbClr val="707C88"/>
                </a:solidFill>
                <a:latin typeface="Arial"/>
                <a:ea typeface="Arial"/>
                <a:cs typeface="Arial"/>
              </a:defRPr>
            </a:lvl8pPr>
            <a:lvl9pPr algn="l">
              <a:defRPr sz="1050" b="0">
                <a:solidFill>
                  <a:srgbClr val="707C88"/>
                </a:solidFill>
                <a:latin typeface="Arial"/>
                <a:ea typeface="Arial"/>
                <a:cs typeface="Arial"/>
              </a:defRPr>
            </a:lvl9pPr>
          </a:lstStyle>
          <a:p xmlns:a="http://schemas.openxmlformats.org/drawingml/2006/main">
            <a:r>
              <a:t/>
            </a:r>
          </a:p>
        </p:txBody>
      </p:sp>
      <p:sp>
        <p:nvSpPr>
          <p:cNvPr id="10" name="!!scope.head0">
            <a:extLst xmlns:a="http://schemas.openxmlformats.org/drawingml/2006/main">
              <a:ext uri="{FF2B5EF4-FFF2-40B4-BE49-F238E27FC236}">
                <a16:creationId xmlns:a16="http://schemas.microsoft.com/office/drawing/2014/main" id="{70425A64-FB8B-43C2-86DE-0FB2600A0CF7}"/>
              </a:ext>
            </a:extLst>
          </p:cNvPr>
          <p:cNvSpPr>
            <a:spLocks xmlns:a="http://schemas.openxmlformats.org/drawingml/2006/main" noGrp="1"/>
          </p:cNvSpPr>
          <p:nvPr/>
        </p:nvSpPr>
        <p:spPr>
          <a:xfrm xmlns:a="http://schemas.openxmlformats.org/drawingml/2006/main">
            <a:off x="647700" y="2200275"/>
            <a:ext cx="3048000" cy="45720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FFFFFF"/>
                </a:solidFill>
                <a:latin typeface="Arial"/>
                <a:ea typeface="Arial"/>
                <a:cs typeface="Arial"/>
              </a:defRPr>
            </a:defPPr>
            <a:lvl1pPr algn="ctr">
              <a:defRPr sz="2025" b="1">
                <a:solidFill>
                  <a:srgbClr val="FFFFFF"/>
                </a:solidFill>
                <a:latin typeface="Arial"/>
                <a:ea typeface="Arial"/>
                <a:cs typeface="Arial"/>
              </a:defRPr>
            </a:lvl1pPr>
            <a:lvl2pPr algn="ctr">
              <a:defRPr sz="2025" b="1">
                <a:solidFill>
                  <a:srgbClr val="FFFFFF"/>
                </a:solidFill>
                <a:latin typeface="Arial"/>
                <a:ea typeface="Arial"/>
                <a:cs typeface="Arial"/>
              </a:defRPr>
            </a:lvl2pPr>
            <a:lvl3pPr algn="ctr">
              <a:defRPr sz="2025" b="1">
                <a:solidFill>
                  <a:srgbClr val="FFFFFF"/>
                </a:solidFill>
                <a:latin typeface="Arial"/>
                <a:ea typeface="Arial"/>
                <a:cs typeface="Arial"/>
              </a:defRPr>
            </a:lvl3pPr>
            <a:lvl4pPr algn="ctr">
              <a:defRPr sz="2025" b="1">
                <a:solidFill>
                  <a:srgbClr val="FFFFFF"/>
                </a:solidFill>
                <a:latin typeface="Arial"/>
                <a:ea typeface="Arial"/>
                <a:cs typeface="Arial"/>
              </a:defRPr>
            </a:lvl4pPr>
            <a:lvl5pPr algn="ctr">
              <a:defRPr sz="2025" b="1">
                <a:solidFill>
                  <a:srgbClr val="FFFFFF"/>
                </a:solidFill>
                <a:latin typeface="Arial"/>
                <a:ea typeface="Arial"/>
                <a:cs typeface="Arial"/>
              </a:defRPr>
            </a:lvl5pPr>
            <a:lvl6pPr algn="ctr">
              <a:defRPr sz="2025" b="1">
                <a:solidFill>
                  <a:srgbClr val="FFFFFF"/>
                </a:solidFill>
                <a:latin typeface="Arial"/>
                <a:ea typeface="Arial"/>
                <a:cs typeface="Arial"/>
              </a:defRPr>
            </a:lvl6pPr>
            <a:lvl7pPr algn="ctr">
              <a:defRPr sz="2025" b="1">
                <a:solidFill>
                  <a:srgbClr val="FFFFFF"/>
                </a:solidFill>
                <a:latin typeface="Arial"/>
                <a:ea typeface="Arial"/>
                <a:cs typeface="Arial"/>
              </a:defRPr>
            </a:lvl7pPr>
            <a:lvl8pPr algn="ctr">
              <a:defRPr sz="2025" b="1">
                <a:solidFill>
                  <a:srgbClr val="FFFFFF"/>
                </a:solidFill>
                <a:latin typeface="Arial"/>
                <a:ea typeface="Arial"/>
                <a:cs typeface="Arial"/>
              </a:defRPr>
            </a:lvl8pPr>
            <a:lvl9pPr algn="ctr">
              <a:defRPr sz="2025" b="1">
                <a:solidFill>
                  <a:srgbClr val="FFFFFF"/>
                </a:solidFill>
                <a:latin typeface="Arial"/>
                <a:ea typeface="Arial"/>
                <a:cs typeface="Arial"/>
              </a:defRPr>
            </a:lvl9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Daily inputs</a:t>
            </a:r>
          </a:p>
        </p:txBody>
      </p:sp>
      <p:sp>
        <p:nvSpPr>
          <p:cNvPr id="11" name="!!scope.head1">
            <a:extLst xmlns:a="http://schemas.openxmlformats.org/drawingml/2006/main">
              <a:ext uri="{FF2B5EF4-FFF2-40B4-BE49-F238E27FC236}">
                <a16:creationId xmlns:a16="http://schemas.microsoft.com/office/drawing/2014/main" id="{BC39EBC6-B500-4857-A4A8-175A7E2C522F}"/>
              </a:ext>
            </a:extLst>
          </p:cNvPr>
          <p:cNvSpPr>
            <a:spLocks xmlns:a="http://schemas.openxmlformats.org/drawingml/2006/main" noGrp="1"/>
          </p:cNvSpPr>
          <p:nvPr/>
        </p:nvSpPr>
        <p:spPr>
          <a:xfrm xmlns:a="http://schemas.openxmlformats.org/drawingml/2006/main">
            <a:off x="4619625" y="2200275"/>
            <a:ext cx="6048375" cy="45720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FFFFFF"/>
                </a:solidFill>
                <a:latin typeface="Arial"/>
                <a:ea typeface="Arial"/>
                <a:cs typeface="Arial"/>
              </a:defRPr>
            </a:defPPr>
            <a:lvl1pPr algn="ctr">
              <a:defRPr sz="2025" b="1">
                <a:solidFill>
                  <a:srgbClr val="FFFFFF"/>
                </a:solidFill>
                <a:latin typeface="Arial"/>
                <a:ea typeface="Arial"/>
                <a:cs typeface="Arial"/>
              </a:defRPr>
            </a:lvl1pPr>
            <a:lvl2pPr algn="ctr">
              <a:defRPr sz="2025" b="1">
                <a:solidFill>
                  <a:srgbClr val="FFFFFF"/>
                </a:solidFill>
                <a:latin typeface="Arial"/>
                <a:ea typeface="Arial"/>
                <a:cs typeface="Arial"/>
              </a:defRPr>
            </a:lvl2pPr>
            <a:lvl3pPr algn="ctr">
              <a:defRPr sz="2025" b="1">
                <a:solidFill>
                  <a:srgbClr val="FFFFFF"/>
                </a:solidFill>
                <a:latin typeface="Arial"/>
                <a:ea typeface="Arial"/>
                <a:cs typeface="Arial"/>
              </a:defRPr>
            </a:lvl3pPr>
            <a:lvl4pPr algn="ctr">
              <a:defRPr sz="2025" b="1">
                <a:solidFill>
                  <a:srgbClr val="FFFFFF"/>
                </a:solidFill>
                <a:latin typeface="Arial"/>
                <a:ea typeface="Arial"/>
                <a:cs typeface="Arial"/>
              </a:defRPr>
            </a:lvl4pPr>
            <a:lvl5pPr algn="ctr">
              <a:defRPr sz="2025" b="1">
                <a:solidFill>
                  <a:srgbClr val="FFFFFF"/>
                </a:solidFill>
                <a:latin typeface="Arial"/>
                <a:ea typeface="Arial"/>
                <a:cs typeface="Arial"/>
              </a:defRPr>
            </a:lvl5pPr>
            <a:lvl6pPr algn="ctr">
              <a:defRPr sz="2025" b="1">
                <a:solidFill>
                  <a:srgbClr val="FFFFFF"/>
                </a:solidFill>
                <a:latin typeface="Arial"/>
                <a:ea typeface="Arial"/>
                <a:cs typeface="Arial"/>
              </a:defRPr>
            </a:lvl6pPr>
            <a:lvl7pPr algn="ctr">
              <a:defRPr sz="2025" b="1">
                <a:solidFill>
                  <a:srgbClr val="FFFFFF"/>
                </a:solidFill>
                <a:latin typeface="Arial"/>
                <a:ea typeface="Arial"/>
                <a:cs typeface="Arial"/>
              </a:defRPr>
            </a:lvl7pPr>
            <a:lvl8pPr algn="ctr">
              <a:defRPr sz="2025" b="1">
                <a:solidFill>
                  <a:srgbClr val="FFFFFF"/>
                </a:solidFill>
                <a:latin typeface="Arial"/>
                <a:ea typeface="Arial"/>
                <a:cs typeface="Arial"/>
              </a:defRPr>
            </a:lvl8pPr>
            <a:lvl9pPr algn="ctr">
              <a:defRPr sz="2025" b="1">
                <a:solidFill>
                  <a:srgbClr val="FFFFFF"/>
                </a:solidFill>
                <a:latin typeface="Arial"/>
                <a:ea typeface="Arial"/>
                <a:cs typeface="Arial"/>
              </a:defRPr>
            </a:lvl9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Work supported by LLMs</a:t>
            </a:r>
          </a:p>
        </p:txBody>
      </p:sp>
      <p:sp>
        <p:nvSpPr>
          <p:cNvPr id="12" name="!!scope.head2">
            <a:extLst xmlns:a="http://schemas.openxmlformats.org/drawingml/2006/main">
              <a:ext uri="{FF2B5EF4-FFF2-40B4-BE49-F238E27FC236}">
                <a16:creationId xmlns:a16="http://schemas.microsoft.com/office/drawing/2014/main" id="{B5E95312-8F6B-49F9-93EB-E9F0647E964A}"/>
              </a:ext>
            </a:extLst>
          </p:cNvPr>
          <p:cNvSpPr>
            <a:spLocks xmlns:a="http://schemas.openxmlformats.org/drawingml/2006/main" noGrp="1"/>
          </p:cNvSpPr>
          <p:nvPr/>
        </p:nvSpPr>
        <p:spPr>
          <a:xfrm xmlns:a="http://schemas.openxmlformats.org/drawingml/2006/main">
            <a:off x="11572875" y="2200275"/>
            <a:ext cx="3019425" cy="45720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FFFFFF"/>
                </a:solidFill>
                <a:latin typeface="Arial"/>
                <a:ea typeface="Arial"/>
                <a:cs typeface="Arial"/>
              </a:defRPr>
            </a:defPPr>
            <a:lvl1pPr algn="ctr">
              <a:defRPr sz="2025" b="1">
                <a:solidFill>
                  <a:srgbClr val="FFFFFF"/>
                </a:solidFill>
                <a:latin typeface="Arial"/>
                <a:ea typeface="Arial"/>
                <a:cs typeface="Arial"/>
              </a:defRPr>
            </a:lvl1pPr>
            <a:lvl2pPr algn="ctr">
              <a:defRPr sz="2025" b="1">
                <a:solidFill>
                  <a:srgbClr val="FFFFFF"/>
                </a:solidFill>
                <a:latin typeface="Arial"/>
                <a:ea typeface="Arial"/>
                <a:cs typeface="Arial"/>
              </a:defRPr>
            </a:lvl2pPr>
            <a:lvl3pPr algn="ctr">
              <a:defRPr sz="2025" b="1">
                <a:solidFill>
                  <a:srgbClr val="FFFFFF"/>
                </a:solidFill>
                <a:latin typeface="Arial"/>
                <a:ea typeface="Arial"/>
                <a:cs typeface="Arial"/>
              </a:defRPr>
            </a:lvl3pPr>
            <a:lvl4pPr algn="ctr">
              <a:defRPr sz="2025" b="1">
                <a:solidFill>
                  <a:srgbClr val="FFFFFF"/>
                </a:solidFill>
                <a:latin typeface="Arial"/>
                <a:ea typeface="Arial"/>
                <a:cs typeface="Arial"/>
              </a:defRPr>
            </a:lvl4pPr>
            <a:lvl5pPr algn="ctr">
              <a:defRPr sz="2025" b="1">
                <a:solidFill>
                  <a:srgbClr val="FFFFFF"/>
                </a:solidFill>
                <a:latin typeface="Arial"/>
                <a:ea typeface="Arial"/>
                <a:cs typeface="Arial"/>
              </a:defRPr>
            </a:lvl5pPr>
            <a:lvl6pPr algn="ctr">
              <a:defRPr sz="2025" b="1">
                <a:solidFill>
                  <a:srgbClr val="FFFFFF"/>
                </a:solidFill>
                <a:latin typeface="Arial"/>
                <a:ea typeface="Arial"/>
                <a:cs typeface="Arial"/>
              </a:defRPr>
            </a:lvl6pPr>
            <a:lvl7pPr algn="ctr">
              <a:defRPr sz="2025" b="1">
                <a:solidFill>
                  <a:srgbClr val="FFFFFF"/>
                </a:solidFill>
                <a:latin typeface="Arial"/>
                <a:ea typeface="Arial"/>
                <a:cs typeface="Arial"/>
              </a:defRPr>
            </a:lvl7pPr>
            <a:lvl8pPr algn="ctr">
              <a:defRPr sz="2025" b="1">
                <a:solidFill>
                  <a:srgbClr val="FFFFFF"/>
                </a:solidFill>
                <a:latin typeface="Arial"/>
                <a:ea typeface="Arial"/>
                <a:cs typeface="Arial"/>
              </a:defRPr>
            </a:lvl8pPr>
            <a:lvl9pPr algn="ctr">
              <a:defRPr sz="2025" b="1">
                <a:solidFill>
                  <a:srgbClr val="FFFFFF"/>
                </a:solidFill>
                <a:latin typeface="Arial"/>
                <a:ea typeface="Arial"/>
                <a:cs typeface="Arial"/>
              </a:defRPr>
            </a:lvl9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Work products</a:t>
            </a:r>
          </a:p>
        </p:txBody>
      </p:sp>
      <p:sp>
        <p:nvSpPr>
          <p:cNvPr id="13" name="!!scope.input0">
            <a:extLst xmlns:a="http://schemas.openxmlformats.org/drawingml/2006/main">
              <a:ext uri="{FF2B5EF4-FFF2-40B4-BE49-F238E27FC236}">
                <a16:creationId xmlns:a16="http://schemas.microsoft.com/office/drawing/2014/main" id="{060E7DF8-59B8-4896-9153-AEA8132CDCB0}"/>
              </a:ext>
            </a:extLst>
          </p:cNvPr>
          <p:cNvSpPr>
            <a:spLocks xmlns:a="http://schemas.openxmlformats.org/drawingml/2006/main" noGrp="1"/>
          </p:cNvSpPr>
          <p:nvPr/>
        </p:nvSpPr>
        <p:spPr>
          <a:xfrm xmlns:a="http://schemas.openxmlformats.org/drawingml/2006/main">
            <a:off x="914400" y="3038475"/>
            <a:ext cx="2514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20262C"/>
                </a:solidFill>
                <a:latin typeface="Arial"/>
                <a:ea typeface="Arial"/>
                <a:cs typeface="Arial"/>
              </a:defRPr>
            </a:defPPr>
            <a:lvl1pPr algn="l">
              <a:defRPr sz="2325" b="0">
                <a:solidFill>
                  <a:srgbClr val="20262C"/>
                </a:solidFill>
                <a:latin typeface="Arial"/>
                <a:ea typeface="Arial"/>
                <a:cs typeface="Arial"/>
              </a:defRPr>
            </a:lvl1pPr>
            <a:lvl2pPr algn="l">
              <a:defRPr sz="2325" b="0">
                <a:solidFill>
                  <a:srgbClr val="20262C"/>
                </a:solidFill>
                <a:latin typeface="Arial"/>
                <a:ea typeface="Arial"/>
                <a:cs typeface="Arial"/>
              </a:defRPr>
            </a:lvl2pPr>
            <a:lvl3pPr algn="l">
              <a:defRPr sz="2325" b="0">
                <a:solidFill>
                  <a:srgbClr val="20262C"/>
                </a:solidFill>
                <a:latin typeface="Arial"/>
                <a:ea typeface="Arial"/>
                <a:cs typeface="Arial"/>
              </a:defRPr>
            </a:lvl3pPr>
            <a:lvl4pPr algn="l">
              <a:defRPr sz="2325" b="0">
                <a:solidFill>
                  <a:srgbClr val="20262C"/>
                </a:solidFill>
                <a:latin typeface="Arial"/>
                <a:ea typeface="Arial"/>
                <a:cs typeface="Arial"/>
              </a:defRPr>
            </a:lvl4pPr>
            <a:lvl5pPr algn="l">
              <a:defRPr sz="2325" b="0">
                <a:solidFill>
                  <a:srgbClr val="20262C"/>
                </a:solidFill>
                <a:latin typeface="Arial"/>
                <a:ea typeface="Arial"/>
                <a:cs typeface="Arial"/>
              </a:defRPr>
            </a:lvl5pPr>
            <a:lvl6pPr algn="l">
              <a:defRPr sz="2325" b="0">
                <a:solidFill>
                  <a:srgbClr val="20262C"/>
                </a:solidFill>
                <a:latin typeface="Arial"/>
                <a:ea typeface="Arial"/>
                <a:cs typeface="Arial"/>
              </a:defRPr>
            </a:lvl6pPr>
            <a:lvl7pPr algn="l">
              <a:defRPr sz="2325" b="0">
                <a:solidFill>
                  <a:srgbClr val="20262C"/>
                </a:solidFill>
                <a:latin typeface="Arial"/>
                <a:ea typeface="Arial"/>
                <a:cs typeface="Arial"/>
              </a:defRPr>
            </a:lvl7pPr>
            <a:lvl8pPr algn="l">
              <a:defRPr sz="2325" b="0">
                <a:solidFill>
                  <a:srgbClr val="20262C"/>
                </a:solidFill>
                <a:latin typeface="Arial"/>
                <a:ea typeface="Arial"/>
                <a:cs typeface="Arial"/>
              </a:defRPr>
            </a:lvl8pPr>
            <a:lvl9pPr algn="l">
              <a:defRPr sz="2325" b="0">
                <a:solidFill>
                  <a:srgbClr val="20262C"/>
                </a:solidFill>
                <a:latin typeface="Arial"/>
                <a:ea typeface="Arial"/>
                <a:cs typeface="Arial"/>
              </a:defRPr>
            </a:lvl9pPr>
          </a:lstStyle>
          <a:p xmlns:a="http://schemas.openxmlformats.org/drawingml/2006/main">
            <a:pPr algn="l">
              <a:defRPr sz="2325" b="0">
                <a:solidFill>
                  <a:srgbClr val="20262C"/>
                </a:solidFill>
                <a:latin typeface="Arial"/>
                <a:ea typeface="Arial"/>
                <a:cs typeface="Arial"/>
              </a:defRPr>
            </a:pPr>
            <a:r>
              <a:rPr sz="2325" b="0">
                <a:solidFill>
                  <a:srgbClr val="20262C"/>
                </a:solidFill>
                <a:latin typeface="Arial"/>
                <a:ea typeface="Arial"/>
                <a:cs typeface="Arial"/>
              </a:rPr>
              <a:t>Documents</a:t>
            </a:r>
          </a:p>
        </p:txBody>
      </p:sp>
      <p:sp>
        <p:nvSpPr>
          <p:cNvPr id="14" name="!!scope.work0">
            <a:extLst xmlns:a="http://schemas.openxmlformats.org/drawingml/2006/main">
              <a:ext uri="{FF2B5EF4-FFF2-40B4-BE49-F238E27FC236}">
                <a16:creationId xmlns:a16="http://schemas.microsoft.com/office/drawing/2014/main" id="{3C14C8CF-5632-4EF0-8326-9DE20248D1B1}"/>
              </a:ext>
            </a:extLst>
          </p:cNvPr>
          <p:cNvSpPr>
            <a:spLocks xmlns:a="http://schemas.openxmlformats.org/drawingml/2006/main" noGrp="1"/>
          </p:cNvSpPr>
          <p:nvPr/>
        </p:nvSpPr>
        <p:spPr>
          <a:xfrm xmlns:a="http://schemas.openxmlformats.org/drawingml/2006/main">
            <a:off x="4619625" y="3000375"/>
            <a:ext cx="6048375" cy="60960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175" b="1">
                <a:solidFill>
                  <a:srgbClr val="20262C"/>
                </a:solidFill>
                <a:latin typeface="Arial"/>
                <a:ea typeface="Arial"/>
                <a:cs typeface="Arial"/>
              </a:defRPr>
            </a:defPPr>
            <a:lvl1pPr algn="ctr">
              <a:defRPr sz="2175" b="1">
                <a:solidFill>
                  <a:srgbClr val="20262C"/>
                </a:solidFill>
                <a:latin typeface="Arial"/>
                <a:ea typeface="Arial"/>
                <a:cs typeface="Arial"/>
              </a:defRPr>
            </a:lvl1pPr>
            <a:lvl2pPr algn="ctr">
              <a:defRPr sz="2175" b="1">
                <a:solidFill>
                  <a:srgbClr val="20262C"/>
                </a:solidFill>
                <a:latin typeface="Arial"/>
                <a:ea typeface="Arial"/>
                <a:cs typeface="Arial"/>
              </a:defRPr>
            </a:lvl2pPr>
            <a:lvl3pPr algn="ctr">
              <a:defRPr sz="2175" b="1">
                <a:solidFill>
                  <a:srgbClr val="20262C"/>
                </a:solidFill>
                <a:latin typeface="Arial"/>
                <a:ea typeface="Arial"/>
                <a:cs typeface="Arial"/>
              </a:defRPr>
            </a:lvl3pPr>
            <a:lvl4pPr algn="ctr">
              <a:defRPr sz="2175" b="1">
                <a:solidFill>
                  <a:srgbClr val="20262C"/>
                </a:solidFill>
                <a:latin typeface="Arial"/>
                <a:ea typeface="Arial"/>
                <a:cs typeface="Arial"/>
              </a:defRPr>
            </a:lvl4pPr>
            <a:lvl5pPr algn="ctr">
              <a:defRPr sz="2175" b="1">
                <a:solidFill>
                  <a:srgbClr val="20262C"/>
                </a:solidFill>
                <a:latin typeface="Arial"/>
                <a:ea typeface="Arial"/>
                <a:cs typeface="Arial"/>
              </a:defRPr>
            </a:lvl5pPr>
            <a:lvl6pPr algn="ctr">
              <a:defRPr sz="2175" b="1">
                <a:solidFill>
                  <a:srgbClr val="20262C"/>
                </a:solidFill>
                <a:latin typeface="Arial"/>
                <a:ea typeface="Arial"/>
                <a:cs typeface="Arial"/>
              </a:defRPr>
            </a:lvl6pPr>
            <a:lvl7pPr algn="ctr">
              <a:defRPr sz="2175" b="1">
                <a:solidFill>
                  <a:srgbClr val="20262C"/>
                </a:solidFill>
                <a:latin typeface="Arial"/>
                <a:ea typeface="Arial"/>
                <a:cs typeface="Arial"/>
              </a:defRPr>
            </a:lvl7pPr>
            <a:lvl8pPr algn="ctr">
              <a:defRPr sz="2175" b="1">
                <a:solidFill>
                  <a:srgbClr val="20262C"/>
                </a:solidFill>
                <a:latin typeface="Arial"/>
                <a:ea typeface="Arial"/>
                <a:cs typeface="Arial"/>
              </a:defRPr>
            </a:lvl8pPr>
            <a:lvl9pPr algn="ctr">
              <a:defRPr sz="2175" b="1">
                <a:solidFill>
                  <a:srgbClr val="20262C"/>
                </a:solidFill>
                <a:latin typeface="Arial"/>
                <a:ea typeface="Arial"/>
                <a:cs typeface="Arial"/>
              </a:defRPr>
            </a:lvl9pPr>
          </a:lstStyle>
          <a:p xmlns:a="http://schemas.openxmlformats.org/drawingml/2006/main">
            <a:pPr algn="ctr">
              <a:defRPr sz="2175" b="1">
                <a:solidFill>
                  <a:srgbClr val="20262C"/>
                </a:solidFill>
                <a:latin typeface="Arial"/>
                <a:ea typeface="Arial"/>
                <a:cs typeface="Arial"/>
              </a:defRPr>
            </a:pPr>
            <a:r>
              <a:rPr sz="2175" b="1">
                <a:solidFill>
                  <a:srgbClr val="20262C"/>
                </a:solidFill>
                <a:latin typeface="Arial"/>
                <a:ea typeface="Arial"/>
                <a:cs typeface="Arial"/>
              </a:rPr>
              <a:t>Retrieve and organize</a:t>
            </a:r>
          </a:p>
        </p:txBody>
      </p:sp>
      <p:sp>
        <p:nvSpPr>
          <p:cNvPr id="15" name="!!scope.output0">
            <a:extLst xmlns:a="http://schemas.openxmlformats.org/drawingml/2006/main">
              <a:ext uri="{FF2B5EF4-FFF2-40B4-BE49-F238E27FC236}">
                <a16:creationId xmlns:a16="http://schemas.microsoft.com/office/drawing/2014/main" id="{3ADC75D7-0DD7-44E5-860A-B93F81CCCD0B}"/>
              </a:ext>
            </a:extLst>
          </p:cNvPr>
          <p:cNvSpPr>
            <a:spLocks xmlns:a="http://schemas.openxmlformats.org/drawingml/2006/main" noGrp="1"/>
          </p:cNvSpPr>
          <p:nvPr/>
        </p:nvSpPr>
        <p:spPr>
          <a:xfrm xmlns:a="http://schemas.openxmlformats.org/drawingml/2006/main">
            <a:off x="11811000" y="3038475"/>
            <a:ext cx="25431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20262C"/>
                </a:solidFill>
                <a:latin typeface="Arial"/>
                <a:ea typeface="Arial"/>
                <a:cs typeface="Arial"/>
              </a:defRPr>
            </a:defPPr>
            <a:lvl1pPr algn="l">
              <a:defRPr sz="2325" b="0">
                <a:solidFill>
                  <a:srgbClr val="20262C"/>
                </a:solidFill>
                <a:latin typeface="Arial"/>
                <a:ea typeface="Arial"/>
                <a:cs typeface="Arial"/>
              </a:defRPr>
            </a:lvl1pPr>
            <a:lvl2pPr algn="l">
              <a:defRPr sz="2325" b="0">
                <a:solidFill>
                  <a:srgbClr val="20262C"/>
                </a:solidFill>
                <a:latin typeface="Arial"/>
                <a:ea typeface="Arial"/>
                <a:cs typeface="Arial"/>
              </a:defRPr>
            </a:lvl2pPr>
            <a:lvl3pPr algn="l">
              <a:defRPr sz="2325" b="0">
                <a:solidFill>
                  <a:srgbClr val="20262C"/>
                </a:solidFill>
                <a:latin typeface="Arial"/>
                <a:ea typeface="Arial"/>
                <a:cs typeface="Arial"/>
              </a:defRPr>
            </a:lvl3pPr>
            <a:lvl4pPr algn="l">
              <a:defRPr sz="2325" b="0">
                <a:solidFill>
                  <a:srgbClr val="20262C"/>
                </a:solidFill>
                <a:latin typeface="Arial"/>
                <a:ea typeface="Arial"/>
                <a:cs typeface="Arial"/>
              </a:defRPr>
            </a:lvl4pPr>
            <a:lvl5pPr algn="l">
              <a:defRPr sz="2325" b="0">
                <a:solidFill>
                  <a:srgbClr val="20262C"/>
                </a:solidFill>
                <a:latin typeface="Arial"/>
                <a:ea typeface="Arial"/>
                <a:cs typeface="Arial"/>
              </a:defRPr>
            </a:lvl5pPr>
            <a:lvl6pPr algn="l">
              <a:defRPr sz="2325" b="0">
                <a:solidFill>
                  <a:srgbClr val="20262C"/>
                </a:solidFill>
                <a:latin typeface="Arial"/>
                <a:ea typeface="Arial"/>
                <a:cs typeface="Arial"/>
              </a:defRPr>
            </a:lvl6pPr>
            <a:lvl7pPr algn="l">
              <a:defRPr sz="2325" b="0">
                <a:solidFill>
                  <a:srgbClr val="20262C"/>
                </a:solidFill>
                <a:latin typeface="Arial"/>
                <a:ea typeface="Arial"/>
                <a:cs typeface="Arial"/>
              </a:defRPr>
            </a:lvl7pPr>
            <a:lvl8pPr algn="l">
              <a:defRPr sz="2325" b="0">
                <a:solidFill>
                  <a:srgbClr val="20262C"/>
                </a:solidFill>
                <a:latin typeface="Arial"/>
                <a:ea typeface="Arial"/>
                <a:cs typeface="Arial"/>
              </a:defRPr>
            </a:lvl8pPr>
            <a:lvl9pPr algn="l">
              <a:defRPr sz="2325" b="0">
                <a:solidFill>
                  <a:srgbClr val="20262C"/>
                </a:solidFill>
                <a:latin typeface="Arial"/>
                <a:ea typeface="Arial"/>
                <a:cs typeface="Arial"/>
              </a:defRPr>
            </a:lvl9pPr>
          </a:lstStyle>
          <a:p xmlns:a="http://schemas.openxmlformats.org/drawingml/2006/main">
            <a:pPr algn="l">
              <a:defRPr sz="2325" b="0">
                <a:solidFill>
                  <a:srgbClr val="20262C"/>
                </a:solidFill>
                <a:latin typeface="Arial"/>
                <a:ea typeface="Arial"/>
                <a:cs typeface="Arial"/>
              </a:defRPr>
            </a:pPr>
            <a:r>
              <a:rPr sz="2325" b="0">
                <a:solidFill>
                  <a:srgbClr val="20262C"/>
                </a:solidFill>
                <a:latin typeface="Arial"/>
                <a:ea typeface="Arial"/>
                <a:cs typeface="Arial"/>
              </a:rPr>
              <a:t>Company analysis</a:t>
            </a:r>
          </a:p>
        </p:txBody>
      </p:sp>
      <p:sp>
        <p:nvSpPr>
          <p:cNvPr id="16" name="!!scope.input1">
            <a:extLst xmlns:a="http://schemas.openxmlformats.org/drawingml/2006/main">
              <a:ext uri="{FF2B5EF4-FFF2-40B4-BE49-F238E27FC236}">
                <a16:creationId xmlns:a16="http://schemas.microsoft.com/office/drawing/2014/main" id="{5A14B8CD-32B9-46BA-9F17-157E44DA089A}"/>
              </a:ext>
            </a:extLst>
          </p:cNvPr>
          <p:cNvSpPr>
            <a:spLocks xmlns:a="http://schemas.openxmlformats.org/drawingml/2006/main" noGrp="1"/>
          </p:cNvSpPr>
          <p:nvPr/>
        </p:nvSpPr>
        <p:spPr>
          <a:xfrm xmlns:a="http://schemas.openxmlformats.org/drawingml/2006/main">
            <a:off x="914400" y="3924300"/>
            <a:ext cx="2514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20262C"/>
                </a:solidFill>
                <a:latin typeface="Arial"/>
                <a:ea typeface="Arial"/>
                <a:cs typeface="Arial"/>
              </a:defRPr>
            </a:defPPr>
            <a:lvl1pPr algn="l">
              <a:defRPr sz="2325" b="0">
                <a:solidFill>
                  <a:srgbClr val="20262C"/>
                </a:solidFill>
                <a:latin typeface="Arial"/>
                <a:ea typeface="Arial"/>
                <a:cs typeface="Arial"/>
              </a:defRPr>
            </a:lvl1pPr>
            <a:lvl2pPr algn="l">
              <a:defRPr sz="2325" b="0">
                <a:solidFill>
                  <a:srgbClr val="20262C"/>
                </a:solidFill>
                <a:latin typeface="Arial"/>
                <a:ea typeface="Arial"/>
                <a:cs typeface="Arial"/>
              </a:defRPr>
            </a:lvl2pPr>
            <a:lvl3pPr algn="l">
              <a:defRPr sz="2325" b="0">
                <a:solidFill>
                  <a:srgbClr val="20262C"/>
                </a:solidFill>
                <a:latin typeface="Arial"/>
                <a:ea typeface="Arial"/>
                <a:cs typeface="Arial"/>
              </a:defRPr>
            </a:lvl3pPr>
            <a:lvl4pPr algn="l">
              <a:defRPr sz="2325" b="0">
                <a:solidFill>
                  <a:srgbClr val="20262C"/>
                </a:solidFill>
                <a:latin typeface="Arial"/>
                <a:ea typeface="Arial"/>
                <a:cs typeface="Arial"/>
              </a:defRPr>
            </a:lvl4pPr>
            <a:lvl5pPr algn="l">
              <a:defRPr sz="2325" b="0">
                <a:solidFill>
                  <a:srgbClr val="20262C"/>
                </a:solidFill>
                <a:latin typeface="Arial"/>
                <a:ea typeface="Arial"/>
                <a:cs typeface="Arial"/>
              </a:defRPr>
            </a:lvl5pPr>
            <a:lvl6pPr algn="l">
              <a:defRPr sz="2325" b="0">
                <a:solidFill>
                  <a:srgbClr val="20262C"/>
                </a:solidFill>
                <a:latin typeface="Arial"/>
                <a:ea typeface="Arial"/>
                <a:cs typeface="Arial"/>
              </a:defRPr>
            </a:lvl6pPr>
            <a:lvl7pPr algn="l">
              <a:defRPr sz="2325" b="0">
                <a:solidFill>
                  <a:srgbClr val="20262C"/>
                </a:solidFill>
                <a:latin typeface="Arial"/>
                <a:ea typeface="Arial"/>
                <a:cs typeface="Arial"/>
              </a:defRPr>
            </a:lvl7pPr>
            <a:lvl8pPr algn="l">
              <a:defRPr sz="2325" b="0">
                <a:solidFill>
                  <a:srgbClr val="20262C"/>
                </a:solidFill>
                <a:latin typeface="Arial"/>
                <a:ea typeface="Arial"/>
                <a:cs typeface="Arial"/>
              </a:defRPr>
            </a:lvl8pPr>
            <a:lvl9pPr algn="l">
              <a:defRPr sz="2325" b="0">
                <a:solidFill>
                  <a:srgbClr val="20262C"/>
                </a:solidFill>
                <a:latin typeface="Arial"/>
                <a:ea typeface="Arial"/>
                <a:cs typeface="Arial"/>
              </a:defRPr>
            </a:lvl9pPr>
          </a:lstStyle>
          <a:p xmlns:a="http://schemas.openxmlformats.org/drawingml/2006/main">
            <a:pPr algn="l">
              <a:defRPr sz="2325" b="0">
                <a:solidFill>
                  <a:srgbClr val="20262C"/>
                </a:solidFill>
                <a:latin typeface="Arial"/>
                <a:ea typeface="Arial"/>
                <a:cs typeface="Arial"/>
              </a:defRPr>
            </a:pPr>
            <a:r>
              <a:rPr sz="2325" b="0">
                <a:solidFill>
                  <a:srgbClr val="20262C"/>
                </a:solidFill>
                <a:latin typeface="Arial"/>
                <a:ea typeface="Arial"/>
                <a:cs typeface="Arial"/>
              </a:rPr>
              <a:t>Data</a:t>
            </a:r>
          </a:p>
        </p:txBody>
      </p:sp>
      <p:sp>
        <p:nvSpPr>
          <p:cNvPr id="17" name="!!scope.work1">
            <a:extLst xmlns:a="http://schemas.openxmlformats.org/drawingml/2006/main">
              <a:ext uri="{FF2B5EF4-FFF2-40B4-BE49-F238E27FC236}">
                <a16:creationId xmlns:a16="http://schemas.microsoft.com/office/drawing/2014/main" id="{24F3A3C4-FE80-4A05-A8EA-81B7C95CA1F4}"/>
              </a:ext>
            </a:extLst>
          </p:cNvPr>
          <p:cNvSpPr>
            <a:spLocks xmlns:a="http://schemas.openxmlformats.org/drawingml/2006/main" noGrp="1"/>
          </p:cNvSpPr>
          <p:nvPr/>
        </p:nvSpPr>
        <p:spPr>
          <a:xfrm xmlns:a="http://schemas.openxmlformats.org/drawingml/2006/main">
            <a:off x="4619625" y="3886200"/>
            <a:ext cx="6048375" cy="60960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175" b="1">
                <a:solidFill>
                  <a:srgbClr val="20262C"/>
                </a:solidFill>
                <a:latin typeface="Arial"/>
                <a:ea typeface="Arial"/>
                <a:cs typeface="Arial"/>
              </a:defRPr>
            </a:defPPr>
            <a:lvl1pPr algn="ctr">
              <a:defRPr sz="2175" b="1">
                <a:solidFill>
                  <a:srgbClr val="20262C"/>
                </a:solidFill>
                <a:latin typeface="Arial"/>
                <a:ea typeface="Arial"/>
                <a:cs typeface="Arial"/>
              </a:defRPr>
            </a:lvl1pPr>
            <a:lvl2pPr algn="ctr">
              <a:defRPr sz="2175" b="1">
                <a:solidFill>
                  <a:srgbClr val="20262C"/>
                </a:solidFill>
                <a:latin typeface="Arial"/>
                <a:ea typeface="Arial"/>
                <a:cs typeface="Arial"/>
              </a:defRPr>
            </a:lvl2pPr>
            <a:lvl3pPr algn="ctr">
              <a:defRPr sz="2175" b="1">
                <a:solidFill>
                  <a:srgbClr val="20262C"/>
                </a:solidFill>
                <a:latin typeface="Arial"/>
                <a:ea typeface="Arial"/>
                <a:cs typeface="Arial"/>
              </a:defRPr>
            </a:lvl3pPr>
            <a:lvl4pPr algn="ctr">
              <a:defRPr sz="2175" b="1">
                <a:solidFill>
                  <a:srgbClr val="20262C"/>
                </a:solidFill>
                <a:latin typeface="Arial"/>
                <a:ea typeface="Arial"/>
                <a:cs typeface="Arial"/>
              </a:defRPr>
            </a:lvl4pPr>
            <a:lvl5pPr algn="ctr">
              <a:defRPr sz="2175" b="1">
                <a:solidFill>
                  <a:srgbClr val="20262C"/>
                </a:solidFill>
                <a:latin typeface="Arial"/>
                <a:ea typeface="Arial"/>
                <a:cs typeface="Arial"/>
              </a:defRPr>
            </a:lvl5pPr>
            <a:lvl6pPr algn="ctr">
              <a:defRPr sz="2175" b="1">
                <a:solidFill>
                  <a:srgbClr val="20262C"/>
                </a:solidFill>
                <a:latin typeface="Arial"/>
                <a:ea typeface="Arial"/>
                <a:cs typeface="Arial"/>
              </a:defRPr>
            </a:lvl6pPr>
            <a:lvl7pPr algn="ctr">
              <a:defRPr sz="2175" b="1">
                <a:solidFill>
                  <a:srgbClr val="20262C"/>
                </a:solidFill>
                <a:latin typeface="Arial"/>
                <a:ea typeface="Arial"/>
                <a:cs typeface="Arial"/>
              </a:defRPr>
            </a:lvl7pPr>
            <a:lvl8pPr algn="ctr">
              <a:defRPr sz="2175" b="1">
                <a:solidFill>
                  <a:srgbClr val="20262C"/>
                </a:solidFill>
                <a:latin typeface="Arial"/>
                <a:ea typeface="Arial"/>
                <a:cs typeface="Arial"/>
              </a:defRPr>
            </a:lvl8pPr>
            <a:lvl9pPr algn="ctr">
              <a:defRPr sz="2175" b="1">
                <a:solidFill>
                  <a:srgbClr val="20262C"/>
                </a:solidFill>
                <a:latin typeface="Arial"/>
                <a:ea typeface="Arial"/>
                <a:cs typeface="Arial"/>
              </a:defRPr>
            </a:lvl9pPr>
          </a:lstStyle>
          <a:p xmlns:a="http://schemas.openxmlformats.org/drawingml/2006/main">
            <a:pPr algn="ctr">
              <a:defRPr sz="2175" b="1">
                <a:solidFill>
                  <a:srgbClr val="20262C"/>
                </a:solidFill>
                <a:latin typeface="Arial"/>
                <a:ea typeface="Arial"/>
                <a:cs typeface="Arial"/>
              </a:defRPr>
            </a:pPr>
            <a:r>
              <a:rPr sz="2175" b="1">
                <a:solidFill>
                  <a:srgbClr val="20262C"/>
                </a:solidFill>
                <a:latin typeface="Arial"/>
                <a:ea typeface="Arial"/>
                <a:cs typeface="Arial"/>
              </a:rPr>
              <a:t>Calculate and explain</a:t>
            </a:r>
          </a:p>
        </p:txBody>
      </p:sp>
      <p:sp>
        <p:nvSpPr>
          <p:cNvPr id="18" name="!!scope.output1">
            <a:extLst xmlns:a="http://schemas.openxmlformats.org/drawingml/2006/main">
              <a:ext uri="{FF2B5EF4-FFF2-40B4-BE49-F238E27FC236}">
                <a16:creationId xmlns:a16="http://schemas.microsoft.com/office/drawing/2014/main" id="{152C6EC9-15C9-4762-B4E8-E60C3FE58EDB}"/>
              </a:ext>
            </a:extLst>
          </p:cNvPr>
          <p:cNvSpPr>
            <a:spLocks xmlns:a="http://schemas.openxmlformats.org/drawingml/2006/main" noGrp="1"/>
          </p:cNvSpPr>
          <p:nvPr/>
        </p:nvSpPr>
        <p:spPr>
          <a:xfrm xmlns:a="http://schemas.openxmlformats.org/drawingml/2006/main">
            <a:off x="11811000" y="3924300"/>
            <a:ext cx="25431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20262C"/>
                </a:solidFill>
                <a:latin typeface="Arial"/>
                <a:ea typeface="Arial"/>
                <a:cs typeface="Arial"/>
              </a:defRPr>
            </a:defPPr>
            <a:lvl1pPr algn="l">
              <a:defRPr sz="2325" b="0">
                <a:solidFill>
                  <a:srgbClr val="20262C"/>
                </a:solidFill>
                <a:latin typeface="Arial"/>
                <a:ea typeface="Arial"/>
                <a:cs typeface="Arial"/>
              </a:defRPr>
            </a:lvl1pPr>
            <a:lvl2pPr algn="l">
              <a:defRPr sz="2325" b="0">
                <a:solidFill>
                  <a:srgbClr val="20262C"/>
                </a:solidFill>
                <a:latin typeface="Arial"/>
                <a:ea typeface="Arial"/>
                <a:cs typeface="Arial"/>
              </a:defRPr>
            </a:lvl2pPr>
            <a:lvl3pPr algn="l">
              <a:defRPr sz="2325" b="0">
                <a:solidFill>
                  <a:srgbClr val="20262C"/>
                </a:solidFill>
                <a:latin typeface="Arial"/>
                <a:ea typeface="Arial"/>
                <a:cs typeface="Arial"/>
              </a:defRPr>
            </a:lvl3pPr>
            <a:lvl4pPr algn="l">
              <a:defRPr sz="2325" b="0">
                <a:solidFill>
                  <a:srgbClr val="20262C"/>
                </a:solidFill>
                <a:latin typeface="Arial"/>
                <a:ea typeface="Arial"/>
                <a:cs typeface="Arial"/>
              </a:defRPr>
            </a:lvl4pPr>
            <a:lvl5pPr algn="l">
              <a:defRPr sz="2325" b="0">
                <a:solidFill>
                  <a:srgbClr val="20262C"/>
                </a:solidFill>
                <a:latin typeface="Arial"/>
                <a:ea typeface="Arial"/>
                <a:cs typeface="Arial"/>
              </a:defRPr>
            </a:lvl5pPr>
            <a:lvl6pPr algn="l">
              <a:defRPr sz="2325" b="0">
                <a:solidFill>
                  <a:srgbClr val="20262C"/>
                </a:solidFill>
                <a:latin typeface="Arial"/>
                <a:ea typeface="Arial"/>
                <a:cs typeface="Arial"/>
              </a:defRPr>
            </a:lvl6pPr>
            <a:lvl7pPr algn="l">
              <a:defRPr sz="2325" b="0">
                <a:solidFill>
                  <a:srgbClr val="20262C"/>
                </a:solidFill>
                <a:latin typeface="Arial"/>
                <a:ea typeface="Arial"/>
                <a:cs typeface="Arial"/>
              </a:defRPr>
            </a:lvl7pPr>
            <a:lvl8pPr algn="l">
              <a:defRPr sz="2325" b="0">
                <a:solidFill>
                  <a:srgbClr val="20262C"/>
                </a:solidFill>
                <a:latin typeface="Arial"/>
                <a:ea typeface="Arial"/>
                <a:cs typeface="Arial"/>
              </a:defRPr>
            </a:lvl8pPr>
            <a:lvl9pPr algn="l">
              <a:defRPr sz="2325" b="0">
                <a:solidFill>
                  <a:srgbClr val="20262C"/>
                </a:solidFill>
                <a:latin typeface="Arial"/>
                <a:ea typeface="Arial"/>
                <a:cs typeface="Arial"/>
              </a:defRPr>
            </a:lvl9pPr>
          </a:lstStyle>
          <a:p xmlns:a="http://schemas.openxmlformats.org/drawingml/2006/main">
            <a:pPr algn="l">
              <a:defRPr sz="2325" b="0">
                <a:solidFill>
                  <a:srgbClr val="20262C"/>
                </a:solidFill>
                <a:latin typeface="Arial"/>
                <a:ea typeface="Arial"/>
                <a:cs typeface="Arial"/>
              </a:defRPr>
            </a:pPr>
            <a:r>
              <a:rPr sz="2325" b="0">
                <a:solidFill>
                  <a:srgbClr val="20262C"/>
                </a:solidFill>
                <a:latin typeface="Arial"/>
                <a:ea typeface="Arial"/>
                <a:cs typeface="Arial"/>
              </a:rPr>
              <a:t>Trade details</a:t>
            </a:r>
          </a:p>
        </p:txBody>
      </p:sp>
      <p:sp>
        <p:nvSpPr>
          <p:cNvPr id="19" name="!!scope.input2">
            <a:extLst xmlns:a="http://schemas.openxmlformats.org/drawingml/2006/main">
              <a:ext uri="{FF2B5EF4-FFF2-40B4-BE49-F238E27FC236}">
                <a16:creationId xmlns:a16="http://schemas.microsoft.com/office/drawing/2014/main" id="{EF193A7A-768F-4D1E-9F89-86EEE0E9B8AA}"/>
              </a:ext>
            </a:extLst>
          </p:cNvPr>
          <p:cNvSpPr>
            <a:spLocks xmlns:a="http://schemas.openxmlformats.org/drawingml/2006/main" noGrp="1"/>
          </p:cNvSpPr>
          <p:nvPr/>
        </p:nvSpPr>
        <p:spPr>
          <a:xfrm xmlns:a="http://schemas.openxmlformats.org/drawingml/2006/main">
            <a:off x="914400" y="4810125"/>
            <a:ext cx="2514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20262C"/>
                </a:solidFill>
                <a:latin typeface="Arial"/>
                <a:ea typeface="Arial"/>
                <a:cs typeface="Arial"/>
              </a:defRPr>
            </a:defPPr>
            <a:lvl1pPr algn="l">
              <a:defRPr sz="2325" b="0">
                <a:solidFill>
                  <a:srgbClr val="20262C"/>
                </a:solidFill>
                <a:latin typeface="Arial"/>
                <a:ea typeface="Arial"/>
                <a:cs typeface="Arial"/>
              </a:defRPr>
            </a:lvl1pPr>
            <a:lvl2pPr algn="l">
              <a:defRPr sz="2325" b="0">
                <a:solidFill>
                  <a:srgbClr val="20262C"/>
                </a:solidFill>
                <a:latin typeface="Arial"/>
                <a:ea typeface="Arial"/>
                <a:cs typeface="Arial"/>
              </a:defRPr>
            </a:lvl2pPr>
            <a:lvl3pPr algn="l">
              <a:defRPr sz="2325" b="0">
                <a:solidFill>
                  <a:srgbClr val="20262C"/>
                </a:solidFill>
                <a:latin typeface="Arial"/>
                <a:ea typeface="Arial"/>
                <a:cs typeface="Arial"/>
              </a:defRPr>
            </a:lvl3pPr>
            <a:lvl4pPr algn="l">
              <a:defRPr sz="2325" b="0">
                <a:solidFill>
                  <a:srgbClr val="20262C"/>
                </a:solidFill>
                <a:latin typeface="Arial"/>
                <a:ea typeface="Arial"/>
                <a:cs typeface="Arial"/>
              </a:defRPr>
            </a:lvl4pPr>
            <a:lvl5pPr algn="l">
              <a:defRPr sz="2325" b="0">
                <a:solidFill>
                  <a:srgbClr val="20262C"/>
                </a:solidFill>
                <a:latin typeface="Arial"/>
                <a:ea typeface="Arial"/>
                <a:cs typeface="Arial"/>
              </a:defRPr>
            </a:lvl5pPr>
            <a:lvl6pPr algn="l">
              <a:defRPr sz="2325" b="0">
                <a:solidFill>
                  <a:srgbClr val="20262C"/>
                </a:solidFill>
                <a:latin typeface="Arial"/>
                <a:ea typeface="Arial"/>
                <a:cs typeface="Arial"/>
              </a:defRPr>
            </a:lvl6pPr>
            <a:lvl7pPr algn="l">
              <a:defRPr sz="2325" b="0">
                <a:solidFill>
                  <a:srgbClr val="20262C"/>
                </a:solidFill>
                <a:latin typeface="Arial"/>
                <a:ea typeface="Arial"/>
                <a:cs typeface="Arial"/>
              </a:defRPr>
            </a:lvl7pPr>
            <a:lvl8pPr algn="l">
              <a:defRPr sz="2325" b="0">
                <a:solidFill>
                  <a:srgbClr val="20262C"/>
                </a:solidFill>
                <a:latin typeface="Arial"/>
                <a:ea typeface="Arial"/>
                <a:cs typeface="Arial"/>
              </a:defRPr>
            </a:lvl8pPr>
            <a:lvl9pPr algn="l">
              <a:defRPr sz="2325" b="0">
                <a:solidFill>
                  <a:srgbClr val="20262C"/>
                </a:solidFill>
                <a:latin typeface="Arial"/>
                <a:ea typeface="Arial"/>
                <a:cs typeface="Arial"/>
              </a:defRPr>
            </a:lvl9pPr>
          </a:lstStyle>
          <a:p xmlns:a="http://schemas.openxmlformats.org/drawingml/2006/main">
            <a:pPr algn="l">
              <a:defRPr sz="2325" b="0">
                <a:solidFill>
                  <a:srgbClr val="20262C"/>
                </a:solidFill>
                <a:latin typeface="Arial"/>
                <a:ea typeface="Arial"/>
                <a:cs typeface="Arial"/>
              </a:defRPr>
            </a:pPr>
            <a:r>
              <a:rPr sz="2325" b="0">
                <a:solidFill>
                  <a:srgbClr val="20262C"/>
                </a:solidFill>
                <a:latin typeface="Arial"/>
                <a:ea typeface="Arial"/>
                <a:cs typeface="Arial"/>
              </a:rPr>
              <a:t>Messages</a:t>
            </a:r>
          </a:p>
        </p:txBody>
      </p:sp>
      <p:sp>
        <p:nvSpPr>
          <p:cNvPr id="20" name="!!scope.work2">
            <a:extLst xmlns:a="http://schemas.openxmlformats.org/drawingml/2006/main">
              <a:ext uri="{FF2B5EF4-FFF2-40B4-BE49-F238E27FC236}">
                <a16:creationId xmlns:a16="http://schemas.microsoft.com/office/drawing/2014/main" id="{96553030-B2A3-4859-9BB1-E244D76D342F}"/>
              </a:ext>
            </a:extLst>
          </p:cNvPr>
          <p:cNvSpPr>
            <a:spLocks xmlns:a="http://schemas.openxmlformats.org/drawingml/2006/main" noGrp="1"/>
          </p:cNvSpPr>
          <p:nvPr/>
        </p:nvSpPr>
        <p:spPr>
          <a:xfrm xmlns:a="http://schemas.openxmlformats.org/drawingml/2006/main">
            <a:off x="4619625" y="4772025"/>
            <a:ext cx="6048375" cy="60960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175" b="1">
                <a:solidFill>
                  <a:srgbClr val="20262C"/>
                </a:solidFill>
                <a:latin typeface="Arial"/>
                <a:ea typeface="Arial"/>
                <a:cs typeface="Arial"/>
              </a:defRPr>
            </a:defPPr>
            <a:lvl1pPr algn="ctr">
              <a:defRPr sz="2175" b="1">
                <a:solidFill>
                  <a:srgbClr val="20262C"/>
                </a:solidFill>
                <a:latin typeface="Arial"/>
                <a:ea typeface="Arial"/>
                <a:cs typeface="Arial"/>
              </a:defRPr>
            </a:lvl1pPr>
            <a:lvl2pPr algn="ctr">
              <a:defRPr sz="2175" b="1">
                <a:solidFill>
                  <a:srgbClr val="20262C"/>
                </a:solidFill>
                <a:latin typeface="Arial"/>
                <a:ea typeface="Arial"/>
                <a:cs typeface="Arial"/>
              </a:defRPr>
            </a:lvl2pPr>
            <a:lvl3pPr algn="ctr">
              <a:defRPr sz="2175" b="1">
                <a:solidFill>
                  <a:srgbClr val="20262C"/>
                </a:solidFill>
                <a:latin typeface="Arial"/>
                <a:ea typeface="Arial"/>
                <a:cs typeface="Arial"/>
              </a:defRPr>
            </a:lvl3pPr>
            <a:lvl4pPr algn="ctr">
              <a:defRPr sz="2175" b="1">
                <a:solidFill>
                  <a:srgbClr val="20262C"/>
                </a:solidFill>
                <a:latin typeface="Arial"/>
                <a:ea typeface="Arial"/>
                <a:cs typeface="Arial"/>
              </a:defRPr>
            </a:lvl4pPr>
            <a:lvl5pPr algn="ctr">
              <a:defRPr sz="2175" b="1">
                <a:solidFill>
                  <a:srgbClr val="20262C"/>
                </a:solidFill>
                <a:latin typeface="Arial"/>
                <a:ea typeface="Arial"/>
                <a:cs typeface="Arial"/>
              </a:defRPr>
            </a:lvl5pPr>
            <a:lvl6pPr algn="ctr">
              <a:defRPr sz="2175" b="1">
                <a:solidFill>
                  <a:srgbClr val="20262C"/>
                </a:solidFill>
                <a:latin typeface="Arial"/>
                <a:ea typeface="Arial"/>
                <a:cs typeface="Arial"/>
              </a:defRPr>
            </a:lvl6pPr>
            <a:lvl7pPr algn="ctr">
              <a:defRPr sz="2175" b="1">
                <a:solidFill>
                  <a:srgbClr val="20262C"/>
                </a:solidFill>
                <a:latin typeface="Arial"/>
                <a:ea typeface="Arial"/>
                <a:cs typeface="Arial"/>
              </a:defRPr>
            </a:lvl7pPr>
            <a:lvl8pPr algn="ctr">
              <a:defRPr sz="2175" b="1">
                <a:solidFill>
                  <a:srgbClr val="20262C"/>
                </a:solidFill>
                <a:latin typeface="Arial"/>
                <a:ea typeface="Arial"/>
                <a:cs typeface="Arial"/>
              </a:defRPr>
            </a:lvl8pPr>
            <a:lvl9pPr algn="ctr">
              <a:defRPr sz="2175" b="1">
                <a:solidFill>
                  <a:srgbClr val="20262C"/>
                </a:solidFill>
                <a:latin typeface="Arial"/>
                <a:ea typeface="Arial"/>
                <a:cs typeface="Arial"/>
              </a:defRPr>
            </a:lvl9pPr>
          </a:lstStyle>
          <a:p xmlns:a="http://schemas.openxmlformats.org/drawingml/2006/main">
            <a:pPr algn="ctr">
              <a:defRPr sz="2175" b="1">
                <a:solidFill>
                  <a:srgbClr val="20262C"/>
                </a:solidFill>
                <a:latin typeface="Arial"/>
                <a:ea typeface="Arial"/>
                <a:cs typeface="Arial"/>
              </a:defRPr>
            </a:pPr>
            <a:r>
              <a:rPr sz="2175" b="1">
                <a:solidFill>
                  <a:srgbClr val="20262C"/>
                </a:solidFill>
                <a:latin typeface="Arial"/>
                <a:ea typeface="Arial"/>
                <a:cs typeface="Arial"/>
              </a:rPr>
              <a:t>Query and act</a:t>
            </a:r>
          </a:p>
        </p:txBody>
      </p:sp>
      <p:sp>
        <p:nvSpPr>
          <p:cNvPr id="21" name="!!scope.output2">
            <a:extLst xmlns:a="http://schemas.openxmlformats.org/drawingml/2006/main">
              <a:ext uri="{FF2B5EF4-FFF2-40B4-BE49-F238E27FC236}">
                <a16:creationId xmlns:a16="http://schemas.microsoft.com/office/drawing/2014/main" id="{ADF4D961-1C1A-4ABC-A2D0-E76F4672F3F8}"/>
              </a:ext>
            </a:extLst>
          </p:cNvPr>
          <p:cNvSpPr>
            <a:spLocks xmlns:a="http://schemas.openxmlformats.org/drawingml/2006/main" noGrp="1"/>
          </p:cNvSpPr>
          <p:nvPr/>
        </p:nvSpPr>
        <p:spPr>
          <a:xfrm xmlns:a="http://schemas.openxmlformats.org/drawingml/2006/main">
            <a:off x="11811000" y="4810125"/>
            <a:ext cx="25431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20262C"/>
                </a:solidFill>
                <a:latin typeface="Arial"/>
                <a:ea typeface="Arial"/>
                <a:cs typeface="Arial"/>
              </a:defRPr>
            </a:defPPr>
            <a:lvl1pPr algn="l">
              <a:defRPr sz="2325" b="0">
                <a:solidFill>
                  <a:srgbClr val="20262C"/>
                </a:solidFill>
                <a:latin typeface="Arial"/>
                <a:ea typeface="Arial"/>
                <a:cs typeface="Arial"/>
              </a:defRPr>
            </a:lvl1pPr>
            <a:lvl2pPr algn="l">
              <a:defRPr sz="2325" b="0">
                <a:solidFill>
                  <a:srgbClr val="20262C"/>
                </a:solidFill>
                <a:latin typeface="Arial"/>
                <a:ea typeface="Arial"/>
                <a:cs typeface="Arial"/>
              </a:defRPr>
            </a:lvl2pPr>
            <a:lvl3pPr algn="l">
              <a:defRPr sz="2325" b="0">
                <a:solidFill>
                  <a:srgbClr val="20262C"/>
                </a:solidFill>
                <a:latin typeface="Arial"/>
                <a:ea typeface="Arial"/>
                <a:cs typeface="Arial"/>
              </a:defRPr>
            </a:lvl3pPr>
            <a:lvl4pPr algn="l">
              <a:defRPr sz="2325" b="0">
                <a:solidFill>
                  <a:srgbClr val="20262C"/>
                </a:solidFill>
                <a:latin typeface="Arial"/>
                <a:ea typeface="Arial"/>
                <a:cs typeface="Arial"/>
              </a:defRPr>
            </a:lvl4pPr>
            <a:lvl5pPr algn="l">
              <a:defRPr sz="2325" b="0">
                <a:solidFill>
                  <a:srgbClr val="20262C"/>
                </a:solidFill>
                <a:latin typeface="Arial"/>
                <a:ea typeface="Arial"/>
                <a:cs typeface="Arial"/>
              </a:defRPr>
            </a:lvl5pPr>
            <a:lvl6pPr algn="l">
              <a:defRPr sz="2325" b="0">
                <a:solidFill>
                  <a:srgbClr val="20262C"/>
                </a:solidFill>
                <a:latin typeface="Arial"/>
                <a:ea typeface="Arial"/>
                <a:cs typeface="Arial"/>
              </a:defRPr>
            </a:lvl6pPr>
            <a:lvl7pPr algn="l">
              <a:defRPr sz="2325" b="0">
                <a:solidFill>
                  <a:srgbClr val="20262C"/>
                </a:solidFill>
                <a:latin typeface="Arial"/>
                <a:ea typeface="Arial"/>
                <a:cs typeface="Arial"/>
              </a:defRPr>
            </a:lvl7pPr>
            <a:lvl8pPr algn="l">
              <a:defRPr sz="2325" b="0">
                <a:solidFill>
                  <a:srgbClr val="20262C"/>
                </a:solidFill>
                <a:latin typeface="Arial"/>
                <a:ea typeface="Arial"/>
                <a:cs typeface="Arial"/>
              </a:defRPr>
            </a:lvl8pPr>
            <a:lvl9pPr algn="l">
              <a:defRPr sz="2325" b="0">
                <a:solidFill>
                  <a:srgbClr val="20262C"/>
                </a:solidFill>
                <a:latin typeface="Arial"/>
                <a:ea typeface="Arial"/>
                <a:cs typeface="Arial"/>
              </a:defRPr>
            </a:lvl9pPr>
          </a:lstStyle>
          <a:p xmlns:a="http://schemas.openxmlformats.org/drawingml/2006/main">
            <a:pPr algn="l">
              <a:defRPr sz="2325" b="0">
                <a:solidFill>
                  <a:srgbClr val="20262C"/>
                </a:solidFill>
                <a:latin typeface="Arial"/>
                <a:ea typeface="Arial"/>
                <a:cs typeface="Arial"/>
              </a:defRPr>
            </a:pPr>
            <a:r>
              <a:rPr sz="2325" b="0">
                <a:solidFill>
                  <a:srgbClr val="20262C"/>
                </a:solidFill>
                <a:latin typeface="Arial"/>
                <a:ea typeface="Arial"/>
                <a:cs typeface="Arial"/>
              </a:rPr>
              <a:t>Client materials</a:t>
            </a:r>
          </a:p>
        </p:txBody>
      </p:sp>
      <p:sp>
        <p:nvSpPr>
          <p:cNvPr id="22" name="!!scope.input3">
            <a:extLst xmlns:a="http://schemas.openxmlformats.org/drawingml/2006/main">
              <a:ext uri="{FF2B5EF4-FFF2-40B4-BE49-F238E27FC236}">
                <a16:creationId xmlns:a16="http://schemas.microsoft.com/office/drawing/2014/main" id="{6B2FA1DD-7D71-4CBF-94E9-B3168A8F48EF}"/>
              </a:ext>
            </a:extLst>
          </p:cNvPr>
          <p:cNvSpPr>
            <a:spLocks xmlns:a="http://schemas.openxmlformats.org/drawingml/2006/main" noGrp="1"/>
          </p:cNvSpPr>
          <p:nvPr/>
        </p:nvSpPr>
        <p:spPr>
          <a:xfrm xmlns:a="http://schemas.openxmlformats.org/drawingml/2006/main">
            <a:off x="914400" y="5695950"/>
            <a:ext cx="2514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20262C"/>
                </a:solidFill>
                <a:latin typeface="Arial"/>
                <a:ea typeface="Arial"/>
                <a:cs typeface="Arial"/>
              </a:defRPr>
            </a:defPPr>
            <a:lvl1pPr algn="l">
              <a:defRPr sz="2325" b="0">
                <a:solidFill>
                  <a:srgbClr val="20262C"/>
                </a:solidFill>
                <a:latin typeface="Arial"/>
                <a:ea typeface="Arial"/>
                <a:cs typeface="Arial"/>
              </a:defRPr>
            </a:lvl1pPr>
            <a:lvl2pPr algn="l">
              <a:defRPr sz="2325" b="0">
                <a:solidFill>
                  <a:srgbClr val="20262C"/>
                </a:solidFill>
                <a:latin typeface="Arial"/>
                <a:ea typeface="Arial"/>
                <a:cs typeface="Arial"/>
              </a:defRPr>
            </a:lvl2pPr>
            <a:lvl3pPr algn="l">
              <a:defRPr sz="2325" b="0">
                <a:solidFill>
                  <a:srgbClr val="20262C"/>
                </a:solidFill>
                <a:latin typeface="Arial"/>
                <a:ea typeface="Arial"/>
                <a:cs typeface="Arial"/>
              </a:defRPr>
            </a:lvl3pPr>
            <a:lvl4pPr algn="l">
              <a:defRPr sz="2325" b="0">
                <a:solidFill>
                  <a:srgbClr val="20262C"/>
                </a:solidFill>
                <a:latin typeface="Arial"/>
                <a:ea typeface="Arial"/>
                <a:cs typeface="Arial"/>
              </a:defRPr>
            </a:lvl4pPr>
            <a:lvl5pPr algn="l">
              <a:defRPr sz="2325" b="0">
                <a:solidFill>
                  <a:srgbClr val="20262C"/>
                </a:solidFill>
                <a:latin typeface="Arial"/>
                <a:ea typeface="Arial"/>
                <a:cs typeface="Arial"/>
              </a:defRPr>
            </a:lvl5pPr>
            <a:lvl6pPr algn="l">
              <a:defRPr sz="2325" b="0">
                <a:solidFill>
                  <a:srgbClr val="20262C"/>
                </a:solidFill>
                <a:latin typeface="Arial"/>
                <a:ea typeface="Arial"/>
                <a:cs typeface="Arial"/>
              </a:defRPr>
            </a:lvl6pPr>
            <a:lvl7pPr algn="l">
              <a:defRPr sz="2325" b="0">
                <a:solidFill>
                  <a:srgbClr val="20262C"/>
                </a:solidFill>
                <a:latin typeface="Arial"/>
                <a:ea typeface="Arial"/>
                <a:cs typeface="Arial"/>
              </a:defRPr>
            </a:lvl7pPr>
            <a:lvl8pPr algn="l">
              <a:defRPr sz="2325" b="0">
                <a:solidFill>
                  <a:srgbClr val="20262C"/>
                </a:solidFill>
                <a:latin typeface="Arial"/>
                <a:ea typeface="Arial"/>
                <a:cs typeface="Arial"/>
              </a:defRPr>
            </a:lvl8pPr>
            <a:lvl9pPr algn="l">
              <a:defRPr sz="2325" b="0">
                <a:solidFill>
                  <a:srgbClr val="20262C"/>
                </a:solidFill>
                <a:latin typeface="Arial"/>
                <a:ea typeface="Arial"/>
                <a:cs typeface="Arial"/>
              </a:defRPr>
            </a:lvl9pPr>
          </a:lstStyle>
          <a:p xmlns:a="http://schemas.openxmlformats.org/drawingml/2006/main">
            <a:pPr algn="l">
              <a:defRPr sz="2325" b="0">
                <a:solidFill>
                  <a:srgbClr val="20262C"/>
                </a:solidFill>
                <a:latin typeface="Arial"/>
                <a:ea typeface="Arial"/>
                <a:cs typeface="Arial"/>
              </a:defRPr>
            </a:pPr>
            <a:r>
              <a:rPr sz="2325" b="0">
                <a:solidFill>
                  <a:srgbClr val="20262C"/>
                </a:solidFill>
                <a:latin typeface="Arial"/>
                <a:ea typeface="Arial"/>
                <a:cs typeface="Arial"/>
              </a:rPr>
              <a:t>Business requests</a:t>
            </a:r>
          </a:p>
        </p:txBody>
      </p:sp>
      <p:sp>
        <p:nvSpPr>
          <p:cNvPr id="23" name="!!scope.work3">
            <a:extLst xmlns:a="http://schemas.openxmlformats.org/drawingml/2006/main">
              <a:ext uri="{FF2B5EF4-FFF2-40B4-BE49-F238E27FC236}">
                <a16:creationId xmlns:a16="http://schemas.microsoft.com/office/drawing/2014/main" id="{B78F447F-D0C0-45D0-A91A-0B1DE88A1AC4}"/>
              </a:ext>
            </a:extLst>
          </p:cNvPr>
          <p:cNvSpPr>
            <a:spLocks xmlns:a="http://schemas.openxmlformats.org/drawingml/2006/main" noGrp="1"/>
          </p:cNvSpPr>
          <p:nvPr/>
        </p:nvSpPr>
        <p:spPr>
          <a:xfrm xmlns:a="http://schemas.openxmlformats.org/drawingml/2006/main">
            <a:off x="4619625" y="5657850"/>
            <a:ext cx="6048375" cy="60960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175" b="1">
                <a:solidFill>
                  <a:srgbClr val="20262C"/>
                </a:solidFill>
                <a:latin typeface="Arial"/>
                <a:ea typeface="Arial"/>
                <a:cs typeface="Arial"/>
              </a:defRPr>
            </a:defPPr>
            <a:lvl1pPr algn="ctr">
              <a:defRPr sz="2175" b="1">
                <a:solidFill>
                  <a:srgbClr val="20262C"/>
                </a:solidFill>
                <a:latin typeface="Arial"/>
                <a:ea typeface="Arial"/>
                <a:cs typeface="Arial"/>
              </a:defRPr>
            </a:lvl1pPr>
            <a:lvl2pPr algn="ctr">
              <a:defRPr sz="2175" b="1">
                <a:solidFill>
                  <a:srgbClr val="20262C"/>
                </a:solidFill>
                <a:latin typeface="Arial"/>
                <a:ea typeface="Arial"/>
                <a:cs typeface="Arial"/>
              </a:defRPr>
            </a:lvl2pPr>
            <a:lvl3pPr algn="ctr">
              <a:defRPr sz="2175" b="1">
                <a:solidFill>
                  <a:srgbClr val="20262C"/>
                </a:solidFill>
                <a:latin typeface="Arial"/>
                <a:ea typeface="Arial"/>
                <a:cs typeface="Arial"/>
              </a:defRPr>
            </a:lvl3pPr>
            <a:lvl4pPr algn="ctr">
              <a:defRPr sz="2175" b="1">
                <a:solidFill>
                  <a:srgbClr val="20262C"/>
                </a:solidFill>
                <a:latin typeface="Arial"/>
                <a:ea typeface="Arial"/>
                <a:cs typeface="Arial"/>
              </a:defRPr>
            </a:lvl4pPr>
            <a:lvl5pPr algn="ctr">
              <a:defRPr sz="2175" b="1">
                <a:solidFill>
                  <a:srgbClr val="20262C"/>
                </a:solidFill>
                <a:latin typeface="Arial"/>
                <a:ea typeface="Arial"/>
                <a:cs typeface="Arial"/>
              </a:defRPr>
            </a:lvl5pPr>
            <a:lvl6pPr algn="ctr">
              <a:defRPr sz="2175" b="1">
                <a:solidFill>
                  <a:srgbClr val="20262C"/>
                </a:solidFill>
                <a:latin typeface="Arial"/>
                <a:ea typeface="Arial"/>
                <a:cs typeface="Arial"/>
              </a:defRPr>
            </a:lvl6pPr>
            <a:lvl7pPr algn="ctr">
              <a:defRPr sz="2175" b="1">
                <a:solidFill>
                  <a:srgbClr val="20262C"/>
                </a:solidFill>
                <a:latin typeface="Arial"/>
                <a:ea typeface="Arial"/>
                <a:cs typeface="Arial"/>
              </a:defRPr>
            </a:lvl7pPr>
            <a:lvl8pPr algn="ctr">
              <a:defRPr sz="2175" b="1">
                <a:solidFill>
                  <a:srgbClr val="20262C"/>
                </a:solidFill>
                <a:latin typeface="Arial"/>
                <a:ea typeface="Arial"/>
                <a:cs typeface="Arial"/>
              </a:defRPr>
            </a:lvl8pPr>
            <a:lvl9pPr algn="ctr">
              <a:defRPr sz="2175" b="1">
                <a:solidFill>
                  <a:srgbClr val="20262C"/>
                </a:solidFill>
                <a:latin typeface="Arial"/>
                <a:ea typeface="Arial"/>
                <a:cs typeface="Arial"/>
              </a:defRPr>
            </a:lvl9pPr>
          </a:lstStyle>
          <a:p xmlns:a="http://schemas.openxmlformats.org/drawingml/2006/main">
            <a:pPr algn="ctr">
              <a:defRPr sz="2175" b="1">
                <a:solidFill>
                  <a:srgbClr val="20262C"/>
                </a:solidFill>
                <a:latin typeface="Arial"/>
                <a:ea typeface="Arial"/>
                <a:cs typeface="Arial"/>
              </a:defRPr>
            </a:pPr>
            <a:r>
              <a:rPr sz="2175" b="1">
                <a:solidFill>
                  <a:srgbClr val="20262C"/>
                </a:solidFill>
                <a:latin typeface="Arial"/>
                <a:ea typeface="Arial"/>
                <a:cs typeface="Arial"/>
              </a:rPr>
              <a:t>Draft and collaborate</a:t>
            </a:r>
          </a:p>
        </p:txBody>
      </p:sp>
      <p:sp>
        <p:nvSpPr>
          <p:cNvPr id="24" name="!!scope.output3">
            <a:extLst xmlns:a="http://schemas.openxmlformats.org/drawingml/2006/main">
              <a:ext uri="{FF2B5EF4-FFF2-40B4-BE49-F238E27FC236}">
                <a16:creationId xmlns:a16="http://schemas.microsoft.com/office/drawing/2014/main" id="{E1E25BAD-2596-41FB-9399-C6C1756334D7}"/>
              </a:ext>
            </a:extLst>
          </p:cNvPr>
          <p:cNvSpPr>
            <a:spLocks xmlns:a="http://schemas.openxmlformats.org/drawingml/2006/main" noGrp="1"/>
          </p:cNvSpPr>
          <p:nvPr/>
        </p:nvSpPr>
        <p:spPr>
          <a:xfrm xmlns:a="http://schemas.openxmlformats.org/drawingml/2006/main">
            <a:off x="11811000" y="5695950"/>
            <a:ext cx="25431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20262C"/>
                </a:solidFill>
                <a:latin typeface="Arial"/>
                <a:ea typeface="Arial"/>
                <a:cs typeface="Arial"/>
              </a:defRPr>
            </a:defPPr>
            <a:lvl1pPr algn="l">
              <a:defRPr sz="2325" b="0">
                <a:solidFill>
                  <a:srgbClr val="20262C"/>
                </a:solidFill>
                <a:latin typeface="Arial"/>
                <a:ea typeface="Arial"/>
                <a:cs typeface="Arial"/>
              </a:defRPr>
            </a:lvl1pPr>
            <a:lvl2pPr algn="l">
              <a:defRPr sz="2325" b="0">
                <a:solidFill>
                  <a:srgbClr val="20262C"/>
                </a:solidFill>
                <a:latin typeface="Arial"/>
                <a:ea typeface="Arial"/>
                <a:cs typeface="Arial"/>
              </a:defRPr>
            </a:lvl2pPr>
            <a:lvl3pPr algn="l">
              <a:defRPr sz="2325" b="0">
                <a:solidFill>
                  <a:srgbClr val="20262C"/>
                </a:solidFill>
                <a:latin typeface="Arial"/>
                <a:ea typeface="Arial"/>
                <a:cs typeface="Arial"/>
              </a:defRPr>
            </a:lvl3pPr>
            <a:lvl4pPr algn="l">
              <a:defRPr sz="2325" b="0">
                <a:solidFill>
                  <a:srgbClr val="20262C"/>
                </a:solidFill>
                <a:latin typeface="Arial"/>
                <a:ea typeface="Arial"/>
                <a:cs typeface="Arial"/>
              </a:defRPr>
            </a:lvl4pPr>
            <a:lvl5pPr algn="l">
              <a:defRPr sz="2325" b="0">
                <a:solidFill>
                  <a:srgbClr val="20262C"/>
                </a:solidFill>
                <a:latin typeface="Arial"/>
                <a:ea typeface="Arial"/>
                <a:cs typeface="Arial"/>
              </a:defRPr>
            </a:lvl5pPr>
            <a:lvl6pPr algn="l">
              <a:defRPr sz="2325" b="0">
                <a:solidFill>
                  <a:srgbClr val="20262C"/>
                </a:solidFill>
                <a:latin typeface="Arial"/>
                <a:ea typeface="Arial"/>
                <a:cs typeface="Arial"/>
              </a:defRPr>
            </a:lvl6pPr>
            <a:lvl7pPr algn="l">
              <a:defRPr sz="2325" b="0">
                <a:solidFill>
                  <a:srgbClr val="20262C"/>
                </a:solidFill>
                <a:latin typeface="Arial"/>
                <a:ea typeface="Arial"/>
                <a:cs typeface="Arial"/>
              </a:defRPr>
            </a:lvl7pPr>
            <a:lvl8pPr algn="l">
              <a:defRPr sz="2325" b="0">
                <a:solidFill>
                  <a:srgbClr val="20262C"/>
                </a:solidFill>
                <a:latin typeface="Arial"/>
                <a:ea typeface="Arial"/>
                <a:cs typeface="Arial"/>
              </a:defRPr>
            </a:lvl8pPr>
            <a:lvl9pPr algn="l">
              <a:defRPr sz="2325" b="0">
                <a:solidFill>
                  <a:srgbClr val="20262C"/>
                </a:solidFill>
                <a:latin typeface="Arial"/>
                <a:ea typeface="Arial"/>
                <a:cs typeface="Arial"/>
              </a:defRPr>
            </a:lvl9pPr>
          </a:lstStyle>
          <a:p xmlns:a="http://schemas.openxmlformats.org/drawingml/2006/main">
            <a:pPr algn="l">
              <a:defRPr sz="2325" b="0">
                <a:solidFill>
                  <a:srgbClr val="20262C"/>
                </a:solidFill>
                <a:latin typeface="Arial"/>
                <a:ea typeface="Arial"/>
                <a:cs typeface="Arial"/>
              </a:defRPr>
            </a:pPr>
            <a:r>
              <a:rPr sz="2325" b="0">
                <a:solidFill>
                  <a:srgbClr val="20262C"/>
                </a:solidFill>
                <a:latin typeface="Arial"/>
                <a:ea typeface="Arial"/>
                <a:cs typeface="Arial"/>
              </a:rPr>
              <a:t>Business tools</a:t>
            </a:r>
          </a:p>
        </p:txBody>
      </p:sp>
      <p:sp>
        <p:nvSpPr>
          <p:cNvPr id="25" name="!!scope.a.line">
            <a:extLst xmlns:a="http://schemas.openxmlformats.org/drawingml/2006/main">
              <a:ext uri="{FF2B5EF4-FFF2-40B4-BE49-F238E27FC236}">
                <a16:creationId xmlns:a16="http://schemas.microsoft.com/office/drawing/2014/main" id="{89E9A9A2-2D33-4523-B728-96E75CDD5C35}"/>
              </a:ext>
            </a:extLst>
          </p:cNvPr>
          <p:cNvSpPr>
            <a:spLocks xmlns:a="http://schemas.openxmlformats.org/drawingml/2006/main" noGrp="1"/>
          </p:cNvSpPr>
          <p:nvPr/>
        </p:nvSpPr>
        <p:spPr>
          <a:xfrm xmlns:a="http://schemas.openxmlformats.org/drawingml/2006/main" flipH="0" flipV="0">
            <a:off x="3886200" y="4572000"/>
            <a:ext cx="514350" cy="953"/>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26" name="!!scope.a.tip">
            <a:extLst xmlns:a="http://schemas.openxmlformats.org/drawingml/2006/main">
              <a:ext uri="{FF2B5EF4-FFF2-40B4-BE49-F238E27FC236}">
                <a16:creationId xmlns:a16="http://schemas.microsoft.com/office/drawing/2014/main" id="{4589B401-A783-4706-9550-978CF4D6181A}"/>
              </a:ext>
            </a:extLst>
          </p:cNvPr>
          <p:cNvSpPr>
            <a:spLocks xmlns:a="http://schemas.openxmlformats.org/drawingml/2006/main" noGrp="1"/>
          </p:cNvSpPr>
          <p:nvPr/>
        </p:nvSpPr>
        <p:spPr>
          <a:xfrm xmlns:a="http://schemas.openxmlformats.org/drawingml/2006/main" rot="5400000">
            <a:off x="4343400" y="4514850"/>
            <a:ext cx="114300" cy="11430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27" name="!!scope.b.line">
            <a:extLst xmlns:a="http://schemas.openxmlformats.org/drawingml/2006/main">
              <a:ext uri="{FF2B5EF4-FFF2-40B4-BE49-F238E27FC236}">
                <a16:creationId xmlns:a16="http://schemas.microsoft.com/office/drawing/2014/main" id="{7F738158-8617-47DF-8407-63DDF8F74695}"/>
              </a:ext>
            </a:extLst>
          </p:cNvPr>
          <p:cNvSpPr>
            <a:spLocks xmlns:a="http://schemas.openxmlformats.org/drawingml/2006/main" noGrp="1"/>
          </p:cNvSpPr>
          <p:nvPr/>
        </p:nvSpPr>
        <p:spPr>
          <a:xfrm xmlns:a="http://schemas.openxmlformats.org/drawingml/2006/main" flipH="0" flipV="0">
            <a:off x="10858500" y="4572000"/>
            <a:ext cx="514350" cy="953"/>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28" name="!!scope.b.tip">
            <a:extLst xmlns:a="http://schemas.openxmlformats.org/drawingml/2006/main">
              <a:ext uri="{FF2B5EF4-FFF2-40B4-BE49-F238E27FC236}">
                <a16:creationId xmlns:a16="http://schemas.microsoft.com/office/drawing/2014/main" id="{86E3E97C-06BD-4080-80FE-88CCF44491E8}"/>
              </a:ext>
            </a:extLst>
          </p:cNvPr>
          <p:cNvSpPr>
            <a:spLocks xmlns:a="http://schemas.openxmlformats.org/drawingml/2006/main" noGrp="1"/>
          </p:cNvSpPr>
          <p:nvPr/>
        </p:nvSpPr>
        <p:spPr>
          <a:xfrm xmlns:a="http://schemas.openxmlformats.org/drawingml/2006/main" rot="5400000">
            <a:off x="11315700" y="4514850"/>
            <a:ext cx="114300" cy="11430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29" name="!!scope.result">
            <a:extLst xmlns:a="http://schemas.openxmlformats.org/drawingml/2006/main">
              <a:ext uri="{FF2B5EF4-FFF2-40B4-BE49-F238E27FC236}">
                <a16:creationId xmlns:a16="http://schemas.microsoft.com/office/drawing/2014/main" id="{1BE80691-5B4C-43CE-9041-B6B7DD124981}"/>
              </a:ext>
            </a:extLst>
          </p:cNvPr>
          <p:cNvSpPr>
            <a:spLocks xmlns:a="http://schemas.openxmlformats.org/drawingml/2006/main" noGrp="1"/>
          </p:cNvSpPr>
          <p:nvPr/>
        </p:nvSpPr>
        <p:spPr>
          <a:xfrm xmlns:a="http://schemas.openxmlformats.org/drawingml/2006/main">
            <a:off x="647700" y="6924675"/>
            <a:ext cx="13944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05A9C"/>
                </a:solidFill>
                <a:latin typeface="Arial"/>
                <a:ea typeface="Arial"/>
                <a:cs typeface="Arial"/>
              </a:defRPr>
            </a:defPPr>
            <a:lvl1pPr algn="l">
              <a:defRPr sz="2325" b="1">
                <a:solidFill>
                  <a:srgbClr val="005A9C"/>
                </a:solidFill>
                <a:latin typeface="Arial"/>
                <a:ea typeface="Arial"/>
                <a:cs typeface="Arial"/>
              </a:defRPr>
            </a:lvl1pPr>
            <a:lvl2pPr algn="l">
              <a:defRPr sz="2325" b="1">
                <a:solidFill>
                  <a:srgbClr val="005A9C"/>
                </a:solidFill>
                <a:latin typeface="Arial"/>
                <a:ea typeface="Arial"/>
                <a:cs typeface="Arial"/>
              </a:defRPr>
            </a:lvl2pPr>
            <a:lvl3pPr algn="l">
              <a:defRPr sz="2325" b="1">
                <a:solidFill>
                  <a:srgbClr val="005A9C"/>
                </a:solidFill>
                <a:latin typeface="Arial"/>
                <a:ea typeface="Arial"/>
                <a:cs typeface="Arial"/>
              </a:defRPr>
            </a:lvl3pPr>
            <a:lvl4pPr algn="l">
              <a:defRPr sz="2325" b="1">
                <a:solidFill>
                  <a:srgbClr val="005A9C"/>
                </a:solidFill>
                <a:latin typeface="Arial"/>
                <a:ea typeface="Arial"/>
                <a:cs typeface="Arial"/>
              </a:defRPr>
            </a:lvl4pPr>
            <a:lvl5pPr algn="l">
              <a:defRPr sz="2325" b="1">
                <a:solidFill>
                  <a:srgbClr val="005A9C"/>
                </a:solidFill>
                <a:latin typeface="Arial"/>
                <a:ea typeface="Arial"/>
                <a:cs typeface="Arial"/>
              </a:defRPr>
            </a:lvl5pPr>
            <a:lvl6pPr algn="l">
              <a:defRPr sz="2325" b="1">
                <a:solidFill>
                  <a:srgbClr val="005A9C"/>
                </a:solidFill>
                <a:latin typeface="Arial"/>
                <a:ea typeface="Arial"/>
                <a:cs typeface="Arial"/>
              </a:defRPr>
            </a:lvl6pPr>
            <a:lvl7pPr algn="l">
              <a:defRPr sz="2325" b="1">
                <a:solidFill>
                  <a:srgbClr val="005A9C"/>
                </a:solidFill>
                <a:latin typeface="Arial"/>
                <a:ea typeface="Arial"/>
                <a:cs typeface="Arial"/>
              </a:defRPr>
            </a:lvl7pPr>
            <a:lvl8pPr algn="l">
              <a:defRPr sz="2325" b="1">
                <a:solidFill>
                  <a:srgbClr val="005A9C"/>
                </a:solidFill>
                <a:latin typeface="Arial"/>
                <a:ea typeface="Arial"/>
                <a:cs typeface="Arial"/>
              </a:defRPr>
            </a:lvl8pPr>
            <a:lvl9pPr algn="l">
              <a:defRPr sz="2325" b="1">
                <a:solidFill>
                  <a:srgbClr val="005A9C"/>
                </a:solidFill>
                <a:latin typeface="Arial"/>
                <a:ea typeface="Arial"/>
                <a:cs typeface="Arial"/>
              </a:defRPr>
            </a:lvl9pPr>
          </a:lstStyle>
          <a:p xmlns:a="http://schemas.openxmlformats.org/drawingml/2006/main">
            <a:pPr algn="l">
              <a:defRPr sz="2325" b="1">
                <a:solidFill>
                  <a:srgbClr val="005A9C"/>
                </a:solidFill>
                <a:latin typeface="Arial"/>
                <a:ea typeface="Arial"/>
                <a:cs typeface="Arial"/>
              </a:defRPr>
            </a:pPr>
            <a:r>
              <a:rPr sz="2325" b="1">
                <a:solidFill>
                  <a:srgbClr val="005A9C"/>
                </a:solidFill>
                <a:latin typeface="Arial"/>
                <a:ea typeface="Arial"/>
                <a:cs typeface="Arial"/>
              </a:rPr>
              <a:t>Build applications around the work people need to complete</a:t>
            </a:r>
          </a:p>
        </p:txBody>
      </p:sp>
    </p:spTree>
    <p:extLst>
      <p:ext uri="{BB962C8B-B14F-4D97-AF65-F5344CB8AC3E}">
        <p14:creationId xmlns:p14="http://schemas.microsoft.com/office/powerpoint/2010/main" val="136616447"/>
      </p:ext>
    </p:extLst>
  </p:cSld>
  <mc:AlternateContent xmlns:mc="http://schemas.openxmlformats.org/markup-compatibility/2006">
    <mc:Choice xmlns:p159="http://schemas.microsoft.com/office/powerpoint/2015/09/main" Requires="p159">
      <p:transition xmlns:p14="http://schemas.microsoft.com/office/powerpoint/2010/main" spd="med" advClick="1" p14:dur="700">
        <p159:morph option="byObject"/>
      </p:transition>
    </mc:Choice>
    <mc:Fallback>
      <p:transition spd="fast" advClick="1">
        <p:fade/>
      </p:transition>
    </mc:Fallback>
  </mc:AlternateContent>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5" name="!!heading">
            <a:extLst xmlns:a="http://schemas.openxmlformats.org/drawingml/2006/main">
              <a:ext uri="{FF2B5EF4-FFF2-40B4-BE49-F238E27FC236}">
                <a16:creationId xmlns:a16="http://schemas.microsoft.com/office/drawing/2014/main" id="{24B42DB7-9A76-49F1-B48E-D4C1547BF704}"/>
              </a:ext>
            </a:extLst>
          </p:cNvPr>
          <p:cNvSpPr>
            <a:spLocks xmlns:a="http://schemas.openxmlformats.org/drawingml/2006/main" noGrp="1"/>
          </p:cNvSpPr>
          <p:nvPr/>
        </p:nvSpPr>
        <p:spPr>
          <a:xfrm xmlns:a="http://schemas.openxmlformats.org/drawingml/2006/main">
            <a:off x="647700" y="428625"/>
            <a:ext cx="13944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0262C"/>
                </a:solidFill>
                <a:latin typeface="Arial"/>
                <a:ea typeface="Arial"/>
                <a:cs typeface="Arial"/>
              </a:defRPr>
            </a:defPPr>
            <a:lvl1pPr algn="l">
              <a:defRPr sz="3300" b="1">
                <a:solidFill>
                  <a:srgbClr val="20262C"/>
                </a:solidFill>
                <a:latin typeface="Arial"/>
                <a:ea typeface="Arial"/>
                <a:cs typeface="Arial"/>
              </a:defRPr>
            </a:lvl1pPr>
            <a:lvl2pPr algn="l">
              <a:defRPr sz="3300" b="1">
                <a:solidFill>
                  <a:srgbClr val="20262C"/>
                </a:solidFill>
                <a:latin typeface="Arial"/>
                <a:ea typeface="Arial"/>
                <a:cs typeface="Arial"/>
              </a:defRPr>
            </a:lvl2pPr>
            <a:lvl3pPr algn="l">
              <a:defRPr sz="3300" b="1">
                <a:solidFill>
                  <a:srgbClr val="20262C"/>
                </a:solidFill>
                <a:latin typeface="Arial"/>
                <a:ea typeface="Arial"/>
                <a:cs typeface="Arial"/>
              </a:defRPr>
            </a:lvl3pPr>
            <a:lvl4pPr algn="l">
              <a:defRPr sz="3300" b="1">
                <a:solidFill>
                  <a:srgbClr val="20262C"/>
                </a:solidFill>
                <a:latin typeface="Arial"/>
                <a:ea typeface="Arial"/>
                <a:cs typeface="Arial"/>
              </a:defRPr>
            </a:lvl4pPr>
            <a:lvl5pPr algn="l">
              <a:defRPr sz="3300" b="1">
                <a:solidFill>
                  <a:srgbClr val="20262C"/>
                </a:solidFill>
                <a:latin typeface="Arial"/>
                <a:ea typeface="Arial"/>
                <a:cs typeface="Arial"/>
              </a:defRPr>
            </a:lvl5pPr>
            <a:lvl6pPr algn="l">
              <a:defRPr sz="3300" b="1">
                <a:solidFill>
                  <a:srgbClr val="20262C"/>
                </a:solidFill>
                <a:latin typeface="Arial"/>
                <a:ea typeface="Arial"/>
                <a:cs typeface="Arial"/>
              </a:defRPr>
            </a:lvl6pPr>
            <a:lvl7pPr algn="l">
              <a:defRPr sz="3300" b="1">
                <a:solidFill>
                  <a:srgbClr val="20262C"/>
                </a:solidFill>
                <a:latin typeface="Arial"/>
                <a:ea typeface="Arial"/>
                <a:cs typeface="Arial"/>
              </a:defRPr>
            </a:lvl7pPr>
            <a:lvl8pPr algn="l">
              <a:defRPr sz="3300" b="1">
                <a:solidFill>
                  <a:srgbClr val="20262C"/>
                </a:solidFill>
                <a:latin typeface="Arial"/>
                <a:ea typeface="Arial"/>
                <a:cs typeface="Arial"/>
              </a:defRPr>
            </a:lvl8pPr>
            <a:lvl9pPr algn="l">
              <a:defRPr sz="3300" b="1">
                <a:solidFill>
                  <a:srgbClr val="20262C"/>
                </a:solidFill>
                <a:latin typeface="Arial"/>
                <a:ea typeface="Arial"/>
                <a:cs typeface="Arial"/>
              </a:defRPr>
            </a:lvl9pPr>
          </a:lstStyle>
          <a:p xmlns:a="http://schemas.openxmlformats.org/drawingml/2006/main">
            <a:pPr algn="l">
              <a:defRPr sz="3300" b="1">
                <a:solidFill>
                  <a:srgbClr val="20262C"/>
                </a:solidFill>
                <a:latin typeface="Arial"/>
                <a:ea typeface="Arial"/>
                <a:cs typeface="Arial"/>
              </a:defRPr>
            </a:pPr>
            <a:r>
              <a:rPr sz="3300" b="1">
                <a:solidFill>
                  <a:srgbClr val="20262C"/>
                </a:solidFill>
                <a:latin typeface="Arial"/>
                <a:ea typeface="Arial"/>
                <a:cs typeface="Arial"/>
              </a:rPr>
              <a:t>Seven workflows across the firm</a:t>
            </a:r>
          </a:p>
        </p:txBody>
      </p:sp>
      <p:sp>
        <p:nvSpPr>
          <p:cNvPr id="2" name="!!subtitle">
            <a:extLst xmlns:a="http://schemas.openxmlformats.org/drawingml/2006/main">
              <a:ext uri="{FF2B5EF4-FFF2-40B4-BE49-F238E27FC236}">
                <a16:creationId xmlns:a16="http://schemas.microsoft.com/office/drawing/2014/main" id="{A17F9EFD-6C6A-4EB6-B8F6-62895847138C}"/>
              </a:ext>
            </a:extLst>
          </p:cNvPr>
          <p:cNvSpPr>
            <a:spLocks xmlns:a="http://schemas.openxmlformats.org/drawingml/2006/main" noGrp="1"/>
          </p:cNvSpPr>
          <p:nvPr/>
        </p:nvSpPr>
        <p:spPr>
          <a:xfrm xmlns:a="http://schemas.openxmlformats.org/drawingml/2006/main">
            <a:off x="647700" y="1190625"/>
            <a:ext cx="139446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05A9C"/>
                </a:solidFill>
                <a:latin typeface="Arial"/>
                <a:ea typeface="Arial"/>
                <a:cs typeface="Arial"/>
              </a:defRPr>
            </a:defPPr>
            <a:lvl1pPr algn="l">
              <a:defRPr sz="1875" b="0">
                <a:solidFill>
                  <a:srgbClr val="005A9C"/>
                </a:solidFill>
                <a:latin typeface="Arial"/>
                <a:ea typeface="Arial"/>
                <a:cs typeface="Arial"/>
              </a:defRPr>
            </a:lvl1pPr>
            <a:lvl2pPr algn="l">
              <a:defRPr sz="1875" b="0">
                <a:solidFill>
                  <a:srgbClr val="005A9C"/>
                </a:solidFill>
                <a:latin typeface="Arial"/>
                <a:ea typeface="Arial"/>
                <a:cs typeface="Arial"/>
              </a:defRPr>
            </a:lvl2pPr>
            <a:lvl3pPr algn="l">
              <a:defRPr sz="1875" b="0">
                <a:solidFill>
                  <a:srgbClr val="005A9C"/>
                </a:solidFill>
                <a:latin typeface="Arial"/>
                <a:ea typeface="Arial"/>
                <a:cs typeface="Arial"/>
              </a:defRPr>
            </a:lvl3pPr>
            <a:lvl4pPr algn="l">
              <a:defRPr sz="1875" b="0">
                <a:solidFill>
                  <a:srgbClr val="005A9C"/>
                </a:solidFill>
                <a:latin typeface="Arial"/>
                <a:ea typeface="Arial"/>
                <a:cs typeface="Arial"/>
              </a:defRPr>
            </a:lvl4pPr>
            <a:lvl5pPr algn="l">
              <a:defRPr sz="1875" b="0">
                <a:solidFill>
                  <a:srgbClr val="005A9C"/>
                </a:solidFill>
                <a:latin typeface="Arial"/>
                <a:ea typeface="Arial"/>
                <a:cs typeface="Arial"/>
              </a:defRPr>
            </a:lvl5pPr>
            <a:lvl6pPr algn="l">
              <a:defRPr sz="1875" b="0">
                <a:solidFill>
                  <a:srgbClr val="005A9C"/>
                </a:solidFill>
                <a:latin typeface="Arial"/>
                <a:ea typeface="Arial"/>
                <a:cs typeface="Arial"/>
              </a:defRPr>
            </a:lvl6pPr>
            <a:lvl7pPr algn="l">
              <a:defRPr sz="1875" b="0">
                <a:solidFill>
                  <a:srgbClr val="005A9C"/>
                </a:solidFill>
                <a:latin typeface="Arial"/>
                <a:ea typeface="Arial"/>
                <a:cs typeface="Arial"/>
              </a:defRPr>
            </a:lvl7pPr>
            <a:lvl8pPr algn="l">
              <a:defRPr sz="1875" b="0">
                <a:solidFill>
                  <a:srgbClr val="005A9C"/>
                </a:solidFill>
                <a:latin typeface="Arial"/>
                <a:ea typeface="Arial"/>
                <a:cs typeface="Arial"/>
              </a:defRPr>
            </a:lvl8pPr>
            <a:lvl9pPr algn="l">
              <a:defRPr sz="1875" b="0">
                <a:solidFill>
                  <a:srgbClr val="005A9C"/>
                </a:solidFill>
                <a:latin typeface="Arial"/>
                <a:ea typeface="Arial"/>
                <a:cs typeface="Arial"/>
              </a:defRPr>
            </a:lvl9pPr>
          </a:lstStyle>
          <a:p xmlns:a="http://schemas.openxmlformats.org/drawingml/2006/main">
            <a:pPr algn="l">
              <a:defRPr sz="1875" b="0">
                <a:solidFill>
                  <a:srgbClr val="005A9C"/>
                </a:solidFill>
                <a:latin typeface="Arial"/>
                <a:ea typeface="Arial"/>
                <a:cs typeface="Arial"/>
              </a:defRPr>
            </a:pPr>
            <a:r>
              <a:rPr sz="1875" b="0">
                <a:solidFill>
                  <a:srgbClr val="005A9C"/>
                </a:solidFill>
                <a:latin typeface="Arial"/>
                <a:ea typeface="Arial"/>
                <a:cs typeface="Arial"/>
              </a:rPr>
              <a:t>Firm overview</a:t>
            </a:r>
          </a:p>
        </p:txBody>
      </p:sp>
      <p:sp>
        <p:nvSpPr>
          <p:cNvPr id="3" name="!!heading.rule">
            <a:extLst xmlns:a="http://schemas.openxmlformats.org/drawingml/2006/main">
              <a:ext uri="{FF2B5EF4-FFF2-40B4-BE49-F238E27FC236}">
                <a16:creationId xmlns:a16="http://schemas.microsoft.com/office/drawing/2014/main" id="{8D73FEA8-1A8C-4D7F-B133-4DF365FBF3FC}"/>
              </a:ext>
            </a:extLst>
          </p:cNvPr>
          <p:cNvSpPr>
            <a:spLocks xmlns:a="http://schemas.openxmlformats.org/drawingml/2006/main" noGrp="1"/>
          </p:cNvSpPr>
          <p:nvPr/>
        </p:nvSpPr>
        <p:spPr>
          <a:xfrm xmlns:a="http://schemas.openxmlformats.org/drawingml/2006/main" flipH="0" flipV="0">
            <a:off x="647700" y="1733550"/>
            <a:ext cx="13944600" cy="953"/>
          </a:xfrm>
          <a:prstGeom xmlns:a="http://schemas.openxmlformats.org/drawingml/2006/main" prst="line">
            <a:avLst/>
          </a:prstGeom>
          <a:noFill xmlns:a="http://schemas.openxmlformats.org/drawingml/2006/main"/>
          <a:ln xmlns:a="http://schemas.openxmlformats.org/drawingml/2006/main" w="11430">
            <a:solidFill>
              <a:srgbClr val="BCC6CF"/>
            </a:solidFill>
            <a:prstDash val="solid"/>
          </a:ln>
        </p:spPr>
      </p:sp>
      <p:sp>
        <p:nvSpPr>
          <p:cNvPr id="4" name="!!map.front">
            <a:extLst xmlns:a="http://schemas.openxmlformats.org/drawingml/2006/main">
              <a:ext uri="{FF2B5EF4-FFF2-40B4-BE49-F238E27FC236}">
                <a16:creationId xmlns:a16="http://schemas.microsoft.com/office/drawing/2014/main" id="{EF46DFBD-34D2-4EB6-BC2A-0F93F84A1145}"/>
              </a:ext>
            </a:extLst>
          </p:cNvPr>
          <p:cNvSpPr>
            <a:spLocks xmlns:a="http://schemas.openxmlformats.org/drawingml/2006/main" noGrp="1"/>
          </p:cNvSpPr>
          <p:nvPr/>
        </p:nvSpPr>
        <p:spPr>
          <a:xfrm xmlns:a="http://schemas.openxmlformats.org/drawingml/2006/main">
            <a:off x="647700" y="2114550"/>
            <a:ext cx="4419600" cy="40005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5" name="!!nav.front">
            <ns0:hlinkClick xmlns:ns0="http://schemas.openxmlformats.org/drawingml/2006/main" xmlns:ns1="http://schemas.openxmlformats.org/officeDocument/2006/relationships" ns1:id="rIdNavSlide4" action="ppaction://hlinksldjump" tooltip="Slide 4: Preparing a company research assessment"/>
            <a:extLst xmlns:a="http://schemas.openxmlformats.org/drawingml/2006/main">
              <a:ext uri="{FF2B5EF4-FFF2-40B4-BE49-F238E27FC236}">
                <a16:creationId xmlns:a16="http://schemas.microsoft.com/office/drawing/2014/main" id="{3373D196-3C24-4ACB-AB5D-B18C09B61E2F}"/>
              </a:ext>
            </a:extLst>
          </p:cNvPr>
          <p:cNvSpPr>
            <a:spLocks xmlns:a="http://schemas.openxmlformats.org/drawingml/2006/main" noGrp="1"/>
          </p:cNvSpPr>
          <p:nvPr/>
        </p:nvSpPr>
        <p:spPr>
          <a:xfrm xmlns:a="http://schemas.openxmlformats.org/drawingml/2006/main">
            <a:off x="647700" y="2114550"/>
            <a:ext cx="4419600" cy="55245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475" b="1">
                <a:solidFill>
                  <a:srgbClr val="FFFFFF"/>
                </a:solidFill>
                <a:latin typeface="Arial"/>
                <a:ea typeface="Arial"/>
                <a:cs typeface="Arial"/>
              </a:defRPr>
            </a:defPPr>
            <a:lvl1pPr algn="ctr">
              <a:defRPr sz="2475" b="1">
                <a:solidFill>
                  <a:srgbClr val="FFFFFF"/>
                </a:solidFill>
                <a:latin typeface="Arial"/>
                <a:ea typeface="Arial"/>
                <a:cs typeface="Arial"/>
              </a:defRPr>
            </a:lvl1pPr>
            <a:lvl2pPr algn="ctr">
              <a:defRPr sz="2475" b="1">
                <a:solidFill>
                  <a:srgbClr val="FFFFFF"/>
                </a:solidFill>
                <a:latin typeface="Arial"/>
                <a:ea typeface="Arial"/>
                <a:cs typeface="Arial"/>
              </a:defRPr>
            </a:lvl2pPr>
            <a:lvl3pPr algn="ctr">
              <a:defRPr sz="2475" b="1">
                <a:solidFill>
                  <a:srgbClr val="FFFFFF"/>
                </a:solidFill>
                <a:latin typeface="Arial"/>
                <a:ea typeface="Arial"/>
                <a:cs typeface="Arial"/>
              </a:defRPr>
            </a:lvl3pPr>
            <a:lvl4pPr algn="ctr">
              <a:defRPr sz="2475" b="1">
                <a:solidFill>
                  <a:srgbClr val="FFFFFF"/>
                </a:solidFill>
                <a:latin typeface="Arial"/>
                <a:ea typeface="Arial"/>
                <a:cs typeface="Arial"/>
              </a:defRPr>
            </a:lvl4pPr>
            <a:lvl5pPr algn="ctr">
              <a:defRPr sz="2475" b="1">
                <a:solidFill>
                  <a:srgbClr val="FFFFFF"/>
                </a:solidFill>
                <a:latin typeface="Arial"/>
                <a:ea typeface="Arial"/>
                <a:cs typeface="Arial"/>
              </a:defRPr>
            </a:lvl5pPr>
            <a:lvl6pPr algn="ctr">
              <a:defRPr sz="2475" b="1">
                <a:solidFill>
                  <a:srgbClr val="FFFFFF"/>
                </a:solidFill>
                <a:latin typeface="Arial"/>
                <a:ea typeface="Arial"/>
                <a:cs typeface="Arial"/>
              </a:defRPr>
            </a:lvl6pPr>
            <a:lvl7pPr algn="ctr">
              <a:defRPr sz="2475" b="1">
                <a:solidFill>
                  <a:srgbClr val="FFFFFF"/>
                </a:solidFill>
                <a:latin typeface="Arial"/>
                <a:ea typeface="Arial"/>
                <a:cs typeface="Arial"/>
              </a:defRPr>
            </a:lvl7pPr>
            <a:lvl8pPr algn="ctr">
              <a:defRPr sz="2475" b="1">
                <a:solidFill>
                  <a:srgbClr val="FFFFFF"/>
                </a:solidFill>
                <a:latin typeface="Arial"/>
                <a:ea typeface="Arial"/>
                <a:cs typeface="Arial"/>
              </a:defRPr>
            </a:lvl8pPr>
            <a:lvl9pPr algn="ctr">
              <a:defRPr sz="2475" b="1">
                <a:solidFill>
                  <a:srgbClr val="FFFFFF"/>
                </a:solidFill>
                <a:latin typeface="Arial"/>
                <a:ea typeface="Arial"/>
                <a:cs typeface="Arial"/>
              </a:defRPr>
            </a:lvl9pPr>
          </a:lstStyle>
          <a:p xmlns:a="http://schemas.openxmlformats.org/drawingml/2006/main">
            <a:pPr algn="ctr">
              <a:defRPr sz="2475" b="1">
                <a:solidFill>
                  <a:srgbClr val="FFFFFF"/>
                </a:solidFill>
                <a:latin typeface="Arial"/>
                <a:ea typeface="Arial"/>
                <a:cs typeface="Arial"/>
              </a:defRPr>
            </a:pPr>
            <a:r>
              <a:rPr sz="2475" b="1">
                <a:solidFill>
                  <a:srgbClr val="FFFFFF"/>
                </a:solidFill>
                <a:latin typeface="Arial"/>
                <a:ea typeface="Arial"/>
                <a:cs typeface="Arial"/>
              </a:rPr>
              <a:t>Front office</a:t>
            </a:r>
          </a:p>
        </p:txBody>
      </p:sp>
      <p:sp>
        <p:nvSpPr>
          <p:cNvPr id="6" name="!!task.research">
            <ns0:hlinkClick xmlns:ns0="http://schemas.openxmlformats.org/drawingml/2006/main" xmlns:ns1="http://schemas.openxmlformats.org/officeDocument/2006/relationships" ns1:id="rIdNavSlide4" action="ppaction://hlinksldjump" tooltip="Slide 4: Preparing a company research assessment"/>
            <a:extLst xmlns:a="http://schemas.openxmlformats.org/drawingml/2006/main">
              <a:ext uri="{FF2B5EF4-FFF2-40B4-BE49-F238E27FC236}">
                <a16:creationId xmlns:a16="http://schemas.microsoft.com/office/drawing/2014/main" id="{97A0755C-B728-4BAE-875D-335E47C498B4}"/>
              </a:ext>
            </a:extLst>
          </p:cNvPr>
          <p:cNvSpPr>
            <a:spLocks xmlns:a="http://schemas.openxmlformats.org/drawingml/2006/main" noGrp="1"/>
          </p:cNvSpPr>
          <p:nvPr/>
        </p:nvSpPr>
        <p:spPr>
          <a:xfrm xmlns:a="http://schemas.openxmlformats.org/drawingml/2006/main">
            <a:off x="838200" y="2962275"/>
            <a:ext cx="4038600" cy="523875"/>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250" b="1">
                <a:solidFill>
                  <a:srgbClr val="005A9C"/>
                </a:solidFill>
                <a:latin typeface="Arial"/>
                <a:ea typeface="Arial"/>
                <a:cs typeface="Arial"/>
              </a:defRPr>
            </a:defPPr>
            <a:lvl1pPr algn="ctr">
              <a:defRPr sz="2250" b="1">
                <a:solidFill>
                  <a:srgbClr val="005A9C"/>
                </a:solidFill>
                <a:latin typeface="Arial"/>
                <a:ea typeface="Arial"/>
                <a:cs typeface="Arial"/>
              </a:defRPr>
            </a:lvl1pPr>
            <a:lvl2pPr algn="ctr">
              <a:defRPr sz="2250" b="1">
                <a:solidFill>
                  <a:srgbClr val="005A9C"/>
                </a:solidFill>
                <a:latin typeface="Arial"/>
                <a:ea typeface="Arial"/>
                <a:cs typeface="Arial"/>
              </a:defRPr>
            </a:lvl2pPr>
            <a:lvl3pPr algn="ctr">
              <a:defRPr sz="2250" b="1">
                <a:solidFill>
                  <a:srgbClr val="005A9C"/>
                </a:solidFill>
                <a:latin typeface="Arial"/>
                <a:ea typeface="Arial"/>
                <a:cs typeface="Arial"/>
              </a:defRPr>
            </a:lvl3pPr>
            <a:lvl4pPr algn="ctr">
              <a:defRPr sz="2250" b="1">
                <a:solidFill>
                  <a:srgbClr val="005A9C"/>
                </a:solidFill>
                <a:latin typeface="Arial"/>
                <a:ea typeface="Arial"/>
                <a:cs typeface="Arial"/>
              </a:defRPr>
            </a:lvl4pPr>
            <a:lvl5pPr algn="ctr">
              <a:defRPr sz="2250" b="1">
                <a:solidFill>
                  <a:srgbClr val="005A9C"/>
                </a:solidFill>
                <a:latin typeface="Arial"/>
                <a:ea typeface="Arial"/>
                <a:cs typeface="Arial"/>
              </a:defRPr>
            </a:lvl5pPr>
            <a:lvl6pPr algn="ctr">
              <a:defRPr sz="2250" b="1">
                <a:solidFill>
                  <a:srgbClr val="005A9C"/>
                </a:solidFill>
                <a:latin typeface="Arial"/>
                <a:ea typeface="Arial"/>
                <a:cs typeface="Arial"/>
              </a:defRPr>
            </a:lvl6pPr>
            <a:lvl7pPr algn="ctr">
              <a:defRPr sz="2250" b="1">
                <a:solidFill>
                  <a:srgbClr val="005A9C"/>
                </a:solidFill>
                <a:latin typeface="Arial"/>
                <a:ea typeface="Arial"/>
                <a:cs typeface="Arial"/>
              </a:defRPr>
            </a:lvl7pPr>
            <a:lvl8pPr algn="ctr">
              <a:defRPr sz="2250" b="1">
                <a:solidFill>
                  <a:srgbClr val="005A9C"/>
                </a:solidFill>
                <a:latin typeface="Arial"/>
                <a:ea typeface="Arial"/>
                <a:cs typeface="Arial"/>
              </a:defRPr>
            </a:lvl8pPr>
            <a:lvl9pPr algn="ctr">
              <a:defRPr sz="2250" b="1">
                <a:solidFill>
                  <a:srgbClr val="005A9C"/>
                </a:solidFill>
                <a:latin typeface="Arial"/>
                <a:ea typeface="Arial"/>
                <a:cs typeface="Arial"/>
              </a:defRPr>
            </a:lvl9pPr>
          </a:lstStyle>
          <a:p xmlns:a="http://schemas.openxmlformats.org/drawingml/2006/main">
            <a:pPr algn="ctr">
              <a:defRPr sz="2250" b="1">
                <a:solidFill>
                  <a:srgbClr val="005A9C"/>
                </a:solidFill>
                <a:latin typeface="Arial"/>
                <a:ea typeface="Arial"/>
                <a:cs typeface="Arial"/>
              </a:defRPr>
            </a:pPr>
            <a:r>
              <a:rPr sz="2250" b="1">
                <a:solidFill>
                  <a:srgbClr val="005A9C"/>
                </a:solidFill>
                <a:latin typeface="Arial"/>
                <a:ea typeface="Arial"/>
                <a:cs typeface="Arial"/>
              </a:rPr>
              <a:t>1  Research</a:t>
            </a:r>
          </a:p>
        </p:txBody>
      </p:sp>
      <p:sp>
        <p:nvSpPr>
          <p:cNvPr id="7" name="!!task.research.outcome">
            <a:extLst xmlns:a="http://schemas.openxmlformats.org/drawingml/2006/main">
              <a:ext uri="{FF2B5EF4-FFF2-40B4-BE49-F238E27FC236}">
                <a16:creationId xmlns:a16="http://schemas.microsoft.com/office/drawing/2014/main" id="{FD2A4339-BA40-4124-AAC9-5DBF670110BB}"/>
              </a:ext>
            </a:extLst>
          </p:cNvPr>
          <p:cNvSpPr>
            <a:spLocks xmlns:a="http://schemas.openxmlformats.org/drawingml/2006/main" noGrp="1"/>
          </p:cNvSpPr>
          <p:nvPr/>
        </p:nvSpPr>
        <p:spPr>
          <a:xfrm xmlns:a="http://schemas.openxmlformats.org/drawingml/2006/main">
            <a:off x="1047750" y="3524250"/>
            <a:ext cx="3619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707C88"/>
                </a:solidFill>
                <a:latin typeface="Arial"/>
                <a:ea typeface="Arial"/>
                <a:cs typeface="Arial"/>
              </a:defRPr>
            </a:defPPr>
            <a:lvl1pPr algn="l">
              <a:defRPr sz="1725" b="0">
                <a:solidFill>
                  <a:srgbClr val="707C88"/>
                </a:solidFill>
                <a:latin typeface="Arial"/>
                <a:ea typeface="Arial"/>
                <a:cs typeface="Arial"/>
              </a:defRPr>
            </a:lvl1pPr>
            <a:lvl2pPr algn="l">
              <a:defRPr sz="1725" b="0">
                <a:solidFill>
                  <a:srgbClr val="707C88"/>
                </a:solidFill>
                <a:latin typeface="Arial"/>
                <a:ea typeface="Arial"/>
                <a:cs typeface="Arial"/>
              </a:defRPr>
            </a:lvl2pPr>
            <a:lvl3pPr algn="l">
              <a:defRPr sz="1725" b="0">
                <a:solidFill>
                  <a:srgbClr val="707C88"/>
                </a:solidFill>
                <a:latin typeface="Arial"/>
                <a:ea typeface="Arial"/>
                <a:cs typeface="Arial"/>
              </a:defRPr>
            </a:lvl3pPr>
            <a:lvl4pPr algn="l">
              <a:defRPr sz="1725" b="0">
                <a:solidFill>
                  <a:srgbClr val="707C88"/>
                </a:solidFill>
                <a:latin typeface="Arial"/>
                <a:ea typeface="Arial"/>
                <a:cs typeface="Arial"/>
              </a:defRPr>
            </a:lvl4pPr>
            <a:lvl5pPr algn="l">
              <a:defRPr sz="1725" b="0">
                <a:solidFill>
                  <a:srgbClr val="707C88"/>
                </a:solidFill>
                <a:latin typeface="Arial"/>
                <a:ea typeface="Arial"/>
                <a:cs typeface="Arial"/>
              </a:defRPr>
            </a:lvl5pPr>
            <a:lvl6pPr algn="l">
              <a:defRPr sz="1725" b="0">
                <a:solidFill>
                  <a:srgbClr val="707C88"/>
                </a:solidFill>
                <a:latin typeface="Arial"/>
                <a:ea typeface="Arial"/>
                <a:cs typeface="Arial"/>
              </a:defRPr>
            </a:lvl6pPr>
            <a:lvl7pPr algn="l">
              <a:defRPr sz="1725" b="0">
                <a:solidFill>
                  <a:srgbClr val="707C88"/>
                </a:solidFill>
                <a:latin typeface="Arial"/>
                <a:ea typeface="Arial"/>
                <a:cs typeface="Arial"/>
              </a:defRPr>
            </a:lvl7pPr>
            <a:lvl8pPr algn="l">
              <a:defRPr sz="1725" b="0">
                <a:solidFill>
                  <a:srgbClr val="707C88"/>
                </a:solidFill>
                <a:latin typeface="Arial"/>
                <a:ea typeface="Arial"/>
                <a:cs typeface="Arial"/>
              </a:defRPr>
            </a:lvl8pPr>
            <a:lvl9pPr algn="l">
              <a:defRPr sz="1725" b="0">
                <a:solidFill>
                  <a:srgbClr val="707C88"/>
                </a:solidFill>
                <a:latin typeface="Arial"/>
                <a:ea typeface="Arial"/>
                <a:cs typeface="Arial"/>
              </a:defRPr>
            </a:lvl9pPr>
          </a:lstStyle>
          <a:p xmlns:a="http://schemas.openxmlformats.org/drawingml/2006/main">
            <a:pPr algn="l">
              <a:defRPr sz="1725" b="0">
                <a:solidFill>
                  <a:srgbClr val="707C88"/>
                </a:solidFill>
                <a:latin typeface="Arial"/>
                <a:ea typeface="Arial"/>
                <a:cs typeface="Arial"/>
              </a:defRPr>
            </a:pPr>
            <a:r>
              <a:rPr sz="1725" b="0">
                <a:solidFill>
                  <a:srgbClr val="707C88"/>
                </a:solidFill>
                <a:latin typeface="Arial"/>
                <a:ea typeface="Arial"/>
                <a:cs typeface="Arial"/>
              </a:rPr>
              <a:t>Turn documents into analysis</a:t>
            </a:r>
          </a:p>
        </p:txBody>
      </p:sp>
      <p:sp>
        <p:nvSpPr>
          <p:cNvPr id="8" name="!!task.trade">
            <ns0:hlinkClick xmlns:ns0="http://schemas.openxmlformats.org/drawingml/2006/main" xmlns:ns1="http://schemas.openxmlformats.org/officeDocument/2006/relationships" ns1:id="rIdNavSlide9" action="ppaction://hlinksldjump" tooltip="Slide 9: Preparing a bond quote request"/>
            <a:extLst xmlns:a="http://schemas.openxmlformats.org/drawingml/2006/main">
              <a:ext uri="{FF2B5EF4-FFF2-40B4-BE49-F238E27FC236}">
                <a16:creationId xmlns:a16="http://schemas.microsoft.com/office/drawing/2014/main" id="{08E66BFF-EFF2-4197-A5C7-7447348F53A9}"/>
              </a:ext>
            </a:extLst>
          </p:cNvPr>
          <p:cNvSpPr>
            <a:spLocks xmlns:a="http://schemas.openxmlformats.org/drawingml/2006/main" noGrp="1"/>
          </p:cNvSpPr>
          <p:nvPr/>
        </p:nvSpPr>
        <p:spPr>
          <a:xfrm xmlns:a="http://schemas.openxmlformats.org/drawingml/2006/main">
            <a:off x="838200" y="3924300"/>
            <a:ext cx="4038600" cy="523875"/>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250" b="1">
                <a:solidFill>
                  <a:srgbClr val="005A9C"/>
                </a:solidFill>
                <a:latin typeface="Arial"/>
                <a:ea typeface="Arial"/>
                <a:cs typeface="Arial"/>
              </a:defRPr>
            </a:defPPr>
            <a:lvl1pPr algn="ctr">
              <a:defRPr sz="2250" b="1">
                <a:solidFill>
                  <a:srgbClr val="005A9C"/>
                </a:solidFill>
                <a:latin typeface="Arial"/>
                <a:ea typeface="Arial"/>
                <a:cs typeface="Arial"/>
              </a:defRPr>
            </a:lvl1pPr>
            <a:lvl2pPr algn="ctr">
              <a:defRPr sz="2250" b="1">
                <a:solidFill>
                  <a:srgbClr val="005A9C"/>
                </a:solidFill>
                <a:latin typeface="Arial"/>
                <a:ea typeface="Arial"/>
                <a:cs typeface="Arial"/>
              </a:defRPr>
            </a:lvl2pPr>
            <a:lvl3pPr algn="ctr">
              <a:defRPr sz="2250" b="1">
                <a:solidFill>
                  <a:srgbClr val="005A9C"/>
                </a:solidFill>
                <a:latin typeface="Arial"/>
                <a:ea typeface="Arial"/>
                <a:cs typeface="Arial"/>
              </a:defRPr>
            </a:lvl3pPr>
            <a:lvl4pPr algn="ctr">
              <a:defRPr sz="2250" b="1">
                <a:solidFill>
                  <a:srgbClr val="005A9C"/>
                </a:solidFill>
                <a:latin typeface="Arial"/>
                <a:ea typeface="Arial"/>
                <a:cs typeface="Arial"/>
              </a:defRPr>
            </a:lvl4pPr>
            <a:lvl5pPr algn="ctr">
              <a:defRPr sz="2250" b="1">
                <a:solidFill>
                  <a:srgbClr val="005A9C"/>
                </a:solidFill>
                <a:latin typeface="Arial"/>
                <a:ea typeface="Arial"/>
                <a:cs typeface="Arial"/>
              </a:defRPr>
            </a:lvl5pPr>
            <a:lvl6pPr algn="ctr">
              <a:defRPr sz="2250" b="1">
                <a:solidFill>
                  <a:srgbClr val="005A9C"/>
                </a:solidFill>
                <a:latin typeface="Arial"/>
                <a:ea typeface="Arial"/>
                <a:cs typeface="Arial"/>
              </a:defRPr>
            </a:lvl6pPr>
            <a:lvl7pPr algn="ctr">
              <a:defRPr sz="2250" b="1">
                <a:solidFill>
                  <a:srgbClr val="005A9C"/>
                </a:solidFill>
                <a:latin typeface="Arial"/>
                <a:ea typeface="Arial"/>
                <a:cs typeface="Arial"/>
              </a:defRPr>
            </a:lvl7pPr>
            <a:lvl8pPr algn="ctr">
              <a:defRPr sz="2250" b="1">
                <a:solidFill>
                  <a:srgbClr val="005A9C"/>
                </a:solidFill>
                <a:latin typeface="Arial"/>
                <a:ea typeface="Arial"/>
                <a:cs typeface="Arial"/>
              </a:defRPr>
            </a:lvl8pPr>
            <a:lvl9pPr algn="ctr">
              <a:defRPr sz="2250" b="1">
                <a:solidFill>
                  <a:srgbClr val="005A9C"/>
                </a:solidFill>
                <a:latin typeface="Arial"/>
                <a:ea typeface="Arial"/>
                <a:cs typeface="Arial"/>
              </a:defRPr>
            </a:lvl9pPr>
          </a:lstStyle>
          <a:p xmlns:a="http://schemas.openxmlformats.org/drawingml/2006/main">
            <a:pPr algn="ctr">
              <a:defRPr sz="2250" b="1">
                <a:solidFill>
                  <a:srgbClr val="005A9C"/>
                </a:solidFill>
                <a:latin typeface="Arial"/>
                <a:ea typeface="Arial"/>
                <a:cs typeface="Arial"/>
              </a:defRPr>
            </a:pPr>
            <a:r>
              <a:rPr sz="2250" b="1">
                <a:solidFill>
                  <a:srgbClr val="005A9C"/>
                </a:solidFill>
                <a:latin typeface="Arial"/>
                <a:ea typeface="Arial"/>
                <a:cs typeface="Arial"/>
              </a:rPr>
              <a:t>2  Trading support</a:t>
            </a:r>
          </a:p>
        </p:txBody>
      </p:sp>
      <p:sp>
        <p:nvSpPr>
          <p:cNvPr id="9" name="!!task.trade.outcome">
            <a:extLst xmlns:a="http://schemas.openxmlformats.org/drawingml/2006/main">
              <a:ext uri="{FF2B5EF4-FFF2-40B4-BE49-F238E27FC236}">
                <a16:creationId xmlns:a16="http://schemas.microsoft.com/office/drawing/2014/main" id="{3E8CC15F-C737-44FC-95D1-3A1FF16D5D63}"/>
              </a:ext>
            </a:extLst>
          </p:cNvPr>
          <p:cNvSpPr>
            <a:spLocks xmlns:a="http://schemas.openxmlformats.org/drawingml/2006/main" noGrp="1"/>
          </p:cNvSpPr>
          <p:nvPr/>
        </p:nvSpPr>
        <p:spPr>
          <a:xfrm xmlns:a="http://schemas.openxmlformats.org/drawingml/2006/main">
            <a:off x="1047750" y="4486275"/>
            <a:ext cx="3619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707C88"/>
                </a:solidFill>
                <a:latin typeface="Arial"/>
                <a:ea typeface="Arial"/>
                <a:cs typeface="Arial"/>
              </a:defRPr>
            </a:defPPr>
            <a:lvl1pPr algn="l">
              <a:defRPr sz="1725" b="0">
                <a:solidFill>
                  <a:srgbClr val="707C88"/>
                </a:solidFill>
                <a:latin typeface="Arial"/>
                <a:ea typeface="Arial"/>
                <a:cs typeface="Arial"/>
              </a:defRPr>
            </a:lvl1pPr>
            <a:lvl2pPr algn="l">
              <a:defRPr sz="1725" b="0">
                <a:solidFill>
                  <a:srgbClr val="707C88"/>
                </a:solidFill>
                <a:latin typeface="Arial"/>
                <a:ea typeface="Arial"/>
                <a:cs typeface="Arial"/>
              </a:defRPr>
            </a:lvl2pPr>
            <a:lvl3pPr algn="l">
              <a:defRPr sz="1725" b="0">
                <a:solidFill>
                  <a:srgbClr val="707C88"/>
                </a:solidFill>
                <a:latin typeface="Arial"/>
                <a:ea typeface="Arial"/>
                <a:cs typeface="Arial"/>
              </a:defRPr>
            </a:lvl3pPr>
            <a:lvl4pPr algn="l">
              <a:defRPr sz="1725" b="0">
                <a:solidFill>
                  <a:srgbClr val="707C88"/>
                </a:solidFill>
                <a:latin typeface="Arial"/>
                <a:ea typeface="Arial"/>
                <a:cs typeface="Arial"/>
              </a:defRPr>
            </a:lvl4pPr>
            <a:lvl5pPr algn="l">
              <a:defRPr sz="1725" b="0">
                <a:solidFill>
                  <a:srgbClr val="707C88"/>
                </a:solidFill>
                <a:latin typeface="Arial"/>
                <a:ea typeface="Arial"/>
                <a:cs typeface="Arial"/>
              </a:defRPr>
            </a:lvl5pPr>
            <a:lvl6pPr algn="l">
              <a:defRPr sz="1725" b="0">
                <a:solidFill>
                  <a:srgbClr val="707C88"/>
                </a:solidFill>
                <a:latin typeface="Arial"/>
                <a:ea typeface="Arial"/>
                <a:cs typeface="Arial"/>
              </a:defRPr>
            </a:lvl6pPr>
            <a:lvl7pPr algn="l">
              <a:defRPr sz="1725" b="0">
                <a:solidFill>
                  <a:srgbClr val="707C88"/>
                </a:solidFill>
                <a:latin typeface="Arial"/>
                <a:ea typeface="Arial"/>
                <a:cs typeface="Arial"/>
              </a:defRPr>
            </a:lvl7pPr>
            <a:lvl8pPr algn="l">
              <a:defRPr sz="1725" b="0">
                <a:solidFill>
                  <a:srgbClr val="707C88"/>
                </a:solidFill>
                <a:latin typeface="Arial"/>
                <a:ea typeface="Arial"/>
                <a:cs typeface="Arial"/>
              </a:defRPr>
            </a:lvl8pPr>
            <a:lvl9pPr algn="l">
              <a:defRPr sz="1725" b="0">
                <a:solidFill>
                  <a:srgbClr val="707C88"/>
                </a:solidFill>
                <a:latin typeface="Arial"/>
                <a:ea typeface="Arial"/>
                <a:cs typeface="Arial"/>
              </a:defRPr>
            </a:lvl9pPr>
          </a:lstStyle>
          <a:p xmlns:a="http://schemas.openxmlformats.org/drawingml/2006/main">
            <a:pPr algn="l">
              <a:defRPr sz="1725" b="0">
                <a:solidFill>
                  <a:srgbClr val="707C88"/>
                </a:solidFill>
                <a:latin typeface="Arial"/>
                <a:ea typeface="Arial"/>
                <a:cs typeface="Arial"/>
              </a:defRPr>
            </a:pPr>
            <a:r>
              <a:rPr sz="1725" b="0">
                <a:solidFill>
                  <a:srgbClr val="707C88"/>
                </a:solidFill>
                <a:latin typeface="Arial"/>
                <a:ea typeface="Arial"/>
                <a:cs typeface="Arial"/>
              </a:rPr>
              <a:t>Prepare trading inquiries</a:t>
            </a:r>
          </a:p>
        </p:txBody>
      </p:sp>
      <p:sp>
        <p:nvSpPr>
          <p:cNvPr id="10" name="!!task.client">
            <ns0:hlinkClick xmlns:ns0="http://schemas.openxmlformats.org/drawingml/2006/main" xmlns:ns1="http://schemas.openxmlformats.org/officeDocument/2006/relationships" ns1:id="rIdNavSlide12" action="ppaction://hlinksldjump" tooltip="Slide 12: Preparing a quarterly client update"/>
            <a:extLst xmlns:a="http://schemas.openxmlformats.org/drawingml/2006/main">
              <a:ext uri="{FF2B5EF4-FFF2-40B4-BE49-F238E27FC236}">
                <a16:creationId xmlns:a16="http://schemas.microsoft.com/office/drawing/2014/main" id="{53DB45C9-7BA7-4815-B750-2C67128747F8}"/>
              </a:ext>
            </a:extLst>
          </p:cNvPr>
          <p:cNvSpPr>
            <a:spLocks xmlns:a="http://schemas.openxmlformats.org/drawingml/2006/main" noGrp="1"/>
          </p:cNvSpPr>
          <p:nvPr/>
        </p:nvSpPr>
        <p:spPr>
          <a:xfrm xmlns:a="http://schemas.openxmlformats.org/drawingml/2006/main">
            <a:off x="838200" y="4886325"/>
            <a:ext cx="4038600" cy="523875"/>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250" b="1">
                <a:solidFill>
                  <a:srgbClr val="005A9C"/>
                </a:solidFill>
                <a:latin typeface="Arial"/>
                <a:ea typeface="Arial"/>
                <a:cs typeface="Arial"/>
              </a:defRPr>
            </a:defPPr>
            <a:lvl1pPr algn="ctr">
              <a:defRPr sz="2250" b="1">
                <a:solidFill>
                  <a:srgbClr val="005A9C"/>
                </a:solidFill>
                <a:latin typeface="Arial"/>
                <a:ea typeface="Arial"/>
                <a:cs typeface="Arial"/>
              </a:defRPr>
            </a:lvl1pPr>
            <a:lvl2pPr algn="ctr">
              <a:defRPr sz="2250" b="1">
                <a:solidFill>
                  <a:srgbClr val="005A9C"/>
                </a:solidFill>
                <a:latin typeface="Arial"/>
                <a:ea typeface="Arial"/>
                <a:cs typeface="Arial"/>
              </a:defRPr>
            </a:lvl2pPr>
            <a:lvl3pPr algn="ctr">
              <a:defRPr sz="2250" b="1">
                <a:solidFill>
                  <a:srgbClr val="005A9C"/>
                </a:solidFill>
                <a:latin typeface="Arial"/>
                <a:ea typeface="Arial"/>
                <a:cs typeface="Arial"/>
              </a:defRPr>
            </a:lvl3pPr>
            <a:lvl4pPr algn="ctr">
              <a:defRPr sz="2250" b="1">
                <a:solidFill>
                  <a:srgbClr val="005A9C"/>
                </a:solidFill>
                <a:latin typeface="Arial"/>
                <a:ea typeface="Arial"/>
                <a:cs typeface="Arial"/>
              </a:defRPr>
            </a:lvl4pPr>
            <a:lvl5pPr algn="ctr">
              <a:defRPr sz="2250" b="1">
                <a:solidFill>
                  <a:srgbClr val="005A9C"/>
                </a:solidFill>
                <a:latin typeface="Arial"/>
                <a:ea typeface="Arial"/>
                <a:cs typeface="Arial"/>
              </a:defRPr>
            </a:lvl5pPr>
            <a:lvl6pPr algn="ctr">
              <a:defRPr sz="2250" b="1">
                <a:solidFill>
                  <a:srgbClr val="005A9C"/>
                </a:solidFill>
                <a:latin typeface="Arial"/>
                <a:ea typeface="Arial"/>
                <a:cs typeface="Arial"/>
              </a:defRPr>
            </a:lvl6pPr>
            <a:lvl7pPr algn="ctr">
              <a:defRPr sz="2250" b="1">
                <a:solidFill>
                  <a:srgbClr val="005A9C"/>
                </a:solidFill>
                <a:latin typeface="Arial"/>
                <a:ea typeface="Arial"/>
                <a:cs typeface="Arial"/>
              </a:defRPr>
            </a:lvl7pPr>
            <a:lvl8pPr algn="ctr">
              <a:defRPr sz="2250" b="1">
                <a:solidFill>
                  <a:srgbClr val="005A9C"/>
                </a:solidFill>
                <a:latin typeface="Arial"/>
                <a:ea typeface="Arial"/>
                <a:cs typeface="Arial"/>
              </a:defRPr>
            </a:lvl8pPr>
            <a:lvl9pPr algn="ctr">
              <a:defRPr sz="2250" b="1">
                <a:solidFill>
                  <a:srgbClr val="005A9C"/>
                </a:solidFill>
                <a:latin typeface="Arial"/>
                <a:ea typeface="Arial"/>
                <a:cs typeface="Arial"/>
              </a:defRPr>
            </a:lvl9pPr>
          </a:lstStyle>
          <a:p xmlns:a="http://schemas.openxmlformats.org/drawingml/2006/main">
            <a:pPr algn="ctr">
              <a:defRPr sz="2250" b="1">
                <a:solidFill>
                  <a:srgbClr val="005A9C"/>
                </a:solidFill>
                <a:latin typeface="Arial"/>
                <a:ea typeface="Arial"/>
                <a:cs typeface="Arial"/>
              </a:defRPr>
            </a:pPr>
            <a:r>
              <a:rPr sz="2250" b="1">
                <a:solidFill>
                  <a:srgbClr val="005A9C"/>
                </a:solidFill>
                <a:latin typeface="Arial"/>
                <a:ea typeface="Arial"/>
                <a:cs typeface="Arial"/>
              </a:rPr>
              <a:t>3  Client materials</a:t>
            </a:r>
          </a:p>
        </p:txBody>
      </p:sp>
      <p:sp>
        <p:nvSpPr>
          <p:cNvPr id="11" name="!!task.client.outcome">
            <a:extLst xmlns:a="http://schemas.openxmlformats.org/drawingml/2006/main">
              <a:ext uri="{FF2B5EF4-FFF2-40B4-BE49-F238E27FC236}">
                <a16:creationId xmlns:a16="http://schemas.microsoft.com/office/drawing/2014/main" id="{BA5EFEA8-9260-44A4-98B5-57B6EBA98D91}"/>
              </a:ext>
            </a:extLst>
          </p:cNvPr>
          <p:cNvSpPr>
            <a:spLocks xmlns:a="http://schemas.openxmlformats.org/drawingml/2006/main" noGrp="1"/>
          </p:cNvSpPr>
          <p:nvPr/>
        </p:nvSpPr>
        <p:spPr>
          <a:xfrm xmlns:a="http://schemas.openxmlformats.org/drawingml/2006/main">
            <a:off x="1047750" y="5448300"/>
            <a:ext cx="3619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707C88"/>
                </a:solidFill>
                <a:latin typeface="Arial"/>
                <a:ea typeface="Arial"/>
                <a:cs typeface="Arial"/>
              </a:defRPr>
            </a:defPPr>
            <a:lvl1pPr algn="l">
              <a:defRPr sz="1725" b="0">
                <a:solidFill>
                  <a:srgbClr val="707C88"/>
                </a:solidFill>
                <a:latin typeface="Arial"/>
                <a:ea typeface="Arial"/>
                <a:cs typeface="Arial"/>
              </a:defRPr>
            </a:lvl1pPr>
            <a:lvl2pPr algn="l">
              <a:defRPr sz="1725" b="0">
                <a:solidFill>
                  <a:srgbClr val="707C88"/>
                </a:solidFill>
                <a:latin typeface="Arial"/>
                <a:ea typeface="Arial"/>
                <a:cs typeface="Arial"/>
              </a:defRPr>
            </a:lvl2pPr>
            <a:lvl3pPr algn="l">
              <a:defRPr sz="1725" b="0">
                <a:solidFill>
                  <a:srgbClr val="707C88"/>
                </a:solidFill>
                <a:latin typeface="Arial"/>
                <a:ea typeface="Arial"/>
                <a:cs typeface="Arial"/>
              </a:defRPr>
            </a:lvl3pPr>
            <a:lvl4pPr algn="l">
              <a:defRPr sz="1725" b="0">
                <a:solidFill>
                  <a:srgbClr val="707C88"/>
                </a:solidFill>
                <a:latin typeface="Arial"/>
                <a:ea typeface="Arial"/>
                <a:cs typeface="Arial"/>
              </a:defRPr>
            </a:lvl4pPr>
            <a:lvl5pPr algn="l">
              <a:defRPr sz="1725" b="0">
                <a:solidFill>
                  <a:srgbClr val="707C88"/>
                </a:solidFill>
                <a:latin typeface="Arial"/>
                <a:ea typeface="Arial"/>
                <a:cs typeface="Arial"/>
              </a:defRPr>
            </a:lvl5pPr>
            <a:lvl6pPr algn="l">
              <a:defRPr sz="1725" b="0">
                <a:solidFill>
                  <a:srgbClr val="707C88"/>
                </a:solidFill>
                <a:latin typeface="Arial"/>
                <a:ea typeface="Arial"/>
                <a:cs typeface="Arial"/>
              </a:defRPr>
            </a:lvl6pPr>
            <a:lvl7pPr algn="l">
              <a:defRPr sz="1725" b="0">
                <a:solidFill>
                  <a:srgbClr val="707C88"/>
                </a:solidFill>
                <a:latin typeface="Arial"/>
                <a:ea typeface="Arial"/>
                <a:cs typeface="Arial"/>
              </a:defRPr>
            </a:lvl7pPr>
            <a:lvl8pPr algn="l">
              <a:defRPr sz="1725" b="0">
                <a:solidFill>
                  <a:srgbClr val="707C88"/>
                </a:solidFill>
                <a:latin typeface="Arial"/>
                <a:ea typeface="Arial"/>
                <a:cs typeface="Arial"/>
              </a:defRPr>
            </a:lvl8pPr>
            <a:lvl9pPr algn="l">
              <a:defRPr sz="1725" b="0">
                <a:solidFill>
                  <a:srgbClr val="707C88"/>
                </a:solidFill>
                <a:latin typeface="Arial"/>
                <a:ea typeface="Arial"/>
                <a:cs typeface="Arial"/>
              </a:defRPr>
            </a:lvl9pPr>
          </a:lstStyle>
          <a:p xmlns:a="http://schemas.openxmlformats.org/drawingml/2006/main">
            <a:pPr algn="l">
              <a:defRPr sz="1725" b="0">
                <a:solidFill>
                  <a:srgbClr val="707C88"/>
                </a:solidFill>
                <a:latin typeface="Arial"/>
                <a:ea typeface="Arial"/>
                <a:cs typeface="Arial"/>
              </a:defRPr>
            </a:pPr>
            <a:r>
              <a:rPr sz="1725" b="0">
                <a:solidFill>
                  <a:srgbClr val="707C88"/>
                </a:solidFill>
                <a:latin typeface="Arial"/>
                <a:ea typeface="Arial"/>
                <a:cs typeface="Arial"/>
              </a:rPr>
              <a:t>Adapt views for clients</a:t>
            </a:r>
          </a:p>
        </p:txBody>
      </p:sp>
      <p:sp>
        <p:nvSpPr>
          <p:cNvPr id="12" name="!!map.middle">
            <a:extLst xmlns:a="http://schemas.openxmlformats.org/drawingml/2006/main">
              <a:ext uri="{FF2B5EF4-FFF2-40B4-BE49-F238E27FC236}">
                <a16:creationId xmlns:a16="http://schemas.microsoft.com/office/drawing/2014/main" id="{E8C8B01C-B2D0-482B-A88E-265EBE1D5208}"/>
              </a:ext>
            </a:extLst>
          </p:cNvPr>
          <p:cNvSpPr>
            <a:spLocks xmlns:a="http://schemas.openxmlformats.org/drawingml/2006/main" noGrp="1"/>
          </p:cNvSpPr>
          <p:nvPr/>
        </p:nvSpPr>
        <p:spPr>
          <a:xfrm xmlns:a="http://schemas.openxmlformats.org/drawingml/2006/main">
            <a:off x="5410200" y="2114550"/>
            <a:ext cx="4419600" cy="40005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13" name="!!nav.middle">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76583E73-8E2F-4803-AFE0-9C98365734A5}"/>
              </a:ext>
            </a:extLst>
          </p:cNvPr>
          <p:cNvSpPr>
            <a:spLocks xmlns:a="http://schemas.openxmlformats.org/drawingml/2006/main" noGrp="1"/>
          </p:cNvSpPr>
          <p:nvPr/>
        </p:nvSpPr>
        <p:spPr>
          <a:xfrm xmlns:a="http://schemas.openxmlformats.org/drawingml/2006/main">
            <a:off x="5410200" y="2114550"/>
            <a:ext cx="4419600" cy="55245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475" b="1">
                <a:solidFill>
                  <a:srgbClr val="FFFFFF"/>
                </a:solidFill>
                <a:latin typeface="Arial"/>
                <a:ea typeface="Arial"/>
                <a:cs typeface="Arial"/>
              </a:defRPr>
            </a:defPPr>
            <a:lvl1pPr algn="ctr">
              <a:defRPr sz="2475" b="1">
                <a:solidFill>
                  <a:srgbClr val="FFFFFF"/>
                </a:solidFill>
                <a:latin typeface="Arial"/>
                <a:ea typeface="Arial"/>
                <a:cs typeface="Arial"/>
              </a:defRPr>
            </a:lvl1pPr>
            <a:lvl2pPr algn="ctr">
              <a:defRPr sz="2475" b="1">
                <a:solidFill>
                  <a:srgbClr val="FFFFFF"/>
                </a:solidFill>
                <a:latin typeface="Arial"/>
                <a:ea typeface="Arial"/>
                <a:cs typeface="Arial"/>
              </a:defRPr>
            </a:lvl2pPr>
            <a:lvl3pPr algn="ctr">
              <a:defRPr sz="2475" b="1">
                <a:solidFill>
                  <a:srgbClr val="FFFFFF"/>
                </a:solidFill>
                <a:latin typeface="Arial"/>
                <a:ea typeface="Arial"/>
                <a:cs typeface="Arial"/>
              </a:defRPr>
            </a:lvl3pPr>
            <a:lvl4pPr algn="ctr">
              <a:defRPr sz="2475" b="1">
                <a:solidFill>
                  <a:srgbClr val="FFFFFF"/>
                </a:solidFill>
                <a:latin typeface="Arial"/>
                <a:ea typeface="Arial"/>
                <a:cs typeface="Arial"/>
              </a:defRPr>
            </a:lvl4pPr>
            <a:lvl5pPr algn="ctr">
              <a:defRPr sz="2475" b="1">
                <a:solidFill>
                  <a:srgbClr val="FFFFFF"/>
                </a:solidFill>
                <a:latin typeface="Arial"/>
                <a:ea typeface="Arial"/>
                <a:cs typeface="Arial"/>
              </a:defRPr>
            </a:lvl5pPr>
            <a:lvl6pPr algn="ctr">
              <a:defRPr sz="2475" b="1">
                <a:solidFill>
                  <a:srgbClr val="FFFFFF"/>
                </a:solidFill>
                <a:latin typeface="Arial"/>
                <a:ea typeface="Arial"/>
                <a:cs typeface="Arial"/>
              </a:defRPr>
            </a:lvl6pPr>
            <a:lvl7pPr algn="ctr">
              <a:defRPr sz="2475" b="1">
                <a:solidFill>
                  <a:srgbClr val="FFFFFF"/>
                </a:solidFill>
                <a:latin typeface="Arial"/>
                <a:ea typeface="Arial"/>
                <a:cs typeface="Arial"/>
              </a:defRPr>
            </a:lvl7pPr>
            <a:lvl8pPr algn="ctr">
              <a:defRPr sz="2475" b="1">
                <a:solidFill>
                  <a:srgbClr val="FFFFFF"/>
                </a:solidFill>
                <a:latin typeface="Arial"/>
                <a:ea typeface="Arial"/>
                <a:cs typeface="Arial"/>
              </a:defRPr>
            </a:lvl8pPr>
            <a:lvl9pPr algn="ctr">
              <a:defRPr sz="2475" b="1">
                <a:solidFill>
                  <a:srgbClr val="FFFFFF"/>
                </a:solidFill>
                <a:latin typeface="Arial"/>
                <a:ea typeface="Arial"/>
                <a:cs typeface="Arial"/>
              </a:defRPr>
            </a:lvl9pPr>
          </a:lstStyle>
          <a:p xmlns:a="http://schemas.openxmlformats.org/drawingml/2006/main">
            <a:pPr algn="ctr">
              <a:defRPr sz="2475" b="1">
                <a:solidFill>
                  <a:srgbClr val="FFFFFF"/>
                </a:solidFill>
                <a:latin typeface="Arial"/>
                <a:ea typeface="Arial"/>
                <a:cs typeface="Arial"/>
              </a:defRPr>
            </a:pPr>
            <a:r>
              <a:rPr sz="2475" b="1">
                <a:solidFill>
                  <a:srgbClr val="FFFFFF"/>
                </a:solidFill>
                <a:latin typeface="Arial"/>
                <a:ea typeface="Arial"/>
                <a:cs typeface="Arial"/>
              </a:rPr>
              <a:t>Middle office</a:t>
            </a:r>
          </a:p>
        </p:txBody>
      </p:sp>
      <p:sp>
        <p:nvSpPr>
          <p:cNvPr id="14" name="!!task.review">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09A2C285-1CFD-4A61-A95A-39CD42B17347}"/>
              </a:ext>
            </a:extLst>
          </p:cNvPr>
          <p:cNvSpPr>
            <a:spLocks xmlns:a="http://schemas.openxmlformats.org/drawingml/2006/main" noGrp="1"/>
          </p:cNvSpPr>
          <p:nvPr/>
        </p:nvSpPr>
        <p:spPr>
          <a:xfrm xmlns:a="http://schemas.openxmlformats.org/drawingml/2006/main">
            <a:off x="5600700" y="2962275"/>
            <a:ext cx="4038600" cy="523875"/>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250" b="1">
                <a:solidFill>
                  <a:srgbClr val="005A9C"/>
                </a:solidFill>
                <a:latin typeface="Arial"/>
                <a:ea typeface="Arial"/>
                <a:cs typeface="Arial"/>
              </a:defRPr>
            </a:defPPr>
            <a:lvl1pPr algn="ctr">
              <a:defRPr sz="2250" b="1">
                <a:solidFill>
                  <a:srgbClr val="005A9C"/>
                </a:solidFill>
                <a:latin typeface="Arial"/>
                <a:ea typeface="Arial"/>
                <a:cs typeface="Arial"/>
              </a:defRPr>
            </a:lvl1pPr>
            <a:lvl2pPr algn="ctr">
              <a:defRPr sz="2250" b="1">
                <a:solidFill>
                  <a:srgbClr val="005A9C"/>
                </a:solidFill>
                <a:latin typeface="Arial"/>
                <a:ea typeface="Arial"/>
                <a:cs typeface="Arial"/>
              </a:defRPr>
            </a:lvl2pPr>
            <a:lvl3pPr algn="ctr">
              <a:defRPr sz="2250" b="1">
                <a:solidFill>
                  <a:srgbClr val="005A9C"/>
                </a:solidFill>
                <a:latin typeface="Arial"/>
                <a:ea typeface="Arial"/>
                <a:cs typeface="Arial"/>
              </a:defRPr>
            </a:lvl3pPr>
            <a:lvl4pPr algn="ctr">
              <a:defRPr sz="2250" b="1">
                <a:solidFill>
                  <a:srgbClr val="005A9C"/>
                </a:solidFill>
                <a:latin typeface="Arial"/>
                <a:ea typeface="Arial"/>
                <a:cs typeface="Arial"/>
              </a:defRPr>
            </a:lvl4pPr>
            <a:lvl5pPr algn="ctr">
              <a:defRPr sz="2250" b="1">
                <a:solidFill>
                  <a:srgbClr val="005A9C"/>
                </a:solidFill>
                <a:latin typeface="Arial"/>
                <a:ea typeface="Arial"/>
                <a:cs typeface="Arial"/>
              </a:defRPr>
            </a:lvl5pPr>
            <a:lvl6pPr algn="ctr">
              <a:defRPr sz="2250" b="1">
                <a:solidFill>
                  <a:srgbClr val="005A9C"/>
                </a:solidFill>
                <a:latin typeface="Arial"/>
                <a:ea typeface="Arial"/>
                <a:cs typeface="Arial"/>
              </a:defRPr>
            </a:lvl6pPr>
            <a:lvl7pPr algn="ctr">
              <a:defRPr sz="2250" b="1">
                <a:solidFill>
                  <a:srgbClr val="005A9C"/>
                </a:solidFill>
                <a:latin typeface="Arial"/>
                <a:ea typeface="Arial"/>
                <a:cs typeface="Arial"/>
              </a:defRPr>
            </a:lvl7pPr>
            <a:lvl8pPr algn="ctr">
              <a:defRPr sz="2250" b="1">
                <a:solidFill>
                  <a:srgbClr val="005A9C"/>
                </a:solidFill>
                <a:latin typeface="Arial"/>
                <a:ea typeface="Arial"/>
                <a:cs typeface="Arial"/>
              </a:defRPr>
            </a:lvl8pPr>
            <a:lvl9pPr algn="ctr">
              <a:defRPr sz="2250" b="1">
                <a:solidFill>
                  <a:srgbClr val="005A9C"/>
                </a:solidFill>
                <a:latin typeface="Arial"/>
                <a:ea typeface="Arial"/>
                <a:cs typeface="Arial"/>
              </a:defRPr>
            </a:lvl9pPr>
          </a:lstStyle>
          <a:p xmlns:a="http://schemas.openxmlformats.org/drawingml/2006/main">
            <a:pPr algn="ctr">
              <a:defRPr sz="2250" b="1">
                <a:solidFill>
                  <a:srgbClr val="005A9C"/>
                </a:solidFill>
                <a:latin typeface="Arial"/>
                <a:ea typeface="Arial"/>
                <a:cs typeface="Arial"/>
              </a:defRPr>
            </a:pPr>
            <a:r>
              <a:rPr sz="2250" b="1">
                <a:solidFill>
                  <a:srgbClr val="005A9C"/>
                </a:solidFill>
                <a:latin typeface="Arial"/>
                <a:ea typeface="Arial"/>
                <a:cs typeface="Arial"/>
              </a:rPr>
              <a:t>4  Content review</a:t>
            </a:r>
          </a:p>
        </p:txBody>
      </p:sp>
      <p:sp>
        <p:nvSpPr>
          <p:cNvPr id="15" name="!!task.review.outcome">
            <a:extLst xmlns:a="http://schemas.openxmlformats.org/drawingml/2006/main">
              <a:ext uri="{FF2B5EF4-FFF2-40B4-BE49-F238E27FC236}">
                <a16:creationId xmlns:a16="http://schemas.microsoft.com/office/drawing/2014/main" id="{93F9D246-178C-46BC-97B9-30F6B02FD27A}"/>
              </a:ext>
            </a:extLst>
          </p:cNvPr>
          <p:cNvSpPr>
            <a:spLocks xmlns:a="http://schemas.openxmlformats.org/drawingml/2006/main" noGrp="1"/>
          </p:cNvSpPr>
          <p:nvPr/>
        </p:nvSpPr>
        <p:spPr>
          <a:xfrm xmlns:a="http://schemas.openxmlformats.org/drawingml/2006/main">
            <a:off x="5810250" y="3524250"/>
            <a:ext cx="3619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707C88"/>
                </a:solidFill>
                <a:latin typeface="Arial"/>
                <a:ea typeface="Arial"/>
                <a:cs typeface="Arial"/>
              </a:defRPr>
            </a:defPPr>
            <a:lvl1pPr algn="l">
              <a:defRPr sz="1725" b="0">
                <a:solidFill>
                  <a:srgbClr val="707C88"/>
                </a:solidFill>
                <a:latin typeface="Arial"/>
                <a:ea typeface="Arial"/>
                <a:cs typeface="Arial"/>
              </a:defRPr>
            </a:lvl1pPr>
            <a:lvl2pPr algn="l">
              <a:defRPr sz="1725" b="0">
                <a:solidFill>
                  <a:srgbClr val="707C88"/>
                </a:solidFill>
                <a:latin typeface="Arial"/>
                <a:ea typeface="Arial"/>
                <a:cs typeface="Arial"/>
              </a:defRPr>
            </a:lvl2pPr>
            <a:lvl3pPr algn="l">
              <a:defRPr sz="1725" b="0">
                <a:solidFill>
                  <a:srgbClr val="707C88"/>
                </a:solidFill>
                <a:latin typeface="Arial"/>
                <a:ea typeface="Arial"/>
                <a:cs typeface="Arial"/>
              </a:defRPr>
            </a:lvl3pPr>
            <a:lvl4pPr algn="l">
              <a:defRPr sz="1725" b="0">
                <a:solidFill>
                  <a:srgbClr val="707C88"/>
                </a:solidFill>
                <a:latin typeface="Arial"/>
                <a:ea typeface="Arial"/>
                <a:cs typeface="Arial"/>
              </a:defRPr>
            </a:lvl4pPr>
            <a:lvl5pPr algn="l">
              <a:defRPr sz="1725" b="0">
                <a:solidFill>
                  <a:srgbClr val="707C88"/>
                </a:solidFill>
                <a:latin typeface="Arial"/>
                <a:ea typeface="Arial"/>
                <a:cs typeface="Arial"/>
              </a:defRPr>
            </a:lvl5pPr>
            <a:lvl6pPr algn="l">
              <a:defRPr sz="1725" b="0">
                <a:solidFill>
                  <a:srgbClr val="707C88"/>
                </a:solidFill>
                <a:latin typeface="Arial"/>
                <a:ea typeface="Arial"/>
                <a:cs typeface="Arial"/>
              </a:defRPr>
            </a:lvl6pPr>
            <a:lvl7pPr algn="l">
              <a:defRPr sz="1725" b="0">
                <a:solidFill>
                  <a:srgbClr val="707C88"/>
                </a:solidFill>
                <a:latin typeface="Arial"/>
                <a:ea typeface="Arial"/>
                <a:cs typeface="Arial"/>
              </a:defRPr>
            </a:lvl7pPr>
            <a:lvl8pPr algn="l">
              <a:defRPr sz="1725" b="0">
                <a:solidFill>
                  <a:srgbClr val="707C88"/>
                </a:solidFill>
                <a:latin typeface="Arial"/>
                <a:ea typeface="Arial"/>
                <a:cs typeface="Arial"/>
              </a:defRPr>
            </a:lvl8pPr>
            <a:lvl9pPr algn="l">
              <a:defRPr sz="1725" b="0">
                <a:solidFill>
                  <a:srgbClr val="707C88"/>
                </a:solidFill>
                <a:latin typeface="Arial"/>
                <a:ea typeface="Arial"/>
                <a:cs typeface="Arial"/>
              </a:defRPr>
            </a:lvl9pPr>
          </a:lstStyle>
          <a:p xmlns:a="http://schemas.openxmlformats.org/drawingml/2006/main">
            <a:pPr algn="l">
              <a:defRPr sz="1725" b="0">
                <a:solidFill>
                  <a:srgbClr val="707C88"/>
                </a:solidFill>
                <a:latin typeface="Arial"/>
                <a:ea typeface="Arial"/>
                <a:cs typeface="Arial"/>
              </a:defRPr>
            </a:pPr>
            <a:r>
              <a:rPr sz="1725" b="0">
                <a:solidFill>
                  <a:srgbClr val="707C88"/>
                </a:solidFill>
                <a:latin typeface="Arial"/>
                <a:ea typeface="Arial"/>
                <a:cs typeface="Arial"/>
              </a:rPr>
              <a:t>Review wording against sources</a:t>
            </a:r>
          </a:p>
        </p:txBody>
      </p:sp>
      <p:sp>
        <p:nvSpPr>
          <p:cNvPr id="16" name="!!task.risk">
            <ns0:hlinkClick xmlns:ns0="http://schemas.openxmlformats.org/drawingml/2006/main" xmlns:ns1="http://schemas.openxmlformats.org/officeDocument/2006/relationships" ns1:id="rIdNavSlide19" action="ppaction://hlinksldjump" tooltip="Slide 19: Investigating a risk alert"/>
            <a:extLst xmlns:a="http://schemas.openxmlformats.org/drawingml/2006/main">
              <a:ext uri="{FF2B5EF4-FFF2-40B4-BE49-F238E27FC236}">
                <a16:creationId xmlns:a16="http://schemas.microsoft.com/office/drawing/2014/main" id="{18017BA4-8120-4BCB-9469-C827F8EC636C}"/>
              </a:ext>
            </a:extLst>
          </p:cNvPr>
          <p:cNvSpPr>
            <a:spLocks xmlns:a="http://schemas.openxmlformats.org/drawingml/2006/main" noGrp="1"/>
          </p:cNvSpPr>
          <p:nvPr/>
        </p:nvSpPr>
        <p:spPr>
          <a:xfrm xmlns:a="http://schemas.openxmlformats.org/drawingml/2006/main">
            <a:off x="5600700" y="3924300"/>
            <a:ext cx="4038600" cy="523875"/>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250" b="1">
                <a:solidFill>
                  <a:srgbClr val="005A9C"/>
                </a:solidFill>
                <a:latin typeface="Arial"/>
                <a:ea typeface="Arial"/>
                <a:cs typeface="Arial"/>
              </a:defRPr>
            </a:defPPr>
            <a:lvl1pPr algn="ctr">
              <a:defRPr sz="2250" b="1">
                <a:solidFill>
                  <a:srgbClr val="005A9C"/>
                </a:solidFill>
                <a:latin typeface="Arial"/>
                <a:ea typeface="Arial"/>
                <a:cs typeface="Arial"/>
              </a:defRPr>
            </a:lvl1pPr>
            <a:lvl2pPr algn="ctr">
              <a:defRPr sz="2250" b="1">
                <a:solidFill>
                  <a:srgbClr val="005A9C"/>
                </a:solidFill>
                <a:latin typeface="Arial"/>
                <a:ea typeface="Arial"/>
                <a:cs typeface="Arial"/>
              </a:defRPr>
            </a:lvl2pPr>
            <a:lvl3pPr algn="ctr">
              <a:defRPr sz="2250" b="1">
                <a:solidFill>
                  <a:srgbClr val="005A9C"/>
                </a:solidFill>
                <a:latin typeface="Arial"/>
                <a:ea typeface="Arial"/>
                <a:cs typeface="Arial"/>
              </a:defRPr>
            </a:lvl3pPr>
            <a:lvl4pPr algn="ctr">
              <a:defRPr sz="2250" b="1">
                <a:solidFill>
                  <a:srgbClr val="005A9C"/>
                </a:solidFill>
                <a:latin typeface="Arial"/>
                <a:ea typeface="Arial"/>
                <a:cs typeface="Arial"/>
              </a:defRPr>
            </a:lvl4pPr>
            <a:lvl5pPr algn="ctr">
              <a:defRPr sz="2250" b="1">
                <a:solidFill>
                  <a:srgbClr val="005A9C"/>
                </a:solidFill>
                <a:latin typeface="Arial"/>
                <a:ea typeface="Arial"/>
                <a:cs typeface="Arial"/>
              </a:defRPr>
            </a:lvl5pPr>
            <a:lvl6pPr algn="ctr">
              <a:defRPr sz="2250" b="1">
                <a:solidFill>
                  <a:srgbClr val="005A9C"/>
                </a:solidFill>
                <a:latin typeface="Arial"/>
                <a:ea typeface="Arial"/>
                <a:cs typeface="Arial"/>
              </a:defRPr>
            </a:lvl6pPr>
            <a:lvl7pPr algn="ctr">
              <a:defRPr sz="2250" b="1">
                <a:solidFill>
                  <a:srgbClr val="005A9C"/>
                </a:solidFill>
                <a:latin typeface="Arial"/>
                <a:ea typeface="Arial"/>
                <a:cs typeface="Arial"/>
              </a:defRPr>
            </a:lvl7pPr>
            <a:lvl8pPr algn="ctr">
              <a:defRPr sz="2250" b="1">
                <a:solidFill>
                  <a:srgbClr val="005A9C"/>
                </a:solidFill>
                <a:latin typeface="Arial"/>
                <a:ea typeface="Arial"/>
                <a:cs typeface="Arial"/>
              </a:defRPr>
            </a:lvl8pPr>
            <a:lvl9pPr algn="ctr">
              <a:defRPr sz="2250" b="1">
                <a:solidFill>
                  <a:srgbClr val="005A9C"/>
                </a:solidFill>
                <a:latin typeface="Arial"/>
                <a:ea typeface="Arial"/>
                <a:cs typeface="Arial"/>
              </a:defRPr>
            </a:lvl9pPr>
          </a:lstStyle>
          <a:p xmlns:a="http://schemas.openxmlformats.org/drawingml/2006/main">
            <a:pPr algn="ctr">
              <a:defRPr sz="2250" b="1">
                <a:solidFill>
                  <a:srgbClr val="005A9C"/>
                </a:solidFill>
                <a:latin typeface="Arial"/>
                <a:ea typeface="Arial"/>
                <a:cs typeface="Arial"/>
              </a:defRPr>
            </a:pPr>
            <a:r>
              <a:rPr sz="2250" b="1">
                <a:solidFill>
                  <a:srgbClr val="005A9C"/>
                </a:solidFill>
                <a:latin typeface="Arial"/>
                <a:ea typeface="Arial"/>
                <a:cs typeface="Arial"/>
              </a:rPr>
              <a:t>5  Risk analysis</a:t>
            </a:r>
          </a:p>
        </p:txBody>
      </p:sp>
      <p:sp>
        <p:nvSpPr>
          <p:cNvPr id="17" name="!!task.risk.outcome">
            <a:extLst xmlns:a="http://schemas.openxmlformats.org/drawingml/2006/main">
              <a:ext uri="{FF2B5EF4-FFF2-40B4-BE49-F238E27FC236}">
                <a16:creationId xmlns:a16="http://schemas.microsoft.com/office/drawing/2014/main" id="{DAC2238E-5B7F-48CE-A2DD-CDBCEE4704EA}"/>
              </a:ext>
            </a:extLst>
          </p:cNvPr>
          <p:cNvSpPr>
            <a:spLocks xmlns:a="http://schemas.openxmlformats.org/drawingml/2006/main" noGrp="1"/>
          </p:cNvSpPr>
          <p:nvPr/>
        </p:nvSpPr>
        <p:spPr>
          <a:xfrm xmlns:a="http://schemas.openxmlformats.org/drawingml/2006/main">
            <a:off x="5810250" y="4486275"/>
            <a:ext cx="3619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707C88"/>
                </a:solidFill>
                <a:latin typeface="Arial"/>
                <a:ea typeface="Arial"/>
                <a:cs typeface="Arial"/>
              </a:defRPr>
            </a:defPPr>
            <a:lvl1pPr algn="l">
              <a:defRPr sz="1725" b="0">
                <a:solidFill>
                  <a:srgbClr val="707C88"/>
                </a:solidFill>
                <a:latin typeface="Arial"/>
                <a:ea typeface="Arial"/>
                <a:cs typeface="Arial"/>
              </a:defRPr>
            </a:lvl1pPr>
            <a:lvl2pPr algn="l">
              <a:defRPr sz="1725" b="0">
                <a:solidFill>
                  <a:srgbClr val="707C88"/>
                </a:solidFill>
                <a:latin typeface="Arial"/>
                <a:ea typeface="Arial"/>
                <a:cs typeface="Arial"/>
              </a:defRPr>
            </a:lvl2pPr>
            <a:lvl3pPr algn="l">
              <a:defRPr sz="1725" b="0">
                <a:solidFill>
                  <a:srgbClr val="707C88"/>
                </a:solidFill>
                <a:latin typeface="Arial"/>
                <a:ea typeface="Arial"/>
                <a:cs typeface="Arial"/>
              </a:defRPr>
            </a:lvl3pPr>
            <a:lvl4pPr algn="l">
              <a:defRPr sz="1725" b="0">
                <a:solidFill>
                  <a:srgbClr val="707C88"/>
                </a:solidFill>
                <a:latin typeface="Arial"/>
                <a:ea typeface="Arial"/>
                <a:cs typeface="Arial"/>
              </a:defRPr>
            </a:lvl4pPr>
            <a:lvl5pPr algn="l">
              <a:defRPr sz="1725" b="0">
                <a:solidFill>
                  <a:srgbClr val="707C88"/>
                </a:solidFill>
                <a:latin typeface="Arial"/>
                <a:ea typeface="Arial"/>
                <a:cs typeface="Arial"/>
              </a:defRPr>
            </a:lvl5pPr>
            <a:lvl6pPr algn="l">
              <a:defRPr sz="1725" b="0">
                <a:solidFill>
                  <a:srgbClr val="707C88"/>
                </a:solidFill>
                <a:latin typeface="Arial"/>
                <a:ea typeface="Arial"/>
                <a:cs typeface="Arial"/>
              </a:defRPr>
            </a:lvl6pPr>
            <a:lvl7pPr algn="l">
              <a:defRPr sz="1725" b="0">
                <a:solidFill>
                  <a:srgbClr val="707C88"/>
                </a:solidFill>
                <a:latin typeface="Arial"/>
                <a:ea typeface="Arial"/>
                <a:cs typeface="Arial"/>
              </a:defRPr>
            </a:lvl7pPr>
            <a:lvl8pPr algn="l">
              <a:defRPr sz="1725" b="0">
                <a:solidFill>
                  <a:srgbClr val="707C88"/>
                </a:solidFill>
                <a:latin typeface="Arial"/>
                <a:ea typeface="Arial"/>
                <a:cs typeface="Arial"/>
              </a:defRPr>
            </a:lvl8pPr>
            <a:lvl9pPr algn="l">
              <a:defRPr sz="1725" b="0">
                <a:solidFill>
                  <a:srgbClr val="707C88"/>
                </a:solidFill>
                <a:latin typeface="Arial"/>
                <a:ea typeface="Arial"/>
                <a:cs typeface="Arial"/>
              </a:defRPr>
            </a:lvl9pPr>
          </a:lstStyle>
          <a:p xmlns:a="http://schemas.openxmlformats.org/drawingml/2006/main">
            <a:pPr algn="l">
              <a:defRPr sz="1725" b="0">
                <a:solidFill>
                  <a:srgbClr val="707C88"/>
                </a:solidFill>
                <a:latin typeface="Arial"/>
                <a:ea typeface="Arial"/>
                <a:cs typeface="Arial"/>
              </a:defRPr>
            </a:pPr>
            <a:r>
              <a:rPr sz="1725" b="0">
                <a:solidFill>
                  <a:srgbClr val="707C88"/>
                </a:solidFill>
                <a:latin typeface="Arial"/>
                <a:ea typeface="Arial"/>
                <a:cs typeface="Arial"/>
              </a:rPr>
              <a:t>Link events to exposure</a:t>
            </a:r>
          </a:p>
        </p:txBody>
      </p:sp>
      <p:sp>
        <p:nvSpPr>
          <p:cNvPr id="18" name="!!map.back">
            <a:extLst xmlns:a="http://schemas.openxmlformats.org/drawingml/2006/main">
              <a:ext uri="{FF2B5EF4-FFF2-40B4-BE49-F238E27FC236}">
                <a16:creationId xmlns:a16="http://schemas.microsoft.com/office/drawing/2014/main" id="{D98DDBBE-195F-4EDB-B1A9-E9B85A0DC9B0}"/>
              </a:ext>
            </a:extLst>
          </p:cNvPr>
          <p:cNvSpPr>
            <a:spLocks xmlns:a="http://schemas.openxmlformats.org/drawingml/2006/main" noGrp="1"/>
          </p:cNvSpPr>
          <p:nvPr/>
        </p:nvSpPr>
        <p:spPr>
          <a:xfrm xmlns:a="http://schemas.openxmlformats.org/drawingml/2006/main">
            <a:off x="10172700" y="2114550"/>
            <a:ext cx="4419600" cy="40005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19" name="!!nav.back">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DC310B98-5027-4FE5-ABED-B62CD5FE2094}"/>
              </a:ext>
            </a:extLst>
          </p:cNvPr>
          <p:cNvSpPr>
            <a:spLocks xmlns:a="http://schemas.openxmlformats.org/drawingml/2006/main" noGrp="1"/>
          </p:cNvSpPr>
          <p:nvPr/>
        </p:nvSpPr>
        <p:spPr>
          <a:xfrm xmlns:a="http://schemas.openxmlformats.org/drawingml/2006/main">
            <a:off x="10172700" y="2114550"/>
            <a:ext cx="4419600" cy="55245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475" b="1">
                <a:solidFill>
                  <a:srgbClr val="FFFFFF"/>
                </a:solidFill>
                <a:latin typeface="Arial"/>
                <a:ea typeface="Arial"/>
                <a:cs typeface="Arial"/>
              </a:defRPr>
            </a:defPPr>
            <a:lvl1pPr algn="ctr">
              <a:defRPr sz="2475" b="1">
                <a:solidFill>
                  <a:srgbClr val="FFFFFF"/>
                </a:solidFill>
                <a:latin typeface="Arial"/>
                <a:ea typeface="Arial"/>
                <a:cs typeface="Arial"/>
              </a:defRPr>
            </a:lvl1pPr>
            <a:lvl2pPr algn="ctr">
              <a:defRPr sz="2475" b="1">
                <a:solidFill>
                  <a:srgbClr val="FFFFFF"/>
                </a:solidFill>
                <a:latin typeface="Arial"/>
                <a:ea typeface="Arial"/>
                <a:cs typeface="Arial"/>
              </a:defRPr>
            </a:lvl2pPr>
            <a:lvl3pPr algn="ctr">
              <a:defRPr sz="2475" b="1">
                <a:solidFill>
                  <a:srgbClr val="FFFFFF"/>
                </a:solidFill>
                <a:latin typeface="Arial"/>
                <a:ea typeface="Arial"/>
                <a:cs typeface="Arial"/>
              </a:defRPr>
            </a:lvl3pPr>
            <a:lvl4pPr algn="ctr">
              <a:defRPr sz="2475" b="1">
                <a:solidFill>
                  <a:srgbClr val="FFFFFF"/>
                </a:solidFill>
                <a:latin typeface="Arial"/>
                <a:ea typeface="Arial"/>
                <a:cs typeface="Arial"/>
              </a:defRPr>
            </a:lvl4pPr>
            <a:lvl5pPr algn="ctr">
              <a:defRPr sz="2475" b="1">
                <a:solidFill>
                  <a:srgbClr val="FFFFFF"/>
                </a:solidFill>
                <a:latin typeface="Arial"/>
                <a:ea typeface="Arial"/>
                <a:cs typeface="Arial"/>
              </a:defRPr>
            </a:lvl5pPr>
            <a:lvl6pPr algn="ctr">
              <a:defRPr sz="2475" b="1">
                <a:solidFill>
                  <a:srgbClr val="FFFFFF"/>
                </a:solidFill>
                <a:latin typeface="Arial"/>
                <a:ea typeface="Arial"/>
                <a:cs typeface="Arial"/>
              </a:defRPr>
            </a:lvl6pPr>
            <a:lvl7pPr algn="ctr">
              <a:defRPr sz="2475" b="1">
                <a:solidFill>
                  <a:srgbClr val="FFFFFF"/>
                </a:solidFill>
                <a:latin typeface="Arial"/>
                <a:ea typeface="Arial"/>
                <a:cs typeface="Arial"/>
              </a:defRPr>
            </a:lvl7pPr>
            <a:lvl8pPr algn="ctr">
              <a:defRPr sz="2475" b="1">
                <a:solidFill>
                  <a:srgbClr val="FFFFFF"/>
                </a:solidFill>
                <a:latin typeface="Arial"/>
                <a:ea typeface="Arial"/>
                <a:cs typeface="Arial"/>
              </a:defRPr>
            </a:lvl8pPr>
            <a:lvl9pPr algn="ctr">
              <a:defRPr sz="2475" b="1">
                <a:solidFill>
                  <a:srgbClr val="FFFFFF"/>
                </a:solidFill>
                <a:latin typeface="Arial"/>
                <a:ea typeface="Arial"/>
                <a:cs typeface="Arial"/>
              </a:defRPr>
            </a:lvl9pPr>
          </a:lstStyle>
          <a:p xmlns:a="http://schemas.openxmlformats.org/drawingml/2006/main">
            <a:pPr algn="ctr">
              <a:defRPr sz="2475" b="1">
                <a:solidFill>
                  <a:srgbClr val="FFFFFF"/>
                </a:solidFill>
                <a:latin typeface="Arial"/>
                <a:ea typeface="Arial"/>
                <a:cs typeface="Arial"/>
              </a:defRPr>
            </a:pPr>
            <a:r>
              <a:rPr sz="2475" b="1">
                <a:solidFill>
                  <a:srgbClr val="FFFFFF"/>
                </a:solidFill>
                <a:latin typeface="Arial"/>
                <a:ea typeface="Arial"/>
                <a:cs typeface="Arial"/>
              </a:rPr>
              <a:t>Back office</a:t>
            </a:r>
          </a:p>
        </p:txBody>
      </p:sp>
      <p:sp>
        <p:nvSpPr>
          <p:cNvPr id="20" name="!!task.files">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0AEAAF45-BFF0-4380-BD9C-BA4B26C10B64}"/>
              </a:ext>
            </a:extLst>
          </p:cNvPr>
          <p:cNvSpPr>
            <a:spLocks xmlns:a="http://schemas.openxmlformats.org/drawingml/2006/main" noGrp="1"/>
          </p:cNvSpPr>
          <p:nvPr/>
        </p:nvSpPr>
        <p:spPr>
          <a:xfrm xmlns:a="http://schemas.openxmlformats.org/drawingml/2006/main">
            <a:off x="10363200" y="2962275"/>
            <a:ext cx="4038600" cy="523875"/>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250" b="1">
                <a:solidFill>
                  <a:srgbClr val="005A9C"/>
                </a:solidFill>
                <a:latin typeface="Arial"/>
                <a:ea typeface="Arial"/>
                <a:cs typeface="Arial"/>
              </a:defRPr>
            </a:defPPr>
            <a:lvl1pPr algn="ctr">
              <a:defRPr sz="2250" b="1">
                <a:solidFill>
                  <a:srgbClr val="005A9C"/>
                </a:solidFill>
                <a:latin typeface="Arial"/>
                <a:ea typeface="Arial"/>
                <a:cs typeface="Arial"/>
              </a:defRPr>
            </a:lvl1pPr>
            <a:lvl2pPr algn="ctr">
              <a:defRPr sz="2250" b="1">
                <a:solidFill>
                  <a:srgbClr val="005A9C"/>
                </a:solidFill>
                <a:latin typeface="Arial"/>
                <a:ea typeface="Arial"/>
                <a:cs typeface="Arial"/>
              </a:defRPr>
            </a:lvl2pPr>
            <a:lvl3pPr algn="ctr">
              <a:defRPr sz="2250" b="1">
                <a:solidFill>
                  <a:srgbClr val="005A9C"/>
                </a:solidFill>
                <a:latin typeface="Arial"/>
                <a:ea typeface="Arial"/>
                <a:cs typeface="Arial"/>
              </a:defRPr>
            </a:lvl3pPr>
            <a:lvl4pPr algn="ctr">
              <a:defRPr sz="2250" b="1">
                <a:solidFill>
                  <a:srgbClr val="005A9C"/>
                </a:solidFill>
                <a:latin typeface="Arial"/>
                <a:ea typeface="Arial"/>
                <a:cs typeface="Arial"/>
              </a:defRPr>
            </a:lvl4pPr>
            <a:lvl5pPr algn="ctr">
              <a:defRPr sz="2250" b="1">
                <a:solidFill>
                  <a:srgbClr val="005A9C"/>
                </a:solidFill>
                <a:latin typeface="Arial"/>
                <a:ea typeface="Arial"/>
                <a:cs typeface="Arial"/>
              </a:defRPr>
            </a:lvl5pPr>
            <a:lvl6pPr algn="ctr">
              <a:defRPr sz="2250" b="1">
                <a:solidFill>
                  <a:srgbClr val="005A9C"/>
                </a:solidFill>
                <a:latin typeface="Arial"/>
                <a:ea typeface="Arial"/>
                <a:cs typeface="Arial"/>
              </a:defRPr>
            </a:lvl6pPr>
            <a:lvl7pPr algn="ctr">
              <a:defRPr sz="2250" b="1">
                <a:solidFill>
                  <a:srgbClr val="005A9C"/>
                </a:solidFill>
                <a:latin typeface="Arial"/>
                <a:ea typeface="Arial"/>
                <a:cs typeface="Arial"/>
              </a:defRPr>
            </a:lvl7pPr>
            <a:lvl8pPr algn="ctr">
              <a:defRPr sz="2250" b="1">
                <a:solidFill>
                  <a:srgbClr val="005A9C"/>
                </a:solidFill>
                <a:latin typeface="Arial"/>
                <a:ea typeface="Arial"/>
                <a:cs typeface="Arial"/>
              </a:defRPr>
            </a:lvl8pPr>
            <a:lvl9pPr algn="ctr">
              <a:defRPr sz="2250" b="1">
                <a:solidFill>
                  <a:srgbClr val="005A9C"/>
                </a:solidFill>
                <a:latin typeface="Arial"/>
                <a:ea typeface="Arial"/>
                <a:cs typeface="Arial"/>
              </a:defRPr>
            </a:lvl9pPr>
          </a:lstStyle>
          <a:p xmlns:a="http://schemas.openxmlformats.org/drawingml/2006/main">
            <a:pPr algn="ctr">
              <a:defRPr sz="2250" b="1">
                <a:solidFill>
                  <a:srgbClr val="005A9C"/>
                </a:solidFill>
                <a:latin typeface="Arial"/>
                <a:ea typeface="Arial"/>
                <a:cs typeface="Arial"/>
              </a:defRPr>
            </a:pPr>
            <a:r>
              <a:rPr sz="2250" b="1">
                <a:solidFill>
                  <a:srgbClr val="005A9C"/>
                </a:solidFill>
                <a:latin typeface="Arial"/>
                <a:ea typeface="Arial"/>
                <a:cs typeface="Arial"/>
              </a:rPr>
              <a:t>6  Document processing</a:t>
            </a:r>
          </a:p>
        </p:txBody>
      </p:sp>
      <p:sp>
        <p:nvSpPr>
          <p:cNvPr id="21" name="!!task.files.outcome">
            <a:extLst xmlns:a="http://schemas.openxmlformats.org/drawingml/2006/main">
              <a:ext uri="{FF2B5EF4-FFF2-40B4-BE49-F238E27FC236}">
                <a16:creationId xmlns:a16="http://schemas.microsoft.com/office/drawing/2014/main" id="{AEC707B1-190A-454E-92D0-7E6E43FF4108}"/>
              </a:ext>
            </a:extLst>
          </p:cNvPr>
          <p:cNvSpPr>
            <a:spLocks xmlns:a="http://schemas.openxmlformats.org/drawingml/2006/main" noGrp="1"/>
          </p:cNvSpPr>
          <p:nvPr/>
        </p:nvSpPr>
        <p:spPr>
          <a:xfrm xmlns:a="http://schemas.openxmlformats.org/drawingml/2006/main">
            <a:off x="10572750" y="3524250"/>
            <a:ext cx="3619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707C88"/>
                </a:solidFill>
                <a:latin typeface="Arial"/>
                <a:ea typeface="Arial"/>
                <a:cs typeface="Arial"/>
              </a:defRPr>
            </a:defPPr>
            <a:lvl1pPr algn="l">
              <a:defRPr sz="1725" b="0">
                <a:solidFill>
                  <a:srgbClr val="707C88"/>
                </a:solidFill>
                <a:latin typeface="Arial"/>
                <a:ea typeface="Arial"/>
                <a:cs typeface="Arial"/>
              </a:defRPr>
            </a:lvl1pPr>
            <a:lvl2pPr algn="l">
              <a:defRPr sz="1725" b="0">
                <a:solidFill>
                  <a:srgbClr val="707C88"/>
                </a:solidFill>
                <a:latin typeface="Arial"/>
                <a:ea typeface="Arial"/>
                <a:cs typeface="Arial"/>
              </a:defRPr>
            </a:lvl2pPr>
            <a:lvl3pPr algn="l">
              <a:defRPr sz="1725" b="0">
                <a:solidFill>
                  <a:srgbClr val="707C88"/>
                </a:solidFill>
                <a:latin typeface="Arial"/>
                <a:ea typeface="Arial"/>
                <a:cs typeface="Arial"/>
              </a:defRPr>
            </a:lvl3pPr>
            <a:lvl4pPr algn="l">
              <a:defRPr sz="1725" b="0">
                <a:solidFill>
                  <a:srgbClr val="707C88"/>
                </a:solidFill>
                <a:latin typeface="Arial"/>
                <a:ea typeface="Arial"/>
                <a:cs typeface="Arial"/>
              </a:defRPr>
            </a:lvl4pPr>
            <a:lvl5pPr algn="l">
              <a:defRPr sz="1725" b="0">
                <a:solidFill>
                  <a:srgbClr val="707C88"/>
                </a:solidFill>
                <a:latin typeface="Arial"/>
                <a:ea typeface="Arial"/>
                <a:cs typeface="Arial"/>
              </a:defRPr>
            </a:lvl5pPr>
            <a:lvl6pPr algn="l">
              <a:defRPr sz="1725" b="0">
                <a:solidFill>
                  <a:srgbClr val="707C88"/>
                </a:solidFill>
                <a:latin typeface="Arial"/>
                <a:ea typeface="Arial"/>
                <a:cs typeface="Arial"/>
              </a:defRPr>
            </a:lvl6pPr>
            <a:lvl7pPr algn="l">
              <a:defRPr sz="1725" b="0">
                <a:solidFill>
                  <a:srgbClr val="707C88"/>
                </a:solidFill>
                <a:latin typeface="Arial"/>
                <a:ea typeface="Arial"/>
                <a:cs typeface="Arial"/>
              </a:defRPr>
            </a:lvl7pPr>
            <a:lvl8pPr algn="l">
              <a:defRPr sz="1725" b="0">
                <a:solidFill>
                  <a:srgbClr val="707C88"/>
                </a:solidFill>
                <a:latin typeface="Arial"/>
                <a:ea typeface="Arial"/>
                <a:cs typeface="Arial"/>
              </a:defRPr>
            </a:lvl8pPr>
            <a:lvl9pPr algn="l">
              <a:defRPr sz="1725" b="0">
                <a:solidFill>
                  <a:srgbClr val="707C88"/>
                </a:solidFill>
                <a:latin typeface="Arial"/>
                <a:ea typeface="Arial"/>
                <a:cs typeface="Arial"/>
              </a:defRPr>
            </a:lvl9pPr>
          </a:lstStyle>
          <a:p xmlns:a="http://schemas.openxmlformats.org/drawingml/2006/main">
            <a:pPr algn="l">
              <a:defRPr sz="1725" b="0">
                <a:solidFill>
                  <a:srgbClr val="707C88"/>
                </a:solidFill>
                <a:latin typeface="Arial"/>
                <a:ea typeface="Arial"/>
                <a:cs typeface="Arial"/>
              </a:defRPr>
            </a:pPr>
            <a:r>
              <a:rPr sz="1725" b="0">
                <a:solidFill>
                  <a:srgbClr val="707C88"/>
                </a:solidFill>
                <a:latin typeface="Arial"/>
                <a:ea typeface="Arial"/>
                <a:cs typeface="Arial"/>
              </a:rPr>
              <a:t>Turn files into usable records</a:t>
            </a:r>
          </a:p>
        </p:txBody>
      </p:sp>
      <p:sp>
        <p:nvSpPr>
          <p:cNvPr id="22" name="!!task.dev">
            <ns0:hlinkClick xmlns:ns0="http://schemas.openxmlformats.org/drawingml/2006/main" xmlns:ns1="http://schemas.openxmlformats.org/officeDocument/2006/relationships" ns1:id="rIdNavSlide25" action="ppaction://hlinksldjump" tooltip="Slide 25: Turning a business request into a working tool"/>
            <a:extLst xmlns:a="http://schemas.openxmlformats.org/drawingml/2006/main">
              <a:ext uri="{FF2B5EF4-FFF2-40B4-BE49-F238E27FC236}">
                <a16:creationId xmlns:a16="http://schemas.microsoft.com/office/drawing/2014/main" id="{E1F47FBC-C8A9-4751-9204-13CE6434999C}"/>
              </a:ext>
            </a:extLst>
          </p:cNvPr>
          <p:cNvSpPr>
            <a:spLocks xmlns:a="http://schemas.openxmlformats.org/drawingml/2006/main" noGrp="1"/>
          </p:cNvSpPr>
          <p:nvPr/>
        </p:nvSpPr>
        <p:spPr>
          <a:xfrm xmlns:a="http://schemas.openxmlformats.org/drawingml/2006/main">
            <a:off x="10363200" y="3924300"/>
            <a:ext cx="4038600" cy="523875"/>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250" b="1">
                <a:solidFill>
                  <a:srgbClr val="005A9C"/>
                </a:solidFill>
                <a:latin typeface="Arial"/>
                <a:ea typeface="Arial"/>
                <a:cs typeface="Arial"/>
              </a:defRPr>
            </a:defPPr>
            <a:lvl1pPr algn="ctr">
              <a:defRPr sz="2250" b="1">
                <a:solidFill>
                  <a:srgbClr val="005A9C"/>
                </a:solidFill>
                <a:latin typeface="Arial"/>
                <a:ea typeface="Arial"/>
                <a:cs typeface="Arial"/>
              </a:defRPr>
            </a:lvl1pPr>
            <a:lvl2pPr algn="ctr">
              <a:defRPr sz="2250" b="1">
                <a:solidFill>
                  <a:srgbClr val="005A9C"/>
                </a:solidFill>
                <a:latin typeface="Arial"/>
                <a:ea typeface="Arial"/>
                <a:cs typeface="Arial"/>
              </a:defRPr>
            </a:lvl2pPr>
            <a:lvl3pPr algn="ctr">
              <a:defRPr sz="2250" b="1">
                <a:solidFill>
                  <a:srgbClr val="005A9C"/>
                </a:solidFill>
                <a:latin typeface="Arial"/>
                <a:ea typeface="Arial"/>
                <a:cs typeface="Arial"/>
              </a:defRPr>
            </a:lvl3pPr>
            <a:lvl4pPr algn="ctr">
              <a:defRPr sz="2250" b="1">
                <a:solidFill>
                  <a:srgbClr val="005A9C"/>
                </a:solidFill>
                <a:latin typeface="Arial"/>
                <a:ea typeface="Arial"/>
                <a:cs typeface="Arial"/>
              </a:defRPr>
            </a:lvl4pPr>
            <a:lvl5pPr algn="ctr">
              <a:defRPr sz="2250" b="1">
                <a:solidFill>
                  <a:srgbClr val="005A9C"/>
                </a:solidFill>
                <a:latin typeface="Arial"/>
                <a:ea typeface="Arial"/>
                <a:cs typeface="Arial"/>
              </a:defRPr>
            </a:lvl5pPr>
            <a:lvl6pPr algn="ctr">
              <a:defRPr sz="2250" b="1">
                <a:solidFill>
                  <a:srgbClr val="005A9C"/>
                </a:solidFill>
                <a:latin typeface="Arial"/>
                <a:ea typeface="Arial"/>
                <a:cs typeface="Arial"/>
              </a:defRPr>
            </a:lvl6pPr>
            <a:lvl7pPr algn="ctr">
              <a:defRPr sz="2250" b="1">
                <a:solidFill>
                  <a:srgbClr val="005A9C"/>
                </a:solidFill>
                <a:latin typeface="Arial"/>
                <a:ea typeface="Arial"/>
                <a:cs typeface="Arial"/>
              </a:defRPr>
            </a:lvl7pPr>
            <a:lvl8pPr algn="ctr">
              <a:defRPr sz="2250" b="1">
                <a:solidFill>
                  <a:srgbClr val="005A9C"/>
                </a:solidFill>
                <a:latin typeface="Arial"/>
                <a:ea typeface="Arial"/>
                <a:cs typeface="Arial"/>
              </a:defRPr>
            </a:lvl8pPr>
            <a:lvl9pPr algn="ctr">
              <a:defRPr sz="2250" b="1">
                <a:solidFill>
                  <a:srgbClr val="005A9C"/>
                </a:solidFill>
                <a:latin typeface="Arial"/>
                <a:ea typeface="Arial"/>
                <a:cs typeface="Arial"/>
              </a:defRPr>
            </a:lvl9pPr>
          </a:lstStyle>
          <a:p xmlns:a="http://schemas.openxmlformats.org/drawingml/2006/main">
            <a:pPr algn="ctr">
              <a:defRPr sz="2250" b="1">
                <a:solidFill>
                  <a:srgbClr val="005A9C"/>
                </a:solidFill>
                <a:latin typeface="Arial"/>
                <a:ea typeface="Arial"/>
                <a:cs typeface="Arial"/>
              </a:defRPr>
            </a:pPr>
            <a:r>
              <a:rPr sz="2250" b="1">
                <a:solidFill>
                  <a:srgbClr val="005A9C"/>
                </a:solidFill>
                <a:latin typeface="Arial"/>
                <a:ea typeface="Arial"/>
                <a:cs typeface="Arial"/>
              </a:rPr>
              <a:t>7  Tool development</a:t>
            </a:r>
          </a:p>
        </p:txBody>
      </p:sp>
      <p:sp>
        <p:nvSpPr>
          <p:cNvPr id="23" name="!!task.dev.outcome">
            <a:extLst xmlns:a="http://schemas.openxmlformats.org/drawingml/2006/main">
              <a:ext uri="{FF2B5EF4-FFF2-40B4-BE49-F238E27FC236}">
                <a16:creationId xmlns:a16="http://schemas.microsoft.com/office/drawing/2014/main" id="{4ABF9686-C9EA-4C99-A26B-6AB0AA6E479D}"/>
              </a:ext>
            </a:extLst>
          </p:cNvPr>
          <p:cNvSpPr>
            <a:spLocks xmlns:a="http://schemas.openxmlformats.org/drawingml/2006/main" noGrp="1"/>
          </p:cNvSpPr>
          <p:nvPr/>
        </p:nvSpPr>
        <p:spPr>
          <a:xfrm xmlns:a="http://schemas.openxmlformats.org/drawingml/2006/main">
            <a:off x="10572750" y="4486275"/>
            <a:ext cx="3619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707C88"/>
                </a:solidFill>
                <a:latin typeface="Arial"/>
                <a:ea typeface="Arial"/>
                <a:cs typeface="Arial"/>
              </a:defRPr>
            </a:defPPr>
            <a:lvl1pPr algn="l">
              <a:defRPr sz="1725" b="0">
                <a:solidFill>
                  <a:srgbClr val="707C88"/>
                </a:solidFill>
                <a:latin typeface="Arial"/>
                <a:ea typeface="Arial"/>
                <a:cs typeface="Arial"/>
              </a:defRPr>
            </a:lvl1pPr>
            <a:lvl2pPr algn="l">
              <a:defRPr sz="1725" b="0">
                <a:solidFill>
                  <a:srgbClr val="707C88"/>
                </a:solidFill>
                <a:latin typeface="Arial"/>
                <a:ea typeface="Arial"/>
                <a:cs typeface="Arial"/>
              </a:defRPr>
            </a:lvl2pPr>
            <a:lvl3pPr algn="l">
              <a:defRPr sz="1725" b="0">
                <a:solidFill>
                  <a:srgbClr val="707C88"/>
                </a:solidFill>
                <a:latin typeface="Arial"/>
                <a:ea typeface="Arial"/>
                <a:cs typeface="Arial"/>
              </a:defRPr>
            </a:lvl3pPr>
            <a:lvl4pPr algn="l">
              <a:defRPr sz="1725" b="0">
                <a:solidFill>
                  <a:srgbClr val="707C88"/>
                </a:solidFill>
                <a:latin typeface="Arial"/>
                <a:ea typeface="Arial"/>
                <a:cs typeface="Arial"/>
              </a:defRPr>
            </a:lvl4pPr>
            <a:lvl5pPr algn="l">
              <a:defRPr sz="1725" b="0">
                <a:solidFill>
                  <a:srgbClr val="707C88"/>
                </a:solidFill>
                <a:latin typeface="Arial"/>
                <a:ea typeface="Arial"/>
                <a:cs typeface="Arial"/>
              </a:defRPr>
            </a:lvl5pPr>
            <a:lvl6pPr algn="l">
              <a:defRPr sz="1725" b="0">
                <a:solidFill>
                  <a:srgbClr val="707C88"/>
                </a:solidFill>
                <a:latin typeface="Arial"/>
                <a:ea typeface="Arial"/>
                <a:cs typeface="Arial"/>
              </a:defRPr>
            </a:lvl6pPr>
            <a:lvl7pPr algn="l">
              <a:defRPr sz="1725" b="0">
                <a:solidFill>
                  <a:srgbClr val="707C88"/>
                </a:solidFill>
                <a:latin typeface="Arial"/>
                <a:ea typeface="Arial"/>
                <a:cs typeface="Arial"/>
              </a:defRPr>
            </a:lvl7pPr>
            <a:lvl8pPr algn="l">
              <a:defRPr sz="1725" b="0">
                <a:solidFill>
                  <a:srgbClr val="707C88"/>
                </a:solidFill>
                <a:latin typeface="Arial"/>
                <a:ea typeface="Arial"/>
                <a:cs typeface="Arial"/>
              </a:defRPr>
            </a:lvl8pPr>
            <a:lvl9pPr algn="l">
              <a:defRPr sz="1725" b="0">
                <a:solidFill>
                  <a:srgbClr val="707C88"/>
                </a:solidFill>
                <a:latin typeface="Arial"/>
                <a:ea typeface="Arial"/>
                <a:cs typeface="Arial"/>
              </a:defRPr>
            </a:lvl9pPr>
          </a:lstStyle>
          <a:p xmlns:a="http://schemas.openxmlformats.org/drawingml/2006/main">
            <a:pPr algn="l">
              <a:defRPr sz="1725" b="0">
                <a:solidFill>
                  <a:srgbClr val="707C88"/>
                </a:solidFill>
                <a:latin typeface="Arial"/>
                <a:ea typeface="Arial"/>
                <a:cs typeface="Arial"/>
              </a:defRPr>
            </a:pPr>
            <a:r>
              <a:rPr sz="1725" b="0">
                <a:solidFill>
                  <a:srgbClr val="707C88"/>
                </a:solidFill>
                <a:latin typeface="Arial"/>
                <a:ea typeface="Arial"/>
                <a:cs typeface="Arial"/>
              </a:rPr>
              <a:t>Turn requests into tools</a:t>
            </a:r>
          </a:p>
        </p:txBody>
      </p:sp>
      <p:sp>
        <p:nvSpPr>
          <p:cNvPr id="24" name="!!nav.home">
            <ns0:hlinkClick xmlns:ns0="http://schemas.openxmlformats.org/drawingml/2006/main" xmlns:ns1="http://schemas.openxmlformats.org/officeDocument/2006/relationships" ns1:id="rIdNavSlide3" action="ppaction://hlinksldjump" tooltip="Slide 3: Seven workflows across the firm"/>
            <a:extLst xmlns:a="http://schemas.openxmlformats.org/drawingml/2006/main">
              <a:ext uri="{FF2B5EF4-FFF2-40B4-BE49-F238E27FC236}">
                <a16:creationId xmlns:a16="http://schemas.microsoft.com/office/drawing/2014/main" id="{7FCA85D2-4A99-4617-913B-71FF717A7217}"/>
              </a:ext>
            </a:extLst>
          </p:cNvPr>
          <p:cNvSpPr>
            <a:spLocks xmlns:a="http://schemas.openxmlformats.org/drawingml/2006/main" noGrp="1"/>
          </p:cNvSpPr>
          <p:nvPr/>
        </p:nvSpPr>
        <p:spPr>
          <a:xfrm xmlns:a="http://schemas.openxmlformats.org/drawingml/2006/main">
            <a:off x="647700" y="7496175"/>
            <a:ext cx="26098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BCC6CF"/>
            </a:solidFill>
            <a:prstDash val="solid"/>
          </a:ln>
        </p:spPr>
        <p:txBody>
          <a:bodyPr xmlns:a="http://schemas.openxmlformats.org/drawingml/2006/main" wrap="square" lIns="114300" tIns="0" rIns="114300" bIns="0" anchor="ctr">
            <a:noAutofit/>
          </a:bodyPr>
          <a:lstStyle xmlns:a="http://schemas.openxmlformats.org/drawingml/2006/main">
            <a:defPPr algn="ctr">
              <a:defRPr sz="1800" b="1">
                <a:solidFill>
                  <a:srgbClr val="005A9C"/>
                </a:solidFill>
                <a:latin typeface="Arial"/>
                <a:ea typeface="Arial"/>
                <a:cs typeface="Arial"/>
              </a:defRPr>
            </a:defPPr>
            <a:lvl1pPr algn="ctr">
              <a:defRPr sz="1800" b="1">
                <a:solidFill>
                  <a:srgbClr val="005A9C"/>
                </a:solidFill>
                <a:latin typeface="Arial"/>
                <a:ea typeface="Arial"/>
                <a:cs typeface="Arial"/>
              </a:defRPr>
            </a:lvl1pPr>
            <a:lvl2pPr algn="ctr">
              <a:defRPr sz="1800" b="1">
                <a:solidFill>
                  <a:srgbClr val="005A9C"/>
                </a:solidFill>
                <a:latin typeface="Arial"/>
                <a:ea typeface="Arial"/>
                <a:cs typeface="Arial"/>
              </a:defRPr>
            </a:lvl2pPr>
            <a:lvl3pPr algn="ctr">
              <a:defRPr sz="1800" b="1">
                <a:solidFill>
                  <a:srgbClr val="005A9C"/>
                </a:solidFill>
                <a:latin typeface="Arial"/>
                <a:ea typeface="Arial"/>
                <a:cs typeface="Arial"/>
              </a:defRPr>
            </a:lvl3pPr>
            <a:lvl4pPr algn="ctr">
              <a:defRPr sz="1800" b="1">
                <a:solidFill>
                  <a:srgbClr val="005A9C"/>
                </a:solidFill>
                <a:latin typeface="Arial"/>
                <a:ea typeface="Arial"/>
                <a:cs typeface="Arial"/>
              </a:defRPr>
            </a:lvl4pPr>
            <a:lvl5pPr algn="ctr">
              <a:defRPr sz="1800" b="1">
                <a:solidFill>
                  <a:srgbClr val="005A9C"/>
                </a:solidFill>
                <a:latin typeface="Arial"/>
                <a:ea typeface="Arial"/>
                <a:cs typeface="Arial"/>
              </a:defRPr>
            </a:lvl5pPr>
            <a:lvl6pPr algn="ctr">
              <a:defRPr sz="1800" b="1">
                <a:solidFill>
                  <a:srgbClr val="005A9C"/>
                </a:solidFill>
                <a:latin typeface="Arial"/>
                <a:ea typeface="Arial"/>
                <a:cs typeface="Arial"/>
              </a:defRPr>
            </a:lvl6pPr>
            <a:lvl7pPr algn="ctr">
              <a:defRPr sz="1800" b="1">
                <a:solidFill>
                  <a:srgbClr val="005A9C"/>
                </a:solidFill>
                <a:latin typeface="Arial"/>
                <a:ea typeface="Arial"/>
                <a:cs typeface="Arial"/>
              </a:defRPr>
            </a:lvl7pPr>
            <a:lvl8pPr algn="ctr">
              <a:defRPr sz="1800" b="1">
                <a:solidFill>
                  <a:srgbClr val="005A9C"/>
                </a:solidFill>
                <a:latin typeface="Arial"/>
                <a:ea typeface="Arial"/>
                <a:cs typeface="Arial"/>
              </a:defRPr>
            </a:lvl8pPr>
            <a:lvl9pPr algn="ctr">
              <a:defRPr sz="1800" b="1">
                <a:solidFill>
                  <a:srgbClr val="005A9C"/>
                </a:solidFill>
                <a:latin typeface="Arial"/>
                <a:ea typeface="Arial"/>
                <a:cs typeface="Arial"/>
              </a:defRPr>
            </a:lvl9pPr>
          </a:lstStyle>
          <a:p xmlns:a="http://schemas.openxmlformats.org/drawingml/2006/main">
            <a:pPr algn="ctr">
              <a:defRPr sz="1800" b="1">
                <a:solidFill>
                  <a:srgbClr val="005A9C"/>
                </a:solidFill>
                <a:latin typeface="Arial"/>
                <a:ea typeface="Arial"/>
                <a:cs typeface="Arial"/>
              </a:defRPr>
            </a:pPr>
            <a:r>
              <a:rPr sz="1800" b="1">
                <a:solidFill>
                  <a:srgbClr val="005A9C"/>
                </a:solidFill>
                <a:latin typeface="Arial"/>
                <a:ea typeface="Arial"/>
                <a:cs typeface="Arial"/>
              </a:rPr>
              <a:t>Firm overview</a:t>
            </a:r>
          </a:p>
        </p:txBody>
      </p:sp>
      <p:sp>
        <p:nvSpPr>
          <p:cNvPr id="25" name="!!page">
            <a:extLst xmlns:a="http://schemas.openxmlformats.org/drawingml/2006/main">
              <a:ext uri="{FF2B5EF4-FFF2-40B4-BE49-F238E27FC236}">
                <a16:creationId xmlns:a16="http://schemas.microsoft.com/office/drawing/2014/main" id="{8F9EB5A7-3DA0-4A27-B4A2-6320A3BF6600}"/>
              </a:ext>
            </a:extLst>
          </p:cNvPr>
          <p:cNvSpPr>
            <a:spLocks xmlns:a="http://schemas.openxmlformats.org/drawingml/2006/main" noGrp="1"/>
          </p:cNvSpPr>
          <p:nvPr/>
        </p:nvSpPr>
        <p:spPr>
          <a:xfrm xmlns:a="http://schemas.openxmlformats.org/drawingml/2006/main">
            <a:off x="11144250" y="7591425"/>
            <a:ext cx="904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650" b="0">
                <a:solidFill>
                  <a:srgbClr val="707C88"/>
                </a:solidFill>
                <a:latin typeface="Arial"/>
                <a:ea typeface="Arial"/>
                <a:cs typeface="Arial"/>
              </a:defRPr>
            </a:defPPr>
            <a:lvl1pPr algn="r">
              <a:defRPr sz="1650" b="0">
                <a:solidFill>
                  <a:srgbClr val="707C88"/>
                </a:solidFill>
                <a:latin typeface="Arial"/>
                <a:ea typeface="Arial"/>
                <a:cs typeface="Arial"/>
              </a:defRPr>
            </a:lvl1pPr>
            <a:lvl2pPr algn="r">
              <a:defRPr sz="1650" b="0">
                <a:solidFill>
                  <a:srgbClr val="707C88"/>
                </a:solidFill>
                <a:latin typeface="Arial"/>
                <a:ea typeface="Arial"/>
                <a:cs typeface="Arial"/>
              </a:defRPr>
            </a:lvl2pPr>
            <a:lvl3pPr algn="r">
              <a:defRPr sz="1650" b="0">
                <a:solidFill>
                  <a:srgbClr val="707C88"/>
                </a:solidFill>
                <a:latin typeface="Arial"/>
                <a:ea typeface="Arial"/>
                <a:cs typeface="Arial"/>
              </a:defRPr>
            </a:lvl3pPr>
            <a:lvl4pPr algn="r">
              <a:defRPr sz="1650" b="0">
                <a:solidFill>
                  <a:srgbClr val="707C88"/>
                </a:solidFill>
                <a:latin typeface="Arial"/>
                <a:ea typeface="Arial"/>
                <a:cs typeface="Arial"/>
              </a:defRPr>
            </a:lvl4pPr>
            <a:lvl5pPr algn="r">
              <a:defRPr sz="1650" b="0">
                <a:solidFill>
                  <a:srgbClr val="707C88"/>
                </a:solidFill>
                <a:latin typeface="Arial"/>
                <a:ea typeface="Arial"/>
                <a:cs typeface="Arial"/>
              </a:defRPr>
            </a:lvl5pPr>
            <a:lvl6pPr algn="r">
              <a:defRPr sz="1650" b="0">
                <a:solidFill>
                  <a:srgbClr val="707C88"/>
                </a:solidFill>
                <a:latin typeface="Arial"/>
                <a:ea typeface="Arial"/>
                <a:cs typeface="Arial"/>
              </a:defRPr>
            </a:lvl6pPr>
            <a:lvl7pPr algn="r">
              <a:defRPr sz="1650" b="0">
                <a:solidFill>
                  <a:srgbClr val="707C88"/>
                </a:solidFill>
                <a:latin typeface="Arial"/>
                <a:ea typeface="Arial"/>
                <a:cs typeface="Arial"/>
              </a:defRPr>
            </a:lvl7pPr>
            <a:lvl8pPr algn="r">
              <a:defRPr sz="1650" b="0">
                <a:solidFill>
                  <a:srgbClr val="707C88"/>
                </a:solidFill>
                <a:latin typeface="Arial"/>
                <a:ea typeface="Arial"/>
                <a:cs typeface="Arial"/>
              </a:defRPr>
            </a:lvl8pPr>
            <a:lvl9pPr algn="r">
              <a:defRPr sz="1650" b="0">
                <a:solidFill>
                  <a:srgbClr val="707C88"/>
                </a:solidFill>
                <a:latin typeface="Arial"/>
                <a:ea typeface="Arial"/>
                <a:cs typeface="Arial"/>
              </a:defRPr>
            </a:lvl9pPr>
          </a:lstStyle>
          <a:p xmlns:a="http://schemas.openxmlformats.org/drawingml/2006/main">
            <a:pPr algn="r">
              <a:defRPr sz="1650" b="0">
                <a:solidFill>
                  <a:srgbClr val="707C88"/>
                </a:solidFill>
                <a:latin typeface="Arial"/>
                <a:ea typeface="Arial"/>
                <a:cs typeface="Arial"/>
              </a:defRPr>
            </a:pPr>
            <a:r>
              <a:rPr sz="1650" b="0">
                <a:solidFill>
                  <a:srgbClr val="707C88"/>
                </a:solidFill>
                <a:latin typeface="Arial"/>
                <a:ea typeface="Arial"/>
                <a:cs typeface="Arial"/>
              </a:rPr>
              <a:t>3 / 33</a:t>
            </a:r>
          </a:p>
        </p:txBody>
      </p:sp>
      <p:sp>
        <p:nvSpPr>
          <p:cNvPr id="26" name="!!nav.prev">
            <ns0:hlinkClick xmlns:ns0="http://schemas.openxmlformats.org/drawingml/2006/main" xmlns:ns1="http://schemas.openxmlformats.org/officeDocument/2006/relationships" ns1:id="rIdNavSlide2" action="ppaction://hlinksldjump" tooltip="Slide 2: Research scope and application goals"/>
            <a:extLst xmlns:a="http://schemas.openxmlformats.org/drawingml/2006/main">
              <a:ext uri="{FF2B5EF4-FFF2-40B4-BE49-F238E27FC236}">
                <a16:creationId xmlns:a16="http://schemas.microsoft.com/office/drawing/2014/main" id="{D9C0FB4A-EBDB-4C45-897B-367CB7BD11F1}"/>
              </a:ext>
            </a:extLst>
          </p:cNvPr>
          <p:cNvSpPr>
            <a:spLocks xmlns:a="http://schemas.openxmlformats.org/drawingml/2006/main" noGrp="1"/>
          </p:cNvSpPr>
          <p:nvPr/>
        </p:nvSpPr>
        <p:spPr>
          <a:xfrm xmlns:a="http://schemas.openxmlformats.org/drawingml/2006/main">
            <a:off x="12287250" y="7496175"/>
            <a:ext cx="1047750" cy="4572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725" b="1">
                <a:solidFill>
                  <a:srgbClr val="005A9C"/>
                </a:solidFill>
                <a:latin typeface="Arial"/>
                <a:ea typeface="Arial"/>
                <a:cs typeface="Arial"/>
              </a:defRPr>
            </a:defPPr>
            <a:lvl1pPr algn="ctr">
              <a:defRPr sz="1725" b="1">
                <a:solidFill>
                  <a:srgbClr val="005A9C"/>
                </a:solidFill>
                <a:latin typeface="Arial"/>
                <a:ea typeface="Arial"/>
                <a:cs typeface="Arial"/>
              </a:defRPr>
            </a:lvl1pPr>
            <a:lvl2pPr algn="ctr">
              <a:defRPr sz="1725" b="1">
                <a:solidFill>
                  <a:srgbClr val="005A9C"/>
                </a:solidFill>
                <a:latin typeface="Arial"/>
                <a:ea typeface="Arial"/>
                <a:cs typeface="Arial"/>
              </a:defRPr>
            </a:lvl2pPr>
            <a:lvl3pPr algn="ctr">
              <a:defRPr sz="1725" b="1">
                <a:solidFill>
                  <a:srgbClr val="005A9C"/>
                </a:solidFill>
                <a:latin typeface="Arial"/>
                <a:ea typeface="Arial"/>
                <a:cs typeface="Arial"/>
              </a:defRPr>
            </a:lvl3pPr>
            <a:lvl4pPr algn="ctr">
              <a:defRPr sz="1725" b="1">
                <a:solidFill>
                  <a:srgbClr val="005A9C"/>
                </a:solidFill>
                <a:latin typeface="Arial"/>
                <a:ea typeface="Arial"/>
                <a:cs typeface="Arial"/>
              </a:defRPr>
            </a:lvl4pPr>
            <a:lvl5pPr algn="ctr">
              <a:defRPr sz="1725" b="1">
                <a:solidFill>
                  <a:srgbClr val="005A9C"/>
                </a:solidFill>
                <a:latin typeface="Arial"/>
                <a:ea typeface="Arial"/>
                <a:cs typeface="Arial"/>
              </a:defRPr>
            </a:lvl5pPr>
            <a:lvl6pPr algn="ctr">
              <a:defRPr sz="1725" b="1">
                <a:solidFill>
                  <a:srgbClr val="005A9C"/>
                </a:solidFill>
                <a:latin typeface="Arial"/>
                <a:ea typeface="Arial"/>
                <a:cs typeface="Arial"/>
              </a:defRPr>
            </a:lvl6pPr>
            <a:lvl7pPr algn="ctr">
              <a:defRPr sz="1725" b="1">
                <a:solidFill>
                  <a:srgbClr val="005A9C"/>
                </a:solidFill>
                <a:latin typeface="Arial"/>
                <a:ea typeface="Arial"/>
                <a:cs typeface="Arial"/>
              </a:defRPr>
            </a:lvl7pPr>
            <a:lvl8pPr algn="ctr">
              <a:defRPr sz="1725" b="1">
                <a:solidFill>
                  <a:srgbClr val="005A9C"/>
                </a:solidFill>
                <a:latin typeface="Arial"/>
                <a:ea typeface="Arial"/>
                <a:cs typeface="Arial"/>
              </a:defRPr>
            </a:lvl8pPr>
            <a:lvl9pPr algn="ctr">
              <a:defRPr sz="1725" b="1">
                <a:solidFill>
                  <a:srgbClr val="005A9C"/>
                </a:solidFill>
                <a:latin typeface="Arial"/>
                <a:ea typeface="Arial"/>
                <a:cs typeface="Arial"/>
              </a:defRPr>
            </a:lvl9pPr>
          </a:lstStyle>
          <a:p xmlns:a="http://schemas.openxmlformats.org/drawingml/2006/main">
            <a:pPr algn="ctr">
              <a:defRPr sz="1725" b="1">
                <a:solidFill>
                  <a:srgbClr val="005A9C"/>
                </a:solidFill>
                <a:latin typeface="Arial"/>
                <a:ea typeface="Arial"/>
                <a:cs typeface="Arial"/>
              </a:defRPr>
            </a:pPr>
            <a:r>
              <a:rPr sz="1725" b="1">
                <a:solidFill>
                  <a:srgbClr val="005A9C"/>
                </a:solidFill>
                <a:latin typeface="Arial"/>
                <a:ea typeface="Arial"/>
                <a:cs typeface="Arial"/>
              </a:rPr>
              <a:t>Back</a:t>
            </a:r>
          </a:p>
        </p:txBody>
      </p:sp>
      <p:sp>
        <p:nvSpPr>
          <p:cNvPr id="27" name="!!nav.next">
            <ns0:hlinkClick xmlns:ns0="http://schemas.openxmlformats.org/drawingml/2006/main" xmlns:ns1="http://schemas.openxmlformats.org/officeDocument/2006/relationships" ns1:id="rIdNavSlide4" action="ppaction://hlinksldjump" tooltip="Slide 4: Preparing a company research assessment"/>
            <a:extLst xmlns:a="http://schemas.openxmlformats.org/drawingml/2006/main">
              <a:ext uri="{FF2B5EF4-FFF2-40B4-BE49-F238E27FC236}">
                <a16:creationId xmlns:a16="http://schemas.microsoft.com/office/drawing/2014/main" id="{5F7A56BC-950D-4275-96F0-4C75063E769D}"/>
              </a:ext>
            </a:extLst>
          </p:cNvPr>
          <p:cNvSpPr>
            <a:spLocks xmlns:a="http://schemas.openxmlformats.org/drawingml/2006/main" noGrp="1"/>
          </p:cNvSpPr>
          <p:nvPr/>
        </p:nvSpPr>
        <p:spPr>
          <a:xfrm xmlns:a="http://schemas.openxmlformats.org/drawingml/2006/main">
            <a:off x="13506450" y="7496175"/>
            <a:ext cx="1085850" cy="45720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725" b="1">
                <a:solidFill>
                  <a:srgbClr val="FFFFFF"/>
                </a:solidFill>
                <a:latin typeface="Arial"/>
                <a:ea typeface="Arial"/>
                <a:cs typeface="Arial"/>
              </a:defRPr>
            </a:defPPr>
            <a:lvl1pPr algn="ctr">
              <a:defRPr sz="1725" b="1">
                <a:solidFill>
                  <a:srgbClr val="FFFFFF"/>
                </a:solidFill>
                <a:latin typeface="Arial"/>
                <a:ea typeface="Arial"/>
                <a:cs typeface="Arial"/>
              </a:defRPr>
            </a:lvl1pPr>
            <a:lvl2pPr algn="ctr">
              <a:defRPr sz="1725" b="1">
                <a:solidFill>
                  <a:srgbClr val="FFFFFF"/>
                </a:solidFill>
                <a:latin typeface="Arial"/>
                <a:ea typeface="Arial"/>
                <a:cs typeface="Arial"/>
              </a:defRPr>
            </a:lvl2pPr>
            <a:lvl3pPr algn="ctr">
              <a:defRPr sz="1725" b="1">
                <a:solidFill>
                  <a:srgbClr val="FFFFFF"/>
                </a:solidFill>
                <a:latin typeface="Arial"/>
                <a:ea typeface="Arial"/>
                <a:cs typeface="Arial"/>
              </a:defRPr>
            </a:lvl3pPr>
            <a:lvl4pPr algn="ctr">
              <a:defRPr sz="1725" b="1">
                <a:solidFill>
                  <a:srgbClr val="FFFFFF"/>
                </a:solidFill>
                <a:latin typeface="Arial"/>
                <a:ea typeface="Arial"/>
                <a:cs typeface="Arial"/>
              </a:defRPr>
            </a:lvl4pPr>
            <a:lvl5pPr algn="ctr">
              <a:defRPr sz="1725" b="1">
                <a:solidFill>
                  <a:srgbClr val="FFFFFF"/>
                </a:solidFill>
                <a:latin typeface="Arial"/>
                <a:ea typeface="Arial"/>
                <a:cs typeface="Arial"/>
              </a:defRPr>
            </a:lvl5pPr>
            <a:lvl6pPr algn="ctr">
              <a:defRPr sz="1725" b="1">
                <a:solidFill>
                  <a:srgbClr val="FFFFFF"/>
                </a:solidFill>
                <a:latin typeface="Arial"/>
                <a:ea typeface="Arial"/>
                <a:cs typeface="Arial"/>
              </a:defRPr>
            </a:lvl6pPr>
            <a:lvl7pPr algn="ctr">
              <a:defRPr sz="1725" b="1">
                <a:solidFill>
                  <a:srgbClr val="FFFFFF"/>
                </a:solidFill>
                <a:latin typeface="Arial"/>
                <a:ea typeface="Arial"/>
                <a:cs typeface="Arial"/>
              </a:defRPr>
            </a:lvl7pPr>
            <a:lvl8pPr algn="ctr">
              <a:defRPr sz="1725" b="1">
                <a:solidFill>
                  <a:srgbClr val="FFFFFF"/>
                </a:solidFill>
                <a:latin typeface="Arial"/>
                <a:ea typeface="Arial"/>
                <a:cs typeface="Arial"/>
              </a:defRPr>
            </a:lvl8pPr>
            <a:lvl9pPr algn="ctr">
              <a:defRPr sz="1725" b="1">
                <a:solidFill>
                  <a:srgbClr val="FFFFFF"/>
                </a:solidFill>
                <a:latin typeface="Arial"/>
                <a:ea typeface="Arial"/>
                <a:cs typeface="Arial"/>
              </a:defRPr>
            </a:lvl9pPr>
          </a:lstStyle>
          <a:p xmlns:a="http://schemas.openxmlformats.org/drawingml/2006/main">
            <a:pPr algn="ctr">
              <a:defRPr sz="1725" b="1">
                <a:solidFill>
                  <a:srgbClr val="FFFFFF"/>
                </a:solidFill>
                <a:latin typeface="Arial"/>
                <a:ea typeface="Arial"/>
                <a:cs typeface="Arial"/>
              </a:defRPr>
            </a:pPr>
            <a:r>
              <a:rPr sz="1725" b="1">
                <a:solidFill>
                  <a:srgbClr val="FFFFFF"/>
                </a:solidFill>
                <a:latin typeface="Arial"/>
                <a:ea typeface="Arial"/>
                <a:cs typeface="Arial"/>
              </a:rPr>
              <a:t>Next</a:t>
            </a:r>
          </a:p>
        </p:txBody>
      </p:sp>
      <p:sp>
        <p:nvSpPr>
          <p:cNvPr id="28" name="!!footer.rule">
            <a:extLst xmlns:a="http://schemas.openxmlformats.org/drawingml/2006/main">
              <a:ext uri="{FF2B5EF4-FFF2-40B4-BE49-F238E27FC236}">
                <a16:creationId xmlns:a16="http://schemas.microsoft.com/office/drawing/2014/main" id="{5DF5C458-3AB5-47FB-93B9-3D76B1A5ABC3}"/>
              </a:ext>
            </a:extLst>
          </p:cNvPr>
          <p:cNvSpPr>
            <a:spLocks xmlns:a="http://schemas.openxmlformats.org/drawingml/2006/main" noGrp="1"/>
          </p:cNvSpPr>
          <p:nvPr/>
        </p:nvSpPr>
        <p:spPr>
          <a:xfrm xmlns:a="http://schemas.openxmlformats.org/drawingml/2006/main" flipH="0" flipV="0">
            <a:off x="647700" y="8134350"/>
            <a:ext cx="13944600" cy="953"/>
          </a:xfrm>
          <a:prstGeom xmlns:a="http://schemas.openxmlformats.org/drawingml/2006/main" prst="line">
            <a:avLst/>
          </a:prstGeom>
          <a:noFill xmlns:a="http://schemas.openxmlformats.org/drawingml/2006/main"/>
          <a:ln xmlns:a="http://schemas.openxmlformats.org/drawingml/2006/main" w="9525">
            <a:solidFill>
              <a:srgbClr val="BCC6CF"/>
            </a:solidFill>
            <a:prstDash val="solid"/>
          </a:ln>
        </p:spPr>
      </p:sp>
      <p:sp>
        <p:nvSpPr>
          <p:cNvPr id="29" name="!!source">
            <a:extLst xmlns:a="http://schemas.openxmlformats.org/drawingml/2006/main">
              <a:ext uri="{FF2B5EF4-FFF2-40B4-BE49-F238E27FC236}">
                <a16:creationId xmlns:a16="http://schemas.microsoft.com/office/drawing/2014/main" id="{3452D4C2-6A8E-4C43-A383-EADDFFB6475A}"/>
              </a:ext>
            </a:extLst>
          </p:cNvPr>
          <p:cNvSpPr>
            <a:spLocks xmlns:a="http://schemas.openxmlformats.org/drawingml/2006/main" noGrp="1"/>
          </p:cNvSpPr>
          <p:nvPr/>
        </p:nvSpPr>
        <p:spPr>
          <a:xfrm xmlns:a="http://schemas.openxmlformats.org/drawingml/2006/main">
            <a:off x="647700" y="8267700"/>
            <a:ext cx="13944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707C88"/>
                </a:solidFill>
                <a:latin typeface="Arial"/>
                <a:ea typeface="Arial"/>
                <a:cs typeface="Arial"/>
              </a:defRPr>
            </a:defPPr>
            <a:lvl1pPr algn="l">
              <a:defRPr sz="1050" b="0">
                <a:solidFill>
                  <a:srgbClr val="707C88"/>
                </a:solidFill>
                <a:latin typeface="Arial"/>
                <a:ea typeface="Arial"/>
                <a:cs typeface="Arial"/>
              </a:defRPr>
            </a:lvl1pPr>
            <a:lvl2pPr algn="l">
              <a:defRPr sz="1050" b="0">
                <a:solidFill>
                  <a:srgbClr val="707C88"/>
                </a:solidFill>
                <a:latin typeface="Arial"/>
                <a:ea typeface="Arial"/>
                <a:cs typeface="Arial"/>
              </a:defRPr>
            </a:lvl2pPr>
            <a:lvl3pPr algn="l">
              <a:defRPr sz="1050" b="0">
                <a:solidFill>
                  <a:srgbClr val="707C88"/>
                </a:solidFill>
                <a:latin typeface="Arial"/>
                <a:ea typeface="Arial"/>
                <a:cs typeface="Arial"/>
              </a:defRPr>
            </a:lvl3pPr>
            <a:lvl4pPr algn="l">
              <a:defRPr sz="1050" b="0">
                <a:solidFill>
                  <a:srgbClr val="707C88"/>
                </a:solidFill>
                <a:latin typeface="Arial"/>
                <a:ea typeface="Arial"/>
                <a:cs typeface="Arial"/>
              </a:defRPr>
            </a:lvl4pPr>
            <a:lvl5pPr algn="l">
              <a:defRPr sz="1050" b="0">
                <a:solidFill>
                  <a:srgbClr val="707C88"/>
                </a:solidFill>
                <a:latin typeface="Arial"/>
                <a:ea typeface="Arial"/>
                <a:cs typeface="Arial"/>
              </a:defRPr>
            </a:lvl5pPr>
            <a:lvl6pPr algn="l">
              <a:defRPr sz="1050" b="0">
                <a:solidFill>
                  <a:srgbClr val="707C88"/>
                </a:solidFill>
                <a:latin typeface="Arial"/>
                <a:ea typeface="Arial"/>
                <a:cs typeface="Arial"/>
              </a:defRPr>
            </a:lvl6pPr>
            <a:lvl7pPr algn="l">
              <a:defRPr sz="1050" b="0">
                <a:solidFill>
                  <a:srgbClr val="707C88"/>
                </a:solidFill>
                <a:latin typeface="Arial"/>
                <a:ea typeface="Arial"/>
                <a:cs typeface="Arial"/>
              </a:defRPr>
            </a:lvl7pPr>
            <a:lvl8pPr algn="l">
              <a:defRPr sz="1050" b="0">
                <a:solidFill>
                  <a:srgbClr val="707C88"/>
                </a:solidFill>
                <a:latin typeface="Arial"/>
                <a:ea typeface="Arial"/>
                <a:cs typeface="Arial"/>
              </a:defRPr>
            </a:lvl8pPr>
            <a:lvl9pPr algn="l">
              <a:defRPr sz="1050" b="0">
                <a:solidFill>
                  <a:srgbClr val="707C88"/>
                </a:solidFill>
                <a:latin typeface="Arial"/>
                <a:ea typeface="Arial"/>
                <a:cs typeface="Arial"/>
              </a:defRPr>
            </a:lvl9pPr>
          </a:lstStyle>
          <a:p xmlns:a="http://schemas.openxmlformats.org/drawingml/2006/main">
            <a:r>
              <a:t/>
            </a:r>
          </a:p>
        </p:txBody>
      </p:sp>
      <p:sp>
        <p:nvSpPr>
          <p:cNvPr id="30" name="!!map.route.title">
            <a:extLst xmlns:a="http://schemas.openxmlformats.org/drawingml/2006/main">
              <a:ext uri="{FF2B5EF4-FFF2-40B4-BE49-F238E27FC236}">
                <a16:creationId xmlns:a16="http://schemas.microsoft.com/office/drawing/2014/main" id="{8BF1369F-1498-4C70-B669-634DF5A76009}"/>
              </a:ext>
            </a:extLst>
          </p:cNvPr>
          <p:cNvSpPr>
            <a:spLocks xmlns:a="http://schemas.openxmlformats.org/drawingml/2006/main" noGrp="1"/>
          </p:cNvSpPr>
          <p:nvPr/>
        </p:nvSpPr>
        <p:spPr>
          <a:xfrm xmlns:a="http://schemas.openxmlformats.org/drawingml/2006/main">
            <a:off x="647700" y="6505575"/>
            <a:ext cx="266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5A9C"/>
                </a:solidFill>
                <a:latin typeface="Arial"/>
                <a:ea typeface="Arial"/>
                <a:cs typeface="Arial"/>
              </a:defRPr>
            </a:defPPr>
            <a:lvl1pPr algn="l">
              <a:defRPr sz="2025" b="1">
                <a:solidFill>
                  <a:srgbClr val="005A9C"/>
                </a:solidFill>
                <a:latin typeface="Arial"/>
                <a:ea typeface="Arial"/>
                <a:cs typeface="Arial"/>
              </a:defRPr>
            </a:lvl1pPr>
            <a:lvl2pPr algn="l">
              <a:defRPr sz="2025" b="1">
                <a:solidFill>
                  <a:srgbClr val="005A9C"/>
                </a:solidFill>
                <a:latin typeface="Arial"/>
                <a:ea typeface="Arial"/>
                <a:cs typeface="Arial"/>
              </a:defRPr>
            </a:lvl2pPr>
            <a:lvl3pPr algn="l">
              <a:defRPr sz="2025" b="1">
                <a:solidFill>
                  <a:srgbClr val="005A9C"/>
                </a:solidFill>
                <a:latin typeface="Arial"/>
                <a:ea typeface="Arial"/>
                <a:cs typeface="Arial"/>
              </a:defRPr>
            </a:lvl3pPr>
            <a:lvl4pPr algn="l">
              <a:defRPr sz="2025" b="1">
                <a:solidFill>
                  <a:srgbClr val="005A9C"/>
                </a:solidFill>
                <a:latin typeface="Arial"/>
                <a:ea typeface="Arial"/>
                <a:cs typeface="Arial"/>
              </a:defRPr>
            </a:lvl4pPr>
            <a:lvl5pPr algn="l">
              <a:defRPr sz="2025" b="1">
                <a:solidFill>
                  <a:srgbClr val="005A9C"/>
                </a:solidFill>
                <a:latin typeface="Arial"/>
                <a:ea typeface="Arial"/>
                <a:cs typeface="Arial"/>
              </a:defRPr>
            </a:lvl5pPr>
            <a:lvl6pPr algn="l">
              <a:defRPr sz="2025" b="1">
                <a:solidFill>
                  <a:srgbClr val="005A9C"/>
                </a:solidFill>
                <a:latin typeface="Arial"/>
                <a:ea typeface="Arial"/>
                <a:cs typeface="Arial"/>
              </a:defRPr>
            </a:lvl6pPr>
            <a:lvl7pPr algn="l">
              <a:defRPr sz="2025" b="1">
                <a:solidFill>
                  <a:srgbClr val="005A9C"/>
                </a:solidFill>
                <a:latin typeface="Arial"/>
                <a:ea typeface="Arial"/>
                <a:cs typeface="Arial"/>
              </a:defRPr>
            </a:lvl7pPr>
            <a:lvl8pPr algn="l">
              <a:defRPr sz="2025" b="1">
                <a:solidFill>
                  <a:srgbClr val="005A9C"/>
                </a:solidFill>
                <a:latin typeface="Arial"/>
                <a:ea typeface="Arial"/>
                <a:cs typeface="Arial"/>
              </a:defRPr>
            </a:lvl8pPr>
            <a:lvl9pPr algn="l">
              <a:defRPr sz="2025" b="1">
                <a:solidFill>
                  <a:srgbClr val="005A9C"/>
                </a:solidFill>
                <a:latin typeface="Arial"/>
                <a:ea typeface="Arial"/>
                <a:cs typeface="Arial"/>
              </a:defRPr>
            </a:lvl9pPr>
          </a:lstStyle>
          <a:p xmlns:a="http://schemas.openxmlformats.org/drawingml/2006/main">
            <a:pPr algn="l">
              <a:defRPr sz="2025" b="1">
                <a:solidFill>
                  <a:srgbClr val="005A9C"/>
                </a:solidFill>
                <a:latin typeface="Arial"/>
                <a:ea typeface="Arial"/>
                <a:cs typeface="Arial"/>
              </a:defRPr>
            </a:pPr>
            <a:r>
              <a:rPr sz="2025" b="1">
                <a:solidFill>
                  <a:srgbClr val="005A9C"/>
                </a:solidFill>
                <a:latin typeface="Arial"/>
                <a:ea typeface="Arial"/>
                <a:cs typeface="Arial"/>
              </a:rPr>
              <a:t>Two running examples</a:t>
            </a:r>
          </a:p>
        </p:txBody>
      </p:sp>
      <p:sp>
        <p:nvSpPr>
          <p:cNvPr id="31" name="!!map.route1">
            <a:extLst xmlns:a="http://schemas.openxmlformats.org/drawingml/2006/main">
              <a:ext uri="{FF2B5EF4-FFF2-40B4-BE49-F238E27FC236}">
                <a16:creationId xmlns:a16="http://schemas.microsoft.com/office/drawing/2014/main" id="{2A7CF9B7-F16B-411D-B103-5208DCE3F086}"/>
              </a:ext>
            </a:extLst>
          </p:cNvPr>
          <p:cNvSpPr>
            <a:spLocks xmlns:a="http://schemas.openxmlformats.org/drawingml/2006/main" noGrp="1"/>
          </p:cNvSpPr>
          <p:nvPr/>
        </p:nvSpPr>
        <p:spPr>
          <a:xfrm xmlns:a="http://schemas.openxmlformats.org/drawingml/2006/main" flipH="0" flipV="0">
            <a:off x="3600450" y="6753225"/>
            <a:ext cx="676275" cy="953"/>
          </a:xfrm>
          <a:prstGeom xmlns:a="http://schemas.openxmlformats.org/drawingml/2006/main" prst="line">
            <a:avLst/>
          </a:prstGeom>
          <a:noFill xmlns:a="http://schemas.openxmlformats.org/drawingml/2006/main"/>
          <a:ln xmlns:a="http://schemas.openxmlformats.org/drawingml/2006/main" w="47625">
            <a:solidFill>
              <a:srgbClr val="317F7B"/>
            </a:solidFill>
            <a:prstDash val="solid"/>
          </a:ln>
        </p:spPr>
      </p:sp>
      <p:sp>
        <p:nvSpPr>
          <p:cNvPr id="32" name="!!map.route1.text">
            <a:extLst xmlns:a="http://schemas.openxmlformats.org/drawingml/2006/main">
              <a:ext uri="{FF2B5EF4-FFF2-40B4-BE49-F238E27FC236}">
                <a16:creationId xmlns:a16="http://schemas.microsoft.com/office/drawing/2014/main" id="{EB44FE5A-3BA5-4FD1-B0FA-A967F9CA6784}"/>
              </a:ext>
            </a:extLst>
          </p:cNvPr>
          <p:cNvSpPr>
            <a:spLocks xmlns:a="http://schemas.openxmlformats.org/drawingml/2006/main" noGrp="1"/>
          </p:cNvSpPr>
          <p:nvPr/>
        </p:nvSpPr>
        <p:spPr>
          <a:xfrm xmlns:a="http://schemas.openxmlformats.org/drawingml/2006/main">
            <a:off x="4533900" y="6515100"/>
            <a:ext cx="1000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317F7B"/>
                </a:solidFill>
                <a:latin typeface="Arial"/>
                <a:ea typeface="Arial"/>
                <a:cs typeface="Arial"/>
              </a:defRPr>
            </a:defPPr>
            <a:lvl1pPr algn="l">
              <a:defRPr sz="2175" b="0">
                <a:solidFill>
                  <a:srgbClr val="317F7B"/>
                </a:solidFill>
                <a:latin typeface="Arial"/>
                <a:ea typeface="Arial"/>
                <a:cs typeface="Arial"/>
              </a:defRPr>
            </a:lvl1pPr>
            <a:lvl2pPr algn="l">
              <a:defRPr sz="2175" b="0">
                <a:solidFill>
                  <a:srgbClr val="317F7B"/>
                </a:solidFill>
                <a:latin typeface="Arial"/>
                <a:ea typeface="Arial"/>
                <a:cs typeface="Arial"/>
              </a:defRPr>
            </a:lvl2pPr>
            <a:lvl3pPr algn="l">
              <a:defRPr sz="2175" b="0">
                <a:solidFill>
                  <a:srgbClr val="317F7B"/>
                </a:solidFill>
                <a:latin typeface="Arial"/>
                <a:ea typeface="Arial"/>
                <a:cs typeface="Arial"/>
              </a:defRPr>
            </a:lvl3pPr>
            <a:lvl4pPr algn="l">
              <a:defRPr sz="2175" b="0">
                <a:solidFill>
                  <a:srgbClr val="317F7B"/>
                </a:solidFill>
                <a:latin typeface="Arial"/>
                <a:ea typeface="Arial"/>
                <a:cs typeface="Arial"/>
              </a:defRPr>
            </a:lvl4pPr>
            <a:lvl5pPr algn="l">
              <a:defRPr sz="2175" b="0">
                <a:solidFill>
                  <a:srgbClr val="317F7B"/>
                </a:solidFill>
                <a:latin typeface="Arial"/>
                <a:ea typeface="Arial"/>
                <a:cs typeface="Arial"/>
              </a:defRPr>
            </a:lvl5pPr>
            <a:lvl6pPr algn="l">
              <a:defRPr sz="2175" b="0">
                <a:solidFill>
                  <a:srgbClr val="317F7B"/>
                </a:solidFill>
                <a:latin typeface="Arial"/>
                <a:ea typeface="Arial"/>
                <a:cs typeface="Arial"/>
              </a:defRPr>
            </a:lvl6pPr>
            <a:lvl7pPr algn="l">
              <a:defRPr sz="2175" b="0">
                <a:solidFill>
                  <a:srgbClr val="317F7B"/>
                </a:solidFill>
                <a:latin typeface="Arial"/>
                <a:ea typeface="Arial"/>
                <a:cs typeface="Arial"/>
              </a:defRPr>
            </a:lvl7pPr>
            <a:lvl8pPr algn="l">
              <a:defRPr sz="2175" b="0">
                <a:solidFill>
                  <a:srgbClr val="317F7B"/>
                </a:solidFill>
                <a:latin typeface="Arial"/>
                <a:ea typeface="Arial"/>
                <a:cs typeface="Arial"/>
              </a:defRPr>
            </a:lvl8pPr>
            <a:lvl9pPr algn="l">
              <a:defRPr sz="2175" b="0">
                <a:solidFill>
                  <a:srgbClr val="317F7B"/>
                </a:solidFill>
                <a:latin typeface="Arial"/>
                <a:ea typeface="Arial"/>
                <a:cs typeface="Arial"/>
              </a:defRPr>
            </a:lvl9pPr>
          </a:lstStyle>
          <a:p xmlns:a="http://schemas.openxmlformats.org/drawingml/2006/main">
            <a:pPr algn="l">
              <a:defRPr sz="2175" b="0">
                <a:solidFill>
                  <a:srgbClr val="317F7B"/>
                </a:solidFill>
                <a:latin typeface="Arial"/>
                <a:ea typeface="Arial"/>
                <a:cs typeface="Arial"/>
              </a:defRPr>
            </a:pPr>
            <a:r>
              <a:rPr sz="2175" b="0">
                <a:solidFill>
                  <a:srgbClr val="317F7B"/>
                </a:solidFill>
                <a:latin typeface="Arial"/>
                <a:ea typeface="Arial"/>
                <a:cs typeface="Arial"/>
              </a:rPr>
              <a:t>Company A: research, trading, risk and operations</a:t>
            </a:r>
          </a:p>
        </p:txBody>
      </p:sp>
      <p:sp>
        <p:nvSpPr>
          <p:cNvPr id="33" name="!!map.route2">
            <a:extLst xmlns:a="http://schemas.openxmlformats.org/drawingml/2006/main">
              <a:ext uri="{FF2B5EF4-FFF2-40B4-BE49-F238E27FC236}">
                <a16:creationId xmlns:a16="http://schemas.microsoft.com/office/drawing/2014/main" id="{8FF56C4F-306A-4EC1-947A-891F9C77A5E5}"/>
              </a:ext>
            </a:extLst>
          </p:cNvPr>
          <p:cNvSpPr>
            <a:spLocks xmlns:a="http://schemas.openxmlformats.org/drawingml/2006/main" noGrp="1"/>
          </p:cNvSpPr>
          <p:nvPr/>
        </p:nvSpPr>
        <p:spPr>
          <a:xfrm xmlns:a="http://schemas.openxmlformats.org/drawingml/2006/main" flipH="0" flipV="0">
            <a:off x="3600450" y="7239000"/>
            <a:ext cx="676275" cy="953"/>
          </a:xfrm>
          <a:prstGeom xmlns:a="http://schemas.openxmlformats.org/drawingml/2006/main" prst="line">
            <a:avLst/>
          </a:prstGeom>
          <a:noFill xmlns:a="http://schemas.openxmlformats.org/drawingml/2006/main"/>
          <a:ln xmlns:a="http://schemas.openxmlformats.org/drawingml/2006/main" w="47625">
            <a:solidFill>
              <a:srgbClr val="7363A6"/>
            </a:solidFill>
            <a:prstDash val="solid"/>
          </a:ln>
        </p:spPr>
      </p:sp>
      <p:sp>
        <p:nvSpPr>
          <p:cNvPr id="34" name="!!map.route2.text">
            <a:extLst xmlns:a="http://schemas.openxmlformats.org/drawingml/2006/main">
              <a:ext uri="{FF2B5EF4-FFF2-40B4-BE49-F238E27FC236}">
                <a16:creationId xmlns:a16="http://schemas.microsoft.com/office/drawing/2014/main" id="{2234D091-5952-47A0-96C6-4CD40AD1C34E}"/>
              </a:ext>
            </a:extLst>
          </p:cNvPr>
          <p:cNvSpPr>
            <a:spLocks xmlns:a="http://schemas.openxmlformats.org/drawingml/2006/main" noGrp="1"/>
          </p:cNvSpPr>
          <p:nvPr/>
        </p:nvSpPr>
        <p:spPr>
          <a:xfrm xmlns:a="http://schemas.openxmlformats.org/drawingml/2006/main">
            <a:off x="4533900" y="7000875"/>
            <a:ext cx="1000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7363A6"/>
                </a:solidFill>
                <a:latin typeface="Arial"/>
                <a:ea typeface="Arial"/>
                <a:cs typeface="Arial"/>
              </a:defRPr>
            </a:defPPr>
            <a:lvl1pPr algn="l">
              <a:defRPr sz="2175" b="0">
                <a:solidFill>
                  <a:srgbClr val="7363A6"/>
                </a:solidFill>
                <a:latin typeface="Arial"/>
                <a:ea typeface="Arial"/>
                <a:cs typeface="Arial"/>
              </a:defRPr>
            </a:lvl1pPr>
            <a:lvl2pPr algn="l">
              <a:defRPr sz="2175" b="0">
                <a:solidFill>
                  <a:srgbClr val="7363A6"/>
                </a:solidFill>
                <a:latin typeface="Arial"/>
                <a:ea typeface="Arial"/>
                <a:cs typeface="Arial"/>
              </a:defRPr>
            </a:lvl2pPr>
            <a:lvl3pPr algn="l">
              <a:defRPr sz="2175" b="0">
                <a:solidFill>
                  <a:srgbClr val="7363A6"/>
                </a:solidFill>
                <a:latin typeface="Arial"/>
                <a:ea typeface="Arial"/>
                <a:cs typeface="Arial"/>
              </a:defRPr>
            </a:lvl3pPr>
            <a:lvl4pPr algn="l">
              <a:defRPr sz="2175" b="0">
                <a:solidFill>
                  <a:srgbClr val="7363A6"/>
                </a:solidFill>
                <a:latin typeface="Arial"/>
                <a:ea typeface="Arial"/>
                <a:cs typeface="Arial"/>
              </a:defRPr>
            </a:lvl4pPr>
            <a:lvl5pPr algn="l">
              <a:defRPr sz="2175" b="0">
                <a:solidFill>
                  <a:srgbClr val="7363A6"/>
                </a:solidFill>
                <a:latin typeface="Arial"/>
                <a:ea typeface="Arial"/>
                <a:cs typeface="Arial"/>
              </a:defRPr>
            </a:lvl5pPr>
            <a:lvl6pPr algn="l">
              <a:defRPr sz="2175" b="0">
                <a:solidFill>
                  <a:srgbClr val="7363A6"/>
                </a:solidFill>
                <a:latin typeface="Arial"/>
                <a:ea typeface="Arial"/>
                <a:cs typeface="Arial"/>
              </a:defRPr>
            </a:lvl6pPr>
            <a:lvl7pPr algn="l">
              <a:defRPr sz="2175" b="0">
                <a:solidFill>
                  <a:srgbClr val="7363A6"/>
                </a:solidFill>
                <a:latin typeface="Arial"/>
                <a:ea typeface="Arial"/>
                <a:cs typeface="Arial"/>
              </a:defRPr>
            </a:lvl7pPr>
            <a:lvl8pPr algn="l">
              <a:defRPr sz="2175" b="0">
                <a:solidFill>
                  <a:srgbClr val="7363A6"/>
                </a:solidFill>
                <a:latin typeface="Arial"/>
                <a:ea typeface="Arial"/>
                <a:cs typeface="Arial"/>
              </a:defRPr>
            </a:lvl8pPr>
            <a:lvl9pPr algn="l">
              <a:defRPr sz="2175" b="0">
                <a:solidFill>
                  <a:srgbClr val="7363A6"/>
                </a:solidFill>
                <a:latin typeface="Arial"/>
                <a:ea typeface="Arial"/>
                <a:cs typeface="Arial"/>
              </a:defRPr>
            </a:lvl9pPr>
          </a:lstStyle>
          <a:p xmlns:a="http://schemas.openxmlformats.org/drawingml/2006/main">
            <a:pPr algn="l">
              <a:defRPr sz="2175" b="0">
                <a:solidFill>
                  <a:srgbClr val="7363A6"/>
                </a:solidFill>
                <a:latin typeface="Arial"/>
                <a:ea typeface="Arial"/>
                <a:cs typeface="Arial"/>
              </a:defRPr>
            </a:pPr>
            <a:r>
              <a:rPr sz="2175" b="0">
                <a:solidFill>
                  <a:srgbClr val="7363A6"/>
                </a:solidFill>
                <a:latin typeface="Arial"/>
                <a:ea typeface="Arial"/>
                <a:cs typeface="Arial"/>
              </a:rPr>
              <a:t>Client update: drafting, review and version control</a:t>
            </a:r>
          </a:p>
        </p:txBody>
      </p:sp>
      <p:sp>
        <p:nvSpPr>
          <p:cNvPr id="36" name="!!story.header.issuer.bar">
            <a:extLst xmlns:a="http://schemas.openxmlformats.org/drawingml/2006/main">
              <a:ext uri="{FF2B5EF4-FFF2-40B4-BE49-F238E27FC236}">
                <a16:creationId xmlns:a16="http://schemas.microsoft.com/office/drawing/2014/main" id="{E97481ED-8A84-4EA0-96CD-F1F0033FDF62}"/>
              </a:ext>
            </a:extLst>
          </p:cNvPr>
          <p:cNvSpPr>
            <a:spLocks xmlns:a="http://schemas.openxmlformats.org/drawingml/2006/main" noGrp="1"/>
          </p:cNvSpPr>
          <p:nvPr/>
        </p:nvSpPr>
        <p:spPr>
          <a:xfrm xmlns:a="http://schemas.openxmlformats.org/drawingml/2006/main">
            <a:off x="10525125" y="1247775"/>
            <a:ext cx="47625" cy="238125"/>
          </a:xfrm>
          <a:prstGeom xmlns:a="http://schemas.openxmlformats.org/drawingml/2006/main" prst="rect">
            <a:avLst/>
          </a:prstGeom>
          <a:solidFill xmlns:a="http://schemas.openxmlformats.org/drawingml/2006/main">
            <a:srgbClr val="317F7B"/>
          </a:solidFill>
          <a:ln xmlns:a="http://schemas.openxmlformats.org/drawingml/2006/main" w="0">
            <a:noFill/>
          </a:ln>
        </p:spPr>
      </p:sp>
      <p:sp>
        <p:nvSpPr>
          <p:cNvPr id="37" name="!!story.header.issuer.name">
            <a:extLst xmlns:a="http://schemas.openxmlformats.org/drawingml/2006/main">
              <a:ext uri="{FF2B5EF4-FFF2-40B4-BE49-F238E27FC236}">
                <a16:creationId xmlns:a16="http://schemas.microsoft.com/office/drawing/2014/main" id="{DE0B410A-E196-4C89-AAEB-977E10552598}"/>
              </a:ext>
            </a:extLst>
          </p:cNvPr>
          <p:cNvSpPr>
            <a:spLocks xmlns:a="http://schemas.openxmlformats.org/drawingml/2006/main" noGrp="1"/>
          </p:cNvSpPr>
          <p:nvPr/>
        </p:nvSpPr>
        <p:spPr>
          <a:xfrm xmlns:a="http://schemas.openxmlformats.org/drawingml/2006/main">
            <a:off x="10658475" y="1190625"/>
            <a:ext cx="12668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317F7B"/>
                </a:solidFill>
                <a:latin typeface="Arial"/>
                <a:ea typeface="Arial"/>
                <a:cs typeface="Arial"/>
              </a:defRPr>
            </a:defPPr>
            <a:lvl1pPr algn="l">
              <a:defRPr sz="1650" b="1">
                <a:solidFill>
                  <a:srgbClr val="317F7B"/>
                </a:solidFill>
                <a:latin typeface="Arial"/>
                <a:ea typeface="Arial"/>
                <a:cs typeface="Arial"/>
              </a:defRPr>
            </a:lvl1pPr>
            <a:lvl2pPr algn="l">
              <a:defRPr sz="1650" b="1">
                <a:solidFill>
                  <a:srgbClr val="317F7B"/>
                </a:solidFill>
                <a:latin typeface="Arial"/>
                <a:ea typeface="Arial"/>
                <a:cs typeface="Arial"/>
              </a:defRPr>
            </a:lvl2pPr>
            <a:lvl3pPr algn="l">
              <a:defRPr sz="1650" b="1">
                <a:solidFill>
                  <a:srgbClr val="317F7B"/>
                </a:solidFill>
                <a:latin typeface="Arial"/>
                <a:ea typeface="Arial"/>
                <a:cs typeface="Arial"/>
              </a:defRPr>
            </a:lvl3pPr>
            <a:lvl4pPr algn="l">
              <a:defRPr sz="1650" b="1">
                <a:solidFill>
                  <a:srgbClr val="317F7B"/>
                </a:solidFill>
                <a:latin typeface="Arial"/>
                <a:ea typeface="Arial"/>
                <a:cs typeface="Arial"/>
              </a:defRPr>
            </a:lvl4pPr>
            <a:lvl5pPr algn="l">
              <a:defRPr sz="1650" b="1">
                <a:solidFill>
                  <a:srgbClr val="317F7B"/>
                </a:solidFill>
                <a:latin typeface="Arial"/>
                <a:ea typeface="Arial"/>
                <a:cs typeface="Arial"/>
              </a:defRPr>
            </a:lvl5pPr>
            <a:lvl6pPr algn="l">
              <a:defRPr sz="1650" b="1">
                <a:solidFill>
                  <a:srgbClr val="317F7B"/>
                </a:solidFill>
                <a:latin typeface="Arial"/>
                <a:ea typeface="Arial"/>
                <a:cs typeface="Arial"/>
              </a:defRPr>
            </a:lvl6pPr>
            <a:lvl7pPr algn="l">
              <a:defRPr sz="1650" b="1">
                <a:solidFill>
                  <a:srgbClr val="317F7B"/>
                </a:solidFill>
                <a:latin typeface="Arial"/>
                <a:ea typeface="Arial"/>
                <a:cs typeface="Arial"/>
              </a:defRPr>
            </a:lvl7pPr>
            <a:lvl8pPr algn="l">
              <a:defRPr sz="1650" b="1">
                <a:solidFill>
                  <a:srgbClr val="317F7B"/>
                </a:solidFill>
                <a:latin typeface="Arial"/>
                <a:ea typeface="Arial"/>
                <a:cs typeface="Arial"/>
              </a:defRPr>
            </a:lvl8pPr>
            <a:lvl9pPr algn="l">
              <a:defRPr sz="1650" b="1">
                <a:solidFill>
                  <a:srgbClr val="317F7B"/>
                </a:solidFill>
                <a:latin typeface="Arial"/>
                <a:ea typeface="Arial"/>
                <a:cs typeface="Arial"/>
              </a:defRPr>
            </a:lvl9pPr>
          </a:lstStyle>
          <a:p xmlns:a="http://schemas.openxmlformats.org/drawingml/2006/main">
            <a:pPr algn="l">
              <a:defRPr sz="1650" b="1">
                <a:solidFill>
                  <a:srgbClr val="317F7B"/>
                </a:solidFill>
                <a:latin typeface="Arial"/>
                <a:ea typeface="Arial"/>
                <a:cs typeface="Arial"/>
              </a:defRPr>
            </a:pPr>
            <a:r>
              <a:rPr sz="1650" b="1">
                <a:solidFill>
                  <a:srgbClr val="317F7B"/>
                </a:solidFill>
                <a:latin typeface="Arial"/>
                <a:ea typeface="Arial"/>
                <a:cs typeface="Arial"/>
              </a:rPr>
              <a:t>Company A</a:t>
            </a:r>
          </a:p>
        </p:txBody>
      </p:sp>
      <p:sp>
        <p:nvSpPr>
          <p:cNvPr id="38" name="!!story.header.client.bar">
            <a:extLst xmlns:a="http://schemas.openxmlformats.org/drawingml/2006/main">
              <a:ext uri="{FF2B5EF4-FFF2-40B4-BE49-F238E27FC236}">
                <a16:creationId xmlns:a16="http://schemas.microsoft.com/office/drawing/2014/main" id="{35AED131-A04C-4B2A-B928-041FA315F667}"/>
              </a:ext>
            </a:extLst>
          </p:cNvPr>
          <p:cNvSpPr>
            <a:spLocks xmlns:a="http://schemas.openxmlformats.org/drawingml/2006/main" noGrp="1"/>
          </p:cNvSpPr>
          <p:nvPr/>
        </p:nvSpPr>
        <p:spPr>
          <a:xfrm xmlns:a="http://schemas.openxmlformats.org/drawingml/2006/main">
            <a:off x="12049125" y="1247775"/>
            <a:ext cx="47625" cy="238125"/>
          </a:xfrm>
          <a:prstGeom xmlns:a="http://schemas.openxmlformats.org/drawingml/2006/main" prst="rect">
            <a:avLst/>
          </a:prstGeom>
          <a:solidFill xmlns:a="http://schemas.openxmlformats.org/drawingml/2006/main">
            <a:srgbClr val="7363A6"/>
          </a:solidFill>
          <a:ln xmlns:a="http://schemas.openxmlformats.org/drawingml/2006/main" w="0">
            <a:noFill/>
          </a:ln>
        </p:spPr>
      </p:sp>
      <p:sp>
        <p:nvSpPr>
          <p:cNvPr id="39" name="!!story.header.client.name">
            <a:extLst xmlns:a="http://schemas.openxmlformats.org/drawingml/2006/main">
              <a:ext uri="{FF2B5EF4-FFF2-40B4-BE49-F238E27FC236}">
                <a16:creationId xmlns:a16="http://schemas.microsoft.com/office/drawing/2014/main" id="{F1815F01-6CDA-40B4-AFB4-236F9DDA8390}"/>
              </a:ext>
            </a:extLst>
          </p:cNvPr>
          <p:cNvSpPr>
            <a:spLocks xmlns:a="http://schemas.openxmlformats.org/drawingml/2006/main" noGrp="1"/>
          </p:cNvSpPr>
          <p:nvPr/>
        </p:nvSpPr>
        <p:spPr>
          <a:xfrm xmlns:a="http://schemas.openxmlformats.org/drawingml/2006/main">
            <a:off x="12182475" y="1190625"/>
            <a:ext cx="16478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7363A6"/>
                </a:solidFill>
                <a:latin typeface="Arial"/>
                <a:ea typeface="Arial"/>
                <a:cs typeface="Arial"/>
              </a:defRPr>
            </a:defPPr>
            <a:lvl1pPr algn="l">
              <a:defRPr sz="1650" b="1">
                <a:solidFill>
                  <a:srgbClr val="7363A6"/>
                </a:solidFill>
                <a:latin typeface="Arial"/>
                <a:ea typeface="Arial"/>
                <a:cs typeface="Arial"/>
              </a:defRPr>
            </a:lvl1pPr>
            <a:lvl2pPr algn="l">
              <a:defRPr sz="1650" b="1">
                <a:solidFill>
                  <a:srgbClr val="7363A6"/>
                </a:solidFill>
                <a:latin typeface="Arial"/>
                <a:ea typeface="Arial"/>
                <a:cs typeface="Arial"/>
              </a:defRPr>
            </a:lvl2pPr>
            <a:lvl3pPr algn="l">
              <a:defRPr sz="1650" b="1">
                <a:solidFill>
                  <a:srgbClr val="7363A6"/>
                </a:solidFill>
                <a:latin typeface="Arial"/>
                <a:ea typeface="Arial"/>
                <a:cs typeface="Arial"/>
              </a:defRPr>
            </a:lvl3pPr>
            <a:lvl4pPr algn="l">
              <a:defRPr sz="1650" b="1">
                <a:solidFill>
                  <a:srgbClr val="7363A6"/>
                </a:solidFill>
                <a:latin typeface="Arial"/>
                <a:ea typeface="Arial"/>
                <a:cs typeface="Arial"/>
              </a:defRPr>
            </a:lvl4pPr>
            <a:lvl5pPr algn="l">
              <a:defRPr sz="1650" b="1">
                <a:solidFill>
                  <a:srgbClr val="7363A6"/>
                </a:solidFill>
                <a:latin typeface="Arial"/>
                <a:ea typeface="Arial"/>
                <a:cs typeface="Arial"/>
              </a:defRPr>
            </a:lvl5pPr>
            <a:lvl6pPr algn="l">
              <a:defRPr sz="1650" b="1">
                <a:solidFill>
                  <a:srgbClr val="7363A6"/>
                </a:solidFill>
                <a:latin typeface="Arial"/>
                <a:ea typeface="Arial"/>
                <a:cs typeface="Arial"/>
              </a:defRPr>
            </a:lvl6pPr>
            <a:lvl7pPr algn="l">
              <a:defRPr sz="1650" b="1">
                <a:solidFill>
                  <a:srgbClr val="7363A6"/>
                </a:solidFill>
                <a:latin typeface="Arial"/>
                <a:ea typeface="Arial"/>
                <a:cs typeface="Arial"/>
              </a:defRPr>
            </a:lvl7pPr>
            <a:lvl8pPr algn="l">
              <a:defRPr sz="1650" b="1">
                <a:solidFill>
                  <a:srgbClr val="7363A6"/>
                </a:solidFill>
                <a:latin typeface="Arial"/>
                <a:ea typeface="Arial"/>
                <a:cs typeface="Arial"/>
              </a:defRPr>
            </a:lvl8pPr>
            <a:lvl9pPr algn="l">
              <a:defRPr sz="1650" b="1">
                <a:solidFill>
                  <a:srgbClr val="7363A6"/>
                </a:solidFill>
                <a:latin typeface="Arial"/>
                <a:ea typeface="Arial"/>
                <a:cs typeface="Arial"/>
              </a:defRPr>
            </a:lvl9pPr>
          </a:lstStyle>
          <a:p xmlns:a="http://schemas.openxmlformats.org/drawingml/2006/main">
            <a:pPr algn="l">
              <a:defRPr sz="1650" b="1">
                <a:solidFill>
                  <a:srgbClr val="7363A6"/>
                </a:solidFill>
                <a:latin typeface="Arial"/>
                <a:ea typeface="Arial"/>
                <a:cs typeface="Arial"/>
              </a:defRPr>
            </a:pPr>
            <a:r>
              <a:rPr sz="1650" b="1">
                <a:solidFill>
                  <a:srgbClr val="7363A6"/>
                </a:solidFill>
                <a:latin typeface="Arial"/>
                <a:ea typeface="Arial"/>
                <a:cs typeface="Arial"/>
              </a:rPr>
              <a:t>Client update</a:t>
            </a:r>
          </a:p>
        </p:txBody>
      </p:sp>
    </p:spTree>
    <p:extLst>
      <p:ext uri="{BB962C8B-B14F-4D97-AF65-F5344CB8AC3E}">
        <p14:creationId xmlns:p14="http://schemas.microsoft.com/office/powerpoint/2010/main" val="169312947"/>
      </p:ext>
    </p:extLst>
  </p:cSld>
  <mc:AlternateContent xmlns:mc="http://schemas.openxmlformats.org/markup-compatibility/2006">
    <mc:Choice xmlns:p159="http://schemas.microsoft.com/office/powerpoint/2015/09/main" Requires="p159">
      <p:transition xmlns:p14="http://schemas.microsoft.com/office/powerpoint/2010/main" spd="med" advClick="1" p14:dur="700">
        <p159:morph option="byObject"/>
      </p:transition>
    </mc:Choice>
    <mc:Fallback>
      <p:transition spd="fast" advClick="1">
        <p:fade/>
      </p:transition>
    </mc:Fallback>
  </mc:AlternateContent>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7" name="!!heading">
            <a:extLst xmlns:a="http://schemas.openxmlformats.org/drawingml/2006/main">
              <a:ext uri="{FF2B5EF4-FFF2-40B4-BE49-F238E27FC236}">
                <a16:creationId xmlns:a16="http://schemas.microsoft.com/office/drawing/2014/main" id="{624BAFAE-F941-4BC7-8BD2-C528474F6184}"/>
              </a:ext>
            </a:extLst>
          </p:cNvPr>
          <p:cNvSpPr>
            <a:spLocks xmlns:a="http://schemas.openxmlformats.org/drawingml/2006/main" noGrp="1"/>
          </p:cNvSpPr>
          <p:nvPr/>
        </p:nvSpPr>
        <p:spPr>
          <a:xfrm xmlns:a="http://schemas.openxmlformats.org/drawingml/2006/main">
            <a:off x="647700" y="428625"/>
            <a:ext cx="13944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0262C"/>
                </a:solidFill>
                <a:latin typeface="Arial"/>
                <a:ea typeface="Arial"/>
                <a:cs typeface="Arial"/>
              </a:defRPr>
            </a:defPPr>
            <a:lvl1pPr algn="l">
              <a:defRPr sz="3300" b="1">
                <a:solidFill>
                  <a:srgbClr val="20262C"/>
                </a:solidFill>
                <a:latin typeface="Arial"/>
                <a:ea typeface="Arial"/>
                <a:cs typeface="Arial"/>
              </a:defRPr>
            </a:lvl1pPr>
            <a:lvl2pPr algn="l">
              <a:defRPr sz="3300" b="1">
                <a:solidFill>
                  <a:srgbClr val="20262C"/>
                </a:solidFill>
                <a:latin typeface="Arial"/>
                <a:ea typeface="Arial"/>
                <a:cs typeface="Arial"/>
              </a:defRPr>
            </a:lvl2pPr>
            <a:lvl3pPr algn="l">
              <a:defRPr sz="3300" b="1">
                <a:solidFill>
                  <a:srgbClr val="20262C"/>
                </a:solidFill>
                <a:latin typeface="Arial"/>
                <a:ea typeface="Arial"/>
                <a:cs typeface="Arial"/>
              </a:defRPr>
            </a:lvl3pPr>
            <a:lvl4pPr algn="l">
              <a:defRPr sz="3300" b="1">
                <a:solidFill>
                  <a:srgbClr val="20262C"/>
                </a:solidFill>
                <a:latin typeface="Arial"/>
                <a:ea typeface="Arial"/>
                <a:cs typeface="Arial"/>
              </a:defRPr>
            </a:lvl4pPr>
            <a:lvl5pPr algn="l">
              <a:defRPr sz="3300" b="1">
                <a:solidFill>
                  <a:srgbClr val="20262C"/>
                </a:solidFill>
                <a:latin typeface="Arial"/>
                <a:ea typeface="Arial"/>
                <a:cs typeface="Arial"/>
              </a:defRPr>
            </a:lvl5pPr>
            <a:lvl6pPr algn="l">
              <a:defRPr sz="3300" b="1">
                <a:solidFill>
                  <a:srgbClr val="20262C"/>
                </a:solidFill>
                <a:latin typeface="Arial"/>
                <a:ea typeface="Arial"/>
                <a:cs typeface="Arial"/>
              </a:defRPr>
            </a:lvl6pPr>
            <a:lvl7pPr algn="l">
              <a:defRPr sz="3300" b="1">
                <a:solidFill>
                  <a:srgbClr val="20262C"/>
                </a:solidFill>
                <a:latin typeface="Arial"/>
                <a:ea typeface="Arial"/>
                <a:cs typeface="Arial"/>
              </a:defRPr>
            </a:lvl7pPr>
            <a:lvl8pPr algn="l">
              <a:defRPr sz="3300" b="1">
                <a:solidFill>
                  <a:srgbClr val="20262C"/>
                </a:solidFill>
                <a:latin typeface="Arial"/>
                <a:ea typeface="Arial"/>
                <a:cs typeface="Arial"/>
              </a:defRPr>
            </a:lvl8pPr>
            <a:lvl9pPr algn="l">
              <a:defRPr sz="3300" b="1">
                <a:solidFill>
                  <a:srgbClr val="20262C"/>
                </a:solidFill>
                <a:latin typeface="Arial"/>
                <a:ea typeface="Arial"/>
                <a:cs typeface="Arial"/>
              </a:defRPr>
            </a:lvl9pPr>
          </a:lstStyle>
          <a:p xmlns:a="http://schemas.openxmlformats.org/drawingml/2006/main">
            <a:pPr algn="l">
              <a:defRPr sz="3300" b="1">
                <a:solidFill>
                  <a:srgbClr val="20262C"/>
                </a:solidFill>
                <a:latin typeface="Arial"/>
                <a:ea typeface="Arial"/>
                <a:cs typeface="Arial"/>
              </a:defRPr>
            </a:pPr>
            <a:r>
              <a:rPr sz="3300" b="1">
                <a:solidFill>
                  <a:srgbClr val="20262C"/>
                </a:solidFill>
                <a:latin typeface="Arial"/>
                <a:ea typeface="Arial"/>
                <a:cs typeface="Arial"/>
              </a:rPr>
              <a:t>Preparing a company research assessment</a:t>
            </a:r>
          </a:p>
        </p:txBody>
      </p:sp>
      <p:sp>
        <p:nvSpPr>
          <p:cNvPr id="2" name="!!subtitle">
            <a:extLst xmlns:a="http://schemas.openxmlformats.org/drawingml/2006/main">
              <a:ext uri="{FF2B5EF4-FFF2-40B4-BE49-F238E27FC236}">
                <a16:creationId xmlns:a16="http://schemas.microsoft.com/office/drawing/2014/main" id="{AE01DF5D-18EE-4F7A-9A75-CDE45F0E1AC4}"/>
              </a:ext>
            </a:extLst>
          </p:cNvPr>
          <p:cNvSpPr>
            <a:spLocks xmlns:a="http://schemas.openxmlformats.org/drawingml/2006/main" noGrp="1"/>
          </p:cNvSpPr>
          <p:nvPr/>
        </p:nvSpPr>
        <p:spPr>
          <a:xfrm xmlns:a="http://schemas.openxmlformats.org/drawingml/2006/main">
            <a:off x="647700" y="1190625"/>
            <a:ext cx="139446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05A9C"/>
                </a:solidFill>
                <a:latin typeface="Arial"/>
                <a:ea typeface="Arial"/>
                <a:cs typeface="Arial"/>
              </a:defRPr>
            </a:defPPr>
            <a:lvl1pPr algn="l">
              <a:defRPr sz="1875" b="0">
                <a:solidFill>
                  <a:srgbClr val="005A9C"/>
                </a:solidFill>
                <a:latin typeface="Arial"/>
                <a:ea typeface="Arial"/>
                <a:cs typeface="Arial"/>
              </a:defRPr>
            </a:lvl1pPr>
            <a:lvl2pPr algn="l">
              <a:defRPr sz="1875" b="0">
                <a:solidFill>
                  <a:srgbClr val="005A9C"/>
                </a:solidFill>
                <a:latin typeface="Arial"/>
                <a:ea typeface="Arial"/>
                <a:cs typeface="Arial"/>
              </a:defRPr>
            </a:lvl2pPr>
            <a:lvl3pPr algn="l">
              <a:defRPr sz="1875" b="0">
                <a:solidFill>
                  <a:srgbClr val="005A9C"/>
                </a:solidFill>
                <a:latin typeface="Arial"/>
                <a:ea typeface="Arial"/>
                <a:cs typeface="Arial"/>
              </a:defRPr>
            </a:lvl3pPr>
            <a:lvl4pPr algn="l">
              <a:defRPr sz="1875" b="0">
                <a:solidFill>
                  <a:srgbClr val="005A9C"/>
                </a:solidFill>
                <a:latin typeface="Arial"/>
                <a:ea typeface="Arial"/>
                <a:cs typeface="Arial"/>
              </a:defRPr>
            </a:lvl4pPr>
            <a:lvl5pPr algn="l">
              <a:defRPr sz="1875" b="0">
                <a:solidFill>
                  <a:srgbClr val="005A9C"/>
                </a:solidFill>
                <a:latin typeface="Arial"/>
                <a:ea typeface="Arial"/>
                <a:cs typeface="Arial"/>
              </a:defRPr>
            </a:lvl5pPr>
            <a:lvl6pPr algn="l">
              <a:defRPr sz="1875" b="0">
                <a:solidFill>
                  <a:srgbClr val="005A9C"/>
                </a:solidFill>
                <a:latin typeface="Arial"/>
                <a:ea typeface="Arial"/>
                <a:cs typeface="Arial"/>
              </a:defRPr>
            </a:lvl6pPr>
            <a:lvl7pPr algn="l">
              <a:defRPr sz="1875" b="0">
                <a:solidFill>
                  <a:srgbClr val="005A9C"/>
                </a:solidFill>
                <a:latin typeface="Arial"/>
                <a:ea typeface="Arial"/>
                <a:cs typeface="Arial"/>
              </a:defRPr>
            </a:lvl7pPr>
            <a:lvl8pPr algn="l">
              <a:defRPr sz="1875" b="0">
                <a:solidFill>
                  <a:srgbClr val="005A9C"/>
                </a:solidFill>
                <a:latin typeface="Arial"/>
                <a:ea typeface="Arial"/>
                <a:cs typeface="Arial"/>
              </a:defRPr>
            </a:lvl8pPr>
            <a:lvl9pPr algn="l">
              <a:defRPr sz="1875" b="0">
                <a:solidFill>
                  <a:srgbClr val="005A9C"/>
                </a:solidFill>
                <a:latin typeface="Arial"/>
                <a:ea typeface="Arial"/>
                <a:cs typeface="Arial"/>
              </a:defRPr>
            </a:lvl9pPr>
          </a:lstStyle>
          <a:p xmlns:a="http://schemas.openxmlformats.org/drawingml/2006/main">
            <a:pPr algn="l">
              <a:defRPr sz="1875" b="0">
                <a:solidFill>
                  <a:srgbClr val="005A9C"/>
                </a:solidFill>
                <a:latin typeface="Arial"/>
                <a:ea typeface="Arial"/>
                <a:cs typeface="Arial"/>
              </a:defRPr>
            </a:pPr>
            <a:r>
              <a:rPr sz="1875" b="0">
                <a:solidFill>
                  <a:srgbClr val="005A9C"/>
                </a:solidFill>
                <a:latin typeface="Arial"/>
                <a:ea typeface="Arial"/>
                <a:cs typeface="Arial"/>
              </a:rPr>
              <a:t>Front office  /  Research  /  Workflow</a:t>
            </a:r>
          </a:p>
        </p:txBody>
      </p:sp>
      <p:sp>
        <p:nvSpPr>
          <p:cNvPr id="3" name="!!heading.rule">
            <a:extLst xmlns:a="http://schemas.openxmlformats.org/drawingml/2006/main">
              <a:ext uri="{FF2B5EF4-FFF2-40B4-BE49-F238E27FC236}">
                <a16:creationId xmlns:a16="http://schemas.microsoft.com/office/drawing/2014/main" id="{F5BEDB6E-74FF-4A16-8233-698B7B29291A}"/>
              </a:ext>
            </a:extLst>
          </p:cNvPr>
          <p:cNvSpPr>
            <a:spLocks xmlns:a="http://schemas.openxmlformats.org/drawingml/2006/main" noGrp="1"/>
          </p:cNvSpPr>
          <p:nvPr/>
        </p:nvSpPr>
        <p:spPr>
          <a:xfrm xmlns:a="http://schemas.openxmlformats.org/drawingml/2006/main" flipH="0" flipV="0">
            <a:off x="647700" y="1733550"/>
            <a:ext cx="13944600" cy="953"/>
          </a:xfrm>
          <a:prstGeom xmlns:a="http://schemas.openxmlformats.org/drawingml/2006/main" prst="line">
            <a:avLst/>
          </a:prstGeom>
          <a:noFill xmlns:a="http://schemas.openxmlformats.org/drawingml/2006/main"/>
          <a:ln xmlns:a="http://schemas.openxmlformats.org/drawingml/2006/main" w="11430">
            <a:solidFill>
              <a:srgbClr val="BCC6CF"/>
            </a:solidFill>
            <a:prstDash val="solid"/>
          </a:ln>
        </p:spPr>
      </p:sp>
      <p:sp>
        <p:nvSpPr>
          <p:cNvPr id="4" name="!!map.front">
            <a:extLst xmlns:a="http://schemas.openxmlformats.org/drawingml/2006/main">
              <a:ext uri="{FF2B5EF4-FFF2-40B4-BE49-F238E27FC236}">
                <a16:creationId xmlns:a16="http://schemas.microsoft.com/office/drawing/2014/main" id="{FEE3FFDF-2F1F-4F77-BE6D-8C1C9A058310}"/>
              </a:ext>
            </a:extLst>
          </p:cNvPr>
          <p:cNvSpPr>
            <a:spLocks xmlns:a="http://schemas.openxmlformats.org/drawingml/2006/main" noGrp="1"/>
          </p:cNvSpPr>
          <p:nvPr/>
        </p:nvSpPr>
        <p:spPr>
          <a:xfrm xmlns:a="http://schemas.openxmlformats.org/drawingml/2006/main">
            <a:off x="647700" y="1990725"/>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5" name="!!nav.front">
            <ns0:hlinkClick xmlns:ns0="http://schemas.openxmlformats.org/drawingml/2006/main" xmlns:ns1="http://schemas.openxmlformats.org/officeDocument/2006/relationships" ns1:id="rIdNavSlide4" action="ppaction://hlinksldjump" tooltip="Slide 4: Preparing a company research assessment"/>
            <a:extLst xmlns:a="http://schemas.openxmlformats.org/drawingml/2006/main">
              <a:ext uri="{FF2B5EF4-FFF2-40B4-BE49-F238E27FC236}">
                <a16:creationId xmlns:a16="http://schemas.microsoft.com/office/drawing/2014/main" id="{6458D54F-75E8-4AE7-9609-CE766899F2B9}"/>
              </a:ext>
            </a:extLst>
          </p:cNvPr>
          <p:cNvSpPr>
            <a:spLocks xmlns:a="http://schemas.openxmlformats.org/drawingml/2006/main" noGrp="1"/>
          </p:cNvSpPr>
          <p:nvPr/>
        </p:nvSpPr>
        <p:spPr>
          <a:xfrm xmlns:a="http://schemas.openxmlformats.org/drawingml/2006/main">
            <a:off x="647700" y="1990725"/>
            <a:ext cx="2609850" cy="409575"/>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FFFFFF"/>
                </a:solidFill>
                <a:latin typeface="Arial"/>
                <a:ea typeface="Arial"/>
                <a:cs typeface="Arial"/>
              </a:defRPr>
            </a:defPPr>
            <a:lvl1pPr algn="ctr">
              <a:defRPr sz="2025" b="1">
                <a:solidFill>
                  <a:srgbClr val="FFFFFF"/>
                </a:solidFill>
                <a:latin typeface="Arial"/>
                <a:ea typeface="Arial"/>
                <a:cs typeface="Arial"/>
              </a:defRPr>
            </a:lvl1pPr>
            <a:lvl2pPr algn="ctr">
              <a:defRPr sz="2025" b="1">
                <a:solidFill>
                  <a:srgbClr val="FFFFFF"/>
                </a:solidFill>
                <a:latin typeface="Arial"/>
                <a:ea typeface="Arial"/>
                <a:cs typeface="Arial"/>
              </a:defRPr>
            </a:lvl2pPr>
            <a:lvl3pPr algn="ctr">
              <a:defRPr sz="2025" b="1">
                <a:solidFill>
                  <a:srgbClr val="FFFFFF"/>
                </a:solidFill>
                <a:latin typeface="Arial"/>
                <a:ea typeface="Arial"/>
                <a:cs typeface="Arial"/>
              </a:defRPr>
            </a:lvl3pPr>
            <a:lvl4pPr algn="ctr">
              <a:defRPr sz="2025" b="1">
                <a:solidFill>
                  <a:srgbClr val="FFFFFF"/>
                </a:solidFill>
                <a:latin typeface="Arial"/>
                <a:ea typeface="Arial"/>
                <a:cs typeface="Arial"/>
              </a:defRPr>
            </a:lvl4pPr>
            <a:lvl5pPr algn="ctr">
              <a:defRPr sz="2025" b="1">
                <a:solidFill>
                  <a:srgbClr val="FFFFFF"/>
                </a:solidFill>
                <a:latin typeface="Arial"/>
                <a:ea typeface="Arial"/>
                <a:cs typeface="Arial"/>
              </a:defRPr>
            </a:lvl5pPr>
            <a:lvl6pPr algn="ctr">
              <a:defRPr sz="2025" b="1">
                <a:solidFill>
                  <a:srgbClr val="FFFFFF"/>
                </a:solidFill>
                <a:latin typeface="Arial"/>
                <a:ea typeface="Arial"/>
                <a:cs typeface="Arial"/>
              </a:defRPr>
            </a:lvl6pPr>
            <a:lvl7pPr algn="ctr">
              <a:defRPr sz="2025" b="1">
                <a:solidFill>
                  <a:srgbClr val="FFFFFF"/>
                </a:solidFill>
                <a:latin typeface="Arial"/>
                <a:ea typeface="Arial"/>
                <a:cs typeface="Arial"/>
              </a:defRPr>
            </a:lvl7pPr>
            <a:lvl8pPr algn="ctr">
              <a:defRPr sz="2025" b="1">
                <a:solidFill>
                  <a:srgbClr val="FFFFFF"/>
                </a:solidFill>
                <a:latin typeface="Arial"/>
                <a:ea typeface="Arial"/>
                <a:cs typeface="Arial"/>
              </a:defRPr>
            </a:lvl8pPr>
            <a:lvl9pPr algn="ctr">
              <a:defRPr sz="2025" b="1">
                <a:solidFill>
                  <a:srgbClr val="FFFFFF"/>
                </a:solidFill>
                <a:latin typeface="Arial"/>
                <a:ea typeface="Arial"/>
                <a:cs typeface="Arial"/>
              </a:defRPr>
            </a:lvl9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Front office</a:t>
            </a:r>
          </a:p>
        </p:txBody>
      </p:sp>
      <p:sp>
        <p:nvSpPr>
          <p:cNvPr id="6" name="!!task.research">
            <ns0:hlinkClick xmlns:ns0="http://schemas.openxmlformats.org/drawingml/2006/main" xmlns:ns1="http://schemas.openxmlformats.org/officeDocument/2006/relationships" ns1:id="rIdNavSlide4" action="ppaction://hlinksldjump" tooltip="Slide 4: Preparing a company research assessment"/>
            <a:extLst xmlns:a="http://schemas.openxmlformats.org/drawingml/2006/main">
              <a:ext uri="{FF2B5EF4-FFF2-40B4-BE49-F238E27FC236}">
                <a16:creationId xmlns:a16="http://schemas.microsoft.com/office/drawing/2014/main" id="{F3D3E1D6-93CC-42DE-BDFF-B0498D94DD74}"/>
              </a:ext>
            </a:extLst>
          </p:cNvPr>
          <p:cNvSpPr>
            <a:spLocks xmlns:a="http://schemas.openxmlformats.org/drawingml/2006/main" noGrp="1"/>
          </p:cNvSpPr>
          <p:nvPr/>
        </p:nvSpPr>
        <p:spPr>
          <a:xfrm xmlns:a="http://schemas.openxmlformats.org/drawingml/2006/main">
            <a:off x="762000" y="2495550"/>
            <a:ext cx="2381250" cy="304800"/>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1">
                <a:solidFill>
                  <a:srgbClr val="005A9C"/>
                </a:solidFill>
                <a:latin typeface="Arial"/>
                <a:ea typeface="Arial"/>
                <a:cs typeface="Arial"/>
              </a:defRPr>
            </a:defPPr>
            <a:lvl1pPr algn="ctr">
              <a:defRPr sz="1650" b="1">
                <a:solidFill>
                  <a:srgbClr val="005A9C"/>
                </a:solidFill>
                <a:latin typeface="Arial"/>
                <a:ea typeface="Arial"/>
                <a:cs typeface="Arial"/>
              </a:defRPr>
            </a:lvl1pPr>
            <a:lvl2pPr algn="ctr">
              <a:defRPr sz="1650" b="1">
                <a:solidFill>
                  <a:srgbClr val="005A9C"/>
                </a:solidFill>
                <a:latin typeface="Arial"/>
                <a:ea typeface="Arial"/>
                <a:cs typeface="Arial"/>
              </a:defRPr>
            </a:lvl2pPr>
            <a:lvl3pPr algn="ctr">
              <a:defRPr sz="1650" b="1">
                <a:solidFill>
                  <a:srgbClr val="005A9C"/>
                </a:solidFill>
                <a:latin typeface="Arial"/>
                <a:ea typeface="Arial"/>
                <a:cs typeface="Arial"/>
              </a:defRPr>
            </a:lvl3pPr>
            <a:lvl4pPr algn="ctr">
              <a:defRPr sz="1650" b="1">
                <a:solidFill>
                  <a:srgbClr val="005A9C"/>
                </a:solidFill>
                <a:latin typeface="Arial"/>
                <a:ea typeface="Arial"/>
                <a:cs typeface="Arial"/>
              </a:defRPr>
            </a:lvl4pPr>
            <a:lvl5pPr algn="ctr">
              <a:defRPr sz="1650" b="1">
                <a:solidFill>
                  <a:srgbClr val="005A9C"/>
                </a:solidFill>
                <a:latin typeface="Arial"/>
                <a:ea typeface="Arial"/>
                <a:cs typeface="Arial"/>
              </a:defRPr>
            </a:lvl5pPr>
            <a:lvl6pPr algn="ctr">
              <a:defRPr sz="1650" b="1">
                <a:solidFill>
                  <a:srgbClr val="005A9C"/>
                </a:solidFill>
                <a:latin typeface="Arial"/>
                <a:ea typeface="Arial"/>
                <a:cs typeface="Arial"/>
              </a:defRPr>
            </a:lvl6pPr>
            <a:lvl7pPr algn="ctr">
              <a:defRPr sz="1650" b="1">
                <a:solidFill>
                  <a:srgbClr val="005A9C"/>
                </a:solidFill>
                <a:latin typeface="Arial"/>
                <a:ea typeface="Arial"/>
                <a:cs typeface="Arial"/>
              </a:defRPr>
            </a:lvl7pPr>
            <a:lvl8pPr algn="ctr">
              <a:defRPr sz="1650" b="1">
                <a:solidFill>
                  <a:srgbClr val="005A9C"/>
                </a:solidFill>
                <a:latin typeface="Arial"/>
                <a:ea typeface="Arial"/>
                <a:cs typeface="Arial"/>
              </a:defRPr>
            </a:lvl8pPr>
            <a:lvl9pPr algn="ctr">
              <a:defRPr sz="1650" b="1">
                <a:solidFill>
                  <a:srgbClr val="005A9C"/>
                </a:solidFill>
                <a:latin typeface="Arial"/>
                <a:ea typeface="Arial"/>
                <a:cs typeface="Arial"/>
              </a:defRPr>
            </a:lvl9pPr>
          </a:lstStyle>
          <a:p xmlns:a="http://schemas.openxmlformats.org/drawingml/2006/main">
            <a:pPr algn="ctr">
              <a:defRPr sz="1650" b="1">
                <a:solidFill>
                  <a:srgbClr val="005A9C"/>
                </a:solidFill>
                <a:latin typeface="Arial"/>
                <a:ea typeface="Arial"/>
                <a:cs typeface="Arial"/>
              </a:defRPr>
            </a:pPr>
            <a:r>
              <a:rPr sz="1650" b="1">
                <a:solidFill>
                  <a:srgbClr val="005A9C"/>
                </a:solidFill>
                <a:latin typeface="Arial"/>
                <a:ea typeface="Arial"/>
                <a:cs typeface="Arial"/>
              </a:rPr>
              <a:t>Research</a:t>
            </a:r>
          </a:p>
        </p:txBody>
      </p:sp>
      <p:sp>
        <p:nvSpPr>
          <p:cNvPr id="7" name="!!task.trade">
            <ns0:hlinkClick xmlns:ns0="http://schemas.openxmlformats.org/drawingml/2006/main" xmlns:ns1="http://schemas.openxmlformats.org/officeDocument/2006/relationships" ns1:id="rIdNavSlide9" action="ppaction://hlinksldjump" tooltip="Slide 9: Preparing a bond quote request"/>
            <a:extLst xmlns:a="http://schemas.openxmlformats.org/drawingml/2006/main">
              <a:ext uri="{FF2B5EF4-FFF2-40B4-BE49-F238E27FC236}">
                <a16:creationId xmlns:a16="http://schemas.microsoft.com/office/drawing/2014/main" id="{8C7408BA-5485-4EA8-A738-4D139900B999}"/>
              </a:ext>
            </a:extLst>
          </p:cNvPr>
          <p:cNvSpPr>
            <a:spLocks xmlns:a="http://schemas.openxmlformats.org/drawingml/2006/main" noGrp="1"/>
          </p:cNvSpPr>
          <p:nvPr/>
        </p:nvSpPr>
        <p:spPr>
          <a:xfrm xmlns:a="http://schemas.openxmlformats.org/drawingml/2006/main">
            <a:off x="762000" y="280987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Trading support</a:t>
            </a:r>
          </a:p>
        </p:txBody>
      </p:sp>
      <p:sp>
        <p:nvSpPr>
          <p:cNvPr id="8" name="!!task.client">
            <ns0:hlinkClick xmlns:ns0="http://schemas.openxmlformats.org/drawingml/2006/main" xmlns:ns1="http://schemas.openxmlformats.org/officeDocument/2006/relationships" ns1:id="rIdNavSlide12" action="ppaction://hlinksldjump" tooltip="Slide 12: Preparing a quarterly client update"/>
            <a:extLst xmlns:a="http://schemas.openxmlformats.org/drawingml/2006/main">
              <a:ext uri="{FF2B5EF4-FFF2-40B4-BE49-F238E27FC236}">
                <a16:creationId xmlns:a16="http://schemas.microsoft.com/office/drawing/2014/main" id="{14D6F0B0-3053-430D-8AEF-66661BEC8FCC}"/>
              </a:ext>
            </a:extLst>
          </p:cNvPr>
          <p:cNvSpPr>
            <a:spLocks xmlns:a="http://schemas.openxmlformats.org/drawingml/2006/main" noGrp="1"/>
          </p:cNvSpPr>
          <p:nvPr/>
        </p:nvSpPr>
        <p:spPr>
          <a:xfrm xmlns:a="http://schemas.openxmlformats.org/drawingml/2006/main">
            <a:off x="762000" y="312420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Client materials</a:t>
            </a:r>
          </a:p>
        </p:txBody>
      </p:sp>
      <p:sp>
        <p:nvSpPr>
          <p:cNvPr id="9" name="!!map.middle">
            <a:extLst xmlns:a="http://schemas.openxmlformats.org/drawingml/2006/main">
              <a:ext uri="{FF2B5EF4-FFF2-40B4-BE49-F238E27FC236}">
                <a16:creationId xmlns:a16="http://schemas.microsoft.com/office/drawing/2014/main" id="{F35ED94B-4995-411A-ADF5-DF828EA1ED17}"/>
              </a:ext>
            </a:extLst>
          </p:cNvPr>
          <p:cNvSpPr>
            <a:spLocks xmlns:a="http://schemas.openxmlformats.org/drawingml/2006/main" noGrp="1"/>
          </p:cNvSpPr>
          <p:nvPr/>
        </p:nvSpPr>
        <p:spPr>
          <a:xfrm xmlns:a="http://schemas.openxmlformats.org/drawingml/2006/main">
            <a:off x="647700" y="3657600"/>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10" name="!!nav.middle">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54C28E5E-FC17-4DB5-8D17-BBB9E6B5F85B}"/>
              </a:ext>
            </a:extLst>
          </p:cNvPr>
          <p:cNvSpPr>
            <a:spLocks xmlns:a="http://schemas.openxmlformats.org/drawingml/2006/main" noGrp="1"/>
          </p:cNvSpPr>
          <p:nvPr/>
        </p:nvSpPr>
        <p:spPr>
          <a:xfrm xmlns:a="http://schemas.openxmlformats.org/drawingml/2006/main">
            <a:off x="647700" y="3657600"/>
            <a:ext cx="2609850" cy="409575"/>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005A9C"/>
                </a:solidFill>
                <a:latin typeface="Arial"/>
                <a:ea typeface="Arial"/>
                <a:cs typeface="Arial"/>
              </a:defRPr>
            </a:defPPr>
            <a:lvl1pPr algn="ctr">
              <a:defRPr sz="2025" b="1">
                <a:solidFill>
                  <a:srgbClr val="005A9C"/>
                </a:solidFill>
                <a:latin typeface="Arial"/>
                <a:ea typeface="Arial"/>
                <a:cs typeface="Arial"/>
              </a:defRPr>
            </a:lvl1pPr>
            <a:lvl2pPr algn="ctr">
              <a:defRPr sz="2025" b="1">
                <a:solidFill>
                  <a:srgbClr val="005A9C"/>
                </a:solidFill>
                <a:latin typeface="Arial"/>
                <a:ea typeface="Arial"/>
                <a:cs typeface="Arial"/>
              </a:defRPr>
            </a:lvl2pPr>
            <a:lvl3pPr algn="ctr">
              <a:defRPr sz="2025" b="1">
                <a:solidFill>
                  <a:srgbClr val="005A9C"/>
                </a:solidFill>
                <a:latin typeface="Arial"/>
                <a:ea typeface="Arial"/>
                <a:cs typeface="Arial"/>
              </a:defRPr>
            </a:lvl3pPr>
            <a:lvl4pPr algn="ctr">
              <a:defRPr sz="2025" b="1">
                <a:solidFill>
                  <a:srgbClr val="005A9C"/>
                </a:solidFill>
                <a:latin typeface="Arial"/>
                <a:ea typeface="Arial"/>
                <a:cs typeface="Arial"/>
              </a:defRPr>
            </a:lvl4pPr>
            <a:lvl5pPr algn="ctr">
              <a:defRPr sz="2025" b="1">
                <a:solidFill>
                  <a:srgbClr val="005A9C"/>
                </a:solidFill>
                <a:latin typeface="Arial"/>
                <a:ea typeface="Arial"/>
                <a:cs typeface="Arial"/>
              </a:defRPr>
            </a:lvl5pPr>
            <a:lvl6pPr algn="ctr">
              <a:defRPr sz="2025" b="1">
                <a:solidFill>
                  <a:srgbClr val="005A9C"/>
                </a:solidFill>
                <a:latin typeface="Arial"/>
                <a:ea typeface="Arial"/>
                <a:cs typeface="Arial"/>
              </a:defRPr>
            </a:lvl6pPr>
            <a:lvl7pPr algn="ctr">
              <a:defRPr sz="2025" b="1">
                <a:solidFill>
                  <a:srgbClr val="005A9C"/>
                </a:solidFill>
                <a:latin typeface="Arial"/>
                <a:ea typeface="Arial"/>
                <a:cs typeface="Arial"/>
              </a:defRPr>
            </a:lvl7pPr>
            <a:lvl8pPr algn="ctr">
              <a:defRPr sz="2025" b="1">
                <a:solidFill>
                  <a:srgbClr val="005A9C"/>
                </a:solidFill>
                <a:latin typeface="Arial"/>
                <a:ea typeface="Arial"/>
                <a:cs typeface="Arial"/>
              </a:defRPr>
            </a:lvl8pPr>
            <a:lvl9pPr algn="ctr">
              <a:defRPr sz="2025" b="1">
                <a:solidFill>
                  <a:srgbClr val="005A9C"/>
                </a:solidFill>
                <a:latin typeface="Arial"/>
                <a:ea typeface="Arial"/>
                <a:cs typeface="Arial"/>
              </a:defRPr>
            </a:lvl9pPr>
          </a:lstStyle>
          <a:p xmlns:a="http://schemas.openxmlformats.org/drawingml/2006/main">
            <a:pPr algn="ctr">
              <a:defRPr sz="2025" b="1">
                <a:solidFill>
                  <a:srgbClr val="005A9C"/>
                </a:solidFill>
                <a:latin typeface="Arial"/>
                <a:ea typeface="Arial"/>
                <a:cs typeface="Arial"/>
              </a:defRPr>
            </a:pPr>
            <a:r>
              <a:rPr sz="2025" b="1">
                <a:solidFill>
                  <a:srgbClr val="005A9C"/>
                </a:solidFill>
                <a:latin typeface="Arial"/>
                <a:ea typeface="Arial"/>
                <a:cs typeface="Arial"/>
              </a:rPr>
              <a:t>Middle office</a:t>
            </a:r>
          </a:p>
        </p:txBody>
      </p:sp>
      <p:sp>
        <p:nvSpPr>
          <p:cNvPr id="11" name="!!task.review">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78F83FDD-6FA8-4D72-8635-83FED5B1D410}"/>
              </a:ext>
            </a:extLst>
          </p:cNvPr>
          <p:cNvSpPr>
            <a:spLocks xmlns:a="http://schemas.openxmlformats.org/drawingml/2006/main" noGrp="1"/>
          </p:cNvSpPr>
          <p:nvPr/>
        </p:nvSpPr>
        <p:spPr>
          <a:xfrm xmlns:a="http://schemas.openxmlformats.org/drawingml/2006/main">
            <a:off x="762000" y="416242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Content review</a:t>
            </a:r>
          </a:p>
        </p:txBody>
      </p:sp>
      <p:sp>
        <p:nvSpPr>
          <p:cNvPr id="12" name="!!task.risk">
            <ns0:hlinkClick xmlns:ns0="http://schemas.openxmlformats.org/drawingml/2006/main" xmlns:ns1="http://schemas.openxmlformats.org/officeDocument/2006/relationships" ns1:id="rIdNavSlide19" action="ppaction://hlinksldjump" tooltip="Slide 19: Investigating a risk alert"/>
            <a:extLst xmlns:a="http://schemas.openxmlformats.org/drawingml/2006/main">
              <a:ext uri="{FF2B5EF4-FFF2-40B4-BE49-F238E27FC236}">
                <a16:creationId xmlns:a16="http://schemas.microsoft.com/office/drawing/2014/main" id="{B58C7964-6D18-4046-A004-82E2D8BD04EB}"/>
              </a:ext>
            </a:extLst>
          </p:cNvPr>
          <p:cNvSpPr>
            <a:spLocks xmlns:a="http://schemas.openxmlformats.org/drawingml/2006/main" noGrp="1"/>
          </p:cNvSpPr>
          <p:nvPr/>
        </p:nvSpPr>
        <p:spPr>
          <a:xfrm xmlns:a="http://schemas.openxmlformats.org/drawingml/2006/main">
            <a:off x="762000" y="447675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Risk analysis</a:t>
            </a:r>
          </a:p>
        </p:txBody>
      </p:sp>
      <p:sp>
        <p:nvSpPr>
          <p:cNvPr id="13" name="!!map.back">
            <a:extLst xmlns:a="http://schemas.openxmlformats.org/drawingml/2006/main">
              <a:ext uri="{FF2B5EF4-FFF2-40B4-BE49-F238E27FC236}">
                <a16:creationId xmlns:a16="http://schemas.microsoft.com/office/drawing/2014/main" id="{370D246B-BDBB-45C3-904E-1D4879ACAB68}"/>
              </a:ext>
            </a:extLst>
          </p:cNvPr>
          <p:cNvSpPr>
            <a:spLocks xmlns:a="http://schemas.openxmlformats.org/drawingml/2006/main" noGrp="1"/>
          </p:cNvSpPr>
          <p:nvPr/>
        </p:nvSpPr>
        <p:spPr>
          <a:xfrm xmlns:a="http://schemas.openxmlformats.org/drawingml/2006/main">
            <a:off x="647700" y="5324475"/>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14" name="!!nav.back">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5F05F275-0B39-4C00-B777-4DA4EE482ADD}"/>
              </a:ext>
            </a:extLst>
          </p:cNvPr>
          <p:cNvSpPr>
            <a:spLocks xmlns:a="http://schemas.openxmlformats.org/drawingml/2006/main" noGrp="1"/>
          </p:cNvSpPr>
          <p:nvPr/>
        </p:nvSpPr>
        <p:spPr>
          <a:xfrm xmlns:a="http://schemas.openxmlformats.org/drawingml/2006/main">
            <a:off x="647700" y="5324475"/>
            <a:ext cx="2609850" cy="409575"/>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005A9C"/>
                </a:solidFill>
                <a:latin typeface="Arial"/>
                <a:ea typeface="Arial"/>
                <a:cs typeface="Arial"/>
              </a:defRPr>
            </a:defPPr>
            <a:lvl1pPr algn="ctr">
              <a:defRPr sz="2025" b="1">
                <a:solidFill>
                  <a:srgbClr val="005A9C"/>
                </a:solidFill>
                <a:latin typeface="Arial"/>
                <a:ea typeface="Arial"/>
                <a:cs typeface="Arial"/>
              </a:defRPr>
            </a:lvl1pPr>
            <a:lvl2pPr algn="ctr">
              <a:defRPr sz="2025" b="1">
                <a:solidFill>
                  <a:srgbClr val="005A9C"/>
                </a:solidFill>
                <a:latin typeface="Arial"/>
                <a:ea typeface="Arial"/>
                <a:cs typeface="Arial"/>
              </a:defRPr>
            </a:lvl2pPr>
            <a:lvl3pPr algn="ctr">
              <a:defRPr sz="2025" b="1">
                <a:solidFill>
                  <a:srgbClr val="005A9C"/>
                </a:solidFill>
                <a:latin typeface="Arial"/>
                <a:ea typeface="Arial"/>
                <a:cs typeface="Arial"/>
              </a:defRPr>
            </a:lvl3pPr>
            <a:lvl4pPr algn="ctr">
              <a:defRPr sz="2025" b="1">
                <a:solidFill>
                  <a:srgbClr val="005A9C"/>
                </a:solidFill>
                <a:latin typeface="Arial"/>
                <a:ea typeface="Arial"/>
                <a:cs typeface="Arial"/>
              </a:defRPr>
            </a:lvl4pPr>
            <a:lvl5pPr algn="ctr">
              <a:defRPr sz="2025" b="1">
                <a:solidFill>
                  <a:srgbClr val="005A9C"/>
                </a:solidFill>
                <a:latin typeface="Arial"/>
                <a:ea typeface="Arial"/>
                <a:cs typeface="Arial"/>
              </a:defRPr>
            </a:lvl5pPr>
            <a:lvl6pPr algn="ctr">
              <a:defRPr sz="2025" b="1">
                <a:solidFill>
                  <a:srgbClr val="005A9C"/>
                </a:solidFill>
                <a:latin typeface="Arial"/>
                <a:ea typeface="Arial"/>
                <a:cs typeface="Arial"/>
              </a:defRPr>
            </a:lvl6pPr>
            <a:lvl7pPr algn="ctr">
              <a:defRPr sz="2025" b="1">
                <a:solidFill>
                  <a:srgbClr val="005A9C"/>
                </a:solidFill>
                <a:latin typeface="Arial"/>
                <a:ea typeface="Arial"/>
                <a:cs typeface="Arial"/>
              </a:defRPr>
            </a:lvl7pPr>
            <a:lvl8pPr algn="ctr">
              <a:defRPr sz="2025" b="1">
                <a:solidFill>
                  <a:srgbClr val="005A9C"/>
                </a:solidFill>
                <a:latin typeface="Arial"/>
                <a:ea typeface="Arial"/>
                <a:cs typeface="Arial"/>
              </a:defRPr>
            </a:lvl8pPr>
            <a:lvl9pPr algn="ctr">
              <a:defRPr sz="2025" b="1">
                <a:solidFill>
                  <a:srgbClr val="005A9C"/>
                </a:solidFill>
                <a:latin typeface="Arial"/>
                <a:ea typeface="Arial"/>
                <a:cs typeface="Arial"/>
              </a:defRPr>
            </a:lvl9pPr>
          </a:lstStyle>
          <a:p xmlns:a="http://schemas.openxmlformats.org/drawingml/2006/main">
            <a:pPr algn="ctr">
              <a:defRPr sz="2025" b="1">
                <a:solidFill>
                  <a:srgbClr val="005A9C"/>
                </a:solidFill>
                <a:latin typeface="Arial"/>
                <a:ea typeface="Arial"/>
                <a:cs typeface="Arial"/>
              </a:defRPr>
            </a:pPr>
            <a:r>
              <a:rPr sz="2025" b="1">
                <a:solidFill>
                  <a:srgbClr val="005A9C"/>
                </a:solidFill>
                <a:latin typeface="Arial"/>
                <a:ea typeface="Arial"/>
                <a:cs typeface="Arial"/>
              </a:rPr>
              <a:t>Back office</a:t>
            </a:r>
          </a:p>
        </p:txBody>
      </p:sp>
      <p:sp>
        <p:nvSpPr>
          <p:cNvPr id="15" name="!!task.files">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C9C3CA21-6220-42F0-955B-7188303D916E}"/>
              </a:ext>
            </a:extLst>
          </p:cNvPr>
          <p:cNvSpPr>
            <a:spLocks xmlns:a="http://schemas.openxmlformats.org/drawingml/2006/main" noGrp="1"/>
          </p:cNvSpPr>
          <p:nvPr/>
        </p:nvSpPr>
        <p:spPr>
          <a:xfrm xmlns:a="http://schemas.openxmlformats.org/drawingml/2006/main">
            <a:off x="762000" y="582930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Document processing</a:t>
            </a:r>
          </a:p>
        </p:txBody>
      </p:sp>
      <p:sp>
        <p:nvSpPr>
          <p:cNvPr id="16" name="!!task.dev">
            <ns0:hlinkClick xmlns:ns0="http://schemas.openxmlformats.org/drawingml/2006/main" xmlns:ns1="http://schemas.openxmlformats.org/officeDocument/2006/relationships" ns1:id="rIdNavSlide25" action="ppaction://hlinksldjump" tooltip="Slide 25: Turning a business request into a working tool"/>
            <a:extLst xmlns:a="http://schemas.openxmlformats.org/drawingml/2006/main">
              <a:ext uri="{FF2B5EF4-FFF2-40B4-BE49-F238E27FC236}">
                <a16:creationId xmlns:a16="http://schemas.microsoft.com/office/drawing/2014/main" id="{D4FC94F2-C945-4770-9212-07AB4BD57C59}"/>
              </a:ext>
            </a:extLst>
          </p:cNvPr>
          <p:cNvSpPr>
            <a:spLocks xmlns:a="http://schemas.openxmlformats.org/drawingml/2006/main" noGrp="1"/>
          </p:cNvSpPr>
          <p:nvPr/>
        </p:nvSpPr>
        <p:spPr>
          <a:xfrm xmlns:a="http://schemas.openxmlformats.org/drawingml/2006/main">
            <a:off x="762000" y="614362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Tool development</a:t>
            </a:r>
          </a:p>
        </p:txBody>
      </p:sp>
      <p:sp>
        <p:nvSpPr>
          <p:cNvPr id="17" name="!!map.separator">
            <a:extLst xmlns:a="http://schemas.openxmlformats.org/drawingml/2006/main">
              <a:ext uri="{FF2B5EF4-FFF2-40B4-BE49-F238E27FC236}">
                <a16:creationId xmlns:a16="http://schemas.microsoft.com/office/drawing/2014/main" id="{B1686BE0-CF4F-418E-B2C6-9506641EE2F2}"/>
              </a:ext>
            </a:extLst>
          </p:cNvPr>
          <p:cNvSpPr>
            <a:spLocks xmlns:a="http://schemas.openxmlformats.org/drawingml/2006/main" noGrp="1"/>
          </p:cNvSpPr>
          <p:nvPr/>
        </p:nvSpPr>
        <p:spPr>
          <a:xfrm xmlns:a="http://schemas.openxmlformats.org/drawingml/2006/main" flipH="0" flipV="0">
            <a:off x="3600450" y="1990725"/>
            <a:ext cx="953" cy="5076825"/>
          </a:xfrm>
          <a:prstGeom xmlns:a="http://schemas.openxmlformats.org/drawingml/2006/main" prst="line">
            <a:avLst/>
          </a:prstGeom>
          <a:noFill xmlns:a="http://schemas.openxmlformats.org/drawingml/2006/main"/>
          <a:ln xmlns:a="http://schemas.openxmlformats.org/drawingml/2006/main" w="9525">
            <a:solidFill>
              <a:srgbClr val="BCC6CF"/>
            </a:solidFill>
            <a:prstDash val="solid"/>
          </a:ln>
        </p:spPr>
      </p:sp>
      <p:sp>
        <p:nvSpPr>
          <p:cNvPr id="18" name="!!example">
            <a:extLst xmlns:a="http://schemas.openxmlformats.org/drawingml/2006/main">
              <a:ext uri="{FF2B5EF4-FFF2-40B4-BE49-F238E27FC236}">
                <a16:creationId xmlns:a16="http://schemas.microsoft.com/office/drawing/2014/main" id="{10CA1507-13D1-48CB-BF58-BE0DCA054C63}"/>
              </a:ext>
            </a:extLst>
          </p:cNvPr>
          <p:cNvSpPr>
            <a:spLocks xmlns:a="http://schemas.openxmlformats.org/drawingml/2006/main" noGrp="1"/>
          </p:cNvSpPr>
          <p:nvPr/>
        </p:nvSpPr>
        <p:spPr>
          <a:xfrm xmlns:a="http://schemas.openxmlformats.org/drawingml/2006/main">
            <a:off x="13906500" y="1238250"/>
            <a:ext cx="685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707C88"/>
                </a:solidFill>
                <a:latin typeface="Arial"/>
                <a:ea typeface="Arial"/>
                <a:cs typeface="Arial"/>
              </a:defRPr>
            </a:defPPr>
            <a:lvl1pPr algn="r">
              <a:defRPr sz="1350" b="0">
                <a:solidFill>
                  <a:srgbClr val="707C88"/>
                </a:solidFill>
                <a:latin typeface="Arial"/>
                <a:ea typeface="Arial"/>
                <a:cs typeface="Arial"/>
              </a:defRPr>
            </a:lvl1pPr>
            <a:lvl2pPr algn="r">
              <a:defRPr sz="1350" b="0">
                <a:solidFill>
                  <a:srgbClr val="707C88"/>
                </a:solidFill>
                <a:latin typeface="Arial"/>
                <a:ea typeface="Arial"/>
                <a:cs typeface="Arial"/>
              </a:defRPr>
            </a:lvl2pPr>
            <a:lvl3pPr algn="r">
              <a:defRPr sz="1350" b="0">
                <a:solidFill>
                  <a:srgbClr val="707C88"/>
                </a:solidFill>
                <a:latin typeface="Arial"/>
                <a:ea typeface="Arial"/>
                <a:cs typeface="Arial"/>
              </a:defRPr>
            </a:lvl3pPr>
            <a:lvl4pPr algn="r">
              <a:defRPr sz="1350" b="0">
                <a:solidFill>
                  <a:srgbClr val="707C88"/>
                </a:solidFill>
                <a:latin typeface="Arial"/>
                <a:ea typeface="Arial"/>
                <a:cs typeface="Arial"/>
              </a:defRPr>
            </a:lvl4pPr>
            <a:lvl5pPr algn="r">
              <a:defRPr sz="1350" b="0">
                <a:solidFill>
                  <a:srgbClr val="707C88"/>
                </a:solidFill>
                <a:latin typeface="Arial"/>
                <a:ea typeface="Arial"/>
                <a:cs typeface="Arial"/>
              </a:defRPr>
            </a:lvl5pPr>
            <a:lvl6pPr algn="r">
              <a:defRPr sz="1350" b="0">
                <a:solidFill>
                  <a:srgbClr val="707C88"/>
                </a:solidFill>
                <a:latin typeface="Arial"/>
                <a:ea typeface="Arial"/>
                <a:cs typeface="Arial"/>
              </a:defRPr>
            </a:lvl6pPr>
            <a:lvl7pPr algn="r">
              <a:defRPr sz="1350" b="0">
                <a:solidFill>
                  <a:srgbClr val="707C88"/>
                </a:solidFill>
                <a:latin typeface="Arial"/>
                <a:ea typeface="Arial"/>
                <a:cs typeface="Arial"/>
              </a:defRPr>
            </a:lvl7pPr>
            <a:lvl8pPr algn="r">
              <a:defRPr sz="1350" b="0">
                <a:solidFill>
                  <a:srgbClr val="707C88"/>
                </a:solidFill>
                <a:latin typeface="Arial"/>
                <a:ea typeface="Arial"/>
                <a:cs typeface="Arial"/>
              </a:defRPr>
            </a:lvl8pPr>
            <a:lvl9pPr algn="r">
              <a:defRPr sz="1350" b="0">
                <a:solidFill>
                  <a:srgbClr val="707C88"/>
                </a:solidFill>
                <a:latin typeface="Arial"/>
                <a:ea typeface="Arial"/>
                <a:cs typeface="Arial"/>
              </a:defRPr>
            </a:lvl9pPr>
          </a:lstStyle>
          <a:p xmlns:a="http://schemas.openxmlformats.org/drawingml/2006/main">
            <a:pPr algn="r">
              <a:defRPr sz="1350" b="0">
                <a:solidFill>
                  <a:srgbClr val="707C88"/>
                </a:solidFill>
                <a:latin typeface="Arial"/>
                <a:ea typeface="Arial"/>
                <a:cs typeface="Arial"/>
              </a:defRPr>
            </a:pPr>
            <a:r>
              <a:rPr sz="1350" b="0">
                <a:solidFill>
                  <a:srgbClr val="707C88"/>
                </a:solidFill>
                <a:latin typeface="Arial"/>
                <a:ea typeface="Arial"/>
                <a:cs typeface="Arial"/>
              </a:rPr>
              <a:t>Example</a:t>
            </a:r>
          </a:p>
        </p:txBody>
      </p:sp>
      <p:sp>
        <p:nvSpPr>
          <p:cNvPr id="19" name="!!nav.home">
            <ns0:hlinkClick xmlns:ns0="http://schemas.openxmlformats.org/drawingml/2006/main" xmlns:ns1="http://schemas.openxmlformats.org/officeDocument/2006/relationships" ns1:id="rIdNavSlide3" action="ppaction://hlinksldjump" tooltip="Slide 3: Seven workflows across the firm"/>
            <a:extLst xmlns:a="http://schemas.openxmlformats.org/drawingml/2006/main">
              <a:ext uri="{FF2B5EF4-FFF2-40B4-BE49-F238E27FC236}">
                <a16:creationId xmlns:a16="http://schemas.microsoft.com/office/drawing/2014/main" id="{E9C0E5C3-8DFE-4661-9837-49777C9436AA}"/>
              </a:ext>
            </a:extLst>
          </p:cNvPr>
          <p:cNvSpPr>
            <a:spLocks xmlns:a="http://schemas.openxmlformats.org/drawingml/2006/main" noGrp="1"/>
          </p:cNvSpPr>
          <p:nvPr/>
        </p:nvSpPr>
        <p:spPr>
          <a:xfrm xmlns:a="http://schemas.openxmlformats.org/drawingml/2006/main">
            <a:off x="647700" y="7496175"/>
            <a:ext cx="26098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BCC6CF"/>
            </a:solidFill>
            <a:prstDash val="solid"/>
          </a:ln>
        </p:spPr>
        <p:txBody>
          <a:bodyPr xmlns:a="http://schemas.openxmlformats.org/drawingml/2006/main" wrap="square" lIns="114300" tIns="0" rIns="114300" bIns="0" anchor="ctr">
            <a:noAutofit/>
          </a:bodyPr>
          <a:lstStyle xmlns:a="http://schemas.openxmlformats.org/drawingml/2006/main">
            <a:defPPr algn="ctr">
              <a:defRPr sz="1800" b="1">
                <a:solidFill>
                  <a:srgbClr val="005A9C"/>
                </a:solidFill>
                <a:latin typeface="Arial"/>
                <a:ea typeface="Arial"/>
                <a:cs typeface="Arial"/>
              </a:defRPr>
            </a:defPPr>
            <a:lvl1pPr algn="ctr">
              <a:defRPr sz="1800" b="1">
                <a:solidFill>
                  <a:srgbClr val="005A9C"/>
                </a:solidFill>
                <a:latin typeface="Arial"/>
                <a:ea typeface="Arial"/>
                <a:cs typeface="Arial"/>
              </a:defRPr>
            </a:lvl1pPr>
            <a:lvl2pPr algn="ctr">
              <a:defRPr sz="1800" b="1">
                <a:solidFill>
                  <a:srgbClr val="005A9C"/>
                </a:solidFill>
                <a:latin typeface="Arial"/>
                <a:ea typeface="Arial"/>
                <a:cs typeface="Arial"/>
              </a:defRPr>
            </a:lvl2pPr>
            <a:lvl3pPr algn="ctr">
              <a:defRPr sz="1800" b="1">
                <a:solidFill>
                  <a:srgbClr val="005A9C"/>
                </a:solidFill>
                <a:latin typeface="Arial"/>
                <a:ea typeface="Arial"/>
                <a:cs typeface="Arial"/>
              </a:defRPr>
            </a:lvl3pPr>
            <a:lvl4pPr algn="ctr">
              <a:defRPr sz="1800" b="1">
                <a:solidFill>
                  <a:srgbClr val="005A9C"/>
                </a:solidFill>
                <a:latin typeface="Arial"/>
                <a:ea typeface="Arial"/>
                <a:cs typeface="Arial"/>
              </a:defRPr>
            </a:lvl4pPr>
            <a:lvl5pPr algn="ctr">
              <a:defRPr sz="1800" b="1">
                <a:solidFill>
                  <a:srgbClr val="005A9C"/>
                </a:solidFill>
                <a:latin typeface="Arial"/>
                <a:ea typeface="Arial"/>
                <a:cs typeface="Arial"/>
              </a:defRPr>
            </a:lvl5pPr>
            <a:lvl6pPr algn="ctr">
              <a:defRPr sz="1800" b="1">
                <a:solidFill>
                  <a:srgbClr val="005A9C"/>
                </a:solidFill>
                <a:latin typeface="Arial"/>
                <a:ea typeface="Arial"/>
                <a:cs typeface="Arial"/>
              </a:defRPr>
            </a:lvl6pPr>
            <a:lvl7pPr algn="ctr">
              <a:defRPr sz="1800" b="1">
                <a:solidFill>
                  <a:srgbClr val="005A9C"/>
                </a:solidFill>
                <a:latin typeface="Arial"/>
                <a:ea typeface="Arial"/>
                <a:cs typeface="Arial"/>
              </a:defRPr>
            </a:lvl7pPr>
            <a:lvl8pPr algn="ctr">
              <a:defRPr sz="1800" b="1">
                <a:solidFill>
                  <a:srgbClr val="005A9C"/>
                </a:solidFill>
                <a:latin typeface="Arial"/>
                <a:ea typeface="Arial"/>
                <a:cs typeface="Arial"/>
              </a:defRPr>
            </a:lvl8pPr>
            <a:lvl9pPr algn="ctr">
              <a:defRPr sz="1800" b="1">
                <a:solidFill>
                  <a:srgbClr val="005A9C"/>
                </a:solidFill>
                <a:latin typeface="Arial"/>
                <a:ea typeface="Arial"/>
                <a:cs typeface="Arial"/>
              </a:defRPr>
            </a:lvl9pPr>
          </a:lstStyle>
          <a:p xmlns:a="http://schemas.openxmlformats.org/drawingml/2006/main">
            <a:pPr algn="ctr">
              <a:defRPr sz="1800" b="1">
                <a:solidFill>
                  <a:srgbClr val="005A9C"/>
                </a:solidFill>
                <a:latin typeface="Arial"/>
                <a:ea typeface="Arial"/>
                <a:cs typeface="Arial"/>
              </a:defRPr>
            </a:pPr>
            <a:r>
              <a:rPr sz="1800" b="1">
                <a:solidFill>
                  <a:srgbClr val="005A9C"/>
                </a:solidFill>
                <a:latin typeface="Arial"/>
                <a:ea typeface="Arial"/>
                <a:cs typeface="Arial"/>
              </a:rPr>
              <a:t>Firm overview</a:t>
            </a:r>
          </a:p>
        </p:txBody>
      </p:sp>
      <p:sp>
        <p:nvSpPr>
          <p:cNvPr id="20" name="!!page">
            <a:extLst xmlns:a="http://schemas.openxmlformats.org/drawingml/2006/main">
              <a:ext uri="{FF2B5EF4-FFF2-40B4-BE49-F238E27FC236}">
                <a16:creationId xmlns:a16="http://schemas.microsoft.com/office/drawing/2014/main" id="{B03804BC-FB87-4C57-AB07-96BFE7BF1F67}"/>
              </a:ext>
            </a:extLst>
          </p:cNvPr>
          <p:cNvSpPr>
            <a:spLocks xmlns:a="http://schemas.openxmlformats.org/drawingml/2006/main" noGrp="1"/>
          </p:cNvSpPr>
          <p:nvPr/>
        </p:nvSpPr>
        <p:spPr>
          <a:xfrm xmlns:a="http://schemas.openxmlformats.org/drawingml/2006/main">
            <a:off x="11144250" y="7591425"/>
            <a:ext cx="904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650" b="0">
                <a:solidFill>
                  <a:srgbClr val="707C88"/>
                </a:solidFill>
                <a:latin typeface="Arial"/>
                <a:ea typeface="Arial"/>
                <a:cs typeface="Arial"/>
              </a:defRPr>
            </a:defPPr>
            <a:lvl1pPr algn="r">
              <a:defRPr sz="1650" b="0">
                <a:solidFill>
                  <a:srgbClr val="707C88"/>
                </a:solidFill>
                <a:latin typeface="Arial"/>
                <a:ea typeface="Arial"/>
                <a:cs typeface="Arial"/>
              </a:defRPr>
            </a:lvl1pPr>
            <a:lvl2pPr algn="r">
              <a:defRPr sz="1650" b="0">
                <a:solidFill>
                  <a:srgbClr val="707C88"/>
                </a:solidFill>
                <a:latin typeface="Arial"/>
                <a:ea typeface="Arial"/>
                <a:cs typeface="Arial"/>
              </a:defRPr>
            </a:lvl2pPr>
            <a:lvl3pPr algn="r">
              <a:defRPr sz="1650" b="0">
                <a:solidFill>
                  <a:srgbClr val="707C88"/>
                </a:solidFill>
                <a:latin typeface="Arial"/>
                <a:ea typeface="Arial"/>
                <a:cs typeface="Arial"/>
              </a:defRPr>
            </a:lvl3pPr>
            <a:lvl4pPr algn="r">
              <a:defRPr sz="1650" b="0">
                <a:solidFill>
                  <a:srgbClr val="707C88"/>
                </a:solidFill>
                <a:latin typeface="Arial"/>
                <a:ea typeface="Arial"/>
                <a:cs typeface="Arial"/>
              </a:defRPr>
            </a:lvl4pPr>
            <a:lvl5pPr algn="r">
              <a:defRPr sz="1650" b="0">
                <a:solidFill>
                  <a:srgbClr val="707C88"/>
                </a:solidFill>
                <a:latin typeface="Arial"/>
                <a:ea typeface="Arial"/>
                <a:cs typeface="Arial"/>
              </a:defRPr>
            </a:lvl5pPr>
            <a:lvl6pPr algn="r">
              <a:defRPr sz="1650" b="0">
                <a:solidFill>
                  <a:srgbClr val="707C88"/>
                </a:solidFill>
                <a:latin typeface="Arial"/>
                <a:ea typeface="Arial"/>
                <a:cs typeface="Arial"/>
              </a:defRPr>
            </a:lvl6pPr>
            <a:lvl7pPr algn="r">
              <a:defRPr sz="1650" b="0">
                <a:solidFill>
                  <a:srgbClr val="707C88"/>
                </a:solidFill>
                <a:latin typeface="Arial"/>
                <a:ea typeface="Arial"/>
                <a:cs typeface="Arial"/>
              </a:defRPr>
            </a:lvl7pPr>
            <a:lvl8pPr algn="r">
              <a:defRPr sz="1650" b="0">
                <a:solidFill>
                  <a:srgbClr val="707C88"/>
                </a:solidFill>
                <a:latin typeface="Arial"/>
                <a:ea typeface="Arial"/>
                <a:cs typeface="Arial"/>
              </a:defRPr>
            </a:lvl8pPr>
            <a:lvl9pPr algn="r">
              <a:defRPr sz="1650" b="0">
                <a:solidFill>
                  <a:srgbClr val="707C88"/>
                </a:solidFill>
                <a:latin typeface="Arial"/>
                <a:ea typeface="Arial"/>
                <a:cs typeface="Arial"/>
              </a:defRPr>
            </a:lvl9pPr>
          </a:lstStyle>
          <a:p xmlns:a="http://schemas.openxmlformats.org/drawingml/2006/main">
            <a:pPr algn="r">
              <a:defRPr sz="1650" b="0">
                <a:solidFill>
                  <a:srgbClr val="707C88"/>
                </a:solidFill>
                <a:latin typeface="Arial"/>
                <a:ea typeface="Arial"/>
                <a:cs typeface="Arial"/>
              </a:defRPr>
            </a:pPr>
            <a:r>
              <a:rPr sz="1650" b="0">
                <a:solidFill>
                  <a:srgbClr val="707C88"/>
                </a:solidFill>
                <a:latin typeface="Arial"/>
                <a:ea typeface="Arial"/>
                <a:cs typeface="Arial"/>
              </a:rPr>
              <a:t>4 / 33</a:t>
            </a:r>
          </a:p>
        </p:txBody>
      </p:sp>
      <p:sp>
        <p:nvSpPr>
          <p:cNvPr id="21" name="!!nav.prev">
            <ns0:hlinkClick xmlns:ns0="http://schemas.openxmlformats.org/drawingml/2006/main" xmlns:ns1="http://schemas.openxmlformats.org/officeDocument/2006/relationships" ns1:id="rIdNavSlide3" action="ppaction://hlinksldjump" tooltip="Slide 3: Seven workflows across the firm"/>
            <a:extLst xmlns:a="http://schemas.openxmlformats.org/drawingml/2006/main">
              <a:ext uri="{FF2B5EF4-FFF2-40B4-BE49-F238E27FC236}">
                <a16:creationId xmlns:a16="http://schemas.microsoft.com/office/drawing/2014/main" id="{A06356ED-19BE-47E6-964E-BD265262766E}"/>
              </a:ext>
            </a:extLst>
          </p:cNvPr>
          <p:cNvSpPr>
            <a:spLocks xmlns:a="http://schemas.openxmlformats.org/drawingml/2006/main" noGrp="1"/>
          </p:cNvSpPr>
          <p:nvPr/>
        </p:nvSpPr>
        <p:spPr>
          <a:xfrm xmlns:a="http://schemas.openxmlformats.org/drawingml/2006/main">
            <a:off x="12287250" y="7496175"/>
            <a:ext cx="1047750" cy="4572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725" b="1">
                <a:solidFill>
                  <a:srgbClr val="005A9C"/>
                </a:solidFill>
                <a:latin typeface="Arial"/>
                <a:ea typeface="Arial"/>
                <a:cs typeface="Arial"/>
              </a:defRPr>
            </a:defPPr>
            <a:lvl1pPr algn="ctr">
              <a:defRPr sz="1725" b="1">
                <a:solidFill>
                  <a:srgbClr val="005A9C"/>
                </a:solidFill>
                <a:latin typeface="Arial"/>
                <a:ea typeface="Arial"/>
                <a:cs typeface="Arial"/>
              </a:defRPr>
            </a:lvl1pPr>
            <a:lvl2pPr algn="ctr">
              <a:defRPr sz="1725" b="1">
                <a:solidFill>
                  <a:srgbClr val="005A9C"/>
                </a:solidFill>
                <a:latin typeface="Arial"/>
                <a:ea typeface="Arial"/>
                <a:cs typeface="Arial"/>
              </a:defRPr>
            </a:lvl2pPr>
            <a:lvl3pPr algn="ctr">
              <a:defRPr sz="1725" b="1">
                <a:solidFill>
                  <a:srgbClr val="005A9C"/>
                </a:solidFill>
                <a:latin typeface="Arial"/>
                <a:ea typeface="Arial"/>
                <a:cs typeface="Arial"/>
              </a:defRPr>
            </a:lvl3pPr>
            <a:lvl4pPr algn="ctr">
              <a:defRPr sz="1725" b="1">
                <a:solidFill>
                  <a:srgbClr val="005A9C"/>
                </a:solidFill>
                <a:latin typeface="Arial"/>
                <a:ea typeface="Arial"/>
                <a:cs typeface="Arial"/>
              </a:defRPr>
            </a:lvl4pPr>
            <a:lvl5pPr algn="ctr">
              <a:defRPr sz="1725" b="1">
                <a:solidFill>
                  <a:srgbClr val="005A9C"/>
                </a:solidFill>
                <a:latin typeface="Arial"/>
                <a:ea typeface="Arial"/>
                <a:cs typeface="Arial"/>
              </a:defRPr>
            </a:lvl5pPr>
            <a:lvl6pPr algn="ctr">
              <a:defRPr sz="1725" b="1">
                <a:solidFill>
                  <a:srgbClr val="005A9C"/>
                </a:solidFill>
                <a:latin typeface="Arial"/>
                <a:ea typeface="Arial"/>
                <a:cs typeface="Arial"/>
              </a:defRPr>
            </a:lvl6pPr>
            <a:lvl7pPr algn="ctr">
              <a:defRPr sz="1725" b="1">
                <a:solidFill>
                  <a:srgbClr val="005A9C"/>
                </a:solidFill>
                <a:latin typeface="Arial"/>
                <a:ea typeface="Arial"/>
                <a:cs typeface="Arial"/>
              </a:defRPr>
            </a:lvl7pPr>
            <a:lvl8pPr algn="ctr">
              <a:defRPr sz="1725" b="1">
                <a:solidFill>
                  <a:srgbClr val="005A9C"/>
                </a:solidFill>
                <a:latin typeface="Arial"/>
                <a:ea typeface="Arial"/>
                <a:cs typeface="Arial"/>
              </a:defRPr>
            </a:lvl8pPr>
            <a:lvl9pPr algn="ctr">
              <a:defRPr sz="1725" b="1">
                <a:solidFill>
                  <a:srgbClr val="005A9C"/>
                </a:solidFill>
                <a:latin typeface="Arial"/>
                <a:ea typeface="Arial"/>
                <a:cs typeface="Arial"/>
              </a:defRPr>
            </a:lvl9pPr>
          </a:lstStyle>
          <a:p xmlns:a="http://schemas.openxmlformats.org/drawingml/2006/main">
            <a:pPr algn="ctr">
              <a:defRPr sz="1725" b="1">
                <a:solidFill>
                  <a:srgbClr val="005A9C"/>
                </a:solidFill>
                <a:latin typeface="Arial"/>
                <a:ea typeface="Arial"/>
                <a:cs typeface="Arial"/>
              </a:defRPr>
            </a:pPr>
            <a:r>
              <a:rPr sz="1725" b="1">
                <a:solidFill>
                  <a:srgbClr val="005A9C"/>
                </a:solidFill>
                <a:latin typeface="Arial"/>
                <a:ea typeface="Arial"/>
                <a:cs typeface="Arial"/>
              </a:rPr>
              <a:t>Back</a:t>
            </a:r>
          </a:p>
        </p:txBody>
      </p:sp>
      <p:sp>
        <p:nvSpPr>
          <p:cNvPr id="22" name="!!nav.next">
            <ns0:hlinkClick xmlns:ns0="http://schemas.openxmlformats.org/drawingml/2006/main" xmlns:ns1="http://schemas.openxmlformats.org/officeDocument/2006/relationships" ns1:id="rIdNavSlide5" action="ppaction://hlinksldjump" tooltip="Slide 5: Tianhong: analyzing earnings drivers"/>
            <a:extLst xmlns:a="http://schemas.openxmlformats.org/drawingml/2006/main">
              <a:ext uri="{FF2B5EF4-FFF2-40B4-BE49-F238E27FC236}">
                <a16:creationId xmlns:a16="http://schemas.microsoft.com/office/drawing/2014/main" id="{0E397E5A-B920-4F65-8DAF-87EBA4B07686}"/>
              </a:ext>
            </a:extLst>
          </p:cNvPr>
          <p:cNvSpPr>
            <a:spLocks xmlns:a="http://schemas.openxmlformats.org/drawingml/2006/main" noGrp="1"/>
          </p:cNvSpPr>
          <p:nvPr/>
        </p:nvSpPr>
        <p:spPr>
          <a:xfrm xmlns:a="http://schemas.openxmlformats.org/drawingml/2006/main">
            <a:off x="13506450" y="7496175"/>
            <a:ext cx="1085850" cy="45720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725" b="1">
                <a:solidFill>
                  <a:srgbClr val="FFFFFF"/>
                </a:solidFill>
                <a:latin typeface="Arial"/>
                <a:ea typeface="Arial"/>
                <a:cs typeface="Arial"/>
              </a:defRPr>
            </a:defPPr>
            <a:lvl1pPr algn="ctr">
              <a:defRPr sz="1725" b="1">
                <a:solidFill>
                  <a:srgbClr val="FFFFFF"/>
                </a:solidFill>
                <a:latin typeface="Arial"/>
                <a:ea typeface="Arial"/>
                <a:cs typeface="Arial"/>
              </a:defRPr>
            </a:lvl1pPr>
            <a:lvl2pPr algn="ctr">
              <a:defRPr sz="1725" b="1">
                <a:solidFill>
                  <a:srgbClr val="FFFFFF"/>
                </a:solidFill>
                <a:latin typeface="Arial"/>
                <a:ea typeface="Arial"/>
                <a:cs typeface="Arial"/>
              </a:defRPr>
            </a:lvl2pPr>
            <a:lvl3pPr algn="ctr">
              <a:defRPr sz="1725" b="1">
                <a:solidFill>
                  <a:srgbClr val="FFFFFF"/>
                </a:solidFill>
                <a:latin typeface="Arial"/>
                <a:ea typeface="Arial"/>
                <a:cs typeface="Arial"/>
              </a:defRPr>
            </a:lvl3pPr>
            <a:lvl4pPr algn="ctr">
              <a:defRPr sz="1725" b="1">
                <a:solidFill>
                  <a:srgbClr val="FFFFFF"/>
                </a:solidFill>
                <a:latin typeface="Arial"/>
                <a:ea typeface="Arial"/>
                <a:cs typeface="Arial"/>
              </a:defRPr>
            </a:lvl4pPr>
            <a:lvl5pPr algn="ctr">
              <a:defRPr sz="1725" b="1">
                <a:solidFill>
                  <a:srgbClr val="FFFFFF"/>
                </a:solidFill>
                <a:latin typeface="Arial"/>
                <a:ea typeface="Arial"/>
                <a:cs typeface="Arial"/>
              </a:defRPr>
            </a:lvl5pPr>
            <a:lvl6pPr algn="ctr">
              <a:defRPr sz="1725" b="1">
                <a:solidFill>
                  <a:srgbClr val="FFFFFF"/>
                </a:solidFill>
                <a:latin typeface="Arial"/>
                <a:ea typeface="Arial"/>
                <a:cs typeface="Arial"/>
              </a:defRPr>
            </a:lvl6pPr>
            <a:lvl7pPr algn="ctr">
              <a:defRPr sz="1725" b="1">
                <a:solidFill>
                  <a:srgbClr val="FFFFFF"/>
                </a:solidFill>
                <a:latin typeface="Arial"/>
                <a:ea typeface="Arial"/>
                <a:cs typeface="Arial"/>
              </a:defRPr>
            </a:lvl7pPr>
            <a:lvl8pPr algn="ctr">
              <a:defRPr sz="1725" b="1">
                <a:solidFill>
                  <a:srgbClr val="FFFFFF"/>
                </a:solidFill>
                <a:latin typeface="Arial"/>
                <a:ea typeface="Arial"/>
                <a:cs typeface="Arial"/>
              </a:defRPr>
            </a:lvl8pPr>
            <a:lvl9pPr algn="ctr">
              <a:defRPr sz="1725" b="1">
                <a:solidFill>
                  <a:srgbClr val="FFFFFF"/>
                </a:solidFill>
                <a:latin typeface="Arial"/>
                <a:ea typeface="Arial"/>
                <a:cs typeface="Arial"/>
              </a:defRPr>
            </a:lvl9pPr>
          </a:lstStyle>
          <a:p xmlns:a="http://schemas.openxmlformats.org/drawingml/2006/main">
            <a:pPr algn="ctr">
              <a:defRPr sz="1725" b="1">
                <a:solidFill>
                  <a:srgbClr val="FFFFFF"/>
                </a:solidFill>
                <a:latin typeface="Arial"/>
                <a:ea typeface="Arial"/>
                <a:cs typeface="Arial"/>
              </a:defRPr>
            </a:pPr>
            <a:r>
              <a:rPr sz="1725" b="1">
                <a:solidFill>
                  <a:srgbClr val="FFFFFF"/>
                </a:solidFill>
                <a:latin typeface="Arial"/>
                <a:ea typeface="Arial"/>
                <a:cs typeface="Arial"/>
              </a:rPr>
              <a:t>Next</a:t>
            </a:r>
          </a:p>
        </p:txBody>
      </p:sp>
      <p:sp>
        <p:nvSpPr>
          <p:cNvPr id="23" name="!!footer.rule">
            <a:extLst xmlns:a="http://schemas.openxmlformats.org/drawingml/2006/main">
              <a:ext uri="{FF2B5EF4-FFF2-40B4-BE49-F238E27FC236}">
                <a16:creationId xmlns:a16="http://schemas.microsoft.com/office/drawing/2014/main" id="{FE7B1A1B-E98B-4306-8135-A830D4AE082F}"/>
              </a:ext>
            </a:extLst>
          </p:cNvPr>
          <p:cNvSpPr>
            <a:spLocks xmlns:a="http://schemas.openxmlformats.org/drawingml/2006/main" noGrp="1"/>
          </p:cNvSpPr>
          <p:nvPr/>
        </p:nvSpPr>
        <p:spPr>
          <a:xfrm xmlns:a="http://schemas.openxmlformats.org/drawingml/2006/main" flipH="0" flipV="0">
            <a:off x="647700" y="8134350"/>
            <a:ext cx="13944600" cy="953"/>
          </a:xfrm>
          <a:prstGeom xmlns:a="http://schemas.openxmlformats.org/drawingml/2006/main" prst="line">
            <a:avLst/>
          </a:prstGeom>
          <a:noFill xmlns:a="http://schemas.openxmlformats.org/drawingml/2006/main"/>
          <a:ln xmlns:a="http://schemas.openxmlformats.org/drawingml/2006/main" w="9525">
            <a:solidFill>
              <a:srgbClr val="BCC6CF"/>
            </a:solidFill>
            <a:prstDash val="solid"/>
          </a:ln>
        </p:spPr>
      </p:sp>
      <p:sp>
        <p:nvSpPr>
          <p:cNvPr id="24" name="!!source">
            <a:extLst xmlns:a="http://schemas.openxmlformats.org/drawingml/2006/main">
              <a:ext uri="{FF2B5EF4-FFF2-40B4-BE49-F238E27FC236}">
                <a16:creationId xmlns:a16="http://schemas.microsoft.com/office/drawing/2014/main" id="{8C1BC9FF-C34E-4111-A382-B95F290B6260}"/>
              </a:ext>
            </a:extLst>
          </p:cNvPr>
          <p:cNvSpPr>
            <a:spLocks xmlns:a="http://schemas.openxmlformats.org/drawingml/2006/main" noGrp="1"/>
          </p:cNvSpPr>
          <p:nvPr/>
        </p:nvSpPr>
        <p:spPr>
          <a:xfrm xmlns:a="http://schemas.openxmlformats.org/drawingml/2006/main">
            <a:off x="647700" y="8267700"/>
            <a:ext cx="13944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707C88"/>
                </a:solidFill>
                <a:latin typeface="Arial"/>
                <a:ea typeface="Arial"/>
                <a:cs typeface="Arial"/>
              </a:defRPr>
            </a:defPPr>
            <a:lvl1pPr algn="l">
              <a:defRPr sz="1050" b="0">
                <a:solidFill>
                  <a:srgbClr val="707C88"/>
                </a:solidFill>
                <a:latin typeface="Arial"/>
                <a:ea typeface="Arial"/>
                <a:cs typeface="Arial"/>
              </a:defRPr>
            </a:lvl1pPr>
            <a:lvl2pPr algn="l">
              <a:defRPr sz="1050" b="0">
                <a:solidFill>
                  <a:srgbClr val="707C88"/>
                </a:solidFill>
                <a:latin typeface="Arial"/>
                <a:ea typeface="Arial"/>
                <a:cs typeface="Arial"/>
              </a:defRPr>
            </a:lvl2pPr>
            <a:lvl3pPr algn="l">
              <a:defRPr sz="1050" b="0">
                <a:solidFill>
                  <a:srgbClr val="707C88"/>
                </a:solidFill>
                <a:latin typeface="Arial"/>
                <a:ea typeface="Arial"/>
                <a:cs typeface="Arial"/>
              </a:defRPr>
            </a:lvl3pPr>
            <a:lvl4pPr algn="l">
              <a:defRPr sz="1050" b="0">
                <a:solidFill>
                  <a:srgbClr val="707C88"/>
                </a:solidFill>
                <a:latin typeface="Arial"/>
                <a:ea typeface="Arial"/>
                <a:cs typeface="Arial"/>
              </a:defRPr>
            </a:lvl4pPr>
            <a:lvl5pPr algn="l">
              <a:defRPr sz="1050" b="0">
                <a:solidFill>
                  <a:srgbClr val="707C88"/>
                </a:solidFill>
                <a:latin typeface="Arial"/>
                <a:ea typeface="Arial"/>
                <a:cs typeface="Arial"/>
              </a:defRPr>
            </a:lvl5pPr>
            <a:lvl6pPr algn="l">
              <a:defRPr sz="1050" b="0">
                <a:solidFill>
                  <a:srgbClr val="707C88"/>
                </a:solidFill>
                <a:latin typeface="Arial"/>
                <a:ea typeface="Arial"/>
                <a:cs typeface="Arial"/>
              </a:defRPr>
            </a:lvl6pPr>
            <a:lvl7pPr algn="l">
              <a:defRPr sz="1050" b="0">
                <a:solidFill>
                  <a:srgbClr val="707C88"/>
                </a:solidFill>
                <a:latin typeface="Arial"/>
                <a:ea typeface="Arial"/>
                <a:cs typeface="Arial"/>
              </a:defRPr>
            </a:lvl7pPr>
            <a:lvl8pPr algn="l">
              <a:defRPr sz="1050" b="0">
                <a:solidFill>
                  <a:srgbClr val="707C88"/>
                </a:solidFill>
                <a:latin typeface="Arial"/>
                <a:ea typeface="Arial"/>
                <a:cs typeface="Arial"/>
              </a:defRPr>
            </a:lvl8pPr>
            <a:lvl9pPr algn="l">
              <a:defRPr sz="1050" b="0">
                <a:solidFill>
                  <a:srgbClr val="707C88"/>
                </a:solidFill>
                <a:latin typeface="Arial"/>
                <a:ea typeface="Arial"/>
                <a:cs typeface="Arial"/>
              </a:defRPr>
            </a:lvl9pPr>
          </a:lstStyle>
          <a:p xmlns:a="http://schemas.openxmlformats.org/drawingml/2006/main">
            <a:r>
              <a:t/>
            </a:r>
          </a:p>
        </p:txBody>
      </p:sp>
      <p:sp>
        <p:nvSpPr>
          <p:cNvPr id="25" name="!!research.question">
            <a:extLst xmlns:a="http://schemas.openxmlformats.org/drawingml/2006/main">
              <a:ext uri="{FF2B5EF4-FFF2-40B4-BE49-F238E27FC236}">
                <a16:creationId xmlns:a16="http://schemas.microsoft.com/office/drawing/2014/main" id="{A886E7CB-17C8-4B6B-8600-F2863CC02161}"/>
              </a:ext>
            </a:extLst>
          </p:cNvPr>
          <p:cNvSpPr>
            <a:spLocks xmlns:a="http://schemas.openxmlformats.org/drawingml/2006/main" noGrp="1"/>
          </p:cNvSpPr>
          <p:nvPr/>
        </p:nvSpPr>
        <p:spPr>
          <a:xfrm xmlns:a="http://schemas.openxmlformats.org/drawingml/2006/main">
            <a:off x="4057650" y="2047875"/>
            <a:ext cx="10534650" cy="64770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250" b="1">
                <a:solidFill>
                  <a:srgbClr val="20262C"/>
                </a:solidFill>
                <a:latin typeface="Arial"/>
                <a:ea typeface="Arial"/>
                <a:cs typeface="Arial"/>
              </a:defRPr>
            </a:defPPr>
            <a:lvl1pPr algn="ctr">
              <a:defRPr sz="2250" b="1">
                <a:solidFill>
                  <a:srgbClr val="20262C"/>
                </a:solidFill>
                <a:latin typeface="Arial"/>
                <a:ea typeface="Arial"/>
                <a:cs typeface="Arial"/>
              </a:defRPr>
            </a:lvl1pPr>
            <a:lvl2pPr algn="ctr">
              <a:defRPr sz="2250" b="1">
                <a:solidFill>
                  <a:srgbClr val="20262C"/>
                </a:solidFill>
                <a:latin typeface="Arial"/>
                <a:ea typeface="Arial"/>
                <a:cs typeface="Arial"/>
              </a:defRPr>
            </a:lvl2pPr>
            <a:lvl3pPr algn="ctr">
              <a:defRPr sz="2250" b="1">
                <a:solidFill>
                  <a:srgbClr val="20262C"/>
                </a:solidFill>
                <a:latin typeface="Arial"/>
                <a:ea typeface="Arial"/>
                <a:cs typeface="Arial"/>
              </a:defRPr>
            </a:lvl3pPr>
            <a:lvl4pPr algn="ctr">
              <a:defRPr sz="2250" b="1">
                <a:solidFill>
                  <a:srgbClr val="20262C"/>
                </a:solidFill>
                <a:latin typeface="Arial"/>
                <a:ea typeface="Arial"/>
                <a:cs typeface="Arial"/>
              </a:defRPr>
            </a:lvl4pPr>
            <a:lvl5pPr algn="ctr">
              <a:defRPr sz="2250" b="1">
                <a:solidFill>
                  <a:srgbClr val="20262C"/>
                </a:solidFill>
                <a:latin typeface="Arial"/>
                <a:ea typeface="Arial"/>
                <a:cs typeface="Arial"/>
              </a:defRPr>
            </a:lvl5pPr>
            <a:lvl6pPr algn="ctr">
              <a:defRPr sz="2250" b="1">
                <a:solidFill>
                  <a:srgbClr val="20262C"/>
                </a:solidFill>
                <a:latin typeface="Arial"/>
                <a:ea typeface="Arial"/>
                <a:cs typeface="Arial"/>
              </a:defRPr>
            </a:lvl6pPr>
            <a:lvl7pPr algn="ctr">
              <a:defRPr sz="2250" b="1">
                <a:solidFill>
                  <a:srgbClr val="20262C"/>
                </a:solidFill>
                <a:latin typeface="Arial"/>
                <a:ea typeface="Arial"/>
                <a:cs typeface="Arial"/>
              </a:defRPr>
            </a:lvl7pPr>
            <a:lvl8pPr algn="ctr">
              <a:defRPr sz="2250" b="1">
                <a:solidFill>
                  <a:srgbClr val="20262C"/>
                </a:solidFill>
                <a:latin typeface="Arial"/>
                <a:ea typeface="Arial"/>
                <a:cs typeface="Arial"/>
              </a:defRPr>
            </a:lvl8pPr>
            <a:lvl9pPr algn="ctr">
              <a:defRPr sz="2250" b="1">
                <a:solidFill>
                  <a:srgbClr val="20262C"/>
                </a:solidFill>
                <a:latin typeface="Arial"/>
                <a:ea typeface="Arial"/>
                <a:cs typeface="Arial"/>
              </a:defRPr>
            </a:lvl9pPr>
          </a:lstStyle>
          <a:p xmlns:a="http://schemas.openxmlformats.org/drawingml/2006/main">
            <a:pPr algn="ctr">
              <a:defRPr sz="2250" b="1">
                <a:solidFill>
                  <a:srgbClr val="20262C"/>
                </a:solidFill>
                <a:latin typeface="Arial"/>
                <a:ea typeface="Arial"/>
                <a:cs typeface="Arial"/>
              </a:defRPr>
            </a:pPr>
            <a:r>
              <a:rPr sz="2250" b="1">
                <a:solidFill>
                  <a:srgbClr val="20262C"/>
                </a:solidFill>
                <a:latin typeface="Arial"/>
                <a:ea typeface="Arial"/>
                <a:cs typeface="Arial"/>
              </a:rPr>
              <a:t>Analyst: Why did revenue grow, and can the growth continue?</a:t>
            </a:r>
          </a:p>
        </p:txBody>
      </p:sp>
      <p:sp>
        <p:nvSpPr>
          <p:cNvPr id="26" name="!!research.evidence.1.rule">
            <a:extLst xmlns:a="http://schemas.openxmlformats.org/drawingml/2006/main">
              <a:ext uri="{FF2B5EF4-FFF2-40B4-BE49-F238E27FC236}">
                <a16:creationId xmlns:a16="http://schemas.microsoft.com/office/drawing/2014/main" id="{506766EF-273A-4A35-9897-329EF3D60651}"/>
              </a:ext>
            </a:extLst>
          </p:cNvPr>
          <p:cNvSpPr>
            <a:spLocks xmlns:a="http://schemas.openxmlformats.org/drawingml/2006/main" noGrp="1"/>
          </p:cNvSpPr>
          <p:nvPr/>
        </p:nvSpPr>
        <p:spPr>
          <a:xfrm xmlns:a="http://schemas.openxmlformats.org/drawingml/2006/main" flipH="0" flipV="0">
            <a:off x="4057650" y="3171825"/>
            <a:ext cx="3219450" cy="953"/>
          </a:xfrm>
          <a:prstGeom xmlns:a="http://schemas.openxmlformats.org/drawingml/2006/main" prst="line">
            <a:avLst/>
          </a:prstGeom>
          <a:noFill xmlns:a="http://schemas.openxmlformats.org/drawingml/2006/main"/>
          <a:ln xmlns:a="http://schemas.openxmlformats.org/drawingml/2006/main" w="14288">
            <a:solidFill>
              <a:srgbClr val="317F7B"/>
            </a:solidFill>
            <a:prstDash val="solid"/>
          </a:ln>
        </p:spPr>
      </p:sp>
      <p:sp>
        <p:nvSpPr>
          <p:cNvPr id="27" name="!!research.evidence.1.label">
            <a:extLst xmlns:a="http://schemas.openxmlformats.org/drawingml/2006/main">
              <a:ext uri="{FF2B5EF4-FFF2-40B4-BE49-F238E27FC236}">
                <a16:creationId xmlns:a16="http://schemas.microsoft.com/office/drawing/2014/main" id="{30A3C42C-26E0-4D4A-90A7-969F7C5E8141}"/>
              </a:ext>
            </a:extLst>
          </p:cNvPr>
          <p:cNvSpPr>
            <a:spLocks xmlns:a="http://schemas.openxmlformats.org/drawingml/2006/main" noGrp="1"/>
          </p:cNvSpPr>
          <p:nvPr/>
        </p:nvSpPr>
        <p:spPr>
          <a:xfrm xmlns:a="http://schemas.openxmlformats.org/drawingml/2006/main">
            <a:off x="4057650" y="3267075"/>
            <a:ext cx="32194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317F7B"/>
                </a:solidFill>
                <a:latin typeface="Arial"/>
                <a:ea typeface="Arial"/>
                <a:cs typeface="Arial"/>
              </a:defRPr>
            </a:defPPr>
            <a:lvl1pPr algn="l">
              <a:defRPr sz="1650" b="1">
                <a:solidFill>
                  <a:srgbClr val="317F7B"/>
                </a:solidFill>
                <a:latin typeface="Arial"/>
                <a:ea typeface="Arial"/>
                <a:cs typeface="Arial"/>
              </a:defRPr>
            </a:lvl1pPr>
            <a:lvl2pPr algn="l">
              <a:defRPr sz="1650" b="1">
                <a:solidFill>
                  <a:srgbClr val="317F7B"/>
                </a:solidFill>
                <a:latin typeface="Arial"/>
                <a:ea typeface="Arial"/>
                <a:cs typeface="Arial"/>
              </a:defRPr>
            </a:lvl2pPr>
            <a:lvl3pPr algn="l">
              <a:defRPr sz="1650" b="1">
                <a:solidFill>
                  <a:srgbClr val="317F7B"/>
                </a:solidFill>
                <a:latin typeface="Arial"/>
                <a:ea typeface="Arial"/>
                <a:cs typeface="Arial"/>
              </a:defRPr>
            </a:lvl3pPr>
            <a:lvl4pPr algn="l">
              <a:defRPr sz="1650" b="1">
                <a:solidFill>
                  <a:srgbClr val="317F7B"/>
                </a:solidFill>
                <a:latin typeface="Arial"/>
                <a:ea typeface="Arial"/>
                <a:cs typeface="Arial"/>
              </a:defRPr>
            </a:lvl4pPr>
            <a:lvl5pPr algn="l">
              <a:defRPr sz="1650" b="1">
                <a:solidFill>
                  <a:srgbClr val="317F7B"/>
                </a:solidFill>
                <a:latin typeface="Arial"/>
                <a:ea typeface="Arial"/>
                <a:cs typeface="Arial"/>
              </a:defRPr>
            </a:lvl5pPr>
            <a:lvl6pPr algn="l">
              <a:defRPr sz="1650" b="1">
                <a:solidFill>
                  <a:srgbClr val="317F7B"/>
                </a:solidFill>
                <a:latin typeface="Arial"/>
                <a:ea typeface="Arial"/>
                <a:cs typeface="Arial"/>
              </a:defRPr>
            </a:lvl6pPr>
            <a:lvl7pPr algn="l">
              <a:defRPr sz="1650" b="1">
                <a:solidFill>
                  <a:srgbClr val="317F7B"/>
                </a:solidFill>
                <a:latin typeface="Arial"/>
                <a:ea typeface="Arial"/>
                <a:cs typeface="Arial"/>
              </a:defRPr>
            </a:lvl7pPr>
            <a:lvl8pPr algn="l">
              <a:defRPr sz="1650" b="1">
                <a:solidFill>
                  <a:srgbClr val="317F7B"/>
                </a:solidFill>
                <a:latin typeface="Arial"/>
                <a:ea typeface="Arial"/>
                <a:cs typeface="Arial"/>
              </a:defRPr>
            </a:lvl8pPr>
            <a:lvl9pPr algn="l">
              <a:defRPr sz="1650" b="1">
                <a:solidFill>
                  <a:srgbClr val="317F7B"/>
                </a:solidFill>
                <a:latin typeface="Arial"/>
                <a:ea typeface="Arial"/>
                <a:cs typeface="Arial"/>
              </a:defRPr>
            </a:lvl9pPr>
          </a:lstStyle>
          <a:p xmlns:a="http://schemas.openxmlformats.org/drawingml/2006/main">
            <a:pPr algn="l">
              <a:defRPr sz="1650" b="1">
                <a:solidFill>
                  <a:srgbClr val="317F7B"/>
                </a:solidFill>
                <a:latin typeface="Arial"/>
                <a:ea typeface="Arial"/>
                <a:cs typeface="Arial"/>
              </a:defRPr>
            </a:pPr>
            <a:r>
              <a:rPr sz="1650" b="1">
                <a:solidFill>
                  <a:srgbClr val="317F7B"/>
                </a:solidFill>
                <a:latin typeface="Arial"/>
                <a:ea typeface="Arial"/>
                <a:cs typeface="Arial"/>
              </a:rPr>
              <a:t>[1] Prior / current quarter</a:t>
            </a:r>
          </a:p>
        </p:txBody>
      </p:sp>
      <p:sp>
        <p:nvSpPr>
          <p:cNvPr id="28" name="!!research.evidence.1.text">
            <a:extLst xmlns:a="http://schemas.openxmlformats.org/drawingml/2006/main">
              <a:ext uri="{FF2B5EF4-FFF2-40B4-BE49-F238E27FC236}">
                <a16:creationId xmlns:a16="http://schemas.microsoft.com/office/drawing/2014/main" id="{D40E8EEF-2054-42DF-99A7-AFCE14FCE808}"/>
              </a:ext>
            </a:extLst>
          </p:cNvPr>
          <p:cNvSpPr>
            <a:spLocks xmlns:a="http://schemas.openxmlformats.org/drawingml/2006/main" noGrp="1"/>
          </p:cNvSpPr>
          <p:nvPr/>
        </p:nvSpPr>
        <p:spPr>
          <a:xfrm xmlns:a="http://schemas.openxmlformats.org/drawingml/2006/main">
            <a:off x="4057650" y="3609975"/>
            <a:ext cx="32194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0262C"/>
                </a:solidFill>
                <a:latin typeface="Arial"/>
                <a:ea typeface="Arial"/>
                <a:cs typeface="Arial"/>
              </a:defRPr>
            </a:defPPr>
            <a:lvl1pPr algn="l">
              <a:defRPr sz="1800" b="0">
                <a:solidFill>
                  <a:srgbClr val="20262C"/>
                </a:solidFill>
                <a:latin typeface="Arial"/>
                <a:ea typeface="Arial"/>
                <a:cs typeface="Arial"/>
              </a:defRPr>
            </a:lvl1pPr>
            <a:lvl2pPr algn="l">
              <a:defRPr sz="1800" b="0">
                <a:solidFill>
                  <a:srgbClr val="20262C"/>
                </a:solidFill>
                <a:latin typeface="Arial"/>
                <a:ea typeface="Arial"/>
                <a:cs typeface="Arial"/>
              </a:defRPr>
            </a:lvl2pPr>
            <a:lvl3pPr algn="l">
              <a:defRPr sz="1800" b="0">
                <a:solidFill>
                  <a:srgbClr val="20262C"/>
                </a:solidFill>
                <a:latin typeface="Arial"/>
                <a:ea typeface="Arial"/>
                <a:cs typeface="Arial"/>
              </a:defRPr>
            </a:lvl3pPr>
            <a:lvl4pPr algn="l">
              <a:defRPr sz="1800" b="0">
                <a:solidFill>
                  <a:srgbClr val="20262C"/>
                </a:solidFill>
                <a:latin typeface="Arial"/>
                <a:ea typeface="Arial"/>
                <a:cs typeface="Arial"/>
              </a:defRPr>
            </a:lvl4pPr>
            <a:lvl5pPr algn="l">
              <a:defRPr sz="1800" b="0">
                <a:solidFill>
                  <a:srgbClr val="20262C"/>
                </a:solidFill>
                <a:latin typeface="Arial"/>
                <a:ea typeface="Arial"/>
                <a:cs typeface="Arial"/>
              </a:defRPr>
            </a:lvl5pPr>
            <a:lvl6pPr algn="l">
              <a:defRPr sz="1800" b="0">
                <a:solidFill>
                  <a:srgbClr val="20262C"/>
                </a:solidFill>
                <a:latin typeface="Arial"/>
                <a:ea typeface="Arial"/>
                <a:cs typeface="Arial"/>
              </a:defRPr>
            </a:lvl6pPr>
            <a:lvl7pPr algn="l">
              <a:defRPr sz="1800" b="0">
                <a:solidFill>
                  <a:srgbClr val="20262C"/>
                </a:solidFill>
                <a:latin typeface="Arial"/>
                <a:ea typeface="Arial"/>
                <a:cs typeface="Arial"/>
              </a:defRPr>
            </a:lvl7pPr>
            <a:lvl8pPr algn="l">
              <a:defRPr sz="1800" b="0">
                <a:solidFill>
                  <a:srgbClr val="20262C"/>
                </a:solidFill>
                <a:latin typeface="Arial"/>
                <a:ea typeface="Arial"/>
                <a:cs typeface="Arial"/>
              </a:defRPr>
            </a:lvl8pPr>
            <a:lvl9pPr algn="l">
              <a:defRPr sz="1800" b="0">
                <a:solidFill>
                  <a:srgbClr val="20262C"/>
                </a:solidFill>
                <a:latin typeface="Arial"/>
                <a:ea typeface="Arial"/>
                <a:cs typeface="Arial"/>
              </a:defRPr>
            </a:lvl9pPr>
          </a:lstStyle>
          <a:p xmlns:a="http://schemas.openxmlformats.org/drawingml/2006/main">
            <a:pPr algn="l">
              <a:defRPr sz="1800" b="0">
                <a:solidFill>
                  <a:srgbClr val="20262C"/>
                </a:solidFill>
                <a:latin typeface="Arial"/>
                <a:ea typeface="Arial"/>
                <a:cs typeface="Arial"/>
              </a:defRPr>
            </a:pPr>
            <a:r>
              <a:rPr sz="1800" b="0">
                <a:solidFill>
                  <a:srgbClr val="20262C"/>
                </a:solidFill>
                <a:latin typeface="Arial"/>
                <a:ea typeface="Arial"/>
                <a:cs typeface="Arial"/>
              </a:rPr>
              <a:t>Revenue (RMB m): 100 / 110</a:t>
            </a:r>
          </a:p>
          <a:p xmlns:a="http://schemas.openxmlformats.org/drawingml/2006/main">
            <a:pPr algn="l">
              <a:defRPr sz="1800" b="0">
                <a:solidFill>
                  <a:srgbClr val="20262C"/>
                </a:solidFill>
                <a:latin typeface="Arial"/>
                <a:ea typeface="Arial"/>
                <a:cs typeface="Arial"/>
              </a:defRPr>
            </a:pPr>
            <a:r>
              <a:rPr sz="1800" b="0">
                <a:solidFill>
                  <a:srgbClr val="20262C"/>
                </a:solidFill>
                <a:latin typeface="Arial"/>
                <a:ea typeface="Arial"/>
                <a:cs typeface="Arial"/>
              </a:rPr>
              <a:t>Volume (m units): 1.0 / 1.1</a:t>
            </a:r>
          </a:p>
        </p:txBody>
      </p:sp>
      <p:sp>
        <p:nvSpPr>
          <p:cNvPr id="29" name="!!research.evidence.2.rule">
            <a:extLst xmlns:a="http://schemas.openxmlformats.org/drawingml/2006/main">
              <a:ext uri="{FF2B5EF4-FFF2-40B4-BE49-F238E27FC236}">
                <a16:creationId xmlns:a16="http://schemas.microsoft.com/office/drawing/2014/main" id="{C08E61C4-E9CF-44A6-B2A9-5EC3D3AAD020}"/>
              </a:ext>
            </a:extLst>
          </p:cNvPr>
          <p:cNvSpPr>
            <a:spLocks xmlns:a="http://schemas.openxmlformats.org/drawingml/2006/main" noGrp="1"/>
          </p:cNvSpPr>
          <p:nvPr/>
        </p:nvSpPr>
        <p:spPr>
          <a:xfrm xmlns:a="http://schemas.openxmlformats.org/drawingml/2006/main" flipH="0" flipV="0">
            <a:off x="7715250" y="3171825"/>
            <a:ext cx="3219450" cy="953"/>
          </a:xfrm>
          <a:prstGeom xmlns:a="http://schemas.openxmlformats.org/drawingml/2006/main" prst="line">
            <a:avLst/>
          </a:prstGeom>
          <a:noFill xmlns:a="http://schemas.openxmlformats.org/drawingml/2006/main"/>
          <a:ln xmlns:a="http://schemas.openxmlformats.org/drawingml/2006/main" w="14288">
            <a:solidFill>
              <a:srgbClr val="317F7B"/>
            </a:solidFill>
            <a:prstDash val="solid"/>
          </a:ln>
        </p:spPr>
      </p:sp>
      <p:sp>
        <p:nvSpPr>
          <p:cNvPr id="30" name="!!research.evidence.2.label">
            <a:extLst xmlns:a="http://schemas.openxmlformats.org/drawingml/2006/main">
              <a:ext uri="{FF2B5EF4-FFF2-40B4-BE49-F238E27FC236}">
                <a16:creationId xmlns:a16="http://schemas.microsoft.com/office/drawing/2014/main" id="{DF1630BD-4B3E-4CB2-881E-C95D397CC972}"/>
              </a:ext>
            </a:extLst>
          </p:cNvPr>
          <p:cNvSpPr>
            <a:spLocks xmlns:a="http://schemas.openxmlformats.org/drawingml/2006/main" noGrp="1"/>
          </p:cNvSpPr>
          <p:nvPr/>
        </p:nvSpPr>
        <p:spPr>
          <a:xfrm xmlns:a="http://schemas.openxmlformats.org/drawingml/2006/main">
            <a:off x="7715250" y="3267075"/>
            <a:ext cx="32194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317F7B"/>
                </a:solidFill>
                <a:latin typeface="Arial"/>
                <a:ea typeface="Arial"/>
                <a:cs typeface="Arial"/>
              </a:defRPr>
            </a:defPPr>
            <a:lvl1pPr algn="l">
              <a:defRPr sz="1650" b="1">
                <a:solidFill>
                  <a:srgbClr val="317F7B"/>
                </a:solidFill>
                <a:latin typeface="Arial"/>
                <a:ea typeface="Arial"/>
                <a:cs typeface="Arial"/>
              </a:defRPr>
            </a:lvl1pPr>
            <a:lvl2pPr algn="l">
              <a:defRPr sz="1650" b="1">
                <a:solidFill>
                  <a:srgbClr val="317F7B"/>
                </a:solidFill>
                <a:latin typeface="Arial"/>
                <a:ea typeface="Arial"/>
                <a:cs typeface="Arial"/>
              </a:defRPr>
            </a:lvl2pPr>
            <a:lvl3pPr algn="l">
              <a:defRPr sz="1650" b="1">
                <a:solidFill>
                  <a:srgbClr val="317F7B"/>
                </a:solidFill>
                <a:latin typeface="Arial"/>
                <a:ea typeface="Arial"/>
                <a:cs typeface="Arial"/>
              </a:defRPr>
            </a:lvl3pPr>
            <a:lvl4pPr algn="l">
              <a:defRPr sz="1650" b="1">
                <a:solidFill>
                  <a:srgbClr val="317F7B"/>
                </a:solidFill>
                <a:latin typeface="Arial"/>
                <a:ea typeface="Arial"/>
                <a:cs typeface="Arial"/>
              </a:defRPr>
            </a:lvl4pPr>
            <a:lvl5pPr algn="l">
              <a:defRPr sz="1650" b="1">
                <a:solidFill>
                  <a:srgbClr val="317F7B"/>
                </a:solidFill>
                <a:latin typeface="Arial"/>
                <a:ea typeface="Arial"/>
                <a:cs typeface="Arial"/>
              </a:defRPr>
            </a:lvl5pPr>
            <a:lvl6pPr algn="l">
              <a:defRPr sz="1650" b="1">
                <a:solidFill>
                  <a:srgbClr val="317F7B"/>
                </a:solidFill>
                <a:latin typeface="Arial"/>
                <a:ea typeface="Arial"/>
                <a:cs typeface="Arial"/>
              </a:defRPr>
            </a:lvl6pPr>
            <a:lvl7pPr algn="l">
              <a:defRPr sz="1650" b="1">
                <a:solidFill>
                  <a:srgbClr val="317F7B"/>
                </a:solidFill>
                <a:latin typeface="Arial"/>
                <a:ea typeface="Arial"/>
                <a:cs typeface="Arial"/>
              </a:defRPr>
            </a:lvl7pPr>
            <a:lvl8pPr algn="l">
              <a:defRPr sz="1650" b="1">
                <a:solidFill>
                  <a:srgbClr val="317F7B"/>
                </a:solidFill>
                <a:latin typeface="Arial"/>
                <a:ea typeface="Arial"/>
                <a:cs typeface="Arial"/>
              </a:defRPr>
            </a:lvl8pPr>
            <a:lvl9pPr algn="l">
              <a:defRPr sz="1650" b="1">
                <a:solidFill>
                  <a:srgbClr val="317F7B"/>
                </a:solidFill>
                <a:latin typeface="Arial"/>
                <a:ea typeface="Arial"/>
                <a:cs typeface="Arial"/>
              </a:defRPr>
            </a:lvl9pPr>
          </a:lstStyle>
          <a:p xmlns:a="http://schemas.openxmlformats.org/drawingml/2006/main">
            <a:pPr algn="l">
              <a:defRPr sz="1650" b="1">
                <a:solidFill>
                  <a:srgbClr val="317F7B"/>
                </a:solidFill>
                <a:latin typeface="Arial"/>
                <a:ea typeface="Arial"/>
                <a:cs typeface="Arial"/>
              </a:defRPr>
            </a:pPr>
            <a:r>
              <a:rPr sz="1650" b="1">
                <a:solidFill>
                  <a:srgbClr val="317F7B"/>
                </a:solidFill>
                <a:latin typeface="Arial"/>
                <a:ea typeface="Arial"/>
                <a:cs typeface="Arial"/>
              </a:rPr>
              <a:t>[2] Meeting notes</a:t>
            </a:r>
          </a:p>
        </p:txBody>
      </p:sp>
      <p:sp>
        <p:nvSpPr>
          <p:cNvPr id="31" name="!!research.evidence.2.text">
            <a:extLst xmlns:a="http://schemas.openxmlformats.org/drawingml/2006/main">
              <a:ext uri="{FF2B5EF4-FFF2-40B4-BE49-F238E27FC236}">
                <a16:creationId xmlns:a16="http://schemas.microsoft.com/office/drawing/2014/main" id="{65CB4191-5205-4FDF-B699-6A048FD9EDC2}"/>
              </a:ext>
            </a:extLst>
          </p:cNvPr>
          <p:cNvSpPr>
            <a:spLocks xmlns:a="http://schemas.openxmlformats.org/drawingml/2006/main" noGrp="1"/>
          </p:cNvSpPr>
          <p:nvPr/>
        </p:nvSpPr>
        <p:spPr>
          <a:xfrm xmlns:a="http://schemas.openxmlformats.org/drawingml/2006/main">
            <a:off x="7715250" y="3609975"/>
            <a:ext cx="32194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0262C"/>
                </a:solidFill>
                <a:latin typeface="Arial"/>
                <a:ea typeface="Arial"/>
                <a:cs typeface="Arial"/>
              </a:defRPr>
            </a:defPPr>
            <a:lvl1pPr algn="l">
              <a:defRPr sz="1800" b="0">
                <a:solidFill>
                  <a:srgbClr val="20262C"/>
                </a:solidFill>
                <a:latin typeface="Arial"/>
                <a:ea typeface="Arial"/>
                <a:cs typeface="Arial"/>
              </a:defRPr>
            </a:lvl1pPr>
            <a:lvl2pPr algn="l">
              <a:defRPr sz="1800" b="0">
                <a:solidFill>
                  <a:srgbClr val="20262C"/>
                </a:solidFill>
                <a:latin typeface="Arial"/>
                <a:ea typeface="Arial"/>
                <a:cs typeface="Arial"/>
              </a:defRPr>
            </a:lvl2pPr>
            <a:lvl3pPr algn="l">
              <a:defRPr sz="1800" b="0">
                <a:solidFill>
                  <a:srgbClr val="20262C"/>
                </a:solidFill>
                <a:latin typeface="Arial"/>
                <a:ea typeface="Arial"/>
                <a:cs typeface="Arial"/>
              </a:defRPr>
            </a:lvl3pPr>
            <a:lvl4pPr algn="l">
              <a:defRPr sz="1800" b="0">
                <a:solidFill>
                  <a:srgbClr val="20262C"/>
                </a:solidFill>
                <a:latin typeface="Arial"/>
                <a:ea typeface="Arial"/>
                <a:cs typeface="Arial"/>
              </a:defRPr>
            </a:lvl4pPr>
            <a:lvl5pPr algn="l">
              <a:defRPr sz="1800" b="0">
                <a:solidFill>
                  <a:srgbClr val="20262C"/>
                </a:solidFill>
                <a:latin typeface="Arial"/>
                <a:ea typeface="Arial"/>
                <a:cs typeface="Arial"/>
              </a:defRPr>
            </a:lvl5pPr>
            <a:lvl6pPr algn="l">
              <a:defRPr sz="1800" b="0">
                <a:solidFill>
                  <a:srgbClr val="20262C"/>
                </a:solidFill>
                <a:latin typeface="Arial"/>
                <a:ea typeface="Arial"/>
                <a:cs typeface="Arial"/>
              </a:defRPr>
            </a:lvl6pPr>
            <a:lvl7pPr algn="l">
              <a:defRPr sz="1800" b="0">
                <a:solidFill>
                  <a:srgbClr val="20262C"/>
                </a:solidFill>
                <a:latin typeface="Arial"/>
                <a:ea typeface="Arial"/>
                <a:cs typeface="Arial"/>
              </a:defRPr>
            </a:lvl7pPr>
            <a:lvl8pPr algn="l">
              <a:defRPr sz="1800" b="0">
                <a:solidFill>
                  <a:srgbClr val="20262C"/>
                </a:solidFill>
                <a:latin typeface="Arial"/>
                <a:ea typeface="Arial"/>
                <a:cs typeface="Arial"/>
              </a:defRPr>
            </a:lvl8pPr>
            <a:lvl9pPr algn="l">
              <a:defRPr sz="1800" b="0">
                <a:solidFill>
                  <a:srgbClr val="20262C"/>
                </a:solidFill>
                <a:latin typeface="Arial"/>
                <a:ea typeface="Arial"/>
                <a:cs typeface="Arial"/>
              </a:defRPr>
            </a:lvl9pPr>
          </a:lstStyle>
          <a:p xmlns:a="http://schemas.openxmlformats.org/drawingml/2006/main">
            <a:pPr algn="l">
              <a:defRPr sz="1800" b="0">
                <a:solidFill>
                  <a:srgbClr val="20262C"/>
                </a:solidFill>
                <a:latin typeface="Arial"/>
                <a:ea typeface="Arial"/>
                <a:cs typeface="Arial"/>
              </a:defRPr>
            </a:pPr>
            <a:r>
              <a:rPr sz="1800" b="0">
                <a:solidFill>
                  <a:srgbClr val="20262C"/>
                </a:solidFill>
                <a:latin typeface="Arial"/>
                <a:ea typeface="Arial"/>
                <a:cs typeface="Arial"/>
              </a:rPr>
              <a:t>Restocking lifted shipments.</a:t>
            </a:r>
          </a:p>
          <a:p xmlns:a="http://schemas.openxmlformats.org/drawingml/2006/main">
            <a:pPr algn="l">
              <a:defRPr sz="1800" b="0">
                <a:solidFill>
                  <a:srgbClr val="20262C"/>
                </a:solidFill>
                <a:latin typeface="Arial"/>
                <a:ea typeface="Arial"/>
                <a:cs typeface="Arial"/>
              </a:defRPr>
            </a:pPr>
            <a:r>
              <a:rPr sz="1800" b="0">
                <a:solidFill>
                  <a:srgbClr val="20262C"/>
                </a:solidFill>
                <a:latin typeface="Arial"/>
                <a:ea typeface="Arial"/>
                <a:cs typeface="Arial"/>
              </a:rPr>
              <a:t>Monitor its persistence.</a:t>
            </a:r>
          </a:p>
        </p:txBody>
      </p:sp>
      <p:sp>
        <p:nvSpPr>
          <p:cNvPr id="32" name="!!research.evidence.3.rule">
            <a:extLst xmlns:a="http://schemas.openxmlformats.org/drawingml/2006/main">
              <a:ext uri="{FF2B5EF4-FFF2-40B4-BE49-F238E27FC236}">
                <a16:creationId xmlns:a16="http://schemas.microsoft.com/office/drawing/2014/main" id="{4180F410-88E9-410E-BC5A-0BC57D0A92DD}"/>
              </a:ext>
            </a:extLst>
          </p:cNvPr>
          <p:cNvSpPr>
            <a:spLocks xmlns:a="http://schemas.openxmlformats.org/drawingml/2006/main" noGrp="1"/>
          </p:cNvSpPr>
          <p:nvPr/>
        </p:nvSpPr>
        <p:spPr>
          <a:xfrm xmlns:a="http://schemas.openxmlformats.org/drawingml/2006/main" flipH="0" flipV="0">
            <a:off x="11372850" y="3171825"/>
            <a:ext cx="3219450" cy="953"/>
          </a:xfrm>
          <a:prstGeom xmlns:a="http://schemas.openxmlformats.org/drawingml/2006/main" prst="line">
            <a:avLst/>
          </a:prstGeom>
          <a:noFill xmlns:a="http://schemas.openxmlformats.org/drawingml/2006/main"/>
          <a:ln xmlns:a="http://schemas.openxmlformats.org/drawingml/2006/main" w="14288">
            <a:solidFill>
              <a:srgbClr val="317F7B"/>
            </a:solidFill>
            <a:prstDash val="solid"/>
          </a:ln>
        </p:spPr>
      </p:sp>
      <p:sp>
        <p:nvSpPr>
          <p:cNvPr id="33" name="!!research.evidence.3.label">
            <a:extLst xmlns:a="http://schemas.openxmlformats.org/drawingml/2006/main">
              <a:ext uri="{FF2B5EF4-FFF2-40B4-BE49-F238E27FC236}">
                <a16:creationId xmlns:a16="http://schemas.microsoft.com/office/drawing/2014/main" id="{64B9B572-47A9-4960-B685-3B80C5ACB39A}"/>
              </a:ext>
            </a:extLst>
          </p:cNvPr>
          <p:cNvSpPr>
            <a:spLocks xmlns:a="http://schemas.openxmlformats.org/drawingml/2006/main" noGrp="1"/>
          </p:cNvSpPr>
          <p:nvPr/>
        </p:nvSpPr>
        <p:spPr>
          <a:xfrm xmlns:a="http://schemas.openxmlformats.org/drawingml/2006/main">
            <a:off x="11372850" y="3267075"/>
            <a:ext cx="32194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317F7B"/>
                </a:solidFill>
                <a:latin typeface="Arial"/>
                <a:ea typeface="Arial"/>
                <a:cs typeface="Arial"/>
              </a:defRPr>
            </a:defPPr>
            <a:lvl1pPr algn="l">
              <a:defRPr sz="1650" b="1">
                <a:solidFill>
                  <a:srgbClr val="317F7B"/>
                </a:solidFill>
                <a:latin typeface="Arial"/>
                <a:ea typeface="Arial"/>
                <a:cs typeface="Arial"/>
              </a:defRPr>
            </a:lvl1pPr>
            <a:lvl2pPr algn="l">
              <a:defRPr sz="1650" b="1">
                <a:solidFill>
                  <a:srgbClr val="317F7B"/>
                </a:solidFill>
                <a:latin typeface="Arial"/>
                <a:ea typeface="Arial"/>
                <a:cs typeface="Arial"/>
              </a:defRPr>
            </a:lvl2pPr>
            <a:lvl3pPr algn="l">
              <a:defRPr sz="1650" b="1">
                <a:solidFill>
                  <a:srgbClr val="317F7B"/>
                </a:solidFill>
                <a:latin typeface="Arial"/>
                <a:ea typeface="Arial"/>
                <a:cs typeface="Arial"/>
              </a:defRPr>
            </a:lvl3pPr>
            <a:lvl4pPr algn="l">
              <a:defRPr sz="1650" b="1">
                <a:solidFill>
                  <a:srgbClr val="317F7B"/>
                </a:solidFill>
                <a:latin typeface="Arial"/>
                <a:ea typeface="Arial"/>
                <a:cs typeface="Arial"/>
              </a:defRPr>
            </a:lvl4pPr>
            <a:lvl5pPr algn="l">
              <a:defRPr sz="1650" b="1">
                <a:solidFill>
                  <a:srgbClr val="317F7B"/>
                </a:solidFill>
                <a:latin typeface="Arial"/>
                <a:ea typeface="Arial"/>
                <a:cs typeface="Arial"/>
              </a:defRPr>
            </a:lvl5pPr>
            <a:lvl6pPr algn="l">
              <a:defRPr sz="1650" b="1">
                <a:solidFill>
                  <a:srgbClr val="317F7B"/>
                </a:solidFill>
                <a:latin typeface="Arial"/>
                <a:ea typeface="Arial"/>
                <a:cs typeface="Arial"/>
              </a:defRPr>
            </a:lvl6pPr>
            <a:lvl7pPr algn="l">
              <a:defRPr sz="1650" b="1">
                <a:solidFill>
                  <a:srgbClr val="317F7B"/>
                </a:solidFill>
                <a:latin typeface="Arial"/>
                <a:ea typeface="Arial"/>
                <a:cs typeface="Arial"/>
              </a:defRPr>
            </a:lvl7pPr>
            <a:lvl8pPr algn="l">
              <a:defRPr sz="1650" b="1">
                <a:solidFill>
                  <a:srgbClr val="317F7B"/>
                </a:solidFill>
                <a:latin typeface="Arial"/>
                <a:ea typeface="Arial"/>
                <a:cs typeface="Arial"/>
              </a:defRPr>
            </a:lvl8pPr>
            <a:lvl9pPr algn="l">
              <a:defRPr sz="1650" b="1">
                <a:solidFill>
                  <a:srgbClr val="317F7B"/>
                </a:solidFill>
                <a:latin typeface="Arial"/>
                <a:ea typeface="Arial"/>
                <a:cs typeface="Arial"/>
              </a:defRPr>
            </a:lvl9pPr>
          </a:lstStyle>
          <a:p xmlns:a="http://schemas.openxmlformats.org/drawingml/2006/main">
            <a:pPr algn="l">
              <a:defRPr sz="1650" b="1">
                <a:solidFill>
                  <a:srgbClr val="317F7B"/>
                </a:solidFill>
                <a:latin typeface="Arial"/>
                <a:ea typeface="Arial"/>
                <a:cs typeface="Arial"/>
              </a:defRPr>
            </a:pPr>
            <a:r>
              <a:rPr sz="1650" b="1">
                <a:solidFill>
                  <a:srgbClr val="317F7B"/>
                </a:solidFill>
                <a:latin typeface="Arial"/>
                <a:ea typeface="Arial"/>
                <a:cs typeface="Arial"/>
              </a:rPr>
              <a:t>[3] Two research reports</a:t>
            </a:r>
          </a:p>
        </p:txBody>
      </p:sp>
      <p:sp>
        <p:nvSpPr>
          <p:cNvPr id="34" name="!!research.evidence.3.text">
            <a:extLst xmlns:a="http://schemas.openxmlformats.org/drawingml/2006/main">
              <a:ext uri="{FF2B5EF4-FFF2-40B4-BE49-F238E27FC236}">
                <a16:creationId xmlns:a16="http://schemas.microsoft.com/office/drawing/2014/main" id="{38233021-5586-4C1C-89A2-28FE93FAA708}"/>
              </a:ext>
            </a:extLst>
          </p:cNvPr>
          <p:cNvSpPr>
            <a:spLocks xmlns:a="http://schemas.openxmlformats.org/drawingml/2006/main" noGrp="1"/>
          </p:cNvSpPr>
          <p:nvPr/>
        </p:nvSpPr>
        <p:spPr>
          <a:xfrm xmlns:a="http://schemas.openxmlformats.org/drawingml/2006/main">
            <a:off x="11372850" y="3609975"/>
            <a:ext cx="32194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0262C"/>
                </a:solidFill>
                <a:latin typeface="Arial"/>
                <a:ea typeface="Arial"/>
                <a:cs typeface="Arial"/>
              </a:defRPr>
            </a:defPPr>
            <a:lvl1pPr algn="l">
              <a:defRPr sz="1800" b="0">
                <a:solidFill>
                  <a:srgbClr val="20262C"/>
                </a:solidFill>
                <a:latin typeface="Arial"/>
                <a:ea typeface="Arial"/>
                <a:cs typeface="Arial"/>
              </a:defRPr>
            </a:lvl1pPr>
            <a:lvl2pPr algn="l">
              <a:defRPr sz="1800" b="0">
                <a:solidFill>
                  <a:srgbClr val="20262C"/>
                </a:solidFill>
                <a:latin typeface="Arial"/>
                <a:ea typeface="Arial"/>
                <a:cs typeface="Arial"/>
              </a:defRPr>
            </a:lvl2pPr>
            <a:lvl3pPr algn="l">
              <a:defRPr sz="1800" b="0">
                <a:solidFill>
                  <a:srgbClr val="20262C"/>
                </a:solidFill>
                <a:latin typeface="Arial"/>
                <a:ea typeface="Arial"/>
                <a:cs typeface="Arial"/>
              </a:defRPr>
            </a:lvl3pPr>
            <a:lvl4pPr algn="l">
              <a:defRPr sz="1800" b="0">
                <a:solidFill>
                  <a:srgbClr val="20262C"/>
                </a:solidFill>
                <a:latin typeface="Arial"/>
                <a:ea typeface="Arial"/>
                <a:cs typeface="Arial"/>
              </a:defRPr>
            </a:lvl4pPr>
            <a:lvl5pPr algn="l">
              <a:defRPr sz="1800" b="0">
                <a:solidFill>
                  <a:srgbClr val="20262C"/>
                </a:solidFill>
                <a:latin typeface="Arial"/>
                <a:ea typeface="Arial"/>
                <a:cs typeface="Arial"/>
              </a:defRPr>
            </a:lvl5pPr>
            <a:lvl6pPr algn="l">
              <a:defRPr sz="1800" b="0">
                <a:solidFill>
                  <a:srgbClr val="20262C"/>
                </a:solidFill>
                <a:latin typeface="Arial"/>
                <a:ea typeface="Arial"/>
                <a:cs typeface="Arial"/>
              </a:defRPr>
            </a:lvl6pPr>
            <a:lvl7pPr algn="l">
              <a:defRPr sz="1800" b="0">
                <a:solidFill>
                  <a:srgbClr val="20262C"/>
                </a:solidFill>
                <a:latin typeface="Arial"/>
                <a:ea typeface="Arial"/>
                <a:cs typeface="Arial"/>
              </a:defRPr>
            </a:lvl7pPr>
            <a:lvl8pPr algn="l">
              <a:defRPr sz="1800" b="0">
                <a:solidFill>
                  <a:srgbClr val="20262C"/>
                </a:solidFill>
                <a:latin typeface="Arial"/>
                <a:ea typeface="Arial"/>
                <a:cs typeface="Arial"/>
              </a:defRPr>
            </a:lvl8pPr>
            <a:lvl9pPr algn="l">
              <a:defRPr sz="1800" b="0">
                <a:solidFill>
                  <a:srgbClr val="20262C"/>
                </a:solidFill>
                <a:latin typeface="Arial"/>
                <a:ea typeface="Arial"/>
                <a:cs typeface="Arial"/>
              </a:defRPr>
            </a:lvl9pPr>
          </a:lstStyle>
          <a:p xmlns:a="http://schemas.openxmlformats.org/drawingml/2006/main">
            <a:pPr algn="l">
              <a:defRPr sz="1800" b="0">
                <a:solidFill>
                  <a:srgbClr val="20262C"/>
                </a:solidFill>
                <a:latin typeface="Arial"/>
                <a:ea typeface="Arial"/>
                <a:cs typeface="Arial"/>
              </a:defRPr>
            </a:pPr>
            <a:r>
              <a:rPr sz="1800" b="0">
                <a:solidFill>
                  <a:srgbClr val="20262C"/>
                </a:solidFill>
                <a:latin typeface="Arial"/>
                <a:ea typeface="Arial"/>
                <a:cs typeface="Arial"/>
              </a:rPr>
              <a:t>A: demand recovery can last.</a:t>
            </a:r>
          </a:p>
          <a:p xmlns:a="http://schemas.openxmlformats.org/drawingml/2006/main">
            <a:pPr algn="l">
              <a:defRPr sz="1800" b="0">
                <a:solidFill>
                  <a:srgbClr val="20262C"/>
                </a:solidFill>
                <a:latin typeface="Arial"/>
                <a:ea typeface="Arial"/>
                <a:cs typeface="Arial"/>
              </a:defRPr>
            </a:pPr>
            <a:r>
              <a:rPr sz="1800" b="0">
                <a:solidFill>
                  <a:srgbClr val="20262C"/>
                </a:solidFill>
                <a:latin typeface="Arial"/>
                <a:ea typeface="Arial"/>
                <a:cs typeface="Arial"/>
              </a:rPr>
              <a:t>B: will restocking last?</a:t>
            </a:r>
          </a:p>
        </p:txBody>
      </p:sp>
      <p:sp>
        <p:nvSpPr>
          <p:cNvPr id="35" name="!!research.manual.title">
            <a:extLst xmlns:a="http://schemas.openxmlformats.org/drawingml/2006/main">
              <a:ext uri="{FF2B5EF4-FFF2-40B4-BE49-F238E27FC236}">
                <a16:creationId xmlns:a16="http://schemas.microsoft.com/office/drawing/2014/main" id="{13A08213-9E44-4757-AA80-0DC6F585A344}"/>
              </a:ext>
            </a:extLst>
          </p:cNvPr>
          <p:cNvSpPr>
            <a:spLocks xmlns:a="http://schemas.openxmlformats.org/drawingml/2006/main" noGrp="1"/>
          </p:cNvSpPr>
          <p:nvPr/>
        </p:nvSpPr>
        <p:spPr>
          <a:xfrm xmlns:a="http://schemas.openxmlformats.org/drawingml/2006/main">
            <a:off x="4057650" y="5124450"/>
            <a:ext cx="105346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5A9C"/>
                </a:solidFill>
                <a:latin typeface="Arial"/>
                <a:ea typeface="Arial"/>
                <a:cs typeface="Arial"/>
              </a:defRPr>
            </a:defPPr>
            <a:lvl1pPr algn="l">
              <a:defRPr sz="2100" b="1">
                <a:solidFill>
                  <a:srgbClr val="005A9C"/>
                </a:solidFill>
                <a:latin typeface="Arial"/>
                <a:ea typeface="Arial"/>
                <a:cs typeface="Arial"/>
              </a:defRPr>
            </a:lvl1pPr>
            <a:lvl2pPr algn="l">
              <a:defRPr sz="2100" b="1">
                <a:solidFill>
                  <a:srgbClr val="005A9C"/>
                </a:solidFill>
                <a:latin typeface="Arial"/>
                <a:ea typeface="Arial"/>
                <a:cs typeface="Arial"/>
              </a:defRPr>
            </a:lvl2pPr>
            <a:lvl3pPr algn="l">
              <a:defRPr sz="2100" b="1">
                <a:solidFill>
                  <a:srgbClr val="005A9C"/>
                </a:solidFill>
                <a:latin typeface="Arial"/>
                <a:ea typeface="Arial"/>
                <a:cs typeface="Arial"/>
              </a:defRPr>
            </a:lvl3pPr>
            <a:lvl4pPr algn="l">
              <a:defRPr sz="2100" b="1">
                <a:solidFill>
                  <a:srgbClr val="005A9C"/>
                </a:solidFill>
                <a:latin typeface="Arial"/>
                <a:ea typeface="Arial"/>
                <a:cs typeface="Arial"/>
              </a:defRPr>
            </a:lvl4pPr>
            <a:lvl5pPr algn="l">
              <a:defRPr sz="2100" b="1">
                <a:solidFill>
                  <a:srgbClr val="005A9C"/>
                </a:solidFill>
                <a:latin typeface="Arial"/>
                <a:ea typeface="Arial"/>
                <a:cs typeface="Arial"/>
              </a:defRPr>
            </a:lvl5pPr>
            <a:lvl6pPr algn="l">
              <a:defRPr sz="2100" b="1">
                <a:solidFill>
                  <a:srgbClr val="005A9C"/>
                </a:solidFill>
                <a:latin typeface="Arial"/>
                <a:ea typeface="Arial"/>
                <a:cs typeface="Arial"/>
              </a:defRPr>
            </a:lvl6pPr>
            <a:lvl7pPr algn="l">
              <a:defRPr sz="2100" b="1">
                <a:solidFill>
                  <a:srgbClr val="005A9C"/>
                </a:solidFill>
                <a:latin typeface="Arial"/>
                <a:ea typeface="Arial"/>
                <a:cs typeface="Arial"/>
              </a:defRPr>
            </a:lvl7pPr>
            <a:lvl8pPr algn="l">
              <a:defRPr sz="2100" b="1">
                <a:solidFill>
                  <a:srgbClr val="005A9C"/>
                </a:solidFill>
                <a:latin typeface="Arial"/>
                <a:ea typeface="Arial"/>
                <a:cs typeface="Arial"/>
              </a:defRPr>
            </a:lvl8pPr>
            <a:lvl9pPr algn="l">
              <a:defRPr sz="2100" b="1">
                <a:solidFill>
                  <a:srgbClr val="005A9C"/>
                </a:solidFill>
                <a:latin typeface="Arial"/>
                <a:ea typeface="Arial"/>
                <a:cs typeface="Arial"/>
              </a:defRPr>
            </a:lvl9pPr>
          </a:lstStyle>
          <a:p xmlns:a="http://schemas.openxmlformats.org/drawingml/2006/main">
            <a:pPr algn="l">
              <a:defRPr sz="2100" b="1">
                <a:solidFill>
                  <a:srgbClr val="005A9C"/>
                </a:solidFill>
                <a:latin typeface="Arial"/>
                <a:ea typeface="Arial"/>
                <a:cs typeface="Arial"/>
              </a:defRPr>
            </a:pPr>
            <a:r>
              <a:rPr sz="2100" b="1">
                <a:solidFill>
                  <a:srgbClr val="005A9C"/>
                </a:solidFill>
                <a:latin typeface="Arial"/>
                <a:ea typeface="Arial"/>
                <a:cs typeface="Arial"/>
              </a:rPr>
              <a:t>The analyst’s preparation work</a:t>
            </a:r>
          </a:p>
        </p:txBody>
      </p:sp>
      <p:sp>
        <p:nvSpPr>
          <p:cNvPr id="36" name="!!research.manual.0">
            <a:extLst xmlns:a="http://schemas.openxmlformats.org/drawingml/2006/main">
              <a:ext uri="{FF2B5EF4-FFF2-40B4-BE49-F238E27FC236}">
                <a16:creationId xmlns:a16="http://schemas.microsoft.com/office/drawing/2014/main" id="{14CE31C2-332B-46F7-98A0-C37B4BA7F80A}"/>
              </a:ext>
            </a:extLst>
          </p:cNvPr>
          <p:cNvSpPr>
            <a:spLocks xmlns:a="http://schemas.openxmlformats.org/drawingml/2006/main" noGrp="1"/>
          </p:cNvSpPr>
          <p:nvPr/>
        </p:nvSpPr>
        <p:spPr>
          <a:xfrm xmlns:a="http://schemas.openxmlformats.org/drawingml/2006/main">
            <a:off x="4057650" y="5648325"/>
            <a:ext cx="2383631" cy="790575"/>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875" b="1">
                <a:solidFill>
                  <a:srgbClr val="20262C"/>
                </a:solidFill>
                <a:latin typeface="Arial"/>
                <a:ea typeface="Arial"/>
                <a:cs typeface="Arial"/>
              </a:defRPr>
            </a:defPPr>
            <a:lvl1pPr algn="ctr">
              <a:defRPr sz="1875" b="1">
                <a:solidFill>
                  <a:srgbClr val="20262C"/>
                </a:solidFill>
                <a:latin typeface="Arial"/>
                <a:ea typeface="Arial"/>
                <a:cs typeface="Arial"/>
              </a:defRPr>
            </a:lvl1pPr>
            <a:lvl2pPr algn="ctr">
              <a:defRPr sz="1875" b="1">
                <a:solidFill>
                  <a:srgbClr val="20262C"/>
                </a:solidFill>
                <a:latin typeface="Arial"/>
                <a:ea typeface="Arial"/>
                <a:cs typeface="Arial"/>
              </a:defRPr>
            </a:lvl2pPr>
            <a:lvl3pPr algn="ctr">
              <a:defRPr sz="1875" b="1">
                <a:solidFill>
                  <a:srgbClr val="20262C"/>
                </a:solidFill>
                <a:latin typeface="Arial"/>
                <a:ea typeface="Arial"/>
                <a:cs typeface="Arial"/>
              </a:defRPr>
            </a:lvl3pPr>
            <a:lvl4pPr algn="ctr">
              <a:defRPr sz="1875" b="1">
                <a:solidFill>
                  <a:srgbClr val="20262C"/>
                </a:solidFill>
                <a:latin typeface="Arial"/>
                <a:ea typeface="Arial"/>
                <a:cs typeface="Arial"/>
              </a:defRPr>
            </a:lvl4pPr>
            <a:lvl5pPr algn="ctr">
              <a:defRPr sz="1875" b="1">
                <a:solidFill>
                  <a:srgbClr val="20262C"/>
                </a:solidFill>
                <a:latin typeface="Arial"/>
                <a:ea typeface="Arial"/>
                <a:cs typeface="Arial"/>
              </a:defRPr>
            </a:lvl5pPr>
            <a:lvl6pPr algn="ctr">
              <a:defRPr sz="1875" b="1">
                <a:solidFill>
                  <a:srgbClr val="20262C"/>
                </a:solidFill>
                <a:latin typeface="Arial"/>
                <a:ea typeface="Arial"/>
                <a:cs typeface="Arial"/>
              </a:defRPr>
            </a:lvl6pPr>
            <a:lvl7pPr algn="ctr">
              <a:defRPr sz="1875" b="1">
                <a:solidFill>
                  <a:srgbClr val="20262C"/>
                </a:solidFill>
                <a:latin typeface="Arial"/>
                <a:ea typeface="Arial"/>
                <a:cs typeface="Arial"/>
              </a:defRPr>
            </a:lvl7pPr>
            <a:lvl8pPr algn="ctr">
              <a:defRPr sz="1875" b="1">
                <a:solidFill>
                  <a:srgbClr val="20262C"/>
                </a:solidFill>
                <a:latin typeface="Arial"/>
                <a:ea typeface="Arial"/>
                <a:cs typeface="Arial"/>
              </a:defRPr>
            </a:lvl8pPr>
            <a:lvl9pPr algn="ctr">
              <a:defRPr sz="1875" b="1">
                <a:solidFill>
                  <a:srgbClr val="20262C"/>
                </a:solidFill>
                <a:latin typeface="Arial"/>
                <a:ea typeface="Arial"/>
                <a:cs typeface="Arial"/>
              </a:defRPr>
            </a:lvl9pPr>
          </a:lstStyle>
          <a:p xmlns:a="http://schemas.openxmlformats.org/drawingml/2006/main">
            <a:pPr algn="ctr">
              <a:defRPr sz="1875" b="1">
                <a:solidFill>
                  <a:srgbClr val="20262C"/>
                </a:solidFill>
                <a:latin typeface="Arial"/>
                <a:ea typeface="Arial"/>
                <a:cs typeface="Arial"/>
              </a:defRPr>
            </a:pPr>
            <a:r>
              <a:rPr sz="1875" b="1">
                <a:solidFill>
                  <a:srgbClr val="20262C"/>
                </a:solidFill>
                <a:latin typeface="Arial"/>
                <a:ea typeface="Arial"/>
                <a:cs typeface="Arial"/>
              </a:rPr>
              <a:t>Find relevant sources</a:t>
            </a:r>
          </a:p>
        </p:txBody>
      </p:sp>
      <p:sp>
        <p:nvSpPr>
          <p:cNvPr id="37" name="!!research.manual.link0.line">
            <a:extLst xmlns:a="http://schemas.openxmlformats.org/drawingml/2006/main">
              <a:ext uri="{FF2B5EF4-FFF2-40B4-BE49-F238E27FC236}">
                <a16:creationId xmlns:a16="http://schemas.microsoft.com/office/drawing/2014/main" id="{55E12887-5B9D-455B-840C-E71E16255A1B}"/>
              </a:ext>
            </a:extLst>
          </p:cNvPr>
          <p:cNvSpPr>
            <a:spLocks xmlns:a="http://schemas.openxmlformats.org/drawingml/2006/main" noGrp="1"/>
          </p:cNvSpPr>
          <p:nvPr/>
        </p:nvSpPr>
        <p:spPr>
          <a:xfrm xmlns:a="http://schemas.openxmlformats.org/drawingml/2006/main" flipH="0" flipV="0">
            <a:off x="6479381" y="6043613"/>
            <a:ext cx="209550" cy="953"/>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38" name="!!research.manual.link0.tip">
            <a:extLst xmlns:a="http://schemas.openxmlformats.org/drawingml/2006/main">
              <a:ext uri="{FF2B5EF4-FFF2-40B4-BE49-F238E27FC236}">
                <a16:creationId xmlns:a16="http://schemas.microsoft.com/office/drawing/2014/main" id="{7BA85E6C-A0AD-4BAD-B447-921C299C9CFA}"/>
              </a:ext>
            </a:extLst>
          </p:cNvPr>
          <p:cNvSpPr>
            <a:spLocks xmlns:a="http://schemas.openxmlformats.org/drawingml/2006/main" noGrp="1"/>
          </p:cNvSpPr>
          <p:nvPr/>
        </p:nvSpPr>
        <p:spPr>
          <a:xfrm xmlns:a="http://schemas.openxmlformats.org/drawingml/2006/main" rot="5400000">
            <a:off x="6631781" y="5986463"/>
            <a:ext cx="114300" cy="11430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39" name="!!research.manual.1">
            <a:extLst xmlns:a="http://schemas.openxmlformats.org/drawingml/2006/main">
              <a:ext uri="{FF2B5EF4-FFF2-40B4-BE49-F238E27FC236}">
                <a16:creationId xmlns:a16="http://schemas.microsoft.com/office/drawing/2014/main" id="{E1355E8F-6FBC-413A-B0E6-75E15CFDCAC0}"/>
              </a:ext>
            </a:extLst>
          </p:cNvPr>
          <p:cNvSpPr>
            <a:spLocks xmlns:a="http://schemas.openxmlformats.org/drawingml/2006/main" noGrp="1"/>
          </p:cNvSpPr>
          <p:nvPr/>
        </p:nvSpPr>
        <p:spPr>
          <a:xfrm xmlns:a="http://schemas.openxmlformats.org/drawingml/2006/main">
            <a:off x="6774656" y="5648325"/>
            <a:ext cx="2383631" cy="790575"/>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875" b="1">
                <a:solidFill>
                  <a:srgbClr val="20262C"/>
                </a:solidFill>
                <a:latin typeface="Arial"/>
                <a:ea typeface="Arial"/>
                <a:cs typeface="Arial"/>
              </a:defRPr>
            </a:defPPr>
            <a:lvl1pPr algn="ctr">
              <a:defRPr sz="1875" b="1">
                <a:solidFill>
                  <a:srgbClr val="20262C"/>
                </a:solidFill>
                <a:latin typeface="Arial"/>
                <a:ea typeface="Arial"/>
                <a:cs typeface="Arial"/>
              </a:defRPr>
            </a:lvl1pPr>
            <a:lvl2pPr algn="ctr">
              <a:defRPr sz="1875" b="1">
                <a:solidFill>
                  <a:srgbClr val="20262C"/>
                </a:solidFill>
                <a:latin typeface="Arial"/>
                <a:ea typeface="Arial"/>
                <a:cs typeface="Arial"/>
              </a:defRPr>
            </a:lvl2pPr>
            <a:lvl3pPr algn="ctr">
              <a:defRPr sz="1875" b="1">
                <a:solidFill>
                  <a:srgbClr val="20262C"/>
                </a:solidFill>
                <a:latin typeface="Arial"/>
                <a:ea typeface="Arial"/>
                <a:cs typeface="Arial"/>
              </a:defRPr>
            </a:lvl3pPr>
            <a:lvl4pPr algn="ctr">
              <a:defRPr sz="1875" b="1">
                <a:solidFill>
                  <a:srgbClr val="20262C"/>
                </a:solidFill>
                <a:latin typeface="Arial"/>
                <a:ea typeface="Arial"/>
                <a:cs typeface="Arial"/>
              </a:defRPr>
            </a:lvl4pPr>
            <a:lvl5pPr algn="ctr">
              <a:defRPr sz="1875" b="1">
                <a:solidFill>
                  <a:srgbClr val="20262C"/>
                </a:solidFill>
                <a:latin typeface="Arial"/>
                <a:ea typeface="Arial"/>
                <a:cs typeface="Arial"/>
              </a:defRPr>
            </a:lvl5pPr>
            <a:lvl6pPr algn="ctr">
              <a:defRPr sz="1875" b="1">
                <a:solidFill>
                  <a:srgbClr val="20262C"/>
                </a:solidFill>
                <a:latin typeface="Arial"/>
                <a:ea typeface="Arial"/>
                <a:cs typeface="Arial"/>
              </a:defRPr>
            </a:lvl6pPr>
            <a:lvl7pPr algn="ctr">
              <a:defRPr sz="1875" b="1">
                <a:solidFill>
                  <a:srgbClr val="20262C"/>
                </a:solidFill>
                <a:latin typeface="Arial"/>
                <a:ea typeface="Arial"/>
                <a:cs typeface="Arial"/>
              </a:defRPr>
            </a:lvl7pPr>
            <a:lvl8pPr algn="ctr">
              <a:defRPr sz="1875" b="1">
                <a:solidFill>
                  <a:srgbClr val="20262C"/>
                </a:solidFill>
                <a:latin typeface="Arial"/>
                <a:ea typeface="Arial"/>
                <a:cs typeface="Arial"/>
              </a:defRPr>
            </a:lvl8pPr>
            <a:lvl9pPr algn="ctr">
              <a:defRPr sz="1875" b="1">
                <a:solidFill>
                  <a:srgbClr val="20262C"/>
                </a:solidFill>
                <a:latin typeface="Arial"/>
                <a:ea typeface="Arial"/>
                <a:cs typeface="Arial"/>
              </a:defRPr>
            </a:lvl9pPr>
          </a:lstStyle>
          <a:p xmlns:a="http://schemas.openxmlformats.org/drawingml/2006/main">
            <a:pPr algn="ctr">
              <a:defRPr sz="1875" b="1">
                <a:solidFill>
                  <a:srgbClr val="20262C"/>
                </a:solidFill>
                <a:latin typeface="Arial"/>
                <a:ea typeface="Arial"/>
                <a:cs typeface="Arial"/>
              </a:defRPr>
            </a:pPr>
            <a:r>
              <a:rPr sz="1875" b="1">
                <a:solidFill>
                  <a:srgbClr val="20262C"/>
                </a:solidFill>
                <a:latin typeface="Arial"/>
                <a:ea typeface="Arial"/>
                <a:cs typeface="Arial"/>
              </a:rPr>
              <a:t>Extract data and</a:t>
            </a:r>
          </a:p>
          <a:p xmlns:a="http://schemas.openxmlformats.org/drawingml/2006/main">
            <a:pPr algn="ctr">
              <a:defRPr sz="1875" b="1">
                <a:solidFill>
                  <a:srgbClr val="20262C"/>
                </a:solidFill>
                <a:latin typeface="Arial"/>
                <a:ea typeface="Arial"/>
                <a:cs typeface="Arial"/>
              </a:defRPr>
            </a:pPr>
            <a:r>
              <a:rPr sz="1875" b="1">
                <a:solidFill>
                  <a:srgbClr val="20262C"/>
                </a:solidFill>
                <a:latin typeface="Arial"/>
                <a:ea typeface="Arial"/>
                <a:cs typeface="Arial"/>
              </a:rPr>
              <a:t>calculate changes</a:t>
            </a:r>
          </a:p>
        </p:txBody>
      </p:sp>
      <p:sp>
        <p:nvSpPr>
          <p:cNvPr id="40" name="!!research.manual.link1.line">
            <a:extLst xmlns:a="http://schemas.openxmlformats.org/drawingml/2006/main">
              <a:ext uri="{FF2B5EF4-FFF2-40B4-BE49-F238E27FC236}">
                <a16:creationId xmlns:a16="http://schemas.microsoft.com/office/drawing/2014/main" id="{9D616D6A-9449-4FF0-9B14-ACCE31384D5A}"/>
              </a:ext>
            </a:extLst>
          </p:cNvPr>
          <p:cNvSpPr>
            <a:spLocks xmlns:a="http://schemas.openxmlformats.org/drawingml/2006/main" noGrp="1"/>
          </p:cNvSpPr>
          <p:nvPr/>
        </p:nvSpPr>
        <p:spPr>
          <a:xfrm xmlns:a="http://schemas.openxmlformats.org/drawingml/2006/main" flipH="0" flipV="0">
            <a:off x="9196388" y="6043613"/>
            <a:ext cx="209550" cy="953"/>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41" name="!!research.manual.link1.tip">
            <a:extLst xmlns:a="http://schemas.openxmlformats.org/drawingml/2006/main">
              <a:ext uri="{FF2B5EF4-FFF2-40B4-BE49-F238E27FC236}">
                <a16:creationId xmlns:a16="http://schemas.microsoft.com/office/drawing/2014/main" id="{14E690A3-8D66-4D04-A505-EE7DBF0939B9}"/>
              </a:ext>
            </a:extLst>
          </p:cNvPr>
          <p:cNvSpPr>
            <a:spLocks xmlns:a="http://schemas.openxmlformats.org/drawingml/2006/main" noGrp="1"/>
          </p:cNvSpPr>
          <p:nvPr/>
        </p:nvSpPr>
        <p:spPr>
          <a:xfrm xmlns:a="http://schemas.openxmlformats.org/drawingml/2006/main" rot="5400000">
            <a:off x="9348788" y="5986463"/>
            <a:ext cx="114300" cy="11430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42" name="!!research.manual.2">
            <a:extLst xmlns:a="http://schemas.openxmlformats.org/drawingml/2006/main">
              <a:ext uri="{FF2B5EF4-FFF2-40B4-BE49-F238E27FC236}">
                <a16:creationId xmlns:a16="http://schemas.microsoft.com/office/drawing/2014/main" id="{0B84B208-D3AC-4A75-B8E3-F4B140839EAE}"/>
              </a:ext>
            </a:extLst>
          </p:cNvPr>
          <p:cNvSpPr>
            <a:spLocks xmlns:a="http://schemas.openxmlformats.org/drawingml/2006/main" noGrp="1"/>
          </p:cNvSpPr>
          <p:nvPr/>
        </p:nvSpPr>
        <p:spPr>
          <a:xfrm xmlns:a="http://schemas.openxmlformats.org/drawingml/2006/main">
            <a:off x="9491663" y="5648325"/>
            <a:ext cx="2383631" cy="790575"/>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875" b="1">
                <a:solidFill>
                  <a:srgbClr val="20262C"/>
                </a:solidFill>
                <a:latin typeface="Arial"/>
                <a:ea typeface="Arial"/>
                <a:cs typeface="Arial"/>
              </a:defRPr>
            </a:defPPr>
            <a:lvl1pPr algn="ctr">
              <a:defRPr sz="1875" b="1">
                <a:solidFill>
                  <a:srgbClr val="20262C"/>
                </a:solidFill>
                <a:latin typeface="Arial"/>
                <a:ea typeface="Arial"/>
                <a:cs typeface="Arial"/>
              </a:defRPr>
            </a:lvl1pPr>
            <a:lvl2pPr algn="ctr">
              <a:defRPr sz="1875" b="1">
                <a:solidFill>
                  <a:srgbClr val="20262C"/>
                </a:solidFill>
                <a:latin typeface="Arial"/>
                <a:ea typeface="Arial"/>
                <a:cs typeface="Arial"/>
              </a:defRPr>
            </a:lvl2pPr>
            <a:lvl3pPr algn="ctr">
              <a:defRPr sz="1875" b="1">
                <a:solidFill>
                  <a:srgbClr val="20262C"/>
                </a:solidFill>
                <a:latin typeface="Arial"/>
                <a:ea typeface="Arial"/>
                <a:cs typeface="Arial"/>
              </a:defRPr>
            </a:lvl3pPr>
            <a:lvl4pPr algn="ctr">
              <a:defRPr sz="1875" b="1">
                <a:solidFill>
                  <a:srgbClr val="20262C"/>
                </a:solidFill>
                <a:latin typeface="Arial"/>
                <a:ea typeface="Arial"/>
                <a:cs typeface="Arial"/>
              </a:defRPr>
            </a:lvl4pPr>
            <a:lvl5pPr algn="ctr">
              <a:defRPr sz="1875" b="1">
                <a:solidFill>
                  <a:srgbClr val="20262C"/>
                </a:solidFill>
                <a:latin typeface="Arial"/>
                <a:ea typeface="Arial"/>
                <a:cs typeface="Arial"/>
              </a:defRPr>
            </a:lvl5pPr>
            <a:lvl6pPr algn="ctr">
              <a:defRPr sz="1875" b="1">
                <a:solidFill>
                  <a:srgbClr val="20262C"/>
                </a:solidFill>
                <a:latin typeface="Arial"/>
                <a:ea typeface="Arial"/>
                <a:cs typeface="Arial"/>
              </a:defRPr>
            </a:lvl6pPr>
            <a:lvl7pPr algn="ctr">
              <a:defRPr sz="1875" b="1">
                <a:solidFill>
                  <a:srgbClr val="20262C"/>
                </a:solidFill>
                <a:latin typeface="Arial"/>
                <a:ea typeface="Arial"/>
                <a:cs typeface="Arial"/>
              </a:defRPr>
            </a:lvl7pPr>
            <a:lvl8pPr algn="ctr">
              <a:defRPr sz="1875" b="1">
                <a:solidFill>
                  <a:srgbClr val="20262C"/>
                </a:solidFill>
                <a:latin typeface="Arial"/>
                <a:ea typeface="Arial"/>
                <a:cs typeface="Arial"/>
              </a:defRPr>
            </a:lvl8pPr>
            <a:lvl9pPr algn="ctr">
              <a:defRPr sz="1875" b="1">
                <a:solidFill>
                  <a:srgbClr val="20262C"/>
                </a:solidFill>
                <a:latin typeface="Arial"/>
                <a:ea typeface="Arial"/>
                <a:cs typeface="Arial"/>
              </a:defRPr>
            </a:lvl9pPr>
          </a:lstStyle>
          <a:p xmlns:a="http://schemas.openxmlformats.org/drawingml/2006/main">
            <a:pPr algn="ctr">
              <a:defRPr sz="1875" b="1">
                <a:solidFill>
                  <a:srgbClr val="20262C"/>
                </a:solidFill>
                <a:latin typeface="Arial"/>
                <a:ea typeface="Arial"/>
                <a:cs typeface="Arial"/>
              </a:defRPr>
            </a:pPr>
            <a:r>
              <a:rPr sz="1875" b="1">
                <a:solidFill>
                  <a:srgbClr val="20262C"/>
                </a:solidFill>
                <a:latin typeface="Arial"/>
                <a:ea typeface="Arial"/>
                <a:cs typeface="Arial"/>
              </a:rPr>
              <a:t>Reread and</a:t>
            </a:r>
          </a:p>
          <a:p xmlns:a="http://schemas.openxmlformats.org/drawingml/2006/main">
            <a:pPr algn="ctr">
              <a:defRPr sz="1875" b="1">
                <a:solidFill>
                  <a:srgbClr val="20262C"/>
                </a:solidFill>
                <a:latin typeface="Arial"/>
                <a:ea typeface="Arial"/>
                <a:cs typeface="Arial"/>
              </a:defRPr>
            </a:pPr>
            <a:r>
              <a:rPr sz="1875" b="1">
                <a:solidFill>
                  <a:srgbClr val="20262C"/>
                </a:solidFill>
                <a:latin typeface="Arial"/>
                <a:ea typeface="Arial"/>
                <a:cs typeface="Arial"/>
              </a:rPr>
              <a:t>compare views</a:t>
            </a:r>
          </a:p>
        </p:txBody>
      </p:sp>
      <p:sp>
        <p:nvSpPr>
          <p:cNvPr id="43" name="!!research.manual.link2.line">
            <a:extLst xmlns:a="http://schemas.openxmlformats.org/drawingml/2006/main">
              <a:ext uri="{FF2B5EF4-FFF2-40B4-BE49-F238E27FC236}">
                <a16:creationId xmlns:a16="http://schemas.microsoft.com/office/drawing/2014/main" id="{BBA0E023-1022-4680-91A4-AF341681F6FA}"/>
              </a:ext>
            </a:extLst>
          </p:cNvPr>
          <p:cNvSpPr>
            <a:spLocks xmlns:a="http://schemas.openxmlformats.org/drawingml/2006/main" noGrp="1"/>
          </p:cNvSpPr>
          <p:nvPr/>
        </p:nvSpPr>
        <p:spPr>
          <a:xfrm xmlns:a="http://schemas.openxmlformats.org/drawingml/2006/main" flipH="0" flipV="0">
            <a:off x="11913394" y="6043613"/>
            <a:ext cx="209550" cy="953"/>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44" name="!!research.manual.link2.tip">
            <a:extLst xmlns:a="http://schemas.openxmlformats.org/drawingml/2006/main">
              <a:ext uri="{FF2B5EF4-FFF2-40B4-BE49-F238E27FC236}">
                <a16:creationId xmlns:a16="http://schemas.microsoft.com/office/drawing/2014/main" id="{EE1720FB-1101-4C4F-81C6-2C2C25BF5424}"/>
              </a:ext>
            </a:extLst>
          </p:cNvPr>
          <p:cNvSpPr>
            <a:spLocks xmlns:a="http://schemas.openxmlformats.org/drawingml/2006/main" noGrp="1"/>
          </p:cNvSpPr>
          <p:nvPr/>
        </p:nvSpPr>
        <p:spPr>
          <a:xfrm xmlns:a="http://schemas.openxmlformats.org/drawingml/2006/main" rot="5400000">
            <a:off x="12065794" y="5986463"/>
            <a:ext cx="114300" cy="11430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45" name="!!research.manual.3">
            <a:extLst xmlns:a="http://schemas.openxmlformats.org/drawingml/2006/main">
              <a:ext uri="{FF2B5EF4-FFF2-40B4-BE49-F238E27FC236}">
                <a16:creationId xmlns:a16="http://schemas.microsoft.com/office/drawing/2014/main" id="{5F68397E-9237-4FC8-8F81-A4D32E0BBBBE}"/>
              </a:ext>
            </a:extLst>
          </p:cNvPr>
          <p:cNvSpPr>
            <a:spLocks xmlns:a="http://schemas.openxmlformats.org/drawingml/2006/main" noGrp="1"/>
          </p:cNvSpPr>
          <p:nvPr/>
        </p:nvSpPr>
        <p:spPr>
          <a:xfrm xmlns:a="http://schemas.openxmlformats.org/drawingml/2006/main">
            <a:off x="12208669" y="5648325"/>
            <a:ext cx="2383631" cy="790575"/>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875" b="1">
                <a:solidFill>
                  <a:srgbClr val="20262C"/>
                </a:solidFill>
                <a:latin typeface="Arial"/>
                <a:ea typeface="Arial"/>
                <a:cs typeface="Arial"/>
              </a:defRPr>
            </a:defPPr>
            <a:lvl1pPr algn="ctr">
              <a:defRPr sz="1875" b="1">
                <a:solidFill>
                  <a:srgbClr val="20262C"/>
                </a:solidFill>
                <a:latin typeface="Arial"/>
                <a:ea typeface="Arial"/>
                <a:cs typeface="Arial"/>
              </a:defRPr>
            </a:lvl1pPr>
            <a:lvl2pPr algn="ctr">
              <a:defRPr sz="1875" b="1">
                <a:solidFill>
                  <a:srgbClr val="20262C"/>
                </a:solidFill>
                <a:latin typeface="Arial"/>
                <a:ea typeface="Arial"/>
                <a:cs typeface="Arial"/>
              </a:defRPr>
            </a:lvl2pPr>
            <a:lvl3pPr algn="ctr">
              <a:defRPr sz="1875" b="1">
                <a:solidFill>
                  <a:srgbClr val="20262C"/>
                </a:solidFill>
                <a:latin typeface="Arial"/>
                <a:ea typeface="Arial"/>
                <a:cs typeface="Arial"/>
              </a:defRPr>
            </a:lvl3pPr>
            <a:lvl4pPr algn="ctr">
              <a:defRPr sz="1875" b="1">
                <a:solidFill>
                  <a:srgbClr val="20262C"/>
                </a:solidFill>
                <a:latin typeface="Arial"/>
                <a:ea typeface="Arial"/>
                <a:cs typeface="Arial"/>
              </a:defRPr>
            </a:lvl4pPr>
            <a:lvl5pPr algn="ctr">
              <a:defRPr sz="1875" b="1">
                <a:solidFill>
                  <a:srgbClr val="20262C"/>
                </a:solidFill>
                <a:latin typeface="Arial"/>
                <a:ea typeface="Arial"/>
                <a:cs typeface="Arial"/>
              </a:defRPr>
            </a:lvl5pPr>
            <a:lvl6pPr algn="ctr">
              <a:defRPr sz="1875" b="1">
                <a:solidFill>
                  <a:srgbClr val="20262C"/>
                </a:solidFill>
                <a:latin typeface="Arial"/>
                <a:ea typeface="Arial"/>
                <a:cs typeface="Arial"/>
              </a:defRPr>
            </a:lvl6pPr>
            <a:lvl7pPr algn="ctr">
              <a:defRPr sz="1875" b="1">
                <a:solidFill>
                  <a:srgbClr val="20262C"/>
                </a:solidFill>
                <a:latin typeface="Arial"/>
                <a:ea typeface="Arial"/>
                <a:cs typeface="Arial"/>
              </a:defRPr>
            </a:lvl7pPr>
            <a:lvl8pPr algn="ctr">
              <a:defRPr sz="1875" b="1">
                <a:solidFill>
                  <a:srgbClr val="20262C"/>
                </a:solidFill>
                <a:latin typeface="Arial"/>
                <a:ea typeface="Arial"/>
                <a:cs typeface="Arial"/>
              </a:defRPr>
            </a:lvl8pPr>
            <a:lvl9pPr algn="ctr">
              <a:defRPr sz="1875" b="1">
                <a:solidFill>
                  <a:srgbClr val="20262C"/>
                </a:solidFill>
                <a:latin typeface="Arial"/>
                <a:ea typeface="Arial"/>
                <a:cs typeface="Arial"/>
              </a:defRPr>
            </a:lvl9pPr>
          </a:lstStyle>
          <a:p xmlns:a="http://schemas.openxmlformats.org/drawingml/2006/main">
            <a:pPr algn="ctr">
              <a:defRPr sz="1875" b="1">
                <a:solidFill>
                  <a:srgbClr val="20262C"/>
                </a:solidFill>
                <a:latin typeface="Arial"/>
                <a:ea typeface="Arial"/>
                <a:cs typeface="Arial"/>
              </a:defRPr>
            </a:pPr>
            <a:r>
              <a:rPr sz="1875" b="1">
                <a:solidFill>
                  <a:srgbClr val="20262C"/>
                </a:solidFill>
                <a:latin typeface="Arial"/>
                <a:ea typeface="Arial"/>
                <a:cs typeface="Arial"/>
              </a:rPr>
              <a:t>Document the</a:t>
            </a:r>
          </a:p>
          <a:p xmlns:a="http://schemas.openxmlformats.org/drawingml/2006/main">
            <a:pPr algn="ctr">
              <a:defRPr sz="1875" b="1">
                <a:solidFill>
                  <a:srgbClr val="20262C"/>
                </a:solidFill>
                <a:latin typeface="Arial"/>
                <a:ea typeface="Arial"/>
                <a:cs typeface="Arial"/>
              </a:defRPr>
            </a:pPr>
            <a:r>
              <a:rPr sz="1875" b="1">
                <a:solidFill>
                  <a:srgbClr val="20262C"/>
                </a:solidFill>
                <a:latin typeface="Arial"/>
                <a:ea typeface="Arial"/>
                <a:cs typeface="Arial"/>
              </a:rPr>
              <a:t>reasoning</a:t>
            </a:r>
          </a:p>
        </p:txBody>
      </p:sp>
      <p:sp>
        <p:nvSpPr>
          <p:cNvPr id="46" name="!!research.repetition">
            <a:extLst xmlns:a="http://schemas.openxmlformats.org/drawingml/2006/main">
              <a:ext uri="{FF2B5EF4-FFF2-40B4-BE49-F238E27FC236}">
                <a16:creationId xmlns:a16="http://schemas.microsoft.com/office/drawing/2014/main" id="{4E0A705F-0D32-4ADA-BC36-6C11C5A3C4FA}"/>
              </a:ext>
            </a:extLst>
          </p:cNvPr>
          <p:cNvSpPr>
            <a:spLocks xmlns:a="http://schemas.openxmlformats.org/drawingml/2006/main" noGrp="1"/>
          </p:cNvSpPr>
          <p:nvPr/>
        </p:nvSpPr>
        <p:spPr>
          <a:xfrm xmlns:a="http://schemas.openxmlformats.org/drawingml/2006/main">
            <a:off x="4057650" y="7019925"/>
            <a:ext cx="105346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20262C"/>
                </a:solidFill>
                <a:latin typeface="Arial"/>
                <a:ea typeface="Arial"/>
                <a:cs typeface="Arial"/>
              </a:defRPr>
            </a:defPPr>
            <a:lvl1pPr algn="l">
              <a:defRPr sz="2025" b="0">
                <a:solidFill>
                  <a:srgbClr val="20262C"/>
                </a:solidFill>
                <a:latin typeface="Arial"/>
                <a:ea typeface="Arial"/>
                <a:cs typeface="Arial"/>
              </a:defRPr>
            </a:lvl1pPr>
            <a:lvl2pPr algn="l">
              <a:defRPr sz="2025" b="0">
                <a:solidFill>
                  <a:srgbClr val="20262C"/>
                </a:solidFill>
                <a:latin typeface="Arial"/>
                <a:ea typeface="Arial"/>
                <a:cs typeface="Arial"/>
              </a:defRPr>
            </a:lvl2pPr>
            <a:lvl3pPr algn="l">
              <a:defRPr sz="2025" b="0">
                <a:solidFill>
                  <a:srgbClr val="20262C"/>
                </a:solidFill>
                <a:latin typeface="Arial"/>
                <a:ea typeface="Arial"/>
                <a:cs typeface="Arial"/>
              </a:defRPr>
            </a:lvl3pPr>
            <a:lvl4pPr algn="l">
              <a:defRPr sz="2025" b="0">
                <a:solidFill>
                  <a:srgbClr val="20262C"/>
                </a:solidFill>
                <a:latin typeface="Arial"/>
                <a:ea typeface="Arial"/>
                <a:cs typeface="Arial"/>
              </a:defRPr>
            </a:lvl4pPr>
            <a:lvl5pPr algn="l">
              <a:defRPr sz="2025" b="0">
                <a:solidFill>
                  <a:srgbClr val="20262C"/>
                </a:solidFill>
                <a:latin typeface="Arial"/>
                <a:ea typeface="Arial"/>
                <a:cs typeface="Arial"/>
              </a:defRPr>
            </a:lvl5pPr>
            <a:lvl6pPr algn="l">
              <a:defRPr sz="2025" b="0">
                <a:solidFill>
                  <a:srgbClr val="20262C"/>
                </a:solidFill>
                <a:latin typeface="Arial"/>
                <a:ea typeface="Arial"/>
                <a:cs typeface="Arial"/>
              </a:defRPr>
            </a:lvl6pPr>
            <a:lvl7pPr algn="l">
              <a:defRPr sz="2025" b="0">
                <a:solidFill>
                  <a:srgbClr val="20262C"/>
                </a:solidFill>
                <a:latin typeface="Arial"/>
                <a:ea typeface="Arial"/>
                <a:cs typeface="Arial"/>
              </a:defRPr>
            </a:lvl7pPr>
            <a:lvl8pPr algn="l">
              <a:defRPr sz="2025" b="0">
                <a:solidFill>
                  <a:srgbClr val="20262C"/>
                </a:solidFill>
                <a:latin typeface="Arial"/>
                <a:ea typeface="Arial"/>
                <a:cs typeface="Arial"/>
              </a:defRPr>
            </a:lvl8pPr>
            <a:lvl9pPr algn="l">
              <a:defRPr sz="2025" b="0">
                <a:solidFill>
                  <a:srgbClr val="20262C"/>
                </a:solidFill>
                <a:latin typeface="Arial"/>
                <a:ea typeface="Arial"/>
                <a:cs typeface="Arial"/>
              </a:defRPr>
            </a:lvl9pPr>
          </a:lstStyle>
          <a:p xmlns:a="http://schemas.openxmlformats.org/drawingml/2006/main">
            <a:pPr algn="l">
              <a:defRPr sz="2025" b="0">
                <a:solidFill>
                  <a:srgbClr val="20262C"/>
                </a:solidFill>
                <a:latin typeface="Arial"/>
                <a:ea typeface="Arial"/>
                <a:cs typeface="Arial"/>
              </a:defRPr>
            </a:pPr>
            <a:r>
              <a:rPr sz="2025" b="0">
                <a:solidFill>
                  <a:srgbClr val="20262C"/>
                </a:solidFill>
                <a:latin typeface="Arial"/>
                <a:ea typeface="Arial"/>
                <a:cs typeface="Arial"/>
              </a:rPr>
              <a:t>Repeated searching, extraction and checking take time away from analysis</a:t>
            </a:r>
          </a:p>
        </p:txBody>
      </p:sp>
      <p:sp>
        <p:nvSpPr>
          <p:cNvPr id="48" name="!!story.header.issuer.bar">
            <a:extLst xmlns:a="http://schemas.openxmlformats.org/drawingml/2006/main">
              <a:ext uri="{FF2B5EF4-FFF2-40B4-BE49-F238E27FC236}">
                <a16:creationId xmlns:a16="http://schemas.microsoft.com/office/drawing/2014/main" id="{CC0345A4-51BD-4294-9258-078B8E72580C}"/>
              </a:ext>
            </a:extLst>
          </p:cNvPr>
          <p:cNvSpPr>
            <a:spLocks xmlns:a="http://schemas.openxmlformats.org/drawingml/2006/main" noGrp="1"/>
          </p:cNvSpPr>
          <p:nvPr/>
        </p:nvSpPr>
        <p:spPr>
          <a:xfrm xmlns:a="http://schemas.openxmlformats.org/drawingml/2006/main">
            <a:off x="10668000" y="1257300"/>
            <a:ext cx="47625" cy="238125"/>
          </a:xfrm>
          <a:prstGeom xmlns:a="http://schemas.openxmlformats.org/drawingml/2006/main" prst="rect">
            <a:avLst/>
          </a:prstGeom>
          <a:solidFill xmlns:a="http://schemas.openxmlformats.org/drawingml/2006/main">
            <a:srgbClr val="317F7B"/>
          </a:solidFill>
          <a:ln xmlns:a="http://schemas.openxmlformats.org/drawingml/2006/main" w="0">
            <a:noFill/>
          </a:ln>
        </p:spPr>
      </p:sp>
      <p:sp>
        <p:nvSpPr>
          <p:cNvPr id="49" name="!!story.header.issuer.name">
            <a:extLst xmlns:a="http://schemas.openxmlformats.org/drawingml/2006/main">
              <a:ext uri="{FF2B5EF4-FFF2-40B4-BE49-F238E27FC236}">
                <a16:creationId xmlns:a16="http://schemas.microsoft.com/office/drawing/2014/main" id="{626B0EBA-3D38-4C4F-8BC3-44F2A5803B78}"/>
              </a:ext>
            </a:extLst>
          </p:cNvPr>
          <p:cNvSpPr>
            <a:spLocks xmlns:a="http://schemas.openxmlformats.org/drawingml/2006/main" noGrp="1"/>
          </p:cNvSpPr>
          <p:nvPr/>
        </p:nvSpPr>
        <p:spPr>
          <a:xfrm xmlns:a="http://schemas.openxmlformats.org/drawingml/2006/main">
            <a:off x="10801350" y="1190625"/>
            <a:ext cx="152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317F7B"/>
                </a:solidFill>
                <a:latin typeface="Arial"/>
                <a:ea typeface="Arial"/>
                <a:cs typeface="Arial"/>
              </a:defRPr>
            </a:defPPr>
            <a:lvl1pPr algn="l">
              <a:defRPr sz="1800" b="1">
                <a:solidFill>
                  <a:srgbClr val="317F7B"/>
                </a:solidFill>
                <a:latin typeface="Arial"/>
                <a:ea typeface="Arial"/>
                <a:cs typeface="Arial"/>
              </a:defRPr>
            </a:lvl1pPr>
            <a:lvl2pPr algn="l">
              <a:defRPr sz="1800" b="1">
                <a:solidFill>
                  <a:srgbClr val="317F7B"/>
                </a:solidFill>
                <a:latin typeface="Arial"/>
                <a:ea typeface="Arial"/>
                <a:cs typeface="Arial"/>
              </a:defRPr>
            </a:lvl2pPr>
            <a:lvl3pPr algn="l">
              <a:defRPr sz="1800" b="1">
                <a:solidFill>
                  <a:srgbClr val="317F7B"/>
                </a:solidFill>
                <a:latin typeface="Arial"/>
                <a:ea typeface="Arial"/>
                <a:cs typeface="Arial"/>
              </a:defRPr>
            </a:lvl3pPr>
            <a:lvl4pPr algn="l">
              <a:defRPr sz="1800" b="1">
                <a:solidFill>
                  <a:srgbClr val="317F7B"/>
                </a:solidFill>
                <a:latin typeface="Arial"/>
                <a:ea typeface="Arial"/>
                <a:cs typeface="Arial"/>
              </a:defRPr>
            </a:lvl4pPr>
            <a:lvl5pPr algn="l">
              <a:defRPr sz="1800" b="1">
                <a:solidFill>
                  <a:srgbClr val="317F7B"/>
                </a:solidFill>
                <a:latin typeface="Arial"/>
                <a:ea typeface="Arial"/>
                <a:cs typeface="Arial"/>
              </a:defRPr>
            </a:lvl5pPr>
            <a:lvl6pPr algn="l">
              <a:defRPr sz="1800" b="1">
                <a:solidFill>
                  <a:srgbClr val="317F7B"/>
                </a:solidFill>
                <a:latin typeface="Arial"/>
                <a:ea typeface="Arial"/>
                <a:cs typeface="Arial"/>
              </a:defRPr>
            </a:lvl6pPr>
            <a:lvl7pPr algn="l">
              <a:defRPr sz="1800" b="1">
                <a:solidFill>
                  <a:srgbClr val="317F7B"/>
                </a:solidFill>
                <a:latin typeface="Arial"/>
                <a:ea typeface="Arial"/>
                <a:cs typeface="Arial"/>
              </a:defRPr>
            </a:lvl7pPr>
            <a:lvl8pPr algn="l">
              <a:defRPr sz="1800" b="1">
                <a:solidFill>
                  <a:srgbClr val="317F7B"/>
                </a:solidFill>
                <a:latin typeface="Arial"/>
                <a:ea typeface="Arial"/>
                <a:cs typeface="Arial"/>
              </a:defRPr>
            </a:lvl8pPr>
            <a:lvl9pPr algn="l">
              <a:defRPr sz="1800" b="1">
                <a:solidFill>
                  <a:srgbClr val="317F7B"/>
                </a:solidFill>
                <a:latin typeface="Arial"/>
                <a:ea typeface="Arial"/>
                <a:cs typeface="Arial"/>
              </a:defRPr>
            </a:lvl9pPr>
          </a:lstStyle>
          <a:p xmlns:a="http://schemas.openxmlformats.org/drawingml/2006/main">
            <a:pPr algn="l">
              <a:defRPr sz="1800" b="1">
                <a:solidFill>
                  <a:srgbClr val="317F7B"/>
                </a:solidFill>
                <a:latin typeface="Arial"/>
                <a:ea typeface="Arial"/>
                <a:cs typeface="Arial"/>
              </a:defRPr>
            </a:pPr>
            <a:r>
              <a:rPr sz="1800" b="1">
                <a:solidFill>
                  <a:srgbClr val="317F7B"/>
                </a:solidFill>
                <a:latin typeface="Arial"/>
                <a:ea typeface="Arial"/>
                <a:cs typeface="Arial"/>
              </a:rPr>
              <a:t>Company A</a:t>
            </a:r>
          </a:p>
        </p:txBody>
      </p:sp>
      <p:sp>
        <p:nvSpPr>
          <p:cNvPr id="50" name="!!story.issuer.source.1">
            <a:extLst xmlns:a="http://schemas.openxmlformats.org/drawingml/2006/main">
              <a:ext uri="{FF2B5EF4-FFF2-40B4-BE49-F238E27FC236}">
                <a16:creationId xmlns:a16="http://schemas.microsoft.com/office/drawing/2014/main" id="{B4CE014A-92AD-4CC9-8606-0DFEDE25972C}"/>
              </a:ext>
            </a:extLst>
          </p:cNvPr>
          <p:cNvSpPr>
            <a:spLocks xmlns:a="http://schemas.openxmlformats.org/drawingml/2006/main" noGrp="1"/>
          </p:cNvSpPr>
          <p:nvPr/>
        </p:nvSpPr>
        <p:spPr>
          <a:xfrm xmlns:a="http://schemas.openxmlformats.org/drawingml/2006/main">
            <a:off x="3943350" y="3171825"/>
            <a:ext cx="57150" cy="1266825"/>
          </a:xfrm>
          <a:prstGeom xmlns:a="http://schemas.openxmlformats.org/drawingml/2006/main" prst="rect">
            <a:avLst/>
          </a:prstGeom>
          <a:solidFill xmlns:a="http://schemas.openxmlformats.org/drawingml/2006/main">
            <a:srgbClr val="317F7B"/>
          </a:solidFill>
          <a:ln xmlns:a="http://schemas.openxmlformats.org/drawingml/2006/main" w="0">
            <a:noFill/>
          </a:ln>
        </p:spPr>
      </p:sp>
      <p:sp>
        <p:nvSpPr>
          <p:cNvPr id="51" name="!!story.issuer.source.2">
            <a:extLst xmlns:a="http://schemas.openxmlformats.org/drawingml/2006/main">
              <a:ext uri="{FF2B5EF4-FFF2-40B4-BE49-F238E27FC236}">
                <a16:creationId xmlns:a16="http://schemas.microsoft.com/office/drawing/2014/main" id="{AC2EB5EF-15DD-4733-ACB9-B318C42A1845}"/>
              </a:ext>
            </a:extLst>
          </p:cNvPr>
          <p:cNvSpPr>
            <a:spLocks xmlns:a="http://schemas.openxmlformats.org/drawingml/2006/main" noGrp="1"/>
          </p:cNvSpPr>
          <p:nvPr/>
        </p:nvSpPr>
        <p:spPr>
          <a:xfrm xmlns:a="http://schemas.openxmlformats.org/drawingml/2006/main">
            <a:off x="7600950" y="3171825"/>
            <a:ext cx="57150" cy="1266825"/>
          </a:xfrm>
          <a:prstGeom xmlns:a="http://schemas.openxmlformats.org/drawingml/2006/main" prst="rect">
            <a:avLst/>
          </a:prstGeom>
          <a:solidFill xmlns:a="http://schemas.openxmlformats.org/drawingml/2006/main">
            <a:srgbClr val="317F7B"/>
          </a:solidFill>
          <a:ln xmlns:a="http://schemas.openxmlformats.org/drawingml/2006/main" w="0">
            <a:noFill/>
          </a:ln>
        </p:spPr>
      </p:sp>
      <p:sp>
        <p:nvSpPr>
          <p:cNvPr id="52" name="!!story.issuer.source.3">
            <a:extLst xmlns:a="http://schemas.openxmlformats.org/drawingml/2006/main">
              <a:ext uri="{FF2B5EF4-FFF2-40B4-BE49-F238E27FC236}">
                <a16:creationId xmlns:a16="http://schemas.microsoft.com/office/drawing/2014/main" id="{9858E049-FF18-426F-B0F9-32E8E7F77655}"/>
              </a:ext>
            </a:extLst>
          </p:cNvPr>
          <p:cNvSpPr>
            <a:spLocks xmlns:a="http://schemas.openxmlformats.org/drawingml/2006/main" noGrp="1"/>
          </p:cNvSpPr>
          <p:nvPr/>
        </p:nvSpPr>
        <p:spPr>
          <a:xfrm xmlns:a="http://schemas.openxmlformats.org/drawingml/2006/main">
            <a:off x="11258550" y="3171825"/>
            <a:ext cx="57150" cy="1266825"/>
          </a:xfrm>
          <a:prstGeom xmlns:a="http://schemas.openxmlformats.org/drawingml/2006/main" prst="rect">
            <a:avLst/>
          </a:prstGeom>
          <a:solidFill xmlns:a="http://schemas.openxmlformats.org/drawingml/2006/main">
            <a:srgbClr val="317F7B"/>
          </a:solidFill>
          <a:ln xmlns:a="http://schemas.openxmlformats.org/drawingml/2006/main" w="0">
            <a:noFill/>
          </a:ln>
        </p:spPr>
      </p:sp>
    </p:spTree>
    <p:extLst>
      <p:ext uri="{BB962C8B-B14F-4D97-AF65-F5344CB8AC3E}">
        <p14:creationId xmlns:p14="http://schemas.microsoft.com/office/powerpoint/2010/main" val="236805656"/>
      </p:ext>
    </p:extLst>
  </p:cSld>
  <mc:AlternateContent xmlns:mc="http://schemas.openxmlformats.org/markup-compatibility/2006">
    <mc:Choice xmlns:p159="http://schemas.microsoft.com/office/powerpoint/2015/09/main" Requires="p159">
      <p:transition xmlns:p14="http://schemas.microsoft.com/office/powerpoint/2010/main" spd="med" advClick="1" p14:dur="700">
        <p159:morph option="byObject"/>
      </p:transition>
    </mc:Choice>
    <mc:Fallback>
      <p:transition spd="fast" advClick="1">
        <p:fade/>
      </p:transition>
    </mc:Fallback>
  </mc:AlternateContent>
  <p:timing>
    <p:tnLst>
      <p:par>
        <p:cTn id="1" dur="indefinite" restart="never" nodeType="tmRoot">
          <p:childTnLst>
            <p:seq concurrent="1" nextAc="seek">
              <p:cTn id="2" dur="indefinite" nodeType="mainSeq">
                <p:childTnLst>
                  <p:par>
                    <p:cTn id="3" fill="hold">
                      <p:stCondLst>
                        <p:cond delay="0"/>
                      </p:stCondLst>
                      <p:childTnLst>
                        <p:par>
                          <p:cTn id="4" presetID="1" presetClass="entr" presetSubtype="0" fill="hold" nodeType="withEffect" grpId="0">
                            <p:stCondLst>
                              <p:cond delay="150"/>
                            </p:stCondLst>
                            <p:childTnLst>
                              <p:set>
                                <p:cBhvr>
                                  <p:cTn id="5" dur="1" fill="hold">
                                    <p:stCondLst>
                                      <p:cond delay="0"/>
                                    </p:stCondLst>
                                  </p:cTn>
                                  <p:tgtEl>
                                    <p:spTgt spid="26"/>
                                  </p:tgtEl>
                                  <p:attrNameLst>
                                    <p:attrName>style.visibility</p:attrName>
                                  </p:attrNameLst>
                                </p:cBhvr>
                                <p:to>
                                  <p:strVal val="visible"/>
                                </p:to>
                              </p:set>
                            </p:childTnLst>
                          </p:cTn>
                        </p:par>
                        <p:par>
                          <p:cTn id="6" presetID="1" presetClass="entr" presetSubtype="0" fill="hold" nodeType="withEffect" grpId="0">
                            <p:stCondLst>
                              <p:cond delay="150"/>
                            </p:stCondLst>
                            <p:childTnLst>
                              <p:set>
                                <p:cBhvr>
                                  <p:cTn id="7" dur="1" fill="hold">
                                    <p:stCondLst>
                                      <p:cond delay="0"/>
                                    </p:stCondLst>
                                  </p:cTn>
                                  <p:tgtEl>
                                    <p:spTgt spid="27"/>
                                  </p:tgtEl>
                                  <p:attrNameLst>
                                    <p:attrName>style.visibility</p:attrName>
                                  </p:attrNameLst>
                                </p:cBhvr>
                                <p:to>
                                  <p:strVal val="visible"/>
                                </p:to>
                              </p:set>
                            </p:childTnLst>
                          </p:cTn>
                        </p:par>
                        <p:par>
                          <p:cTn id="8" presetID="1" presetClass="entr" presetSubtype="0" fill="hold" nodeType="withEffect" grpId="0">
                            <p:stCondLst>
                              <p:cond delay="150"/>
                            </p:stCondLst>
                            <p:childTnLst>
                              <p:set>
                                <p:cBhvr>
                                  <p:cTn id="9" dur="1" fill="hold">
                                    <p:stCondLst>
                                      <p:cond delay="0"/>
                                    </p:stCondLst>
                                  </p:cTn>
                                  <p:tgtEl>
                                    <p:spTgt spid="28"/>
                                  </p:tgtEl>
                                  <p:attrNameLst>
                                    <p:attrName>style.visibility</p:attrName>
                                  </p:attrNameLst>
                                </p:cBhvr>
                                <p:to>
                                  <p:strVal val="visible"/>
                                </p:to>
                              </p:set>
                            </p:childTnLst>
                          </p:cTn>
                        </p:par>
                        <p:par>
                          <p:cTn id="10" presetID="1" presetClass="entr" presetSubtype="0" fill="hold" nodeType="withEffect" grpId="0">
                            <p:stCondLst>
                              <p:cond delay="700"/>
                            </p:stCondLst>
                            <p:childTnLst>
                              <p:set>
                                <p:cBhvr>
                                  <p:cTn id="11" dur="1" fill="hold">
                                    <p:stCondLst>
                                      <p:cond delay="0"/>
                                    </p:stCondLst>
                                  </p:cTn>
                                  <p:tgtEl>
                                    <p:spTgt spid="29"/>
                                  </p:tgtEl>
                                  <p:attrNameLst>
                                    <p:attrName>style.visibility</p:attrName>
                                  </p:attrNameLst>
                                </p:cBhvr>
                                <p:to>
                                  <p:strVal val="visible"/>
                                </p:to>
                              </p:set>
                            </p:childTnLst>
                          </p:cTn>
                        </p:par>
                        <p:par>
                          <p:cTn id="12" presetID="1" presetClass="entr" presetSubtype="0" fill="hold" nodeType="withEffect" grpId="0">
                            <p:stCondLst>
                              <p:cond delay="700"/>
                            </p:stCondLst>
                            <p:childTnLst>
                              <p:set>
                                <p:cBhvr>
                                  <p:cTn id="13" dur="1" fill="hold">
                                    <p:stCondLst>
                                      <p:cond delay="0"/>
                                    </p:stCondLst>
                                  </p:cTn>
                                  <p:tgtEl>
                                    <p:spTgt spid="30"/>
                                  </p:tgtEl>
                                  <p:attrNameLst>
                                    <p:attrName>style.visibility</p:attrName>
                                  </p:attrNameLst>
                                </p:cBhvr>
                                <p:to>
                                  <p:strVal val="visible"/>
                                </p:to>
                              </p:set>
                            </p:childTnLst>
                          </p:cTn>
                        </p:par>
                        <p:par>
                          <p:cTn id="14" presetID="1" presetClass="entr" presetSubtype="0" fill="hold" nodeType="withEffect" grpId="0">
                            <p:stCondLst>
                              <p:cond delay="700"/>
                            </p:stCondLst>
                            <p:childTnLst>
                              <p:set>
                                <p:cBhvr>
                                  <p:cTn id="15" dur="1" fill="hold">
                                    <p:stCondLst>
                                      <p:cond delay="0"/>
                                    </p:stCondLst>
                                  </p:cTn>
                                  <p:tgtEl>
                                    <p:spTgt spid="31"/>
                                  </p:tgtEl>
                                  <p:attrNameLst>
                                    <p:attrName>style.visibility</p:attrName>
                                  </p:attrNameLst>
                                </p:cBhvr>
                                <p:to>
                                  <p:strVal val="visible"/>
                                </p:to>
                              </p:set>
                            </p:childTnLst>
                          </p:cTn>
                        </p:par>
                        <p:par>
                          <p:cTn id="16" presetID="1" presetClass="entr" presetSubtype="0" fill="hold" nodeType="withEffect" grpId="0">
                            <p:stCondLst>
                              <p:cond delay="1250"/>
                            </p:stCondLst>
                            <p:childTnLst>
                              <p:set>
                                <p:cBhvr>
                                  <p:cTn id="17" dur="1" fill="hold">
                                    <p:stCondLst>
                                      <p:cond delay="0"/>
                                    </p:stCondLst>
                                  </p:cTn>
                                  <p:tgtEl>
                                    <p:spTgt spid="32"/>
                                  </p:tgtEl>
                                  <p:attrNameLst>
                                    <p:attrName>style.visibility</p:attrName>
                                  </p:attrNameLst>
                                </p:cBhvr>
                                <p:to>
                                  <p:strVal val="visible"/>
                                </p:to>
                              </p:set>
                            </p:childTnLst>
                          </p:cTn>
                        </p:par>
                        <p:par>
                          <p:cTn id="18" presetID="1" presetClass="entr" presetSubtype="0" fill="hold" nodeType="withEffect" grpId="0">
                            <p:stCondLst>
                              <p:cond delay="1250"/>
                            </p:stCondLst>
                            <p:childTnLst>
                              <p:set>
                                <p:cBhvr>
                                  <p:cTn id="19" dur="1" fill="hold">
                                    <p:stCondLst>
                                      <p:cond delay="0"/>
                                    </p:stCondLst>
                                  </p:cTn>
                                  <p:tgtEl>
                                    <p:spTgt spid="33"/>
                                  </p:tgtEl>
                                  <p:attrNameLst>
                                    <p:attrName>style.visibility</p:attrName>
                                  </p:attrNameLst>
                                </p:cBhvr>
                                <p:to>
                                  <p:strVal val="visible"/>
                                </p:to>
                              </p:set>
                            </p:childTnLst>
                          </p:cTn>
                        </p:par>
                        <p:par>
                          <p:cTn id="20" presetID="1" presetClass="entr" presetSubtype="0" fill="hold" nodeType="withEffect" grpId="0">
                            <p:stCondLst>
                              <p:cond delay="1250"/>
                            </p:stCondLst>
                            <p:childTnLst>
                              <p:set>
                                <p:cBhvr>
                                  <p:cTn id="21" dur="1" fill="hold">
                                    <p:stCondLst>
                                      <p:cond delay="0"/>
                                    </p:stCondLst>
                                  </p:cTn>
                                  <p:tgtEl>
                                    <p:spTgt spid="34"/>
                                  </p:tgtEl>
                                  <p:attrNameLst>
                                    <p:attrName>style.visibility</p:attrName>
                                  </p:attrNameLst>
                                </p:cBhvr>
                                <p:to>
                                  <p:strVal val="visible"/>
                                </p:to>
                              </p:set>
                            </p:childTnLst>
                          </p:cTn>
                        </p:par>
                        <p:par>
                          <p:cTn id="22" presetID="1" presetClass="entr" presetSubtype="0" fill="hold" nodeType="withEffect" grpId="0">
                            <p:stCondLst>
                              <p:cond delay="150"/>
                            </p:stCondLst>
                            <p:childTnLst>
                              <p:set>
                                <p:cBhvr>
                                  <p:cTn id="23" dur="1" fill="hold">
                                    <p:stCondLst>
                                      <p:cond delay="0"/>
                                    </p:stCondLst>
                                  </p:cTn>
                                  <p:tgtEl>
                                    <p:spTgt spid="50"/>
                                  </p:tgtEl>
                                  <p:attrNameLst>
                                    <p:attrName>style.visibility</p:attrName>
                                  </p:attrNameLst>
                                </p:cBhvr>
                                <p:to>
                                  <p:strVal val="visible"/>
                                </p:to>
                              </p:set>
                            </p:childTnLst>
                          </p:cTn>
                        </p:par>
                        <p:par>
                          <p:cTn id="24" presetID="1" presetClass="entr" presetSubtype="0" fill="hold" nodeType="withEffect" grpId="0">
                            <p:stCondLst>
                              <p:cond delay="700"/>
                            </p:stCondLst>
                            <p:childTnLst>
                              <p:set>
                                <p:cBhvr>
                                  <p:cTn id="25" dur="1" fill="hold">
                                    <p:stCondLst>
                                      <p:cond delay="0"/>
                                    </p:stCondLst>
                                  </p:cTn>
                                  <p:tgtEl>
                                    <p:spTgt spid="51"/>
                                  </p:tgtEl>
                                  <p:attrNameLst>
                                    <p:attrName>style.visibility</p:attrName>
                                  </p:attrNameLst>
                                </p:cBhvr>
                                <p:to>
                                  <p:strVal val="visible"/>
                                </p:to>
                              </p:set>
                            </p:childTnLst>
                          </p:cTn>
                        </p:par>
                        <p:par>
                          <p:cTn id="26" presetID="1" presetClass="entr" presetSubtype="0" fill="hold" nodeType="withEffect" grpId="0">
                            <p:stCondLst>
                              <p:cond delay="1250"/>
                            </p:stCondLst>
                            <p:childTnLst>
                              <p:set>
                                <p:cBhvr>
                                  <p:cTn id="27" dur="1" fill="hold">
                                    <p:stCondLst>
                                      <p:cond delay="0"/>
                                    </p:stCondLst>
                                  </p:cTn>
                                  <p:tgtEl>
                                    <p:spTgt spid="52"/>
                                  </p:tgtEl>
                                  <p:attrNameLst>
                                    <p:attrName>style.visibility</p:attrName>
                                  </p:attrNameLst>
                                </p:cBhvr>
                                <p:to>
                                  <p:strVal val="visible"/>
                                </p:to>
                              </p:set>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P spid="28" grpId="0" animBg="1"/>
      <p:bldP spid="29" grpId="0" animBg="1"/>
      <p:bldP spid="30" grpId="0" animBg="1"/>
      <p:bldP spid="31" grpId="0" animBg="1"/>
      <p:bldP spid="32" grpId="0" animBg="1"/>
      <p:bldP spid="33" grpId="0" animBg="1"/>
      <p:bldP spid="34" grpId="0" animBg="1"/>
      <p:bldP spid="50" grpId="0" animBg="1"/>
      <p:bldP spid="51" grpId="0" animBg="1"/>
      <p:bldP spid="52" grpId="0" animBg="1"/>
    </p:bldLst>
  </p:timing>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2" name="!!heading">
            <a:extLst xmlns:a="http://schemas.openxmlformats.org/drawingml/2006/main">
              <a:ext uri="{FF2B5EF4-FFF2-40B4-BE49-F238E27FC236}">
                <a16:creationId xmlns:a16="http://schemas.microsoft.com/office/drawing/2014/main" id="{E264A04B-B25D-4AE8-9D82-DBD1C46BCF36}"/>
              </a:ext>
            </a:extLst>
          </p:cNvPr>
          <p:cNvSpPr>
            <a:spLocks xmlns:a="http://schemas.openxmlformats.org/drawingml/2006/main" noGrp="1"/>
          </p:cNvSpPr>
          <p:nvPr/>
        </p:nvSpPr>
        <p:spPr>
          <a:xfrm xmlns:a="http://schemas.openxmlformats.org/drawingml/2006/main">
            <a:off x="647700" y="428625"/>
            <a:ext cx="13944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0262C"/>
                </a:solidFill>
                <a:latin typeface="Arial"/>
                <a:ea typeface="Arial"/>
                <a:cs typeface="Arial"/>
              </a:defRPr>
            </a:defPPr>
            <a:lvl1pPr algn="l">
              <a:defRPr sz="3300" b="1">
                <a:solidFill>
                  <a:srgbClr val="20262C"/>
                </a:solidFill>
                <a:latin typeface="Arial"/>
                <a:ea typeface="Arial"/>
                <a:cs typeface="Arial"/>
              </a:defRPr>
            </a:lvl1pPr>
            <a:lvl2pPr algn="l">
              <a:defRPr sz="3300" b="1">
                <a:solidFill>
                  <a:srgbClr val="20262C"/>
                </a:solidFill>
                <a:latin typeface="Arial"/>
                <a:ea typeface="Arial"/>
                <a:cs typeface="Arial"/>
              </a:defRPr>
            </a:lvl2pPr>
            <a:lvl3pPr algn="l">
              <a:defRPr sz="3300" b="1">
                <a:solidFill>
                  <a:srgbClr val="20262C"/>
                </a:solidFill>
                <a:latin typeface="Arial"/>
                <a:ea typeface="Arial"/>
                <a:cs typeface="Arial"/>
              </a:defRPr>
            </a:lvl3pPr>
            <a:lvl4pPr algn="l">
              <a:defRPr sz="3300" b="1">
                <a:solidFill>
                  <a:srgbClr val="20262C"/>
                </a:solidFill>
                <a:latin typeface="Arial"/>
                <a:ea typeface="Arial"/>
                <a:cs typeface="Arial"/>
              </a:defRPr>
            </a:lvl4pPr>
            <a:lvl5pPr algn="l">
              <a:defRPr sz="3300" b="1">
                <a:solidFill>
                  <a:srgbClr val="20262C"/>
                </a:solidFill>
                <a:latin typeface="Arial"/>
                <a:ea typeface="Arial"/>
                <a:cs typeface="Arial"/>
              </a:defRPr>
            </a:lvl5pPr>
            <a:lvl6pPr algn="l">
              <a:defRPr sz="3300" b="1">
                <a:solidFill>
                  <a:srgbClr val="20262C"/>
                </a:solidFill>
                <a:latin typeface="Arial"/>
                <a:ea typeface="Arial"/>
                <a:cs typeface="Arial"/>
              </a:defRPr>
            </a:lvl6pPr>
            <a:lvl7pPr algn="l">
              <a:defRPr sz="3300" b="1">
                <a:solidFill>
                  <a:srgbClr val="20262C"/>
                </a:solidFill>
                <a:latin typeface="Arial"/>
                <a:ea typeface="Arial"/>
                <a:cs typeface="Arial"/>
              </a:defRPr>
            </a:lvl7pPr>
            <a:lvl8pPr algn="l">
              <a:defRPr sz="3300" b="1">
                <a:solidFill>
                  <a:srgbClr val="20262C"/>
                </a:solidFill>
                <a:latin typeface="Arial"/>
                <a:ea typeface="Arial"/>
                <a:cs typeface="Arial"/>
              </a:defRPr>
            </a:lvl8pPr>
            <a:lvl9pPr algn="l">
              <a:defRPr sz="3300" b="1">
                <a:solidFill>
                  <a:srgbClr val="20262C"/>
                </a:solidFill>
                <a:latin typeface="Arial"/>
                <a:ea typeface="Arial"/>
                <a:cs typeface="Arial"/>
              </a:defRPr>
            </a:lvl9pPr>
          </a:lstStyle>
          <a:p xmlns:a="http://schemas.openxmlformats.org/drawingml/2006/main">
            <a:pPr algn="l">
              <a:defRPr sz="3300" b="1">
                <a:solidFill>
                  <a:srgbClr val="20262C"/>
                </a:solidFill>
                <a:latin typeface="Arial"/>
                <a:ea typeface="Arial"/>
                <a:cs typeface="Arial"/>
              </a:defRPr>
            </a:pPr>
            <a:r>
              <a:rPr sz="3300" b="1">
                <a:solidFill>
                  <a:srgbClr val="20262C"/>
                </a:solidFill>
                <a:latin typeface="Arial"/>
                <a:ea typeface="Arial"/>
                <a:cs typeface="Arial"/>
              </a:rPr>
              <a:t>Tianhong: analyzing earnings drivers</a:t>
            </a:r>
          </a:p>
        </p:txBody>
      </p:sp>
      <p:sp>
        <p:nvSpPr>
          <p:cNvPr id="2" name="!!subtitle">
            <a:extLst xmlns:a="http://schemas.openxmlformats.org/drawingml/2006/main">
              <a:ext uri="{FF2B5EF4-FFF2-40B4-BE49-F238E27FC236}">
                <a16:creationId xmlns:a16="http://schemas.microsoft.com/office/drawing/2014/main" id="{1B76A2A4-646C-4A48-BA25-7832C14C506E}"/>
              </a:ext>
            </a:extLst>
          </p:cNvPr>
          <p:cNvSpPr>
            <a:spLocks xmlns:a="http://schemas.openxmlformats.org/drawingml/2006/main" noGrp="1"/>
          </p:cNvSpPr>
          <p:nvPr/>
        </p:nvSpPr>
        <p:spPr>
          <a:xfrm xmlns:a="http://schemas.openxmlformats.org/drawingml/2006/main">
            <a:off x="647700" y="1190625"/>
            <a:ext cx="139446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05A9C"/>
                </a:solidFill>
                <a:latin typeface="Arial"/>
                <a:ea typeface="Arial"/>
                <a:cs typeface="Arial"/>
              </a:defRPr>
            </a:defPPr>
            <a:lvl1pPr algn="l">
              <a:defRPr sz="1875" b="0">
                <a:solidFill>
                  <a:srgbClr val="005A9C"/>
                </a:solidFill>
                <a:latin typeface="Arial"/>
                <a:ea typeface="Arial"/>
                <a:cs typeface="Arial"/>
              </a:defRPr>
            </a:lvl1pPr>
            <a:lvl2pPr algn="l">
              <a:defRPr sz="1875" b="0">
                <a:solidFill>
                  <a:srgbClr val="005A9C"/>
                </a:solidFill>
                <a:latin typeface="Arial"/>
                <a:ea typeface="Arial"/>
                <a:cs typeface="Arial"/>
              </a:defRPr>
            </a:lvl2pPr>
            <a:lvl3pPr algn="l">
              <a:defRPr sz="1875" b="0">
                <a:solidFill>
                  <a:srgbClr val="005A9C"/>
                </a:solidFill>
                <a:latin typeface="Arial"/>
                <a:ea typeface="Arial"/>
                <a:cs typeface="Arial"/>
              </a:defRPr>
            </a:lvl3pPr>
            <a:lvl4pPr algn="l">
              <a:defRPr sz="1875" b="0">
                <a:solidFill>
                  <a:srgbClr val="005A9C"/>
                </a:solidFill>
                <a:latin typeface="Arial"/>
                <a:ea typeface="Arial"/>
                <a:cs typeface="Arial"/>
              </a:defRPr>
            </a:lvl4pPr>
            <a:lvl5pPr algn="l">
              <a:defRPr sz="1875" b="0">
                <a:solidFill>
                  <a:srgbClr val="005A9C"/>
                </a:solidFill>
                <a:latin typeface="Arial"/>
                <a:ea typeface="Arial"/>
                <a:cs typeface="Arial"/>
              </a:defRPr>
            </a:lvl5pPr>
            <a:lvl6pPr algn="l">
              <a:defRPr sz="1875" b="0">
                <a:solidFill>
                  <a:srgbClr val="005A9C"/>
                </a:solidFill>
                <a:latin typeface="Arial"/>
                <a:ea typeface="Arial"/>
                <a:cs typeface="Arial"/>
              </a:defRPr>
            </a:lvl6pPr>
            <a:lvl7pPr algn="l">
              <a:defRPr sz="1875" b="0">
                <a:solidFill>
                  <a:srgbClr val="005A9C"/>
                </a:solidFill>
                <a:latin typeface="Arial"/>
                <a:ea typeface="Arial"/>
                <a:cs typeface="Arial"/>
              </a:defRPr>
            </a:lvl7pPr>
            <a:lvl8pPr algn="l">
              <a:defRPr sz="1875" b="0">
                <a:solidFill>
                  <a:srgbClr val="005A9C"/>
                </a:solidFill>
                <a:latin typeface="Arial"/>
                <a:ea typeface="Arial"/>
                <a:cs typeface="Arial"/>
              </a:defRPr>
            </a:lvl8pPr>
            <a:lvl9pPr algn="l">
              <a:defRPr sz="1875" b="0">
                <a:solidFill>
                  <a:srgbClr val="005A9C"/>
                </a:solidFill>
                <a:latin typeface="Arial"/>
                <a:ea typeface="Arial"/>
                <a:cs typeface="Arial"/>
              </a:defRPr>
            </a:lvl9pPr>
          </a:lstStyle>
          <a:p xmlns:a="http://schemas.openxmlformats.org/drawingml/2006/main">
            <a:pPr algn="l">
              <a:defRPr sz="1875" b="0">
                <a:solidFill>
                  <a:srgbClr val="005A9C"/>
                </a:solidFill>
                <a:latin typeface="Arial"/>
                <a:ea typeface="Arial"/>
                <a:cs typeface="Arial"/>
              </a:defRPr>
            </a:pPr>
            <a:r>
              <a:rPr sz="1875" b="0">
                <a:solidFill>
                  <a:srgbClr val="005A9C"/>
                </a:solidFill>
                <a:latin typeface="Arial"/>
                <a:ea typeface="Arial"/>
                <a:cs typeface="Arial"/>
              </a:rPr>
              <a:t>Front office  /  Research  /  Peer practices</a:t>
            </a:r>
          </a:p>
        </p:txBody>
      </p:sp>
      <p:sp>
        <p:nvSpPr>
          <p:cNvPr id="3" name="!!heading.rule">
            <a:extLst xmlns:a="http://schemas.openxmlformats.org/drawingml/2006/main">
              <a:ext uri="{FF2B5EF4-FFF2-40B4-BE49-F238E27FC236}">
                <a16:creationId xmlns:a16="http://schemas.microsoft.com/office/drawing/2014/main" id="{E2C02013-E182-479A-B70B-A1553DD7C9F7}"/>
              </a:ext>
            </a:extLst>
          </p:cNvPr>
          <p:cNvSpPr>
            <a:spLocks xmlns:a="http://schemas.openxmlformats.org/drawingml/2006/main" noGrp="1"/>
          </p:cNvSpPr>
          <p:nvPr/>
        </p:nvSpPr>
        <p:spPr>
          <a:xfrm xmlns:a="http://schemas.openxmlformats.org/drawingml/2006/main" flipH="0" flipV="0">
            <a:off x="647700" y="1733550"/>
            <a:ext cx="13944600" cy="953"/>
          </a:xfrm>
          <a:prstGeom xmlns:a="http://schemas.openxmlformats.org/drawingml/2006/main" prst="line">
            <a:avLst/>
          </a:prstGeom>
          <a:noFill xmlns:a="http://schemas.openxmlformats.org/drawingml/2006/main"/>
          <a:ln xmlns:a="http://schemas.openxmlformats.org/drawingml/2006/main" w="11430">
            <a:solidFill>
              <a:srgbClr val="BCC6CF"/>
            </a:solidFill>
            <a:prstDash val="solid"/>
          </a:ln>
        </p:spPr>
      </p:sp>
      <p:sp>
        <p:nvSpPr>
          <p:cNvPr id="4" name="!!map.front">
            <a:extLst xmlns:a="http://schemas.openxmlformats.org/drawingml/2006/main">
              <a:ext uri="{FF2B5EF4-FFF2-40B4-BE49-F238E27FC236}">
                <a16:creationId xmlns:a16="http://schemas.microsoft.com/office/drawing/2014/main" id="{5A3F150B-BF27-424E-9317-1A070B1D7AA1}"/>
              </a:ext>
            </a:extLst>
          </p:cNvPr>
          <p:cNvSpPr>
            <a:spLocks xmlns:a="http://schemas.openxmlformats.org/drawingml/2006/main" noGrp="1"/>
          </p:cNvSpPr>
          <p:nvPr/>
        </p:nvSpPr>
        <p:spPr>
          <a:xfrm xmlns:a="http://schemas.openxmlformats.org/drawingml/2006/main">
            <a:off x="647700" y="1990725"/>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5" name="!!nav.front">
            <ns0:hlinkClick xmlns:ns0="http://schemas.openxmlformats.org/drawingml/2006/main" xmlns:ns1="http://schemas.openxmlformats.org/officeDocument/2006/relationships" ns1:id="rIdNavSlide4" action="ppaction://hlinksldjump" tooltip="Slide 4: Preparing a company research assessment"/>
            <a:extLst xmlns:a="http://schemas.openxmlformats.org/drawingml/2006/main">
              <a:ext uri="{FF2B5EF4-FFF2-40B4-BE49-F238E27FC236}">
                <a16:creationId xmlns:a16="http://schemas.microsoft.com/office/drawing/2014/main" id="{95285B35-122E-4927-AD45-4894EE115396}"/>
              </a:ext>
            </a:extLst>
          </p:cNvPr>
          <p:cNvSpPr>
            <a:spLocks xmlns:a="http://schemas.openxmlformats.org/drawingml/2006/main" noGrp="1"/>
          </p:cNvSpPr>
          <p:nvPr/>
        </p:nvSpPr>
        <p:spPr>
          <a:xfrm xmlns:a="http://schemas.openxmlformats.org/drawingml/2006/main">
            <a:off x="647700" y="1990725"/>
            <a:ext cx="2609850" cy="409575"/>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FFFFFF"/>
                </a:solidFill>
                <a:latin typeface="Arial"/>
                <a:ea typeface="Arial"/>
                <a:cs typeface="Arial"/>
              </a:defRPr>
            </a:defPPr>
            <a:lvl1pPr algn="ctr">
              <a:defRPr sz="2025" b="1">
                <a:solidFill>
                  <a:srgbClr val="FFFFFF"/>
                </a:solidFill>
                <a:latin typeface="Arial"/>
                <a:ea typeface="Arial"/>
                <a:cs typeface="Arial"/>
              </a:defRPr>
            </a:lvl1pPr>
            <a:lvl2pPr algn="ctr">
              <a:defRPr sz="2025" b="1">
                <a:solidFill>
                  <a:srgbClr val="FFFFFF"/>
                </a:solidFill>
                <a:latin typeface="Arial"/>
                <a:ea typeface="Arial"/>
                <a:cs typeface="Arial"/>
              </a:defRPr>
            </a:lvl2pPr>
            <a:lvl3pPr algn="ctr">
              <a:defRPr sz="2025" b="1">
                <a:solidFill>
                  <a:srgbClr val="FFFFFF"/>
                </a:solidFill>
                <a:latin typeface="Arial"/>
                <a:ea typeface="Arial"/>
                <a:cs typeface="Arial"/>
              </a:defRPr>
            </a:lvl3pPr>
            <a:lvl4pPr algn="ctr">
              <a:defRPr sz="2025" b="1">
                <a:solidFill>
                  <a:srgbClr val="FFFFFF"/>
                </a:solidFill>
                <a:latin typeface="Arial"/>
                <a:ea typeface="Arial"/>
                <a:cs typeface="Arial"/>
              </a:defRPr>
            </a:lvl4pPr>
            <a:lvl5pPr algn="ctr">
              <a:defRPr sz="2025" b="1">
                <a:solidFill>
                  <a:srgbClr val="FFFFFF"/>
                </a:solidFill>
                <a:latin typeface="Arial"/>
                <a:ea typeface="Arial"/>
                <a:cs typeface="Arial"/>
              </a:defRPr>
            </a:lvl5pPr>
            <a:lvl6pPr algn="ctr">
              <a:defRPr sz="2025" b="1">
                <a:solidFill>
                  <a:srgbClr val="FFFFFF"/>
                </a:solidFill>
                <a:latin typeface="Arial"/>
                <a:ea typeface="Arial"/>
                <a:cs typeface="Arial"/>
              </a:defRPr>
            </a:lvl6pPr>
            <a:lvl7pPr algn="ctr">
              <a:defRPr sz="2025" b="1">
                <a:solidFill>
                  <a:srgbClr val="FFFFFF"/>
                </a:solidFill>
                <a:latin typeface="Arial"/>
                <a:ea typeface="Arial"/>
                <a:cs typeface="Arial"/>
              </a:defRPr>
            </a:lvl7pPr>
            <a:lvl8pPr algn="ctr">
              <a:defRPr sz="2025" b="1">
                <a:solidFill>
                  <a:srgbClr val="FFFFFF"/>
                </a:solidFill>
                <a:latin typeface="Arial"/>
                <a:ea typeface="Arial"/>
                <a:cs typeface="Arial"/>
              </a:defRPr>
            </a:lvl8pPr>
            <a:lvl9pPr algn="ctr">
              <a:defRPr sz="2025" b="1">
                <a:solidFill>
                  <a:srgbClr val="FFFFFF"/>
                </a:solidFill>
                <a:latin typeface="Arial"/>
                <a:ea typeface="Arial"/>
                <a:cs typeface="Arial"/>
              </a:defRPr>
            </a:lvl9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Front office</a:t>
            </a:r>
          </a:p>
        </p:txBody>
      </p:sp>
      <p:sp>
        <p:nvSpPr>
          <p:cNvPr id="6" name="!!task.research">
            <ns0:hlinkClick xmlns:ns0="http://schemas.openxmlformats.org/drawingml/2006/main" xmlns:ns1="http://schemas.openxmlformats.org/officeDocument/2006/relationships" ns1:id="rIdNavSlide4" action="ppaction://hlinksldjump" tooltip="Slide 4: Preparing a company research assessment"/>
            <a:extLst xmlns:a="http://schemas.openxmlformats.org/drawingml/2006/main">
              <a:ext uri="{FF2B5EF4-FFF2-40B4-BE49-F238E27FC236}">
                <a16:creationId xmlns:a16="http://schemas.microsoft.com/office/drawing/2014/main" id="{9FA331CF-A63D-40E0-BA53-EF6FCB735703}"/>
              </a:ext>
            </a:extLst>
          </p:cNvPr>
          <p:cNvSpPr>
            <a:spLocks xmlns:a="http://schemas.openxmlformats.org/drawingml/2006/main" noGrp="1"/>
          </p:cNvSpPr>
          <p:nvPr/>
        </p:nvSpPr>
        <p:spPr>
          <a:xfrm xmlns:a="http://schemas.openxmlformats.org/drawingml/2006/main">
            <a:off x="762000" y="2495550"/>
            <a:ext cx="2381250" cy="304800"/>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1">
                <a:solidFill>
                  <a:srgbClr val="005A9C"/>
                </a:solidFill>
                <a:latin typeface="Arial"/>
                <a:ea typeface="Arial"/>
                <a:cs typeface="Arial"/>
              </a:defRPr>
            </a:defPPr>
            <a:lvl1pPr algn="ctr">
              <a:defRPr sz="1650" b="1">
                <a:solidFill>
                  <a:srgbClr val="005A9C"/>
                </a:solidFill>
                <a:latin typeface="Arial"/>
                <a:ea typeface="Arial"/>
                <a:cs typeface="Arial"/>
              </a:defRPr>
            </a:lvl1pPr>
            <a:lvl2pPr algn="ctr">
              <a:defRPr sz="1650" b="1">
                <a:solidFill>
                  <a:srgbClr val="005A9C"/>
                </a:solidFill>
                <a:latin typeface="Arial"/>
                <a:ea typeface="Arial"/>
                <a:cs typeface="Arial"/>
              </a:defRPr>
            </a:lvl2pPr>
            <a:lvl3pPr algn="ctr">
              <a:defRPr sz="1650" b="1">
                <a:solidFill>
                  <a:srgbClr val="005A9C"/>
                </a:solidFill>
                <a:latin typeface="Arial"/>
                <a:ea typeface="Arial"/>
                <a:cs typeface="Arial"/>
              </a:defRPr>
            </a:lvl3pPr>
            <a:lvl4pPr algn="ctr">
              <a:defRPr sz="1650" b="1">
                <a:solidFill>
                  <a:srgbClr val="005A9C"/>
                </a:solidFill>
                <a:latin typeface="Arial"/>
                <a:ea typeface="Arial"/>
                <a:cs typeface="Arial"/>
              </a:defRPr>
            </a:lvl4pPr>
            <a:lvl5pPr algn="ctr">
              <a:defRPr sz="1650" b="1">
                <a:solidFill>
                  <a:srgbClr val="005A9C"/>
                </a:solidFill>
                <a:latin typeface="Arial"/>
                <a:ea typeface="Arial"/>
                <a:cs typeface="Arial"/>
              </a:defRPr>
            </a:lvl5pPr>
            <a:lvl6pPr algn="ctr">
              <a:defRPr sz="1650" b="1">
                <a:solidFill>
                  <a:srgbClr val="005A9C"/>
                </a:solidFill>
                <a:latin typeface="Arial"/>
                <a:ea typeface="Arial"/>
                <a:cs typeface="Arial"/>
              </a:defRPr>
            </a:lvl6pPr>
            <a:lvl7pPr algn="ctr">
              <a:defRPr sz="1650" b="1">
                <a:solidFill>
                  <a:srgbClr val="005A9C"/>
                </a:solidFill>
                <a:latin typeface="Arial"/>
                <a:ea typeface="Arial"/>
                <a:cs typeface="Arial"/>
              </a:defRPr>
            </a:lvl7pPr>
            <a:lvl8pPr algn="ctr">
              <a:defRPr sz="1650" b="1">
                <a:solidFill>
                  <a:srgbClr val="005A9C"/>
                </a:solidFill>
                <a:latin typeface="Arial"/>
                <a:ea typeface="Arial"/>
                <a:cs typeface="Arial"/>
              </a:defRPr>
            </a:lvl8pPr>
            <a:lvl9pPr algn="ctr">
              <a:defRPr sz="1650" b="1">
                <a:solidFill>
                  <a:srgbClr val="005A9C"/>
                </a:solidFill>
                <a:latin typeface="Arial"/>
                <a:ea typeface="Arial"/>
                <a:cs typeface="Arial"/>
              </a:defRPr>
            </a:lvl9pPr>
          </a:lstStyle>
          <a:p xmlns:a="http://schemas.openxmlformats.org/drawingml/2006/main">
            <a:pPr algn="ctr">
              <a:defRPr sz="1650" b="1">
                <a:solidFill>
                  <a:srgbClr val="005A9C"/>
                </a:solidFill>
                <a:latin typeface="Arial"/>
                <a:ea typeface="Arial"/>
                <a:cs typeface="Arial"/>
              </a:defRPr>
            </a:pPr>
            <a:r>
              <a:rPr sz="1650" b="1">
                <a:solidFill>
                  <a:srgbClr val="005A9C"/>
                </a:solidFill>
                <a:latin typeface="Arial"/>
                <a:ea typeface="Arial"/>
                <a:cs typeface="Arial"/>
              </a:rPr>
              <a:t>Research</a:t>
            </a:r>
          </a:p>
        </p:txBody>
      </p:sp>
      <p:sp>
        <p:nvSpPr>
          <p:cNvPr id="7" name="!!task.trade">
            <ns0:hlinkClick xmlns:ns0="http://schemas.openxmlformats.org/drawingml/2006/main" xmlns:ns1="http://schemas.openxmlformats.org/officeDocument/2006/relationships" ns1:id="rIdNavSlide9" action="ppaction://hlinksldjump" tooltip="Slide 9: Preparing a bond quote request"/>
            <a:extLst xmlns:a="http://schemas.openxmlformats.org/drawingml/2006/main">
              <a:ext uri="{FF2B5EF4-FFF2-40B4-BE49-F238E27FC236}">
                <a16:creationId xmlns:a16="http://schemas.microsoft.com/office/drawing/2014/main" id="{A76404AD-1FDF-4D5F-A70C-A2456E1EA52E}"/>
              </a:ext>
            </a:extLst>
          </p:cNvPr>
          <p:cNvSpPr>
            <a:spLocks xmlns:a="http://schemas.openxmlformats.org/drawingml/2006/main" noGrp="1"/>
          </p:cNvSpPr>
          <p:nvPr/>
        </p:nvSpPr>
        <p:spPr>
          <a:xfrm xmlns:a="http://schemas.openxmlformats.org/drawingml/2006/main">
            <a:off x="762000" y="280987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Trading support</a:t>
            </a:r>
          </a:p>
        </p:txBody>
      </p:sp>
      <p:sp>
        <p:nvSpPr>
          <p:cNvPr id="8" name="!!task.client">
            <ns0:hlinkClick xmlns:ns0="http://schemas.openxmlformats.org/drawingml/2006/main" xmlns:ns1="http://schemas.openxmlformats.org/officeDocument/2006/relationships" ns1:id="rIdNavSlide12" action="ppaction://hlinksldjump" tooltip="Slide 12: Preparing a quarterly client update"/>
            <a:extLst xmlns:a="http://schemas.openxmlformats.org/drawingml/2006/main">
              <a:ext uri="{FF2B5EF4-FFF2-40B4-BE49-F238E27FC236}">
                <a16:creationId xmlns:a16="http://schemas.microsoft.com/office/drawing/2014/main" id="{2A50AE7A-3FB2-451B-A5C7-99C82D280664}"/>
              </a:ext>
            </a:extLst>
          </p:cNvPr>
          <p:cNvSpPr>
            <a:spLocks xmlns:a="http://schemas.openxmlformats.org/drawingml/2006/main" noGrp="1"/>
          </p:cNvSpPr>
          <p:nvPr/>
        </p:nvSpPr>
        <p:spPr>
          <a:xfrm xmlns:a="http://schemas.openxmlformats.org/drawingml/2006/main">
            <a:off x="762000" y="312420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Client materials</a:t>
            </a:r>
          </a:p>
        </p:txBody>
      </p:sp>
      <p:sp>
        <p:nvSpPr>
          <p:cNvPr id="9" name="!!map.middle">
            <a:extLst xmlns:a="http://schemas.openxmlformats.org/drawingml/2006/main">
              <a:ext uri="{FF2B5EF4-FFF2-40B4-BE49-F238E27FC236}">
                <a16:creationId xmlns:a16="http://schemas.microsoft.com/office/drawing/2014/main" id="{AE9BE169-6D34-43E2-9926-8AA26C41063D}"/>
              </a:ext>
            </a:extLst>
          </p:cNvPr>
          <p:cNvSpPr>
            <a:spLocks xmlns:a="http://schemas.openxmlformats.org/drawingml/2006/main" noGrp="1"/>
          </p:cNvSpPr>
          <p:nvPr/>
        </p:nvSpPr>
        <p:spPr>
          <a:xfrm xmlns:a="http://schemas.openxmlformats.org/drawingml/2006/main">
            <a:off x="647700" y="3657600"/>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10" name="!!nav.middle">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6CB51847-3D90-494C-9210-CD79EA29B038}"/>
              </a:ext>
            </a:extLst>
          </p:cNvPr>
          <p:cNvSpPr>
            <a:spLocks xmlns:a="http://schemas.openxmlformats.org/drawingml/2006/main" noGrp="1"/>
          </p:cNvSpPr>
          <p:nvPr/>
        </p:nvSpPr>
        <p:spPr>
          <a:xfrm xmlns:a="http://schemas.openxmlformats.org/drawingml/2006/main">
            <a:off x="647700" y="3657600"/>
            <a:ext cx="2609850" cy="409575"/>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005A9C"/>
                </a:solidFill>
                <a:latin typeface="Arial"/>
                <a:ea typeface="Arial"/>
                <a:cs typeface="Arial"/>
              </a:defRPr>
            </a:defPPr>
            <a:lvl1pPr algn="ctr">
              <a:defRPr sz="2025" b="1">
                <a:solidFill>
                  <a:srgbClr val="005A9C"/>
                </a:solidFill>
                <a:latin typeface="Arial"/>
                <a:ea typeface="Arial"/>
                <a:cs typeface="Arial"/>
              </a:defRPr>
            </a:lvl1pPr>
            <a:lvl2pPr algn="ctr">
              <a:defRPr sz="2025" b="1">
                <a:solidFill>
                  <a:srgbClr val="005A9C"/>
                </a:solidFill>
                <a:latin typeface="Arial"/>
                <a:ea typeface="Arial"/>
                <a:cs typeface="Arial"/>
              </a:defRPr>
            </a:lvl2pPr>
            <a:lvl3pPr algn="ctr">
              <a:defRPr sz="2025" b="1">
                <a:solidFill>
                  <a:srgbClr val="005A9C"/>
                </a:solidFill>
                <a:latin typeface="Arial"/>
                <a:ea typeface="Arial"/>
                <a:cs typeface="Arial"/>
              </a:defRPr>
            </a:lvl3pPr>
            <a:lvl4pPr algn="ctr">
              <a:defRPr sz="2025" b="1">
                <a:solidFill>
                  <a:srgbClr val="005A9C"/>
                </a:solidFill>
                <a:latin typeface="Arial"/>
                <a:ea typeface="Arial"/>
                <a:cs typeface="Arial"/>
              </a:defRPr>
            </a:lvl4pPr>
            <a:lvl5pPr algn="ctr">
              <a:defRPr sz="2025" b="1">
                <a:solidFill>
                  <a:srgbClr val="005A9C"/>
                </a:solidFill>
                <a:latin typeface="Arial"/>
                <a:ea typeface="Arial"/>
                <a:cs typeface="Arial"/>
              </a:defRPr>
            </a:lvl5pPr>
            <a:lvl6pPr algn="ctr">
              <a:defRPr sz="2025" b="1">
                <a:solidFill>
                  <a:srgbClr val="005A9C"/>
                </a:solidFill>
                <a:latin typeface="Arial"/>
                <a:ea typeface="Arial"/>
                <a:cs typeface="Arial"/>
              </a:defRPr>
            </a:lvl6pPr>
            <a:lvl7pPr algn="ctr">
              <a:defRPr sz="2025" b="1">
                <a:solidFill>
                  <a:srgbClr val="005A9C"/>
                </a:solidFill>
                <a:latin typeface="Arial"/>
                <a:ea typeface="Arial"/>
                <a:cs typeface="Arial"/>
              </a:defRPr>
            </a:lvl7pPr>
            <a:lvl8pPr algn="ctr">
              <a:defRPr sz="2025" b="1">
                <a:solidFill>
                  <a:srgbClr val="005A9C"/>
                </a:solidFill>
                <a:latin typeface="Arial"/>
                <a:ea typeface="Arial"/>
                <a:cs typeface="Arial"/>
              </a:defRPr>
            </a:lvl8pPr>
            <a:lvl9pPr algn="ctr">
              <a:defRPr sz="2025" b="1">
                <a:solidFill>
                  <a:srgbClr val="005A9C"/>
                </a:solidFill>
                <a:latin typeface="Arial"/>
                <a:ea typeface="Arial"/>
                <a:cs typeface="Arial"/>
              </a:defRPr>
            </a:lvl9pPr>
          </a:lstStyle>
          <a:p xmlns:a="http://schemas.openxmlformats.org/drawingml/2006/main">
            <a:pPr algn="ctr">
              <a:defRPr sz="2025" b="1">
                <a:solidFill>
                  <a:srgbClr val="005A9C"/>
                </a:solidFill>
                <a:latin typeface="Arial"/>
                <a:ea typeface="Arial"/>
                <a:cs typeface="Arial"/>
              </a:defRPr>
            </a:pPr>
            <a:r>
              <a:rPr sz="2025" b="1">
                <a:solidFill>
                  <a:srgbClr val="005A9C"/>
                </a:solidFill>
                <a:latin typeface="Arial"/>
                <a:ea typeface="Arial"/>
                <a:cs typeface="Arial"/>
              </a:rPr>
              <a:t>Middle office</a:t>
            </a:r>
          </a:p>
        </p:txBody>
      </p:sp>
      <p:sp>
        <p:nvSpPr>
          <p:cNvPr id="11" name="!!task.review">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0323761D-720E-4B7C-B072-2E39ABFFE38E}"/>
              </a:ext>
            </a:extLst>
          </p:cNvPr>
          <p:cNvSpPr>
            <a:spLocks xmlns:a="http://schemas.openxmlformats.org/drawingml/2006/main" noGrp="1"/>
          </p:cNvSpPr>
          <p:nvPr/>
        </p:nvSpPr>
        <p:spPr>
          <a:xfrm xmlns:a="http://schemas.openxmlformats.org/drawingml/2006/main">
            <a:off x="762000" y="416242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Content review</a:t>
            </a:r>
          </a:p>
        </p:txBody>
      </p:sp>
      <p:sp>
        <p:nvSpPr>
          <p:cNvPr id="12" name="!!task.risk">
            <ns0:hlinkClick xmlns:ns0="http://schemas.openxmlformats.org/drawingml/2006/main" xmlns:ns1="http://schemas.openxmlformats.org/officeDocument/2006/relationships" ns1:id="rIdNavSlide19" action="ppaction://hlinksldjump" tooltip="Slide 19: Investigating a risk alert"/>
            <a:extLst xmlns:a="http://schemas.openxmlformats.org/drawingml/2006/main">
              <a:ext uri="{FF2B5EF4-FFF2-40B4-BE49-F238E27FC236}">
                <a16:creationId xmlns:a16="http://schemas.microsoft.com/office/drawing/2014/main" id="{B77AAAE0-6B0E-4422-860E-15A984F526DC}"/>
              </a:ext>
            </a:extLst>
          </p:cNvPr>
          <p:cNvSpPr>
            <a:spLocks xmlns:a="http://schemas.openxmlformats.org/drawingml/2006/main" noGrp="1"/>
          </p:cNvSpPr>
          <p:nvPr/>
        </p:nvSpPr>
        <p:spPr>
          <a:xfrm xmlns:a="http://schemas.openxmlformats.org/drawingml/2006/main">
            <a:off x="762000" y="447675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Risk analysis</a:t>
            </a:r>
          </a:p>
        </p:txBody>
      </p:sp>
      <p:sp>
        <p:nvSpPr>
          <p:cNvPr id="13" name="!!map.back">
            <a:extLst xmlns:a="http://schemas.openxmlformats.org/drawingml/2006/main">
              <a:ext uri="{FF2B5EF4-FFF2-40B4-BE49-F238E27FC236}">
                <a16:creationId xmlns:a16="http://schemas.microsoft.com/office/drawing/2014/main" id="{058EAF98-4188-4EA5-B60F-2E70B5888474}"/>
              </a:ext>
            </a:extLst>
          </p:cNvPr>
          <p:cNvSpPr>
            <a:spLocks xmlns:a="http://schemas.openxmlformats.org/drawingml/2006/main" noGrp="1"/>
          </p:cNvSpPr>
          <p:nvPr/>
        </p:nvSpPr>
        <p:spPr>
          <a:xfrm xmlns:a="http://schemas.openxmlformats.org/drawingml/2006/main">
            <a:off x="647700" y="5324475"/>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14" name="!!nav.back">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2A383C1E-EECB-41CA-A018-67D2A536953C}"/>
              </a:ext>
            </a:extLst>
          </p:cNvPr>
          <p:cNvSpPr>
            <a:spLocks xmlns:a="http://schemas.openxmlformats.org/drawingml/2006/main" noGrp="1"/>
          </p:cNvSpPr>
          <p:nvPr/>
        </p:nvSpPr>
        <p:spPr>
          <a:xfrm xmlns:a="http://schemas.openxmlformats.org/drawingml/2006/main">
            <a:off x="647700" y="5324475"/>
            <a:ext cx="2609850" cy="409575"/>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005A9C"/>
                </a:solidFill>
                <a:latin typeface="Arial"/>
                <a:ea typeface="Arial"/>
                <a:cs typeface="Arial"/>
              </a:defRPr>
            </a:defPPr>
            <a:lvl1pPr algn="ctr">
              <a:defRPr sz="2025" b="1">
                <a:solidFill>
                  <a:srgbClr val="005A9C"/>
                </a:solidFill>
                <a:latin typeface="Arial"/>
                <a:ea typeface="Arial"/>
                <a:cs typeface="Arial"/>
              </a:defRPr>
            </a:lvl1pPr>
            <a:lvl2pPr algn="ctr">
              <a:defRPr sz="2025" b="1">
                <a:solidFill>
                  <a:srgbClr val="005A9C"/>
                </a:solidFill>
                <a:latin typeface="Arial"/>
                <a:ea typeface="Arial"/>
                <a:cs typeface="Arial"/>
              </a:defRPr>
            </a:lvl2pPr>
            <a:lvl3pPr algn="ctr">
              <a:defRPr sz="2025" b="1">
                <a:solidFill>
                  <a:srgbClr val="005A9C"/>
                </a:solidFill>
                <a:latin typeface="Arial"/>
                <a:ea typeface="Arial"/>
                <a:cs typeface="Arial"/>
              </a:defRPr>
            </a:lvl3pPr>
            <a:lvl4pPr algn="ctr">
              <a:defRPr sz="2025" b="1">
                <a:solidFill>
                  <a:srgbClr val="005A9C"/>
                </a:solidFill>
                <a:latin typeface="Arial"/>
                <a:ea typeface="Arial"/>
                <a:cs typeface="Arial"/>
              </a:defRPr>
            </a:lvl4pPr>
            <a:lvl5pPr algn="ctr">
              <a:defRPr sz="2025" b="1">
                <a:solidFill>
                  <a:srgbClr val="005A9C"/>
                </a:solidFill>
                <a:latin typeface="Arial"/>
                <a:ea typeface="Arial"/>
                <a:cs typeface="Arial"/>
              </a:defRPr>
            </a:lvl5pPr>
            <a:lvl6pPr algn="ctr">
              <a:defRPr sz="2025" b="1">
                <a:solidFill>
                  <a:srgbClr val="005A9C"/>
                </a:solidFill>
                <a:latin typeface="Arial"/>
                <a:ea typeface="Arial"/>
                <a:cs typeface="Arial"/>
              </a:defRPr>
            </a:lvl6pPr>
            <a:lvl7pPr algn="ctr">
              <a:defRPr sz="2025" b="1">
                <a:solidFill>
                  <a:srgbClr val="005A9C"/>
                </a:solidFill>
                <a:latin typeface="Arial"/>
                <a:ea typeface="Arial"/>
                <a:cs typeface="Arial"/>
              </a:defRPr>
            </a:lvl7pPr>
            <a:lvl8pPr algn="ctr">
              <a:defRPr sz="2025" b="1">
                <a:solidFill>
                  <a:srgbClr val="005A9C"/>
                </a:solidFill>
                <a:latin typeface="Arial"/>
                <a:ea typeface="Arial"/>
                <a:cs typeface="Arial"/>
              </a:defRPr>
            </a:lvl8pPr>
            <a:lvl9pPr algn="ctr">
              <a:defRPr sz="2025" b="1">
                <a:solidFill>
                  <a:srgbClr val="005A9C"/>
                </a:solidFill>
                <a:latin typeface="Arial"/>
                <a:ea typeface="Arial"/>
                <a:cs typeface="Arial"/>
              </a:defRPr>
            </a:lvl9pPr>
          </a:lstStyle>
          <a:p xmlns:a="http://schemas.openxmlformats.org/drawingml/2006/main">
            <a:pPr algn="ctr">
              <a:defRPr sz="2025" b="1">
                <a:solidFill>
                  <a:srgbClr val="005A9C"/>
                </a:solidFill>
                <a:latin typeface="Arial"/>
                <a:ea typeface="Arial"/>
                <a:cs typeface="Arial"/>
              </a:defRPr>
            </a:pPr>
            <a:r>
              <a:rPr sz="2025" b="1">
                <a:solidFill>
                  <a:srgbClr val="005A9C"/>
                </a:solidFill>
                <a:latin typeface="Arial"/>
                <a:ea typeface="Arial"/>
                <a:cs typeface="Arial"/>
              </a:rPr>
              <a:t>Back office</a:t>
            </a:r>
          </a:p>
        </p:txBody>
      </p:sp>
      <p:sp>
        <p:nvSpPr>
          <p:cNvPr id="15" name="!!task.files">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FC63D8C3-CBC8-4296-AF03-8F5BCFBAAC2D}"/>
              </a:ext>
            </a:extLst>
          </p:cNvPr>
          <p:cNvSpPr>
            <a:spLocks xmlns:a="http://schemas.openxmlformats.org/drawingml/2006/main" noGrp="1"/>
          </p:cNvSpPr>
          <p:nvPr/>
        </p:nvSpPr>
        <p:spPr>
          <a:xfrm xmlns:a="http://schemas.openxmlformats.org/drawingml/2006/main">
            <a:off x="762000" y="582930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Document processing</a:t>
            </a:r>
          </a:p>
        </p:txBody>
      </p:sp>
      <p:sp>
        <p:nvSpPr>
          <p:cNvPr id="16" name="!!task.dev">
            <ns0:hlinkClick xmlns:ns0="http://schemas.openxmlformats.org/drawingml/2006/main" xmlns:ns1="http://schemas.openxmlformats.org/officeDocument/2006/relationships" ns1:id="rIdNavSlide25" action="ppaction://hlinksldjump" tooltip="Slide 25: Turning a business request into a working tool"/>
            <a:extLst xmlns:a="http://schemas.openxmlformats.org/drawingml/2006/main">
              <a:ext uri="{FF2B5EF4-FFF2-40B4-BE49-F238E27FC236}">
                <a16:creationId xmlns:a16="http://schemas.microsoft.com/office/drawing/2014/main" id="{2E52252B-C8E0-4A06-88A6-3E30BE842229}"/>
              </a:ext>
            </a:extLst>
          </p:cNvPr>
          <p:cNvSpPr>
            <a:spLocks xmlns:a="http://schemas.openxmlformats.org/drawingml/2006/main" noGrp="1"/>
          </p:cNvSpPr>
          <p:nvPr/>
        </p:nvSpPr>
        <p:spPr>
          <a:xfrm xmlns:a="http://schemas.openxmlformats.org/drawingml/2006/main">
            <a:off x="762000" y="614362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Tool development</a:t>
            </a:r>
          </a:p>
        </p:txBody>
      </p:sp>
      <p:sp>
        <p:nvSpPr>
          <p:cNvPr id="17" name="!!map.separator">
            <a:extLst xmlns:a="http://schemas.openxmlformats.org/drawingml/2006/main">
              <a:ext uri="{FF2B5EF4-FFF2-40B4-BE49-F238E27FC236}">
                <a16:creationId xmlns:a16="http://schemas.microsoft.com/office/drawing/2014/main" id="{05A4A5EB-2869-47A7-9E67-86B2DDBA7505}"/>
              </a:ext>
            </a:extLst>
          </p:cNvPr>
          <p:cNvSpPr>
            <a:spLocks xmlns:a="http://schemas.openxmlformats.org/drawingml/2006/main" noGrp="1"/>
          </p:cNvSpPr>
          <p:nvPr/>
        </p:nvSpPr>
        <p:spPr>
          <a:xfrm xmlns:a="http://schemas.openxmlformats.org/drawingml/2006/main" flipH="0" flipV="0">
            <a:off x="3600450" y="1990725"/>
            <a:ext cx="953" cy="5076825"/>
          </a:xfrm>
          <a:prstGeom xmlns:a="http://schemas.openxmlformats.org/drawingml/2006/main" prst="line">
            <a:avLst/>
          </a:prstGeom>
          <a:noFill xmlns:a="http://schemas.openxmlformats.org/drawingml/2006/main"/>
          <a:ln xmlns:a="http://schemas.openxmlformats.org/drawingml/2006/main" w="9525">
            <a:solidFill>
              <a:srgbClr val="BCC6CF"/>
            </a:solidFill>
            <a:prstDash val="solid"/>
          </a:ln>
        </p:spPr>
      </p:sp>
      <p:sp>
        <p:nvSpPr>
          <p:cNvPr id="18" name="!!nav.home">
            <ns0:hlinkClick xmlns:ns0="http://schemas.openxmlformats.org/drawingml/2006/main" xmlns:ns1="http://schemas.openxmlformats.org/officeDocument/2006/relationships" ns1:id="rIdNavSlide3" action="ppaction://hlinksldjump" tooltip="Slide 3: Seven workflows across the firm"/>
            <a:extLst xmlns:a="http://schemas.openxmlformats.org/drawingml/2006/main">
              <a:ext uri="{FF2B5EF4-FFF2-40B4-BE49-F238E27FC236}">
                <a16:creationId xmlns:a16="http://schemas.microsoft.com/office/drawing/2014/main" id="{6F4AC01F-DBD2-4C79-A1A8-B91CE6FAA258}"/>
              </a:ext>
            </a:extLst>
          </p:cNvPr>
          <p:cNvSpPr>
            <a:spLocks xmlns:a="http://schemas.openxmlformats.org/drawingml/2006/main" noGrp="1"/>
          </p:cNvSpPr>
          <p:nvPr/>
        </p:nvSpPr>
        <p:spPr>
          <a:xfrm xmlns:a="http://schemas.openxmlformats.org/drawingml/2006/main">
            <a:off x="647700" y="7496175"/>
            <a:ext cx="26098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BCC6CF"/>
            </a:solidFill>
            <a:prstDash val="solid"/>
          </a:ln>
        </p:spPr>
        <p:txBody>
          <a:bodyPr xmlns:a="http://schemas.openxmlformats.org/drawingml/2006/main" wrap="square" lIns="114300" tIns="0" rIns="114300" bIns="0" anchor="ctr">
            <a:noAutofit/>
          </a:bodyPr>
          <a:lstStyle xmlns:a="http://schemas.openxmlformats.org/drawingml/2006/main">
            <a:defPPr algn="ctr">
              <a:defRPr sz="1800" b="1">
                <a:solidFill>
                  <a:srgbClr val="005A9C"/>
                </a:solidFill>
                <a:latin typeface="Arial"/>
                <a:ea typeface="Arial"/>
                <a:cs typeface="Arial"/>
              </a:defRPr>
            </a:defPPr>
            <a:lvl1pPr algn="ctr">
              <a:defRPr sz="1800" b="1">
                <a:solidFill>
                  <a:srgbClr val="005A9C"/>
                </a:solidFill>
                <a:latin typeface="Arial"/>
                <a:ea typeface="Arial"/>
                <a:cs typeface="Arial"/>
              </a:defRPr>
            </a:lvl1pPr>
            <a:lvl2pPr algn="ctr">
              <a:defRPr sz="1800" b="1">
                <a:solidFill>
                  <a:srgbClr val="005A9C"/>
                </a:solidFill>
                <a:latin typeface="Arial"/>
                <a:ea typeface="Arial"/>
                <a:cs typeface="Arial"/>
              </a:defRPr>
            </a:lvl2pPr>
            <a:lvl3pPr algn="ctr">
              <a:defRPr sz="1800" b="1">
                <a:solidFill>
                  <a:srgbClr val="005A9C"/>
                </a:solidFill>
                <a:latin typeface="Arial"/>
                <a:ea typeface="Arial"/>
                <a:cs typeface="Arial"/>
              </a:defRPr>
            </a:lvl3pPr>
            <a:lvl4pPr algn="ctr">
              <a:defRPr sz="1800" b="1">
                <a:solidFill>
                  <a:srgbClr val="005A9C"/>
                </a:solidFill>
                <a:latin typeface="Arial"/>
                <a:ea typeface="Arial"/>
                <a:cs typeface="Arial"/>
              </a:defRPr>
            </a:lvl4pPr>
            <a:lvl5pPr algn="ctr">
              <a:defRPr sz="1800" b="1">
                <a:solidFill>
                  <a:srgbClr val="005A9C"/>
                </a:solidFill>
                <a:latin typeface="Arial"/>
                <a:ea typeface="Arial"/>
                <a:cs typeface="Arial"/>
              </a:defRPr>
            </a:lvl5pPr>
            <a:lvl6pPr algn="ctr">
              <a:defRPr sz="1800" b="1">
                <a:solidFill>
                  <a:srgbClr val="005A9C"/>
                </a:solidFill>
                <a:latin typeface="Arial"/>
                <a:ea typeface="Arial"/>
                <a:cs typeface="Arial"/>
              </a:defRPr>
            </a:lvl6pPr>
            <a:lvl7pPr algn="ctr">
              <a:defRPr sz="1800" b="1">
                <a:solidFill>
                  <a:srgbClr val="005A9C"/>
                </a:solidFill>
                <a:latin typeface="Arial"/>
                <a:ea typeface="Arial"/>
                <a:cs typeface="Arial"/>
              </a:defRPr>
            </a:lvl7pPr>
            <a:lvl8pPr algn="ctr">
              <a:defRPr sz="1800" b="1">
                <a:solidFill>
                  <a:srgbClr val="005A9C"/>
                </a:solidFill>
                <a:latin typeface="Arial"/>
                <a:ea typeface="Arial"/>
                <a:cs typeface="Arial"/>
              </a:defRPr>
            </a:lvl8pPr>
            <a:lvl9pPr algn="ctr">
              <a:defRPr sz="1800" b="1">
                <a:solidFill>
                  <a:srgbClr val="005A9C"/>
                </a:solidFill>
                <a:latin typeface="Arial"/>
                <a:ea typeface="Arial"/>
                <a:cs typeface="Arial"/>
              </a:defRPr>
            </a:lvl9pPr>
          </a:lstStyle>
          <a:p xmlns:a="http://schemas.openxmlformats.org/drawingml/2006/main">
            <a:pPr algn="ctr">
              <a:defRPr sz="1800" b="1">
                <a:solidFill>
                  <a:srgbClr val="005A9C"/>
                </a:solidFill>
                <a:latin typeface="Arial"/>
                <a:ea typeface="Arial"/>
                <a:cs typeface="Arial"/>
              </a:defRPr>
            </a:pPr>
            <a:r>
              <a:rPr sz="1800" b="1">
                <a:solidFill>
                  <a:srgbClr val="005A9C"/>
                </a:solidFill>
                <a:latin typeface="Arial"/>
                <a:ea typeface="Arial"/>
                <a:cs typeface="Arial"/>
              </a:rPr>
              <a:t>Firm overview</a:t>
            </a:r>
          </a:p>
        </p:txBody>
      </p:sp>
      <p:sp>
        <p:nvSpPr>
          <p:cNvPr id="19" name="!!page">
            <a:extLst xmlns:a="http://schemas.openxmlformats.org/drawingml/2006/main">
              <a:ext uri="{FF2B5EF4-FFF2-40B4-BE49-F238E27FC236}">
                <a16:creationId xmlns:a16="http://schemas.microsoft.com/office/drawing/2014/main" id="{529FF268-670C-49C7-9945-5649CC4317A4}"/>
              </a:ext>
            </a:extLst>
          </p:cNvPr>
          <p:cNvSpPr>
            <a:spLocks xmlns:a="http://schemas.openxmlformats.org/drawingml/2006/main" noGrp="1"/>
          </p:cNvSpPr>
          <p:nvPr/>
        </p:nvSpPr>
        <p:spPr>
          <a:xfrm xmlns:a="http://schemas.openxmlformats.org/drawingml/2006/main">
            <a:off x="11144250" y="7591425"/>
            <a:ext cx="904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650" b="0">
                <a:solidFill>
                  <a:srgbClr val="707C88"/>
                </a:solidFill>
                <a:latin typeface="Arial"/>
                <a:ea typeface="Arial"/>
                <a:cs typeface="Arial"/>
              </a:defRPr>
            </a:defPPr>
            <a:lvl1pPr algn="r">
              <a:defRPr sz="1650" b="0">
                <a:solidFill>
                  <a:srgbClr val="707C88"/>
                </a:solidFill>
                <a:latin typeface="Arial"/>
                <a:ea typeface="Arial"/>
                <a:cs typeface="Arial"/>
              </a:defRPr>
            </a:lvl1pPr>
            <a:lvl2pPr algn="r">
              <a:defRPr sz="1650" b="0">
                <a:solidFill>
                  <a:srgbClr val="707C88"/>
                </a:solidFill>
                <a:latin typeface="Arial"/>
                <a:ea typeface="Arial"/>
                <a:cs typeface="Arial"/>
              </a:defRPr>
            </a:lvl2pPr>
            <a:lvl3pPr algn="r">
              <a:defRPr sz="1650" b="0">
                <a:solidFill>
                  <a:srgbClr val="707C88"/>
                </a:solidFill>
                <a:latin typeface="Arial"/>
                <a:ea typeface="Arial"/>
                <a:cs typeface="Arial"/>
              </a:defRPr>
            </a:lvl3pPr>
            <a:lvl4pPr algn="r">
              <a:defRPr sz="1650" b="0">
                <a:solidFill>
                  <a:srgbClr val="707C88"/>
                </a:solidFill>
                <a:latin typeface="Arial"/>
                <a:ea typeface="Arial"/>
                <a:cs typeface="Arial"/>
              </a:defRPr>
            </a:lvl4pPr>
            <a:lvl5pPr algn="r">
              <a:defRPr sz="1650" b="0">
                <a:solidFill>
                  <a:srgbClr val="707C88"/>
                </a:solidFill>
                <a:latin typeface="Arial"/>
                <a:ea typeface="Arial"/>
                <a:cs typeface="Arial"/>
              </a:defRPr>
            </a:lvl5pPr>
            <a:lvl6pPr algn="r">
              <a:defRPr sz="1650" b="0">
                <a:solidFill>
                  <a:srgbClr val="707C88"/>
                </a:solidFill>
                <a:latin typeface="Arial"/>
                <a:ea typeface="Arial"/>
                <a:cs typeface="Arial"/>
              </a:defRPr>
            </a:lvl6pPr>
            <a:lvl7pPr algn="r">
              <a:defRPr sz="1650" b="0">
                <a:solidFill>
                  <a:srgbClr val="707C88"/>
                </a:solidFill>
                <a:latin typeface="Arial"/>
                <a:ea typeface="Arial"/>
                <a:cs typeface="Arial"/>
              </a:defRPr>
            </a:lvl7pPr>
            <a:lvl8pPr algn="r">
              <a:defRPr sz="1650" b="0">
                <a:solidFill>
                  <a:srgbClr val="707C88"/>
                </a:solidFill>
                <a:latin typeface="Arial"/>
                <a:ea typeface="Arial"/>
                <a:cs typeface="Arial"/>
              </a:defRPr>
            </a:lvl8pPr>
            <a:lvl9pPr algn="r">
              <a:defRPr sz="1650" b="0">
                <a:solidFill>
                  <a:srgbClr val="707C88"/>
                </a:solidFill>
                <a:latin typeface="Arial"/>
                <a:ea typeface="Arial"/>
                <a:cs typeface="Arial"/>
              </a:defRPr>
            </a:lvl9pPr>
          </a:lstStyle>
          <a:p xmlns:a="http://schemas.openxmlformats.org/drawingml/2006/main">
            <a:pPr algn="r">
              <a:defRPr sz="1650" b="0">
                <a:solidFill>
                  <a:srgbClr val="707C88"/>
                </a:solidFill>
                <a:latin typeface="Arial"/>
                <a:ea typeface="Arial"/>
                <a:cs typeface="Arial"/>
              </a:defRPr>
            </a:pPr>
            <a:r>
              <a:rPr sz="1650" b="0">
                <a:solidFill>
                  <a:srgbClr val="707C88"/>
                </a:solidFill>
                <a:latin typeface="Arial"/>
                <a:ea typeface="Arial"/>
                <a:cs typeface="Arial"/>
              </a:rPr>
              <a:t>5 / 33</a:t>
            </a:r>
          </a:p>
        </p:txBody>
      </p:sp>
      <p:sp>
        <p:nvSpPr>
          <p:cNvPr id="20" name="!!nav.prev">
            <ns0:hlinkClick xmlns:ns0="http://schemas.openxmlformats.org/drawingml/2006/main" xmlns:ns1="http://schemas.openxmlformats.org/officeDocument/2006/relationships" ns1:id="rIdNavSlide4" action="ppaction://hlinksldjump" tooltip="Slide 4: Preparing a company research assessment"/>
            <a:extLst xmlns:a="http://schemas.openxmlformats.org/drawingml/2006/main">
              <a:ext uri="{FF2B5EF4-FFF2-40B4-BE49-F238E27FC236}">
                <a16:creationId xmlns:a16="http://schemas.microsoft.com/office/drawing/2014/main" id="{AE914A76-5BA4-4C05-AB4E-E27EF5311CBD}"/>
              </a:ext>
            </a:extLst>
          </p:cNvPr>
          <p:cNvSpPr>
            <a:spLocks xmlns:a="http://schemas.openxmlformats.org/drawingml/2006/main" noGrp="1"/>
          </p:cNvSpPr>
          <p:nvPr/>
        </p:nvSpPr>
        <p:spPr>
          <a:xfrm xmlns:a="http://schemas.openxmlformats.org/drawingml/2006/main">
            <a:off x="12287250" y="7496175"/>
            <a:ext cx="1047750" cy="4572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725" b="1">
                <a:solidFill>
                  <a:srgbClr val="005A9C"/>
                </a:solidFill>
                <a:latin typeface="Arial"/>
                <a:ea typeface="Arial"/>
                <a:cs typeface="Arial"/>
              </a:defRPr>
            </a:defPPr>
            <a:lvl1pPr algn="ctr">
              <a:defRPr sz="1725" b="1">
                <a:solidFill>
                  <a:srgbClr val="005A9C"/>
                </a:solidFill>
                <a:latin typeface="Arial"/>
                <a:ea typeface="Arial"/>
                <a:cs typeface="Arial"/>
              </a:defRPr>
            </a:lvl1pPr>
            <a:lvl2pPr algn="ctr">
              <a:defRPr sz="1725" b="1">
                <a:solidFill>
                  <a:srgbClr val="005A9C"/>
                </a:solidFill>
                <a:latin typeface="Arial"/>
                <a:ea typeface="Arial"/>
                <a:cs typeface="Arial"/>
              </a:defRPr>
            </a:lvl2pPr>
            <a:lvl3pPr algn="ctr">
              <a:defRPr sz="1725" b="1">
                <a:solidFill>
                  <a:srgbClr val="005A9C"/>
                </a:solidFill>
                <a:latin typeface="Arial"/>
                <a:ea typeface="Arial"/>
                <a:cs typeface="Arial"/>
              </a:defRPr>
            </a:lvl3pPr>
            <a:lvl4pPr algn="ctr">
              <a:defRPr sz="1725" b="1">
                <a:solidFill>
                  <a:srgbClr val="005A9C"/>
                </a:solidFill>
                <a:latin typeface="Arial"/>
                <a:ea typeface="Arial"/>
                <a:cs typeface="Arial"/>
              </a:defRPr>
            </a:lvl4pPr>
            <a:lvl5pPr algn="ctr">
              <a:defRPr sz="1725" b="1">
                <a:solidFill>
                  <a:srgbClr val="005A9C"/>
                </a:solidFill>
                <a:latin typeface="Arial"/>
                <a:ea typeface="Arial"/>
                <a:cs typeface="Arial"/>
              </a:defRPr>
            </a:lvl5pPr>
            <a:lvl6pPr algn="ctr">
              <a:defRPr sz="1725" b="1">
                <a:solidFill>
                  <a:srgbClr val="005A9C"/>
                </a:solidFill>
                <a:latin typeface="Arial"/>
                <a:ea typeface="Arial"/>
                <a:cs typeface="Arial"/>
              </a:defRPr>
            </a:lvl6pPr>
            <a:lvl7pPr algn="ctr">
              <a:defRPr sz="1725" b="1">
                <a:solidFill>
                  <a:srgbClr val="005A9C"/>
                </a:solidFill>
                <a:latin typeface="Arial"/>
                <a:ea typeface="Arial"/>
                <a:cs typeface="Arial"/>
              </a:defRPr>
            </a:lvl7pPr>
            <a:lvl8pPr algn="ctr">
              <a:defRPr sz="1725" b="1">
                <a:solidFill>
                  <a:srgbClr val="005A9C"/>
                </a:solidFill>
                <a:latin typeface="Arial"/>
                <a:ea typeface="Arial"/>
                <a:cs typeface="Arial"/>
              </a:defRPr>
            </a:lvl8pPr>
            <a:lvl9pPr algn="ctr">
              <a:defRPr sz="1725" b="1">
                <a:solidFill>
                  <a:srgbClr val="005A9C"/>
                </a:solidFill>
                <a:latin typeface="Arial"/>
                <a:ea typeface="Arial"/>
                <a:cs typeface="Arial"/>
              </a:defRPr>
            </a:lvl9pPr>
          </a:lstStyle>
          <a:p xmlns:a="http://schemas.openxmlformats.org/drawingml/2006/main">
            <a:pPr algn="ctr">
              <a:defRPr sz="1725" b="1">
                <a:solidFill>
                  <a:srgbClr val="005A9C"/>
                </a:solidFill>
                <a:latin typeface="Arial"/>
                <a:ea typeface="Arial"/>
                <a:cs typeface="Arial"/>
              </a:defRPr>
            </a:pPr>
            <a:r>
              <a:rPr sz="1725" b="1">
                <a:solidFill>
                  <a:srgbClr val="005A9C"/>
                </a:solidFill>
                <a:latin typeface="Arial"/>
                <a:ea typeface="Arial"/>
                <a:cs typeface="Arial"/>
              </a:rPr>
              <a:t>Back</a:t>
            </a:r>
          </a:p>
        </p:txBody>
      </p:sp>
      <p:sp>
        <p:nvSpPr>
          <p:cNvPr id="21" name="!!nav.next">
            <ns0:hlinkClick xmlns:ns0="http://schemas.openxmlformats.org/drawingml/2006/main" xmlns:ns1="http://schemas.openxmlformats.org/officeDocument/2006/relationships" ns1:id="rIdNavSlide6" action="ppaction://hlinksldjump" tooltip="Slide 6: Fullgoal: comparing research views"/>
            <a:extLst xmlns:a="http://schemas.openxmlformats.org/drawingml/2006/main">
              <a:ext uri="{FF2B5EF4-FFF2-40B4-BE49-F238E27FC236}">
                <a16:creationId xmlns:a16="http://schemas.microsoft.com/office/drawing/2014/main" id="{6B490F97-9404-4127-981C-8A837150A42E}"/>
              </a:ext>
            </a:extLst>
          </p:cNvPr>
          <p:cNvSpPr>
            <a:spLocks xmlns:a="http://schemas.openxmlformats.org/drawingml/2006/main" noGrp="1"/>
          </p:cNvSpPr>
          <p:nvPr/>
        </p:nvSpPr>
        <p:spPr>
          <a:xfrm xmlns:a="http://schemas.openxmlformats.org/drawingml/2006/main">
            <a:off x="13506450" y="7496175"/>
            <a:ext cx="1085850" cy="45720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725" b="1">
                <a:solidFill>
                  <a:srgbClr val="FFFFFF"/>
                </a:solidFill>
                <a:latin typeface="Arial"/>
                <a:ea typeface="Arial"/>
                <a:cs typeface="Arial"/>
              </a:defRPr>
            </a:defPPr>
            <a:lvl1pPr algn="ctr">
              <a:defRPr sz="1725" b="1">
                <a:solidFill>
                  <a:srgbClr val="FFFFFF"/>
                </a:solidFill>
                <a:latin typeface="Arial"/>
                <a:ea typeface="Arial"/>
                <a:cs typeface="Arial"/>
              </a:defRPr>
            </a:lvl1pPr>
            <a:lvl2pPr algn="ctr">
              <a:defRPr sz="1725" b="1">
                <a:solidFill>
                  <a:srgbClr val="FFFFFF"/>
                </a:solidFill>
                <a:latin typeface="Arial"/>
                <a:ea typeface="Arial"/>
                <a:cs typeface="Arial"/>
              </a:defRPr>
            </a:lvl2pPr>
            <a:lvl3pPr algn="ctr">
              <a:defRPr sz="1725" b="1">
                <a:solidFill>
                  <a:srgbClr val="FFFFFF"/>
                </a:solidFill>
                <a:latin typeface="Arial"/>
                <a:ea typeface="Arial"/>
                <a:cs typeface="Arial"/>
              </a:defRPr>
            </a:lvl3pPr>
            <a:lvl4pPr algn="ctr">
              <a:defRPr sz="1725" b="1">
                <a:solidFill>
                  <a:srgbClr val="FFFFFF"/>
                </a:solidFill>
                <a:latin typeface="Arial"/>
                <a:ea typeface="Arial"/>
                <a:cs typeface="Arial"/>
              </a:defRPr>
            </a:lvl4pPr>
            <a:lvl5pPr algn="ctr">
              <a:defRPr sz="1725" b="1">
                <a:solidFill>
                  <a:srgbClr val="FFFFFF"/>
                </a:solidFill>
                <a:latin typeface="Arial"/>
                <a:ea typeface="Arial"/>
                <a:cs typeface="Arial"/>
              </a:defRPr>
            </a:lvl5pPr>
            <a:lvl6pPr algn="ctr">
              <a:defRPr sz="1725" b="1">
                <a:solidFill>
                  <a:srgbClr val="FFFFFF"/>
                </a:solidFill>
                <a:latin typeface="Arial"/>
                <a:ea typeface="Arial"/>
                <a:cs typeface="Arial"/>
              </a:defRPr>
            </a:lvl6pPr>
            <a:lvl7pPr algn="ctr">
              <a:defRPr sz="1725" b="1">
                <a:solidFill>
                  <a:srgbClr val="FFFFFF"/>
                </a:solidFill>
                <a:latin typeface="Arial"/>
                <a:ea typeface="Arial"/>
                <a:cs typeface="Arial"/>
              </a:defRPr>
            </a:lvl7pPr>
            <a:lvl8pPr algn="ctr">
              <a:defRPr sz="1725" b="1">
                <a:solidFill>
                  <a:srgbClr val="FFFFFF"/>
                </a:solidFill>
                <a:latin typeface="Arial"/>
                <a:ea typeface="Arial"/>
                <a:cs typeface="Arial"/>
              </a:defRPr>
            </a:lvl8pPr>
            <a:lvl9pPr algn="ctr">
              <a:defRPr sz="1725" b="1">
                <a:solidFill>
                  <a:srgbClr val="FFFFFF"/>
                </a:solidFill>
                <a:latin typeface="Arial"/>
                <a:ea typeface="Arial"/>
                <a:cs typeface="Arial"/>
              </a:defRPr>
            </a:lvl9pPr>
          </a:lstStyle>
          <a:p xmlns:a="http://schemas.openxmlformats.org/drawingml/2006/main">
            <a:pPr algn="ctr">
              <a:defRPr sz="1725" b="1">
                <a:solidFill>
                  <a:srgbClr val="FFFFFF"/>
                </a:solidFill>
                <a:latin typeface="Arial"/>
                <a:ea typeface="Arial"/>
                <a:cs typeface="Arial"/>
              </a:defRPr>
            </a:pPr>
            <a:r>
              <a:rPr sz="1725" b="1">
                <a:solidFill>
                  <a:srgbClr val="FFFFFF"/>
                </a:solidFill>
                <a:latin typeface="Arial"/>
                <a:ea typeface="Arial"/>
                <a:cs typeface="Arial"/>
              </a:rPr>
              <a:t>Next</a:t>
            </a:r>
          </a:p>
        </p:txBody>
      </p:sp>
      <p:sp>
        <p:nvSpPr>
          <p:cNvPr id="22" name="!!footer.rule">
            <a:extLst xmlns:a="http://schemas.openxmlformats.org/drawingml/2006/main">
              <a:ext uri="{FF2B5EF4-FFF2-40B4-BE49-F238E27FC236}">
                <a16:creationId xmlns:a16="http://schemas.microsoft.com/office/drawing/2014/main" id="{4BD7801D-BD81-4358-9810-BA53A60A0BB7}"/>
              </a:ext>
            </a:extLst>
          </p:cNvPr>
          <p:cNvSpPr>
            <a:spLocks xmlns:a="http://schemas.openxmlformats.org/drawingml/2006/main" noGrp="1"/>
          </p:cNvSpPr>
          <p:nvPr/>
        </p:nvSpPr>
        <p:spPr>
          <a:xfrm xmlns:a="http://schemas.openxmlformats.org/drawingml/2006/main" flipH="0" flipV="0">
            <a:off x="647700" y="8134350"/>
            <a:ext cx="13944600" cy="953"/>
          </a:xfrm>
          <a:prstGeom xmlns:a="http://schemas.openxmlformats.org/drawingml/2006/main" prst="line">
            <a:avLst/>
          </a:prstGeom>
          <a:noFill xmlns:a="http://schemas.openxmlformats.org/drawingml/2006/main"/>
          <a:ln xmlns:a="http://schemas.openxmlformats.org/drawingml/2006/main" w="9525">
            <a:solidFill>
              <a:srgbClr val="BCC6CF"/>
            </a:solidFill>
            <a:prstDash val="solid"/>
          </a:ln>
        </p:spPr>
      </p:sp>
      <p:sp>
        <p:nvSpPr>
          <p:cNvPr id="23" name="!!source">
            <a:extLst xmlns:a="http://schemas.openxmlformats.org/drawingml/2006/main">
              <a:ext uri="{FF2B5EF4-FFF2-40B4-BE49-F238E27FC236}">
                <a16:creationId xmlns:a16="http://schemas.microsoft.com/office/drawing/2014/main" id="{2910695E-DAC8-46C0-AD3B-10F420CF8BD3}"/>
              </a:ext>
            </a:extLst>
          </p:cNvPr>
          <p:cNvSpPr>
            <a:spLocks xmlns:a="http://schemas.openxmlformats.org/drawingml/2006/main" noGrp="1"/>
          </p:cNvSpPr>
          <p:nvPr/>
        </p:nvSpPr>
        <p:spPr>
          <a:xfrm xmlns:a="http://schemas.openxmlformats.org/drawingml/2006/main">
            <a:off x="647700" y="8267700"/>
            <a:ext cx="13944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707C88"/>
                </a:solidFill>
                <a:latin typeface="Arial"/>
                <a:ea typeface="Arial"/>
                <a:cs typeface="Arial"/>
              </a:defRPr>
            </a:defPPr>
            <a:lvl1pPr algn="l">
              <a:defRPr sz="1050" b="0">
                <a:solidFill>
                  <a:srgbClr val="707C88"/>
                </a:solidFill>
                <a:latin typeface="Arial"/>
                <a:ea typeface="Arial"/>
                <a:cs typeface="Arial"/>
              </a:defRPr>
            </a:lvl1pPr>
            <a:lvl2pPr algn="l">
              <a:defRPr sz="1050" b="0">
                <a:solidFill>
                  <a:srgbClr val="707C88"/>
                </a:solidFill>
                <a:latin typeface="Arial"/>
                <a:ea typeface="Arial"/>
                <a:cs typeface="Arial"/>
              </a:defRPr>
            </a:lvl2pPr>
            <a:lvl3pPr algn="l">
              <a:defRPr sz="1050" b="0">
                <a:solidFill>
                  <a:srgbClr val="707C88"/>
                </a:solidFill>
                <a:latin typeface="Arial"/>
                <a:ea typeface="Arial"/>
                <a:cs typeface="Arial"/>
              </a:defRPr>
            </a:lvl3pPr>
            <a:lvl4pPr algn="l">
              <a:defRPr sz="1050" b="0">
                <a:solidFill>
                  <a:srgbClr val="707C88"/>
                </a:solidFill>
                <a:latin typeface="Arial"/>
                <a:ea typeface="Arial"/>
                <a:cs typeface="Arial"/>
              </a:defRPr>
            </a:lvl4pPr>
            <a:lvl5pPr algn="l">
              <a:defRPr sz="1050" b="0">
                <a:solidFill>
                  <a:srgbClr val="707C88"/>
                </a:solidFill>
                <a:latin typeface="Arial"/>
                <a:ea typeface="Arial"/>
                <a:cs typeface="Arial"/>
              </a:defRPr>
            </a:lvl5pPr>
            <a:lvl6pPr algn="l">
              <a:defRPr sz="1050" b="0">
                <a:solidFill>
                  <a:srgbClr val="707C88"/>
                </a:solidFill>
                <a:latin typeface="Arial"/>
                <a:ea typeface="Arial"/>
                <a:cs typeface="Arial"/>
              </a:defRPr>
            </a:lvl6pPr>
            <a:lvl7pPr algn="l">
              <a:defRPr sz="1050" b="0">
                <a:solidFill>
                  <a:srgbClr val="707C88"/>
                </a:solidFill>
                <a:latin typeface="Arial"/>
                <a:ea typeface="Arial"/>
                <a:cs typeface="Arial"/>
              </a:defRPr>
            </a:lvl7pPr>
            <a:lvl8pPr algn="l">
              <a:defRPr sz="1050" b="0">
                <a:solidFill>
                  <a:srgbClr val="707C88"/>
                </a:solidFill>
                <a:latin typeface="Arial"/>
                <a:ea typeface="Arial"/>
                <a:cs typeface="Arial"/>
              </a:defRPr>
            </a:lvl8pPr>
            <a:lvl9pPr algn="l">
              <a:defRPr sz="1050" b="0">
                <a:solidFill>
                  <a:srgbClr val="707C88"/>
                </a:solidFill>
                <a:latin typeface="Arial"/>
                <a:ea typeface="Arial"/>
                <a:cs typeface="Arial"/>
              </a:defRPr>
            </a:lvl9pPr>
          </a:lstStyle>
          <a:p xmlns:a="http://schemas.openxmlformats.org/drawingml/2006/main">
            <a:pPr algn="l">
              <a:defRPr sz="1050" b="0">
                <a:solidFill>
                  <a:srgbClr val="707C88"/>
                </a:solidFill>
                <a:latin typeface="Arial"/>
                <a:ea typeface="Arial"/>
                <a:cs typeface="Arial"/>
              </a:defRPr>
            </a:pPr>
            <a:r>
              <a:rPr sz="1050" b="0">
                <a:solidFill>
                  <a:srgbClr val="707C88"/>
                </a:solidFill>
                <a:latin typeface="Arial"/>
                <a:ea typeface="Arial"/>
                <a:cs typeface="Arial"/>
              </a:rPr>
              <a:t>Sources: Tianhong / AMAC</a:t>
            </a:r>
          </a:p>
        </p:txBody>
      </p:sp>
      <p:sp>
        <p:nvSpPr>
          <p:cNvPr id="24" name="!!driver.llm.title">
            <a:extLst xmlns:a="http://schemas.openxmlformats.org/drawingml/2006/main">
              <a:ext uri="{FF2B5EF4-FFF2-40B4-BE49-F238E27FC236}">
                <a16:creationId xmlns:a16="http://schemas.microsoft.com/office/drawing/2014/main" id="{C4A25237-19CB-4207-B18F-5962DF653A77}"/>
              </a:ext>
            </a:extLst>
          </p:cNvPr>
          <p:cNvSpPr>
            <a:spLocks xmlns:a="http://schemas.openxmlformats.org/drawingml/2006/main" noGrp="1"/>
          </p:cNvSpPr>
          <p:nvPr/>
        </p:nvSpPr>
        <p:spPr>
          <a:xfrm xmlns:a="http://schemas.openxmlformats.org/drawingml/2006/main">
            <a:off x="4057650" y="2047875"/>
            <a:ext cx="105346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05A9C"/>
                </a:solidFill>
                <a:latin typeface="Arial"/>
                <a:ea typeface="Arial"/>
                <a:cs typeface="Arial"/>
              </a:defRPr>
            </a:defPPr>
            <a:lvl1pPr algn="l">
              <a:defRPr sz="2325" b="1">
                <a:solidFill>
                  <a:srgbClr val="005A9C"/>
                </a:solidFill>
                <a:latin typeface="Arial"/>
                <a:ea typeface="Arial"/>
                <a:cs typeface="Arial"/>
              </a:defRPr>
            </a:lvl1pPr>
            <a:lvl2pPr algn="l">
              <a:defRPr sz="2325" b="1">
                <a:solidFill>
                  <a:srgbClr val="005A9C"/>
                </a:solidFill>
                <a:latin typeface="Arial"/>
                <a:ea typeface="Arial"/>
                <a:cs typeface="Arial"/>
              </a:defRPr>
            </a:lvl2pPr>
            <a:lvl3pPr algn="l">
              <a:defRPr sz="2325" b="1">
                <a:solidFill>
                  <a:srgbClr val="005A9C"/>
                </a:solidFill>
                <a:latin typeface="Arial"/>
                <a:ea typeface="Arial"/>
                <a:cs typeface="Arial"/>
              </a:defRPr>
            </a:lvl3pPr>
            <a:lvl4pPr algn="l">
              <a:defRPr sz="2325" b="1">
                <a:solidFill>
                  <a:srgbClr val="005A9C"/>
                </a:solidFill>
                <a:latin typeface="Arial"/>
                <a:ea typeface="Arial"/>
                <a:cs typeface="Arial"/>
              </a:defRPr>
            </a:lvl4pPr>
            <a:lvl5pPr algn="l">
              <a:defRPr sz="2325" b="1">
                <a:solidFill>
                  <a:srgbClr val="005A9C"/>
                </a:solidFill>
                <a:latin typeface="Arial"/>
                <a:ea typeface="Arial"/>
                <a:cs typeface="Arial"/>
              </a:defRPr>
            </a:lvl5pPr>
            <a:lvl6pPr algn="l">
              <a:defRPr sz="2325" b="1">
                <a:solidFill>
                  <a:srgbClr val="005A9C"/>
                </a:solidFill>
                <a:latin typeface="Arial"/>
                <a:ea typeface="Arial"/>
                <a:cs typeface="Arial"/>
              </a:defRPr>
            </a:lvl6pPr>
            <a:lvl7pPr algn="l">
              <a:defRPr sz="2325" b="1">
                <a:solidFill>
                  <a:srgbClr val="005A9C"/>
                </a:solidFill>
                <a:latin typeface="Arial"/>
                <a:ea typeface="Arial"/>
                <a:cs typeface="Arial"/>
              </a:defRPr>
            </a:lvl7pPr>
            <a:lvl8pPr algn="l">
              <a:defRPr sz="2325" b="1">
                <a:solidFill>
                  <a:srgbClr val="005A9C"/>
                </a:solidFill>
                <a:latin typeface="Arial"/>
                <a:ea typeface="Arial"/>
                <a:cs typeface="Arial"/>
              </a:defRPr>
            </a:lvl8pPr>
            <a:lvl9pPr algn="l">
              <a:defRPr sz="2325" b="1">
                <a:solidFill>
                  <a:srgbClr val="005A9C"/>
                </a:solidFill>
                <a:latin typeface="Arial"/>
                <a:ea typeface="Arial"/>
                <a:cs typeface="Arial"/>
              </a:defRPr>
            </a:lvl9pPr>
          </a:lstStyle>
          <a:p xmlns:a="http://schemas.openxmlformats.org/drawingml/2006/main">
            <a:pPr algn="l">
              <a:defRPr sz="2325" b="1">
                <a:solidFill>
                  <a:srgbClr val="005A9C"/>
                </a:solidFill>
                <a:latin typeface="Arial"/>
                <a:ea typeface="Arial"/>
                <a:cs typeface="Arial"/>
              </a:defRPr>
            </a:pPr>
            <a:r>
              <a:rPr sz="2325" b="1">
                <a:solidFill>
                  <a:srgbClr val="005A9C"/>
                </a:solidFill>
                <a:latin typeface="Arial"/>
                <a:ea typeface="Arial"/>
                <a:cs typeface="Arial"/>
              </a:rPr>
              <a:t>The LLM breaks down the question. Tools retrieve data and calculate.</a:t>
            </a:r>
          </a:p>
        </p:txBody>
      </p:sp>
      <p:sp>
        <p:nvSpPr>
          <p:cNvPr id="25" name="!!driver.root">
            <a:extLst xmlns:a="http://schemas.openxmlformats.org/drawingml/2006/main">
              <a:ext uri="{FF2B5EF4-FFF2-40B4-BE49-F238E27FC236}">
                <a16:creationId xmlns:a16="http://schemas.microsoft.com/office/drawing/2014/main" id="{D0B5C05C-F6C6-4F39-9815-7C9414D30B6B}"/>
              </a:ext>
            </a:extLst>
          </p:cNvPr>
          <p:cNvSpPr>
            <a:spLocks xmlns:a="http://schemas.openxmlformats.org/drawingml/2006/main" noGrp="1"/>
          </p:cNvSpPr>
          <p:nvPr/>
        </p:nvSpPr>
        <p:spPr>
          <a:xfrm xmlns:a="http://schemas.openxmlformats.org/drawingml/2006/main">
            <a:off x="4057650" y="4010025"/>
            <a:ext cx="1714500" cy="104775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250" b="1">
                <a:solidFill>
                  <a:srgbClr val="FFFFFF"/>
                </a:solidFill>
                <a:latin typeface="Arial"/>
                <a:ea typeface="Arial"/>
                <a:cs typeface="Arial"/>
              </a:defRPr>
            </a:defPPr>
            <a:lvl1pPr algn="ctr">
              <a:defRPr sz="2250" b="1">
                <a:solidFill>
                  <a:srgbClr val="FFFFFF"/>
                </a:solidFill>
                <a:latin typeface="Arial"/>
                <a:ea typeface="Arial"/>
                <a:cs typeface="Arial"/>
              </a:defRPr>
            </a:lvl1pPr>
            <a:lvl2pPr algn="ctr">
              <a:defRPr sz="2250" b="1">
                <a:solidFill>
                  <a:srgbClr val="FFFFFF"/>
                </a:solidFill>
                <a:latin typeface="Arial"/>
                <a:ea typeface="Arial"/>
                <a:cs typeface="Arial"/>
              </a:defRPr>
            </a:lvl2pPr>
            <a:lvl3pPr algn="ctr">
              <a:defRPr sz="2250" b="1">
                <a:solidFill>
                  <a:srgbClr val="FFFFFF"/>
                </a:solidFill>
                <a:latin typeface="Arial"/>
                <a:ea typeface="Arial"/>
                <a:cs typeface="Arial"/>
              </a:defRPr>
            </a:lvl3pPr>
            <a:lvl4pPr algn="ctr">
              <a:defRPr sz="2250" b="1">
                <a:solidFill>
                  <a:srgbClr val="FFFFFF"/>
                </a:solidFill>
                <a:latin typeface="Arial"/>
                <a:ea typeface="Arial"/>
                <a:cs typeface="Arial"/>
              </a:defRPr>
            </a:lvl4pPr>
            <a:lvl5pPr algn="ctr">
              <a:defRPr sz="2250" b="1">
                <a:solidFill>
                  <a:srgbClr val="FFFFFF"/>
                </a:solidFill>
                <a:latin typeface="Arial"/>
                <a:ea typeface="Arial"/>
                <a:cs typeface="Arial"/>
              </a:defRPr>
            </a:lvl5pPr>
            <a:lvl6pPr algn="ctr">
              <a:defRPr sz="2250" b="1">
                <a:solidFill>
                  <a:srgbClr val="FFFFFF"/>
                </a:solidFill>
                <a:latin typeface="Arial"/>
                <a:ea typeface="Arial"/>
                <a:cs typeface="Arial"/>
              </a:defRPr>
            </a:lvl6pPr>
            <a:lvl7pPr algn="ctr">
              <a:defRPr sz="2250" b="1">
                <a:solidFill>
                  <a:srgbClr val="FFFFFF"/>
                </a:solidFill>
                <a:latin typeface="Arial"/>
                <a:ea typeface="Arial"/>
                <a:cs typeface="Arial"/>
              </a:defRPr>
            </a:lvl7pPr>
            <a:lvl8pPr algn="ctr">
              <a:defRPr sz="2250" b="1">
                <a:solidFill>
                  <a:srgbClr val="FFFFFF"/>
                </a:solidFill>
                <a:latin typeface="Arial"/>
                <a:ea typeface="Arial"/>
                <a:cs typeface="Arial"/>
              </a:defRPr>
            </a:lvl8pPr>
            <a:lvl9pPr algn="ctr">
              <a:defRPr sz="2250" b="1">
                <a:solidFill>
                  <a:srgbClr val="FFFFFF"/>
                </a:solidFill>
                <a:latin typeface="Arial"/>
                <a:ea typeface="Arial"/>
                <a:cs typeface="Arial"/>
              </a:defRPr>
            </a:lvl9pPr>
          </a:lstStyle>
          <a:p xmlns:a="http://schemas.openxmlformats.org/drawingml/2006/main">
            <a:pPr algn="ctr">
              <a:defRPr sz="2250" b="1">
                <a:solidFill>
                  <a:srgbClr val="FFFFFF"/>
                </a:solidFill>
                <a:latin typeface="Arial"/>
                <a:ea typeface="Arial"/>
                <a:cs typeface="Arial"/>
              </a:defRPr>
            </a:pPr>
            <a:r>
              <a:rPr sz="2250" b="1">
                <a:solidFill>
                  <a:srgbClr val="FFFFFF"/>
                </a:solidFill>
                <a:latin typeface="Arial"/>
                <a:ea typeface="Arial"/>
                <a:cs typeface="Arial"/>
              </a:rPr>
              <a:t>Change in</a:t>
            </a:r>
          </a:p>
          <a:p xmlns:a="http://schemas.openxmlformats.org/drawingml/2006/main">
            <a:pPr algn="ctr">
              <a:defRPr sz="2250" b="1">
                <a:solidFill>
                  <a:srgbClr val="FFFFFF"/>
                </a:solidFill>
                <a:latin typeface="Arial"/>
                <a:ea typeface="Arial"/>
                <a:cs typeface="Arial"/>
              </a:defRPr>
            </a:pPr>
            <a:r>
              <a:rPr sz="2250" b="1">
                <a:solidFill>
                  <a:srgbClr val="FFFFFF"/>
                </a:solidFill>
                <a:latin typeface="Arial"/>
                <a:ea typeface="Arial"/>
                <a:cs typeface="Arial"/>
              </a:rPr>
              <a:t>net profit</a:t>
            </a:r>
          </a:p>
        </p:txBody>
      </p:sp>
      <p:sp>
        <p:nvSpPr>
          <p:cNvPr id="26" name="!!driver.revenue.node">
            <a:extLst xmlns:a="http://schemas.openxmlformats.org/drawingml/2006/main">
              <a:ext uri="{FF2B5EF4-FFF2-40B4-BE49-F238E27FC236}">
                <a16:creationId xmlns:a16="http://schemas.microsoft.com/office/drawing/2014/main" id="{5B11AE1D-51F4-4F4B-A9AD-F870804538EE}"/>
              </a:ext>
            </a:extLst>
          </p:cNvPr>
          <p:cNvSpPr>
            <a:spLocks xmlns:a="http://schemas.openxmlformats.org/drawingml/2006/main" noGrp="1"/>
          </p:cNvSpPr>
          <p:nvPr/>
        </p:nvSpPr>
        <p:spPr>
          <a:xfrm xmlns:a="http://schemas.openxmlformats.org/drawingml/2006/main">
            <a:off x="6886575" y="3000375"/>
            <a:ext cx="1695450" cy="733425"/>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175" b="1">
                <a:solidFill>
                  <a:srgbClr val="005A9C"/>
                </a:solidFill>
                <a:latin typeface="Arial"/>
                <a:ea typeface="Arial"/>
                <a:cs typeface="Arial"/>
              </a:defRPr>
            </a:defPPr>
            <a:lvl1pPr algn="ctr">
              <a:defRPr sz="2175" b="1">
                <a:solidFill>
                  <a:srgbClr val="005A9C"/>
                </a:solidFill>
                <a:latin typeface="Arial"/>
                <a:ea typeface="Arial"/>
                <a:cs typeface="Arial"/>
              </a:defRPr>
            </a:lvl1pPr>
            <a:lvl2pPr algn="ctr">
              <a:defRPr sz="2175" b="1">
                <a:solidFill>
                  <a:srgbClr val="005A9C"/>
                </a:solidFill>
                <a:latin typeface="Arial"/>
                <a:ea typeface="Arial"/>
                <a:cs typeface="Arial"/>
              </a:defRPr>
            </a:lvl2pPr>
            <a:lvl3pPr algn="ctr">
              <a:defRPr sz="2175" b="1">
                <a:solidFill>
                  <a:srgbClr val="005A9C"/>
                </a:solidFill>
                <a:latin typeface="Arial"/>
                <a:ea typeface="Arial"/>
                <a:cs typeface="Arial"/>
              </a:defRPr>
            </a:lvl3pPr>
            <a:lvl4pPr algn="ctr">
              <a:defRPr sz="2175" b="1">
                <a:solidFill>
                  <a:srgbClr val="005A9C"/>
                </a:solidFill>
                <a:latin typeface="Arial"/>
                <a:ea typeface="Arial"/>
                <a:cs typeface="Arial"/>
              </a:defRPr>
            </a:lvl4pPr>
            <a:lvl5pPr algn="ctr">
              <a:defRPr sz="2175" b="1">
                <a:solidFill>
                  <a:srgbClr val="005A9C"/>
                </a:solidFill>
                <a:latin typeface="Arial"/>
                <a:ea typeface="Arial"/>
                <a:cs typeface="Arial"/>
              </a:defRPr>
            </a:lvl5pPr>
            <a:lvl6pPr algn="ctr">
              <a:defRPr sz="2175" b="1">
                <a:solidFill>
                  <a:srgbClr val="005A9C"/>
                </a:solidFill>
                <a:latin typeface="Arial"/>
                <a:ea typeface="Arial"/>
                <a:cs typeface="Arial"/>
              </a:defRPr>
            </a:lvl6pPr>
            <a:lvl7pPr algn="ctr">
              <a:defRPr sz="2175" b="1">
                <a:solidFill>
                  <a:srgbClr val="005A9C"/>
                </a:solidFill>
                <a:latin typeface="Arial"/>
                <a:ea typeface="Arial"/>
                <a:cs typeface="Arial"/>
              </a:defRPr>
            </a:lvl7pPr>
            <a:lvl8pPr algn="ctr">
              <a:defRPr sz="2175" b="1">
                <a:solidFill>
                  <a:srgbClr val="005A9C"/>
                </a:solidFill>
                <a:latin typeface="Arial"/>
                <a:ea typeface="Arial"/>
                <a:cs typeface="Arial"/>
              </a:defRPr>
            </a:lvl8pPr>
            <a:lvl9pPr algn="ctr">
              <a:defRPr sz="2175" b="1">
                <a:solidFill>
                  <a:srgbClr val="005A9C"/>
                </a:solidFill>
                <a:latin typeface="Arial"/>
                <a:ea typeface="Arial"/>
                <a:cs typeface="Arial"/>
              </a:defRPr>
            </a:lvl9pPr>
          </a:lstStyle>
          <a:p xmlns:a="http://schemas.openxmlformats.org/drawingml/2006/main">
            <a:pPr algn="ctr">
              <a:defRPr sz="2175" b="1">
                <a:solidFill>
                  <a:srgbClr val="005A9C"/>
                </a:solidFill>
                <a:latin typeface="Arial"/>
                <a:ea typeface="Arial"/>
                <a:cs typeface="Arial"/>
              </a:defRPr>
            </a:pPr>
            <a:r>
              <a:rPr sz="2175" b="1">
                <a:solidFill>
                  <a:srgbClr val="005A9C"/>
                </a:solidFill>
                <a:latin typeface="Arial"/>
                <a:ea typeface="Arial"/>
                <a:cs typeface="Arial"/>
              </a:rPr>
              <a:t>Revenue</a:t>
            </a:r>
          </a:p>
        </p:txBody>
      </p:sp>
      <p:sp>
        <p:nvSpPr>
          <p:cNvPr id="27" name="!!driver.revenue.factor">
            <a:extLst xmlns:a="http://schemas.openxmlformats.org/drawingml/2006/main">
              <a:ext uri="{FF2B5EF4-FFF2-40B4-BE49-F238E27FC236}">
                <a16:creationId xmlns:a16="http://schemas.microsoft.com/office/drawing/2014/main" id="{CD4165C2-6976-4345-8FC8-1333B113AF0E}"/>
              </a:ext>
            </a:extLst>
          </p:cNvPr>
          <p:cNvSpPr>
            <a:spLocks xmlns:a="http://schemas.openxmlformats.org/drawingml/2006/main" noGrp="1"/>
          </p:cNvSpPr>
          <p:nvPr/>
        </p:nvSpPr>
        <p:spPr>
          <a:xfrm xmlns:a="http://schemas.openxmlformats.org/drawingml/2006/main">
            <a:off x="9667875" y="3000375"/>
            <a:ext cx="3419475" cy="733425"/>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005A9C"/>
                </a:solidFill>
                <a:latin typeface="Arial"/>
                <a:ea typeface="Arial"/>
                <a:cs typeface="Arial"/>
              </a:defRPr>
            </a:defPPr>
            <a:lvl1pPr algn="ctr">
              <a:defRPr sz="2025" b="1">
                <a:solidFill>
                  <a:srgbClr val="005A9C"/>
                </a:solidFill>
                <a:latin typeface="Arial"/>
                <a:ea typeface="Arial"/>
                <a:cs typeface="Arial"/>
              </a:defRPr>
            </a:lvl1pPr>
            <a:lvl2pPr algn="ctr">
              <a:defRPr sz="2025" b="1">
                <a:solidFill>
                  <a:srgbClr val="005A9C"/>
                </a:solidFill>
                <a:latin typeface="Arial"/>
                <a:ea typeface="Arial"/>
                <a:cs typeface="Arial"/>
              </a:defRPr>
            </a:lvl2pPr>
            <a:lvl3pPr algn="ctr">
              <a:defRPr sz="2025" b="1">
                <a:solidFill>
                  <a:srgbClr val="005A9C"/>
                </a:solidFill>
                <a:latin typeface="Arial"/>
                <a:ea typeface="Arial"/>
                <a:cs typeface="Arial"/>
              </a:defRPr>
            </a:lvl3pPr>
            <a:lvl4pPr algn="ctr">
              <a:defRPr sz="2025" b="1">
                <a:solidFill>
                  <a:srgbClr val="005A9C"/>
                </a:solidFill>
                <a:latin typeface="Arial"/>
                <a:ea typeface="Arial"/>
                <a:cs typeface="Arial"/>
              </a:defRPr>
            </a:lvl4pPr>
            <a:lvl5pPr algn="ctr">
              <a:defRPr sz="2025" b="1">
                <a:solidFill>
                  <a:srgbClr val="005A9C"/>
                </a:solidFill>
                <a:latin typeface="Arial"/>
                <a:ea typeface="Arial"/>
                <a:cs typeface="Arial"/>
              </a:defRPr>
            </a:lvl5pPr>
            <a:lvl6pPr algn="ctr">
              <a:defRPr sz="2025" b="1">
                <a:solidFill>
                  <a:srgbClr val="005A9C"/>
                </a:solidFill>
                <a:latin typeface="Arial"/>
                <a:ea typeface="Arial"/>
                <a:cs typeface="Arial"/>
              </a:defRPr>
            </a:lvl6pPr>
            <a:lvl7pPr algn="ctr">
              <a:defRPr sz="2025" b="1">
                <a:solidFill>
                  <a:srgbClr val="005A9C"/>
                </a:solidFill>
                <a:latin typeface="Arial"/>
                <a:ea typeface="Arial"/>
                <a:cs typeface="Arial"/>
              </a:defRPr>
            </a:lvl7pPr>
            <a:lvl8pPr algn="ctr">
              <a:defRPr sz="2025" b="1">
                <a:solidFill>
                  <a:srgbClr val="005A9C"/>
                </a:solidFill>
                <a:latin typeface="Arial"/>
                <a:ea typeface="Arial"/>
                <a:cs typeface="Arial"/>
              </a:defRPr>
            </a:lvl8pPr>
            <a:lvl9pPr algn="ctr">
              <a:defRPr sz="2025" b="1">
                <a:solidFill>
                  <a:srgbClr val="005A9C"/>
                </a:solidFill>
                <a:latin typeface="Arial"/>
                <a:ea typeface="Arial"/>
                <a:cs typeface="Arial"/>
              </a:defRPr>
            </a:lvl9pPr>
          </a:lstStyle>
          <a:p xmlns:a="http://schemas.openxmlformats.org/drawingml/2006/main">
            <a:pPr algn="ctr">
              <a:defRPr sz="2025" b="1">
                <a:solidFill>
                  <a:srgbClr val="005A9C"/>
                </a:solidFill>
                <a:latin typeface="Arial"/>
                <a:ea typeface="Arial"/>
                <a:cs typeface="Arial"/>
              </a:defRPr>
            </a:pPr>
            <a:r>
              <a:rPr sz="2025" b="1">
                <a:solidFill>
                  <a:srgbClr val="005A9C"/>
                </a:solidFill>
                <a:latin typeface="Arial"/>
                <a:ea typeface="Arial"/>
                <a:cs typeface="Arial"/>
              </a:rPr>
              <a:t>Volume and selling price</a:t>
            </a:r>
          </a:p>
        </p:txBody>
      </p:sp>
      <p:sp>
        <p:nvSpPr>
          <p:cNvPr id="28" name="!!driver.revenue.branch.1">
            <a:extLst xmlns:a="http://schemas.openxmlformats.org/drawingml/2006/main">
              <a:ext uri="{FF2B5EF4-FFF2-40B4-BE49-F238E27FC236}">
                <a16:creationId xmlns:a16="http://schemas.microsoft.com/office/drawing/2014/main" id="{E780A894-71A5-41F6-83FD-C5727C91D891}"/>
              </a:ext>
            </a:extLst>
          </p:cNvPr>
          <p:cNvSpPr>
            <a:spLocks xmlns:a="http://schemas.openxmlformats.org/drawingml/2006/main" noGrp="1"/>
          </p:cNvSpPr>
          <p:nvPr/>
        </p:nvSpPr>
        <p:spPr>
          <a:xfrm xmlns:a="http://schemas.openxmlformats.org/drawingml/2006/main" flipH="0" flipV="0">
            <a:off x="5772150" y="4533900"/>
            <a:ext cx="523875" cy="953"/>
          </a:xfrm>
          <a:prstGeom xmlns:a="http://schemas.openxmlformats.org/drawingml/2006/main" prst="line">
            <a:avLst/>
          </a:prstGeom>
          <a:noFill xmlns:a="http://schemas.openxmlformats.org/drawingml/2006/main"/>
          <a:ln xmlns:a="http://schemas.openxmlformats.org/drawingml/2006/main" w="17145">
            <a:solidFill>
              <a:srgbClr val="005A9C"/>
            </a:solidFill>
            <a:prstDash val="solid"/>
          </a:ln>
        </p:spPr>
      </p:sp>
      <p:sp>
        <p:nvSpPr>
          <p:cNvPr id="29" name="!!driver.revenue.branch.2">
            <a:extLst xmlns:a="http://schemas.openxmlformats.org/drawingml/2006/main">
              <a:ext uri="{FF2B5EF4-FFF2-40B4-BE49-F238E27FC236}">
                <a16:creationId xmlns:a16="http://schemas.microsoft.com/office/drawing/2014/main" id="{34FC5EA5-67F3-48E1-9443-569A224D9B3D}"/>
              </a:ext>
            </a:extLst>
          </p:cNvPr>
          <p:cNvSpPr>
            <a:spLocks xmlns:a="http://schemas.openxmlformats.org/drawingml/2006/main" noGrp="1"/>
          </p:cNvSpPr>
          <p:nvPr/>
        </p:nvSpPr>
        <p:spPr>
          <a:xfrm xmlns:a="http://schemas.openxmlformats.org/drawingml/2006/main" flipH="0" flipV="1">
            <a:off x="6296025" y="3362325"/>
            <a:ext cx="953" cy="1171575"/>
          </a:xfrm>
          <a:prstGeom xmlns:a="http://schemas.openxmlformats.org/drawingml/2006/main" prst="line">
            <a:avLst/>
          </a:prstGeom>
          <a:noFill xmlns:a="http://schemas.openxmlformats.org/drawingml/2006/main"/>
          <a:ln xmlns:a="http://schemas.openxmlformats.org/drawingml/2006/main" w="17145">
            <a:solidFill>
              <a:srgbClr val="005A9C"/>
            </a:solidFill>
            <a:prstDash val="solid"/>
          </a:ln>
        </p:spPr>
      </p:sp>
      <p:sp>
        <p:nvSpPr>
          <p:cNvPr id="30" name="!!driver.revenue.branch.3.line">
            <a:extLst xmlns:a="http://schemas.openxmlformats.org/drawingml/2006/main">
              <a:ext uri="{FF2B5EF4-FFF2-40B4-BE49-F238E27FC236}">
                <a16:creationId xmlns:a16="http://schemas.microsoft.com/office/drawing/2014/main" id="{76E010BF-EA0F-4E71-A794-31FA7AA587CD}"/>
              </a:ext>
            </a:extLst>
          </p:cNvPr>
          <p:cNvSpPr>
            <a:spLocks xmlns:a="http://schemas.openxmlformats.org/drawingml/2006/main" noGrp="1"/>
          </p:cNvSpPr>
          <p:nvPr/>
        </p:nvSpPr>
        <p:spPr>
          <a:xfrm xmlns:a="http://schemas.openxmlformats.org/drawingml/2006/main" flipH="0" flipV="0">
            <a:off x="6296025" y="3362325"/>
            <a:ext cx="590550" cy="953"/>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31" name="!!driver.revenue.branch.3.tip">
            <a:extLst xmlns:a="http://schemas.openxmlformats.org/drawingml/2006/main">
              <a:ext uri="{FF2B5EF4-FFF2-40B4-BE49-F238E27FC236}">
                <a16:creationId xmlns:a16="http://schemas.microsoft.com/office/drawing/2014/main" id="{5B7E9D4B-2E3C-43A0-9E77-C24EEA2E016C}"/>
              </a:ext>
            </a:extLst>
          </p:cNvPr>
          <p:cNvSpPr>
            <a:spLocks xmlns:a="http://schemas.openxmlformats.org/drawingml/2006/main" noGrp="1"/>
          </p:cNvSpPr>
          <p:nvPr/>
        </p:nvSpPr>
        <p:spPr>
          <a:xfrm xmlns:a="http://schemas.openxmlformats.org/drawingml/2006/main" rot="5400000">
            <a:off x="6829425" y="3305175"/>
            <a:ext cx="114300" cy="11430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32" name="!!driver.revenue.link.line">
            <a:extLst xmlns:a="http://schemas.openxmlformats.org/drawingml/2006/main">
              <a:ext uri="{FF2B5EF4-FFF2-40B4-BE49-F238E27FC236}">
                <a16:creationId xmlns:a16="http://schemas.microsoft.com/office/drawing/2014/main" id="{20622FF7-BFB1-437A-B968-6DC539EC0981}"/>
              </a:ext>
            </a:extLst>
          </p:cNvPr>
          <p:cNvSpPr>
            <a:spLocks xmlns:a="http://schemas.openxmlformats.org/drawingml/2006/main" noGrp="1"/>
          </p:cNvSpPr>
          <p:nvPr/>
        </p:nvSpPr>
        <p:spPr>
          <a:xfrm xmlns:a="http://schemas.openxmlformats.org/drawingml/2006/main" flipH="0" flipV="0">
            <a:off x="8648700" y="3362325"/>
            <a:ext cx="923925" cy="953"/>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33" name="!!driver.revenue.link.tip">
            <a:extLst xmlns:a="http://schemas.openxmlformats.org/drawingml/2006/main">
              <a:ext uri="{FF2B5EF4-FFF2-40B4-BE49-F238E27FC236}">
                <a16:creationId xmlns:a16="http://schemas.microsoft.com/office/drawing/2014/main" id="{CD589256-9278-4E22-977A-180CE59C82FC}"/>
              </a:ext>
            </a:extLst>
          </p:cNvPr>
          <p:cNvSpPr>
            <a:spLocks xmlns:a="http://schemas.openxmlformats.org/drawingml/2006/main" noGrp="1"/>
          </p:cNvSpPr>
          <p:nvPr/>
        </p:nvSpPr>
        <p:spPr>
          <a:xfrm xmlns:a="http://schemas.openxmlformats.org/drawingml/2006/main" rot="5400000">
            <a:off x="9515475" y="3305175"/>
            <a:ext cx="114300" cy="11430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34" name="!!driver.cost.node">
            <a:extLst xmlns:a="http://schemas.openxmlformats.org/drawingml/2006/main">
              <a:ext uri="{FF2B5EF4-FFF2-40B4-BE49-F238E27FC236}">
                <a16:creationId xmlns:a16="http://schemas.microsoft.com/office/drawing/2014/main" id="{4EF3F462-5923-4C15-925B-55A1746C5150}"/>
              </a:ext>
            </a:extLst>
          </p:cNvPr>
          <p:cNvSpPr>
            <a:spLocks xmlns:a="http://schemas.openxmlformats.org/drawingml/2006/main" noGrp="1"/>
          </p:cNvSpPr>
          <p:nvPr/>
        </p:nvSpPr>
        <p:spPr>
          <a:xfrm xmlns:a="http://schemas.openxmlformats.org/drawingml/2006/main">
            <a:off x="6886575" y="4381500"/>
            <a:ext cx="1695450" cy="733425"/>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175" b="1">
                <a:solidFill>
                  <a:srgbClr val="005A9C"/>
                </a:solidFill>
                <a:latin typeface="Arial"/>
                <a:ea typeface="Arial"/>
                <a:cs typeface="Arial"/>
              </a:defRPr>
            </a:defPPr>
            <a:lvl1pPr algn="ctr">
              <a:defRPr sz="2175" b="1">
                <a:solidFill>
                  <a:srgbClr val="005A9C"/>
                </a:solidFill>
                <a:latin typeface="Arial"/>
                <a:ea typeface="Arial"/>
                <a:cs typeface="Arial"/>
              </a:defRPr>
            </a:lvl1pPr>
            <a:lvl2pPr algn="ctr">
              <a:defRPr sz="2175" b="1">
                <a:solidFill>
                  <a:srgbClr val="005A9C"/>
                </a:solidFill>
                <a:latin typeface="Arial"/>
                <a:ea typeface="Arial"/>
                <a:cs typeface="Arial"/>
              </a:defRPr>
            </a:lvl2pPr>
            <a:lvl3pPr algn="ctr">
              <a:defRPr sz="2175" b="1">
                <a:solidFill>
                  <a:srgbClr val="005A9C"/>
                </a:solidFill>
                <a:latin typeface="Arial"/>
                <a:ea typeface="Arial"/>
                <a:cs typeface="Arial"/>
              </a:defRPr>
            </a:lvl3pPr>
            <a:lvl4pPr algn="ctr">
              <a:defRPr sz="2175" b="1">
                <a:solidFill>
                  <a:srgbClr val="005A9C"/>
                </a:solidFill>
                <a:latin typeface="Arial"/>
                <a:ea typeface="Arial"/>
                <a:cs typeface="Arial"/>
              </a:defRPr>
            </a:lvl4pPr>
            <a:lvl5pPr algn="ctr">
              <a:defRPr sz="2175" b="1">
                <a:solidFill>
                  <a:srgbClr val="005A9C"/>
                </a:solidFill>
                <a:latin typeface="Arial"/>
                <a:ea typeface="Arial"/>
                <a:cs typeface="Arial"/>
              </a:defRPr>
            </a:lvl5pPr>
            <a:lvl6pPr algn="ctr">
              <a:defRPr sz="2175" b="1">
                <a:solidFill>
                  <a:srgbClr val="005A9C"/>
                </a:solidFill>
                <a:latin typeface="Arial"/>
                <a:ea typeface="Arial"/>
                <a:cs typeface="Arial"/>
              </a:defRPr>
            </a:lvl6pPr>
            <a:lvl7pPr algn="ctr">
              <a:defRPr sz="2175" b="1">
                <a:solidFill>
                  <a:srgbClr val="005A9C"/>
                </a:solidFill>
                <a:latin typeface="Arial"/>
                <a:ea typeface="Arial"/>
                <a:cs typeface="Arial"/>
              </a:defRPr>
            </a:lvl7pPr>
            <a:lvl8pPr algn="ctr">
              <a:defRPr sz="2175" b="1">
                <a:solidFill>
                  <a:srgbClr val="005A9C"/>
                </a:solidFill>
                <a:latin typeface="Arial"/>
                <a:ea typeface="Arial"/>
                <a:cs typeface="Arial"/>
              </a:defRPr>
            </a:lvl8pPr>
            <a:lvl9pPr algn="ctr">
              <a:defRPr sz="2175" b="1">
                <a:solidFill>
                  <a:srgbClr val="005A9C"/>
                </a:solidFill>
                <a:latin typeface="Arial"/>
                <a:ea typeface="Arial"/>
                <a:cs typeface="Arial"/>
              </a:defRPr>
            </a:lvl9pPr>
          </a:lstStyle>
          <a:p xmlns:a="http://schemas.openxmlformats.org/drawingml/2006/main">
            <a:pPr algn="ctr">
              <a:defRPr sz="2175" b="1">
                <a:solidFill>
                  <a:srgbClr val="005A9C"/>
                </a:solidFill>
                <a:latin typeface="Arial"/>
                <a:ea typeface="Arial"/>
                <a:cs typeface="Arial"/>
              </a:defRPr>
            </a:pPr>
            <a:r>
              <a:rPr sz="2175" b="1">
                <a:solidFill>
                  <a:srgbClr val="005A9C"/>
                </a:solidFill>
                <a:latin typeface="Arial"/>
                <a:ea typeface="Arial"/>
                <a:cs typeface="Arial"/>
              </a:rPr>
              <a:t>Cost of sales</a:t>
            </a:r>
          </a:p>
        </p:txBody>
      </p:sp>
      <p:sp>
        <p:nvSpPr>
          <p:cNvPr id="35" name="!!driver.cost.factor">
            <a:extLst xmlns:a="http://schemas.openxmlformats.org/drawingml/2006/main">
              <a:ext uri="{FF2B5EF4-FFF2-40B4-BE49-F238E27FC236}">
                <a16:creationId xmlns:a16="http://schemas.microsoft.com/office/drawing/2014/main" id="{72AB2735-E343-464D-9F66-C5365A69A879}"/>
              </a:ext>
            </a:extLst>
          </p:cNvPr>
          <p:cNvSpPr>
            <a:spLocks xmlns:a="http://schemas.openxmlformats.org/drawingml/2006/main" noGrp="1"/>
          </p:cNvSpPr>
          <p:nvPr/>
        </p:nvSpPr>
        <p:spPr>
          <a:xfrm xmlns:a="http://schemas.openxmlformats.org/drawingml/2006/main">
            <a:off x="9667875" y="4381500"/>
            <a:ext cx="3419475" cy="733425"/>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005A9C"/>
                </a:solidFill>
                <a:latin typeface="Arial"/>
                <a:ea typeface="Arial"/>
                <a:cs typeface="Arial"/>
              </a:defRPr>
            </a:defPPr>
            <a:lvl1pPr algn="ctr">
              <a:defRPr sz="2025" b="1">
                <a:solidFill>
                  <a:srgbClr val="005A9C"/>
                </a:solidFill>
                <a:latin typeface="Arial"/>
                <a:ea typeface="Arial"/>
                <a:cs typeface="Arial"/>
              </a:defRPr>
            </a:lvl1pPr>
            <a:lvl2pPr algn="ctr">
              <a:defRPr sz="2025" b="1">
                <a:solidFill>
                  <a:srgbClr val="005A9C"/>
                </a:solidFill>
                <a:latin typeface="Arial"/>
                <a:ea typeface="Arial"/>
                <a:cs typeface="Arial"/>
              </a:defRPr>
            </a:lvl2pPr>
            <a:lvl3pPr algn="ctr">
              <a:defRPr sz="2025" b="1">
                <a:solidFill>
                  <a:srgbClr val="005A9C"/>
                </a:solidFill>
                <a:latin typeface="Arial"/>
                <a:ea typeface="Arial"/>
                <a:cs typeface="Arial"/>
              </a:defRPr>
            </a:lvl3pPr>
            <a:lvl4pPr algn="ctr">
              <a:defRPr sz="2025" b="1">
                <a:solidFill>
                  <a:srgbClr val="005A9C"/>
                </a:solidFill>
                <a:latin typeface="Arial"/>
                <a:ea typeface="Arial"/>
                <a:cs typeface="Arial"/>
              </a:defRPr>
            </a:lvl4pPr>
            <a:lvl5pPr algn="ctr">
              <a:defRPr sz="2025" b="1">
                <a:solidFill>
                  <a:srgbClr val="005A9C"/>
                </a:solidFill>
                <a:latin typeface="Arial"/>
                <a:ea typeface="Arial"/>
                <a:cs typeface="Arial"/>
              </a:defRPr>
            </a:lvl5pPr>
            <a:lvl6pPr algn="ctr">
              <a:defRPr sz="2025" b="1">
                <a:solidFill>
                  <a:srgbClr val="005A9C"/>
                </a:solidFill>
                <a:latin typeface="Arial"/>
                <a:ea typeface="Arial"/>
                <a:cs typeface="Arial"/>
              </a:defRPr>
            </a:lvl6pPr>
            <a:lvl7pPr algn="ctr">
              <a:defRPr sz="2025" b="1">
                <a:solidFill>
                  <a:srgbClr val="005A9C"/>
                </a:solidFill>
                <a:latin typeface="Arial"/>
                <a:ea typeface="Arial"/>
                <a:cs typeface="Arial"/>
              </a:defRPr>
            </a:lvl7pPr>
            <a:lvl8pPr algn="ctr">
              <a:defRPr sz="2025" b="1">
                <a:solidFill>
                  <a:srgbClr val="005A9C"/>
                </a:solidFill>
                <a:latin typeface="Arial"/>
                <a:ea typeface="Arial"/>
                <a:cs typeface="Arial"/>
              </a:defRPr>
            </a:lvl8pPr>
            <a:lvl9pPr algn="ctr">
              <a:defRPr sz="2025" b="1">
                <a:solidFill>
                  <a:srgbClr val="005A9C"/>
                </a:solidFill>
                <a:latin typeface="Arial"/>
                <a:ea typeface="Arial"/>
                <a:cs typeface="Arial"/>
              </a:defRPr>
            </a:lvl9pPr>
          </a:lstStyle>
          <a:p xmlns:a="http://schemas.openxmlformats.org/drawingml/2006/main">
            <a:pPr algn="ctr">
              <a:defRPr sz="2025" b="1">
                <a:solidFill>
                  <a:srgbClr val="005A9C"/>
                </a:solidFill>
                <a:latin typeface="Arial"/>
                <a:ea typeface="Arial"/>
                <a:cs typeface="Arial"/>
              </a:defRPr>
            </a:pPr>
            <a:r>
              <a:rPr sz="2025" b="1">
                <a:solidFill>
                  <a:srgbClr val="005A9C"/>
                </a:solidFill>
                <a:latin typeface="Arial"/>
                <a:ea typeface="Arial"/>
                <a:cs typeface="Arial"/>
              </a:rPr>
              <a:t>Materials and production costs</a:t>
            </a:r>
          </a:p>
        </p:txBody>
      </p:sp>
      <p:sp>
        <p:nvSpPr>
          <p:cNvPr id="36" name="!!driver.cost.branch.1">
            <a:extLst xmlns:a="http://schemas.openxmlformats.org/drawingml/2006/main">
              <a:ext uri="{FF2B5EF4-FFF2-40B4-BE49-F238E27FC236}">
                <a16:creationId xmlns:a16="http://schemas.microsoft.com/office/drawing/2014/main" id="{D0473DA2-6D76-478A-9320-69E3F51AD2F1}"/>
              </a:ext>
            </a:extLst>
          </p:cNvPr>
          <p:cNvSpPr>
            <a:spLocks xmlns:a="http://schemas.openxmlformats.org/drawingml/2006/main" noGrp="1"/>
          </p:cNvSpPr>
          <p:nvPr/>
        </p:nvSpPr>
        <p:spPr>
          <a:xfrm xmlns:a="http://schemas.openxmlformats.org/drawingml/2006/main" flipH="0" flipV="0">
            <a:off x="5772150" y="4533900"/>
            <a:ext cx="523875" cy="953"/>
          </a:xfrm>
          <a:prstGeom xmlns:a="http://schemas.openxmlformats.org/drawingml/2006/main" prst="line">
            <a:avLst/>
          </a:prstGeom>
          <a:noFill xmlns:a="http://schemas.openxmlformats.org/drawingml/2006/main"/>
          <a:ln xmlns:a="http://schemas.openxmlformats.org/drawingml/2006/main" w="17145">
            <a:solidFill>
              <a:srgbClr val="005A9C"/>
            </a:solidFill>
            <a:prstDash val="solid"/>
          </a:ln>
        </p:spPr>
      </p:sp>
      <p:sp>
        <p:nvSpPr>
          <p:cNvPr id="37" name="!!driver.cost.branch.2">
            <a:extLst xmlns:a="http://schemas.openxmlformats.org/drawingml/2006/main">
              <a:ext uri="{FF2B5EF4-FFF2-40B4-BE49-F238E27FC236}">
                <a16:creationId xmlns:a16="http://schemas.microsoft.com/office/drawing/2014/main" id="{2FC50DAD-03B1-44CC-9991-DBBC01CF11BC}"/>
              </a:ext>
            </a:extLst>
          </p:cNvPr>
          <p:cNvSpPr>
            <a:spLocks xmlns:a="http://schemas.openxmlformats.org/drawingml/2006/main" noGrp="1"/>
          </p:cNvSpPr>
          <p:nvPr/>
        </p:nvSpPr>
        <p:spPr>
          <a:xfrm xmlns:a="http://schemas.openxmlformats.org/drawingml/2006/main" flipH="0" flipV="0">
            <a:off x="6296025" y="4533900"/>
            <a:ext cx="953" cy="209550"/>
          </a:xfrm>
          <a:prstGeom xmlns:a="http://schemas.openxmlformats.org/drawingml/2006/main" prst="line">
            <a:avLst/>
          </a:prstGeom>
          <a:noFill xmlns:a="http://schemas.openxmlformats.org/drawingml/2006/main"/>
          <a:ln xmlns:a="http://schemas.openxmlformats.org/drawingml/2006/main" w="17145">
            <a:solidFill>
              <a:srgbClr val="005A9C"/>
            </a:solidFill>
            <a:prstDash val="solid"/>
          </a:ln>
        </p:spPr>
      </p:sp>
      <p:sp>
        <p:nvSpPr>
          <p:cNvPr id="38" name="!!driver.cost.branch.3.line">
            <a:extLst xmlns:a="http://schemas.openxmlformats.org/drawingml/2006/main">
              <a:ext uri="{FF2B5EF4-FFF2-40B4-BE49-F238E27FC236}">
                <a16:creationId xmlns:a16="http://schemas.microsoft.com/office/drawing/2014/main" id="{B7D27C98-6536-4E34-8BB7-0306C16D2200}"/>
              </a:ext>
            </a:extLst>
          </p:cNvPr>
          <p:cNvSpPr>
            <a:spLocks xmlns:a="http://schemas.openxmlformats.org/drawingml/2006/main" noGrp="1"/>
          </p:cNvSpPr>
          <p:nvPr/>
        </p:nvSpPr>
        <p:spPr>
          <a:xfrm xmlns:a="http://schemas.openxmlformats.org/drawingml/2006/main" flipH="0" flipV="0">
            <a:off x="6296025" y="4743450"/>
            <a:ext cx="590550" cy="953"/>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39" name="!!driver.cost.branch.3.tip">
            <a:extLst xmlns:a="http://schemas.openxmlformats.org/drawingml/2006/main">
              <a:ext uri="{FF2B5EF4-FFF2-40B4-BE49-F238E27FC236}">
                <a16:creationId xmlns:a16="http://schemas.microsoft.com/office/drawing/2014/main" id="{A032B5F3-C4DA-405B-B96C-4A6C321C6E29}"/>
              </a:ext>
            </a:extLst>
          </p:cNvPr>
          <p:cNvSpPr>
            <a:spLocks xmlns:a="http://schemas.openxmlformats.org/drawingml/2006/main" noGrp="1"/>
          </p:cNvSpPr>
          <p:nvPr/>
        </p:nvSpPr>
        <p:spPr>
          <a:xfrm xmlns:a="http://schemas.openxmlformats.org/drawingml/2006/main" rot="5400000">
            <a:off x="6829425" y="4686300"/>
            <a:ext cx="114300" cy="11430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40" name="!!driver.cost.link.line">
            <a:extLst xmlns:a="http://schemas.openxmlformats.org/drawingml/2006/main">
              <a:ext uri="{FF2B5EF4-FFF2-40B4-BE49-F238E27FC236}">
                <a16:creationId xmlns:a16="http://schemas.microsoft.com/office/drawing/2014/main" id="{23D8487D-2E97-47D6-9B6A-59FCBF59A4AF}"/>
              </a:ext>
            </a:extLst>
          </p:cNvPr>
          <p:cNvSpPr>
            <a:spLocks xmlns:a="http://schemas.openxmlformats.org/drawingml/2006/main" noGrp="1"/>
          </p:cNvSpPr>
          <p:nvPr/>
        </p:nvSpPr>
        <p:spPr>
          <a:xfrm xmlns:a="http://schemas.openxmlformats.org/drawingml/2006/main" flipH="0" flipV="0">
            <a:off x="8648700" y="4743450"/>
            <a:ext cx="923925" cy="953"/>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41" name="!!driver.cost.link.tip">
            <a:extLst xmlns:a="http://schemas.openxmlformats.org/drawingml/2006/main">
              <a:ext uri="{FF2B5EF4-FFF2-40B4-BE49-F238E27FC236}">
                <a16:creationId xmlns:a16="http://schemas.microsoft.com/office/drawing/2014/main" id="{E1702EDA-9D6B-40FC-B501-7D3E78269717}"/>
              </a:ext>
            </a:extLst>
          </p:cNvPr>
          <p:cNvSpPr>
            <a:spLocks xmlns:a="http://schemas.openxmlformats.org/drawingml/2006/main" noGrp="1"/>
          </p:cNvSpPr>
          <p:nvPr/>
        </p:nvSpPr>
        <p:spPr>
          <a:xfrm xmlns:a="http://schemas.openxmlformats.org/drawingml/2006/main" rot="5400000">
            <a:off x="9515475" y="4686300"/>
            <a:ext cx="114300" cy="11430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42" name="!!driver.expense.node">
            <a:extLst xmlns:a="http://schemas.openxmlformats.org/drawingml/2006/main">
              <a:ext uri="{FF2B5EF4-FFF2-40B4-BE49-F238E27FC236}">
                <a16:creationId xmlns:a16="http://schemas.microsoft.com/office/drawing/2014/main" id="{D1BA067F-BFB9-4E15-BCE7-8E092FC37843}"/>
              </a:ext>
            </a:extLst>
          </p:cNvPr>
          <p:cNvSpPr>
            <a:spLocks xmlns:a="http://schemas.openxmlformats.org/drawingml/2006/main" noGrp="1"/>
          </p:cNvSpPr>
          <p:nvPr/>
        </p:nvSpPr>
        <p:spPr>
          <a:xfrm xmlns:a="http://schemas.openxmlformats.org/drawingml/2006/main">
            <a:off x="6886575" y="5762625"/>
            <a:ext cx="1695450" cy="733425"/>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175" b="1">
                <a:solidFill>
                  <a:srgbClr val="005A9C"/>
                </a:solidFill>
                <a:latin typeface="Arial"/>
                <a:ea typeface="Arial"/>
                <a:cs typeface="Arial"/>
              </a:defRPr>
            </a:defPPr>
            <a:lvl1pPr algn="ctr">
              <a:defRPr sz="2175" b="1">
                <a:solidFill>
                  <a:srgbClr val="005A9C"/>
                </a:solidFill>
                <a:latin typeface="Arial"/>
                <a:ea typeface="Arial"/>
                <a:cs typeface="Arial"/>
              </a:defRPr>
            </a:lvl1pPr>
            <a:lvl2pPr algn="ctr">
              <a:defRPr sz="2175" b="1">
                <a:solidFill>
                  <a:srgbClr val="005A9C"/>
                </a:solidFill>
                <a:latin typeface="Arial"/>
                <a:ea typeface="Arial"/>
                <a:cs typeface="Arial"/>
              </a:defRPr>
            </a:lvl2pPr>
            <a:lvl3pPr algn="ctr">
              <a:defRPr sz="2175" b="1">
                <a:solidFill>
                  <a:srgbClr val="005A9C"/>
                </a:solidFill>
                <a:latin typeface="Arial"/>
                <a:ea typeface="Arial"/>
                <a:cs typeface="Arial"/>
              </a:defRPr>
            </a:lvl3pPr>
            <a:lvl4pPr algn="ctr">
              <a:defRPr sz="2175" b="1">
                <a:solidFill>
                  <a:srgbClr val="005A9C"/>
                </a:solidFill>
                <a:latin typeface="Arial"/>
                <a:ea typeface="Arial"/>
                <a:cs typeface="Arial"/>
              </a:defRPr>
            </a:lvl4pPr>
            <a:lvl5pPr algn="ctr">
              <a:defRPr sz="2175" b="1">
                <a:solidFill>
                  <a:srgbClr val="005A9C"/>
                </a:solidFill>
                <a:latin typeface="Arial"/>
                <a:ea typeface="Arial"/>
                <a:cs typeface="Arial"/>
              </a:defRPr>
            </a:lvl5pPr>
            <a:lvl6pPr algn="ctr">
              <a:defRPr sz="2175" b="1">
                <a:solidFill>
                  <a:srgbClr val="005A9C"/>
                </a:solidFill>
                <a:latin typeface="Arial"/>
                <a:ea typeface="Arial"/>
                <a:cs typeface="Arial"/>
              </a:defRPr>
            </a:lvl6pPr>
            <a:lvl7pPr algn="ctr">
              <a:defRPr sz="2175" b="1">
                <a:solidFill>
                  <a:srgbClr val="005A9C"/>
                </a:solidFill>
                <a:latin typeface="Arial"/>
                <a:ea typeface="Arial"/>
                <a:cs typeface="Arial"/>
              </a:defRPr>
            </a:lvl7pPr>
            <a:lvl8pPr algn="ctr">
              <a:defRPr sz="2175" b="1">
                <a:solidFill>
                  <a:srgbClr val="005A9C"/>
                </a:solidFill>
                <a:latin typeface="Arial"/>
                <a:ea typeface="Arial"/>
                <a:cs typeface="Arial"/>
              </a:defRPr>
            </a:lvl8pPr>
            <a:lvl9pPr algn="ctr">
              <a:defRPr sz="2175" b="1">
                <a:solidFill>
                  <a:srgbClr val="005A9C"/>
                </a:solidFill>
                <a:latin typeface="Arial"/>
                <a:ea typeface="Arial"/>
                <a:cs typeface="Arial"/>
              </a:defRPr>
            </a:lvl9pPr>
          </a:lstStyle>
          <a:p xmlns:a="http://schemas.openxmlformats.org/drawingml/2006/main">
            <a:pPr algn="ctr">
              <a:defRPr sz="2175" b="1">
                <a:solidFill>
                  <a:srgbClr val="005A9C"/>
                </a:solidFill>
                <a:latin typeface="Arial"/>
                <a:ea typeface="Arial"/>
                <a:cs typeface="Arial"/>
              </a:defRPr>
            </a:pPr>
            <a:r>
              <a:rPr sz="2175" b="1">
                <a:solidFill>
                  <a:srgbClr val="005A9C"/>
                </a:solidFill>
                <a:latin typeface="Arial"/>
                <a:ea typeface="Arial"/>
                <a:cs typeface="Arial"/>
              </a:rPr>
              <a:t>Expenses</a:t>
            </a:r>
          </a:p>
        </p:txBody>
      </p:sp>
      <p:sp>
        <p:nvSpPr>
          <p:cNvPr id="43" name="!!driver.expense.factor">
            <a:extLst xmlns:a="http://schemas.openxmlformats.org/drawingml/2006/main">
              <a:ext uri="{FF2B5EF4-FFF2-40B4-BE49-F238E27FC236}">
                <a16:creationId xmlns:a16="http://schemas.microsoft.com/office/drawing/2014/main" id="{90AB09E2-C623-46A6-BDA2-9C3211501F89}"/>
              </a:ext>
            </a:extLst>
          </p:cNvPr>
          <p:cNvSpPr>
            <a:spLocks xmlns:a="http://schemas.openxmlformats.org/drawingml/2006/main" noGrp="1"/>
          </p:cNvSpPr>
          <p:nvPr/>
        </p:nvSpPr>
        <p:spPr>
          <a:xfrm xmlns:a="http://schemas.openxmlformats.org/drawingml/2006/main">
            <a:off x="9667875" y="5762625"/>
            <a:ext cx="3419475" cy="733425"/>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005A9C"/>
                </a:solidFill>
                <a:latin typeface="Arial"/>
                <a:ea typeface="Arial"/>
                <a:cs typeface="Arial"/>
              </a:defRPr>
            </a:defPPr>
            <a:lvl1pPr algn="ctr">
              <a:defRPr sz="2025" b="1">
                <a:solidFill>
                  <a:srgbClr val="005A9C"/>
                </a:solidFill>
                <a:latin typeface="Arial"/>
                <a:ea typeface="Arial"/>
                <a:cs typeface="Arial"/>
              </a:defRPr>
            </a:lvl1pPr>
            <a:lvl2pPr algn="ctr">
              <a:defRPr sz="2025" b="1">
                <a:solidFill>
                  <a:srgbClr val="005A9C"/>
                </a:solidFill>
                <a:latin typeface="Arial"/>
                <a:ea typeface="Arial"/>
                <a:cs typeface="Arial"/>
              </a:defRPr>
            </a:lvl2pPr>
            <a:lvl3pPr algn="ctr">
              <a:defRPr sz="2025" b="1">
                <a:solidFill>
                  <a:srgbClr val="005A9C"/>
                </a:solidFill>
                <a:latin typeface="Arial"/>
                <a:ea typeface="Arial"/>
                <a:cs typeface="Arial"/>
              </a:defRPr>
            </a:lvl3pPr>
            <a:lvl4pPr algn="ctr">
              <a:defRPr sz="2025" b="1">
                <a:solidFill>
                  <a:srgbClr val="005A9C"/>
                </a:solidFill>
                <a:latin typeface="Arial"/>
                <a:ea typeface="Arial"/>
                <a:cs typeface="Arial"/>
              </a:defRPr>
            </a:lvl4pPr>
            <a:lvl5pPr algn="ctr">
              <a:defRPr sz="2025" b="1">
                <a:solidFill>
                  <a:srgbClr val="005A9C"/>
                </a:solidFill>
                <a:latin typeface="Arial"/>
                <a:ea typeface="Arial"/>
                <a:cs typeface="Arial"/>
              </a:defRPr>
            </a:lvl5pPr>
            <a:lvl6pPr algn="ctr">
              <a:defRPr sz="2025" b="1">
                <a:solidFill>
                  <a:srgbClr val="005A9C"/>
                </a:solidFill>
                <a:latin typeface="Arial"/>
                <a:ea typeface="Arial"/>
                <a:cs typeface="Arial"/>
              </a:defRPr>
            </a:lvl6pPr>
            <a:lvl7pPr algn="ctr">
              <a:defRPr sz="2025" b="1">
                <a:solidFill>
                  <a:srgbClr val="005A9C"/>
                </a:solidFill>
                <a:latin typeface="Arial"/>
                <a:ea typeface="Arial"/>
                <a:cs typeface="Arial"/>
              </a:defRPr>
            </a:lvl7pPr>
            <a:lvl8pPr algn="ctr">
              <a:defRPr sz="2025" b="1">
                <a:solidFill>
                  <a:srgbClr val="005A9C"/>
                </a:solidFill>
                <a:latin typeface="Arial"/>
                <a:ea typeface="Arial"/>
                <a:cs typeface="Arial"/>
              </a:defRPr>
            </a:lvl8pPr>
            <a:lvl9pPr algn="ctr">
              <a:defRPr sz="2025" b="1">
                <a:solidFill>
                  <a:srgbClr val="005A9C"/>
                </a:solidFill>
                <a:latin typeface="Arial"/>
                <a:ea typeface="Arial"/>
                <a:cs typeface="Arial"/>
              </a:defRPr>
            </a:lvl9pPr>
          </a:lstStyle>
          <a:p xmlns:a="http://schemas.openxmlformats.org/drawingml/2006/main">
            <a:pPr algn="ctr">
              <a:defRPr sz="2025" b="1">
                <a:solidFill>
                  <a:srgbClr val="005A9C"/>
                </a:solidFill>
                <a:latin typeface="Arial"/>
                <a:ea typeface="Arial"/>
                <a:cs typeface="Arial"/>
              </a:defRPr>
            </a:pPr>
            <a:r>
              <a:rPr sz="2025" b="1">
                <a:solidFill>
                  <a:srgbClr val="005A9C"/>
                </a:solidFill>
                <a:latin typeface="Arial"/>
                <a:ea typeface="Arial"/>
                <a:cs typeface="Arial"/>
              </a:rPr>
              <a:t>Distribution and selling expenses</a:t>
            </a:r>
          </a:p>
        </p:txBody>
      </p:sp>
      <p:sp>
        <p:nvSpPr>
          <p:cNvPr id="44" name="!!driver.expense.branch.1">
            <a:extLst xmlns:a="http://schemas.openxmlformats.org/drawingml/2006/main">
              <a:ext uri="{FF2B5EF4-FFF2-40B4-BE49-F238E27FC236}">
                <a16:creationId xmlns:a16="http://schemas.microsoft.com/office/drawing/2014/main" id="{67453791-C726-4E02-B7D4-5658F9E0005E}"/>
              </a:ext>
            </a:extLst>
          </p:cNvPr>
          <p:cNvSpPr>
            <a:spLocks xmlns:a="http://schemas.openxmlformats.org/drawingml/2006/main" noGrp="1"/>
          </p:cNvSpPr>
          <p:nvPr/>
        </p:nvSpPr>
        <p:spPr>
          <a:xfrm xmlns:a="http://schemas.openxmlformats.org/drawingml/2006/main" flipH="0" flipV="0">
            <a:off x="5772150" y="4533900"/>
            <a:ext cx="523875" cy="953"/>
          </a:xfrm>
          <a:prstGeom xmlns:a="http://schemas.openxmlformats.org/drawingml/2006/main" prst="line">
            <a:avLst/>
          </a:prstGeom>
          <a:noFill xmlns:a="http://schemas.openxmlformats.org/drawingml/2006/main"/>
          <a:ln xmlns:a="http://schemas.openxmlformats.org/drawingml/2006/main" w="17145">
            <a:solidFill>
              <a:srgbClr val="005A9C"/>
            </a:solidFill>
            <a:prstDash val="solid"/>
          </a:ln>
        </p:spPr>
      </p:sp>
      <p:sp>
        <p:nvSpPr>
          <p:cNvPr id="45" name="!!driver.expense.branch.2">
            <a:extLst xmlns:a="http://schemas.openxmlformats.org/drawingml/2006/main">
              <a:ext uri="{FF2B5EF4-FFF2-40B4-BE49-F238E27FC236}">
                <a16:creationId xmlns:a16="http://schemas.microsoft.com/office/drawing/2014/main" id="{DDFA63DD-DF85-4DDE-8EBD-47A6EAFDC0F9}"/>
              </a:ext>
            </a:extLst>
          </p:cNvPr>
          <p:cNvSpPr>
            <a:spLocks xmlns:a="http://schemas.openxmlformats.org/drawingml/2006/main" noGrp="1"/>
          </p:cNvSpPr>
          <p:nvPr/>
        </p:nvSpPr>
        <p:spPr>
          <a:xfrm xmlns:a="http://schemas.openxmlformats.org/drawingml/2006/main" flipH="0" flipV="0">
            <a:off x="6296025" y="4533900"/>
            <a:ext cx="953" cy="1590675"/>
          </a:xfrm>
          <a:prstGeom xmlns:a="http://schemas.openxmlformats.org/drawingml/2006/main" prst="line">
            <a:avLst/>
          </a:prstGeom>
          <a:noFill xmlns:a="http://schemas.openxmlformats.org/drawingml/2006/main"/>
          <a:ln xmlns:a="http://schemas.openxmlformats.org/drawingml/2006/main" w="17145">
            <a:solidFill>
              <a:srgbClr val="005A9C"/>
            </a:solidFill>
            <a:prstDash val="solid"/>
          </a:ln>
        </p:spPr>
      </p:sp>
      <p:sp>
        <p:nvSpPr>
          <p:cNvPr id="46" name="!!driver.expense.branch.3.line">
            <a:extLst xmlns:a="http://schemas.openxmlformats.org/drawingml/2006/main">
              <a:ext uri="{FF2B5EF4-FFF2-40B4-BE49-F238E27FC236}">
                <a16:creationId xmlns:a16="http://schemas.microsoft.com/office/drawing/2014/main" id="{21733C88-838B-4D15-8217-26ACEB6081AF}"/>
              </a:ext>
            </a:extLst>
          </p:cNvPr>
          <p:cNvSpPr>
            <a:spLocks xmlns:a="http://schemas.openxmlformats.org/drawingml/2006/main" noGrp="1"/>
          </p:cNvSpPr>
          <p:nvPr/>
        </p:nvSpPr>
        <p:spPr>
          <a:xfrm xmlns:a="http://schemas.openxmlformats.org/drawingml/2006/main" flipH="0" flipV="0">
            <a:off x="6296025" y="6124575"/>
            <a:ext cx="590550" cy="953"/>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47" name="!!driver.expense.branch.3.tip">
            <a:extLst xmlns:a="http://schemas.openxmlformats.org/drawingml/2006/main">
              <a:ext uri="{FF2B5EF4-FFF2-40B4-BE49-F238E27FC236}">
                <a16:creationId xmlns:a16="http://schemas.microsoft.com/office/drawing/2014/main" id="{21689157-F8B5-4FA8-90DF-6C25597433DC}"/>
              </a:ext>
            </a:extLst>
          </p:cNvPr>
          <p:cNvSpPr>
            <a:spLocks xmlns:a="http://schemas.openxmlformats.org/drawingml/2006/main" noGrp="1"/>
          </p:cNvSpPr>
          <p:nvPr/>
        </p:nvSpPr>
        <p:spPr>
          <a:xfrm xmlns:a="http://schemas.openxmlformats.org/drawingml/2006/main" rot="5400000">
            <a:off x="6829425" y="6067425"/>
            <a:ext cx="114300" cy="11430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48" name="!!driver.expense.link.line">
            <a:extLst xmlns:a="http://schemas.openxmlformats.org/drawingml/2006/main">
              <a:ext uri="{FF2B5EF4-FFF2-40B4-BE49-F238E27FC236}">
                <a16:creationId xmlns:a16="http://schemas.microsoft.com/office/drawing/2014/main" id="{4049637A-60CE-4ED9-B585-3195B66A56E9}"/>
              </a:ext>
            </a:extLst>
          </p:cNvPr>
          <p:cNvSpPr>
            <a:spLocks xmlns:a="http://schemas.openxmlformats.org/drawingml/2006/main" noGrp="1"/>
          </p:cNvSpPr>
          <p:nvPr/>
        </p:nvSpPr>
        <p:spPr>
          <a:xfrm xmlns:a="http://schemas.openxmlformats.org/drawingml/2006/main" flipH="0" flipV="0">
            <a:off x="8648700" y="6124575"/>
            <a:ext cx="923925" cy="953"/>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49" name="!!driver.expense.link.tip">
            <a:extLst xmlns:a="http://schemas.openxmlformats.org/drawingml/2006/main">
              <a:ext uri="{FF2B5EF4-FFF2-40B4-BE49-F238E27FC236}">
                <a16:creationId xmlns:a16="http://schemas.microsoft.com/office/drawing/2014/main" id="{2F056FC0-15CD-4BD7-B35B-853DB2613870}"/>
              </a:ext>
            </a:extLst>
          </p:cNvPr>
          <p:cNvSpPr>
            <a:spLocks xmlns:a="http://schemas.openxmlformats.org/drawingml/2006/main" noGrp="1"/>
          </p:cNvSpPr>
          <p:nvPr/>
        </p:nvSpPr>
        <p:spPr>
          <a:xfrm xmlns:a="http://schemas.openxmlformats.org/drawingml/2006/main" rot="5400000">
            <a:off x="9515475" y="6067425"/>
            <a:ext cx="114300" cy="11430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50" name="!!driver.tools">
            <a:extLst xmlns:a="http://schemas.openxmlformats.org/drawingml/2006/main">
              <a:ext uri="{FF2B5EF4-FFF2-40B4-BE49-F238E27FC236}">
                <a16:creationId xmlns:a16="http://schemas.microsoft.com/office/drawing/2014/main" id="{ED736021-3B32-4FDC-BC74-714D46A9B4AD}"/>
              </a:ext>
            </a:extLst>
          </p:cNvPr>
          <p:cNvSpPr>
            <a:spLocks xmlns:a="http://schemas.openxmlformats.org/drawingml/2006/main" noGrp="1"/>
          </p:cNvSpPr>
          <p:nvPr/>
        </p:nvSpPr>
        <p:spPr>
          <a:xfrm xmlns:a="http://schemas.openxmlformats.org/drawingml/2006/main">
            <a:off x="13144500" y="3000375"/>
            <a:ext cx="1447800" cy="3495675"/>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76200" tIns="0" rIns="76200" bIns="0" anchor="ctr">
            <a:noAutofit/>
          </a:bodyPr>
          <a:lstStyle xmlns:a="http://schemas.openxmlformats.org/drawingml/2006/main">
            <a:defPPr algn="ctr">
              <a:defRPr sz="1875" b="1">
                <a:solidFill>
                  <a:srgbClr val="20262C"/>
                </a:solidFill>
                <a:latin typeface="Arial"/>
                <a:ea typeface="Arial"/>
                <a:cs typeface="Arial"/>
              </a:defRPr>
            </a:defPPr>
            <a:lvl1pPr algn="ctr">
              <a:defRPr sz="1875" b="1">
                <a:solidFill>
                  <a:srgbClr val="20262C"/>
                </a:solidFill>
                <a:latin typeface="Arial"/>
                <a:ea typeface="Arial"/>
                <a:cs typeface="Arial"/>
              </a:defRPr>
            </a:lvl1pPr>
            <a:lvl2pPr algn="ctr">
              <a:defRPr sz="1875" b="1">
                <a:solidFill>
                  <a:srgbClr val="20262C"/>
                </a:solidFill>
                <a:latin typeface="Arial"/>
                <a:ea typeface="Arial"/>
                <a:cs typeface="Arial"/>
              </a:defRPr>
            </a:lvl2pPr>
            <a:lvl3pPr algn="ctr">
              <a:defRPr sz="1875" b="1">
                <a:solidFill>
                  <a:srgbClr val="20262C"/>
                </a:solidFill>
                <a:latin typeface="Arial"/>
                <a:ea typeface="Arial"/>
                <a:cs typeface="Arial"/>
              </a:defRPr>
            </a:lvl3pPr>
            <a:lvl4pPr algn="ctr">
              <a:defRPr sz="1875" b="1">
                <a:solidFill>
                  <a:srgbClr val="20262C"/>
                </a:solidFill>
                <a:latin typeface="Arial"/>
                <a:ea typeface="Arial"/>
                <a:cs typeface="Arial"/>
              </a:defRPr>
            </a:lvl4pPr>
            <a:lvl5pPr algn="ctr">
              <a:defRPr sz="1875" b="1">
                <a:solidFill>
                  <a:srgbClr val="20262C"/>
                </a:solidFill>
                <a:latin typeface="Arial"/>
                <a:ea typeface="Arial"/>
                <a:cs typeface="Arial"/>
              </a:defRPr>
            </a:lvl5pPr>
            <a:lvl6pPr algn="ctr">
              <a:defRPr sz="1875" b="1">
                <a:solidFill>
                  <a:srgbClr val="20262C"/>
                </a:solidFill>
                <a:latin typeface="Arial"/>
                <a:ea typeface="Arial"/>
                <a:cs typeface="Arial"/>
              </a:defRPr>
            </a:lvl6pPr>
            <a:lvl7pPr algn="ctr">
              <a:defRPr sz="1875" b="1">
                <a:solidFill>
                  <a:srgbClr val="20262C"/>
                </a:solidFill>
                <a:latin typeface="Arial"/>
                <a:ea typeface="Arial"/>
                <a:cs typeface="Arial"/>
              </a:defRPr>
            </a:lvl7pPr>
            <a:lvl8pPr algn="ctr">
              <a:defRPr sz="1875" b="1">
                <a:solidFill>
                  <a:srgbClr val="20262C"/>
                </a:solidFill>
                <a:latin typeface="Arial"/>
                <a:ea typeface="Arial"/>
                <a:cs typeface="Arial"/>
              </a:defRPr>
            </a:lvl8pPr>
            <a:lvl9pPr algn="ctr">
              <a:defRPr sz="1875" b="1">
                <a:solidFill>
                  <a:srgbClr val="20262C"/>
                </a:solidFill>
                <a:latin typeface="Arial"/>
                <a:ea typeface="Arial"/>
                <a:cs typeface="Arial"/>
              </a:defRPr>
            </a:lvl9pPr>
          </a:lstStyle>
          <a:p xmlns:a="http://schemas.openxmlformats.org/drawingml/2006/main">
            <a:pPr algn="ctr">
              <a:defRPr sz="1875" b="1">
                <a:solidFill>
                  <a:srgbClr val="20262C"/>
                </a:solidFill>
                <a:latin typeface="Arial"/>
                <a:ea typeface="Arial"/>
                <a:cs typeface="Arial"/>
              </a:defRPr>
            </a:pPr>
            <a:r>
              <a:rPr sz="1875" b="1">
                <a:solidFill>
                  <a:srgbClr val="20262C"/>
                </a:solidFill>
                <a:latin typeface="Arial"/>
                <a:ea typeface="Arial"/>
                <a:cs typeface="Arial"/>
              </a:rPr>
              <a:t>Data</a:t>
            </a:r>
          </a:p>
          <a:p xmlns:a="http://schemas.openxmlformats.org/drawingml/2006/main">
            <a:pPr algn="ctr">
              <a:defRPr sz="1875" b="1">
                <a:solidFill>
                  <a:srgbClr val="20262C"/>
                </a:solidFill>
                <a:latin typeface="Arial"/>
                <a:ea typeface="Arial"/>
                <a:cs typeface="Arial"/>
              </a:defRPr>
            </a:pPr>
            <a:r>
              <a:rPr sz="1875" b="1">
                <a:solidFill>
                  <a:srgbClr val="20262C"/>
                </a:solidFill>
                <a:latin typeface="Arial"/>
                <a:ea typeface="Arial"/>
                <a:cs typeface="Arial"/>
              </a:rPr>
              <a:t>feeds</a:t>
            </a:r>
          </a:p>
          <a:p xmlns:a="http://schemas.openxmlformats.org/drawingml/2006/main">
            <a:pPr algn="ctr">
              <a:defRPr sz="1875" b="1">
                <a:solidFill>
                  <a:srgbClr val="20262C"/>
                </a:solidFill>
                <a:latin typeface="Arial"/>
                <a:ea typeface="Arial"/>
                <a:cs typeface="Arial"/>
              </a:defRPr>
            </a:pPr>
            <a:r>
              <a:rPr sz="1875" b="1">
                <a:solidFill>
                  <a:srgbClr val="20262C"/>
                </a:solidFill>
                <a:latin typeface="Arial"/>
                <a:ea typeface="Arial"/>
                <a:cs typeface="Arial"/>
              </a:rPr>
              <a:t>and</a:t>
            </a:r>
          </a:p>
          <a:p xmlns:a="http://schemas.openxmlformats.org/drawingml/2006/main">
            <a:pPr algn="ctr">
              <a:defRPr sz="1875" b="1">
                <a:solidFill>
                  <a:srgbClr val="20262C"/>
                </a:solidFill>
                <a:latin typeface="Arial"/>
                <a:ea typeface="Arial"/>
                <a:cs typeface="Arial"/>
              </a:defRPr>
            </a:pPr>
            <a:r>
              <a:rPr sz="1875" b="1">
                <a:solidFill>
                  <a:srgbClr val="20262C"/>
                </a:solidFill>
                <a:latin typeface="Arial"/>
                <a:ea typeface="Arial"/>
                <a:cs typeface="Arial"/>
              </a:rPr>
              <a:t>calculation</a:t>
            </a:r>
          </a:p>
          <a:p xmlns:a="http://schemas.openxmlformats.org/drawingml/2006/main">
            <a:pPr algn="ctr">
              <a:defRPr sz="1875" b="1">
                <a:solidFill>
                  <a:srgbClr val="20262C"/>
                </a:solidFill>
                <a:latin typeface="Arial"/>
                <a:ea typeface="Arial"/>
                <a:cs typeface="Arial"/>
              </a:defRPr>
            </a:pPr>
            <a:r>
              <a:rPr sz="1875" b="1">
                <a:solidFill>
                  <a:srgbClr val="20262C"/>
                </a:solidFill>
                <a:latin typeface="Arial"/>
                <a:ea typeface="Arial"/>
                <a:cs typeface="Arial"/>
              </a:rPr>
              <a:t>tools</a:t>
            </a:r>
          </a:p>
        </p:txBody>
      </p:sp>
      <p:sp>
        <p:nvSpPr>
          <p:cNvPr id="51" name="!!driver.result">
            <a:extLst xmlns:a="http://schemas.openxmlformats.org/drawingml/2006/main">
              <a:ext uri="{FF2B5EF4-FFF2-40B4-BE49-F238E27FC236}">
                <a16:creationId xmlns:a16="http://schemas.microsoft.com/office/drawing/2014/main" id="{BF6C1E56-A27E-4FC6-9A53-0B041ADCF8D4}"/>
              </a:ext>
            </a:extLst>
          </p:cNvPr>
          <p:cNvSpPr>
            <a:spLocks xmlns:a="http://schemas.openxmlformats.org/drawingml/2006/main" noGrp="1"/>
          </p:cNvSpPr>
          <p:nvPr/>
        </p:nvSpPr>
        <p:spPr>
          <a:xfrm xmlns:a="http://schemas.openxmlformats.org/drawingml/2006/main">
            <a:off x="4057650" y="7010400"/>
            <a:ext cx="105346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20262C"/>
                </a:solidFill>
                <a:latin typeface="Arial"/>
                <a:ea typeface="Arial"/>
                <a:cs typeface="Arial"/>
              </a:defRPr>
            </a:defPPr>
            <a:lvl1pPr algn="l">
              <a:defRPr sz="2025" b="0">
                <a:solidFill>
                  <a:srgbClr val="20262C"/>
                </a:solidFill>
                <a:latin typeface="Arial"/>
                <a:ea typeface="Arial"/>
                <a:cs typeface="Arial"/>
              </a:defRPr>
            </a:lvl1pPr>
            <a:lvl2pPr algn="l">
              <a:defRPr sz="2025" b="0">
                <a:solidFill>
                  <a:srgbClr val="20262C"/>
                </a:solidFill>
                <a:latin typeface="Arial"/>
                <a:ea typeface="Arial"/>
                <a:cs typeface="Arial"/>
              </a:defRPr>
            </a:lvl2pPr>
            <a:lvl3pPr algn="l">
              <a:defRPr sz="2025" b="0">
                <a:solidFill>
                  <a:srgbClr val="20262C"/>
                </a:solidFill>
                <a:latin typeface="Arial"/>
                <a:ea typeface="Arial"/>
                <a:cs typeface="Arial"/>
              </a:defRPr>
            </a:lvl3pPr>
            <a:lvl4pPr algn="l">
              <a:defRPr sz="2025" b="0">
                <a:solidFill>
                  <a:srgbClr val="20262C"/>
                </a:solidFill>
                <a:latin typeface="Arial"/>
                <a:ea typeface="Arial"/>
                <a:cs typeface="Arial"/>
              </a:defRPr>
            </a:lvl4pPr>
            <a:lvl5pPr algn="l">
              <a:defRPr sz="2025" b="0">
                <a:solidFill>
                  <a:srgbClr val="20262C"/>
                </a:solidFill>
                <a:latin typeface="Arial"/>
                <a:ea typeface="Arial"/>
                <a:cs typeface="Arial"/>
              </a:defRPr>
            </a:lvl5pPr>
            <a:lvl6pPr algn="l">
              <a:defRPr sz="2025" b="0">
                <a:solidFill>
                  <a:srgbClr val="20262C"/>
                </a:solidFill>
                <a:latin typeface="Arial"/>
                <a:ea typeface="Arial"/>
                <a:cs typeface="Arial"/>
              </a:defRPr>
            </a:lvl6pPr>
            <a:lvl7pPr algn="l">
              <a:defRPr sz="2025" b="0">
                <a:solidFill>
                  <a:srgbClr val="20262C"/>
                </a:solidFill>
                <a:latin typeface="Arial"/>
                <a:ea typeface="Arial"/>
                <a:cs typeface="Arial"/>
              </a:defRPr>
            </a:lvl7pPr>
            <a:lvl8pPr algn="l">
              <a:defRPr sz="2025" b="0">
                <a:solidFill>
                  <a:srgbClr val="20262C"/>
                </a:solidFill>
                <a:latin typeface="Arial"/>
                <a:ea typeface="Arial"/>
                <a:cs typeface="Arial"/>
              </a:defRPr>
            </a:lvl8pPr>
            <a:lvl9pPr algn="l">
              <a:defRPr sz="2025" b="0">
                <a:solidFill>
                  <a:srgbClr val="20262C"/>
                </a:solidFill>
                <a:latin typeface="Arial"/>
                <a:ea typeface="Arial"/>
                <a:cs typeface="Arial"/>
              </a:defRPr>
            </a:lvl9pPr>
          </a:lstStyle>
          <a:p xmlns:a="http://schemas.openxmlformats.org/drawingml/2006/main">
            <a:pPr algn="l">
              <a:defRPr sz="2025" b="0">
                <a:solidFill>
                  <a:srgbClr val="20262C"/>
                </a:solidFill>
                <a:latin typeface="Arial"/>
                <a:ea typeface="Arial"/>
                <a:cs typeface="Arial"/>
              </a:defRPr>
            </a:pPr>
            <a:r>
              <a:rPr sz="2025" b="0">
                <a:solidFill>
                  <a:srgbClr val="20262C"/>
                </a:solidFill>
                <a:latin typeface="Arial"/>
                <a:ea typeface="Arial"/>
                <a:cs typeface="Arial"/>
              </a:rPr>
              <a:t>The LLM links operating evidence to the numbers. Analysts assess the quality of growth.</a:t>
            </a:r>
          </a:p>
        </p:txBody>
      </p:sp>
      <p:sp>
        <p:nvSpPr>
          <p:cNvPr id="53" name="!!story.header.issuer.bar">
            <a:extLst xmlns:a="http://schemas.openxmlformats.org/drawingml/2006/main">
              <a:ext uri="{FF2B5EF4-FFF2-40B4-BE49-F238E27FC236}">
                <a16:creationId xmlns:a16="http://schemas.microsoft.com/office/drawing/2014/main" id="{49A42231-822D-48AF-A7C2-5CED41E8E6BA}"/>
              </a:ext>
            </a:extLst>
          </p:cNvPr>
          <p:cNvSpPr>
            <a:spLocks xmlns:a="http://schemas.openxmlformats.org/drawingml/2006/main" noGrp="1"/>
          </p:cNvSpPr>
          <p:nvPr/>
        </p:nvSpPr>
        <p:spPr>
          <a:xfrm xmlns:a="http://schemas.openxmlformats.org/drawingml/2006/main">
            <a:off x="10668000" y="1257300"/>
            <a:ext cx="47625" cy="238125"/>
          </a:xfrm>
          <a:prstGeom xmlns:a="http://schemas.openxmlformats.org/drawingml/2006/main" prst="rect">
            <a:avLst/>
          </a:prstGeom>
          <a:solidFill xmlns:a="http://schemas.openxmlformats.org/drawingml/2006/main">
            <a:srgbClr val="317F7B"/>
          </a:solidFill>
          <a:ln xmlns:a="http://schemas.openxmlformats.org/drawingml/2006/main" w="0">
            <a:noFill/>
          </a:ln>
        </p:spPr>
      </p:sp>
      <p:sp>
        <p:nvSpPr>
          <p:cNvPr id="54" name="!!story.header.issuer.name">
            <a:extLst xmlns:a="http://schemas.openxmlformats.org/drawingml/2006/main">
              <a:ext uri="{FF2B5EF4-FFF2-40B4-BE49-F238E27FC236}">
                <a16:creationId xmlns:a16="http://schemas.microsoft.com/office/drawing/2014/main" id="{448DCFFB-6436-4D1B-91CE-F00115AEE62B}"/>
              </a:ext>
            </a:extLst>
          </p:cNvPr>
          <p:cNvSpPr>
            <a:spLocks xmlns:a="http://schemas.openxmlformats.org/drawingml/2006/main" noGrp="1"/>
          </p:cNvSpPr>
          <p:nvPr/>
        </p:nvSpPr>
        <p:spPr>
          <a:xfrm xmlns:a="http://schemas.openxmlformats.org/drawingml/2006/main">
            <a:off x="10801350" y="1190625"/>
            <a:ext cx="152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317F7B"/>
                </a:solidFill>
                <a:latin typeface="Arial"/>
                <a:ea typeface="Arial"/>
                <a:cs typeface="Arial"/>
              </a:defRPr>
            </a:defPPr>
            <a:lvl1pPr algn="l">
              <a:defRPr sz="1800" b="1">
                <a:solidFill>
                  <a:srgbClr val="317F7B"/>
                </a:solidFill>
                <a:latin typeface="Arial"/>
                <a:ea typeface="Arial"/>
                <a:cs typeface="Arial"/>
              </a:defRPr>
            </a:lvl1pPr>
            <a:lvl2pPr algn="l">
              <a:defRPr sz="1800" b="1">
                <a:solidFill>
                  <a:srgbClr val="317F7B"/>
                </a:solidFill>
                <a:latin typeface="Arial"/>
                <a:ea typeface="Arial"/>
                <a:cs typeface="Arial"/>
              </a:defRPr>
            </a:lvl2pPr>
            <a:lvl3pPr algn="l">
              <a:defRPr sz="1800" b="1">
                <a:solidFill>
                  <a:srgbClr val="317F7B"/>
                </a:solidFill>
                <a:latin typeface="Arial"/>
                <a:ea typeface="Arial"/>
                <a:cs typeface="Arial"/>
              </a:defRPr>
            </a:lvl3pPr>
            <a:lvl4pPr algn="l">
              <a:defRPr sz="1800" b="1">
                <a:solidFill>
                  <a:srgbClr val="317F7B"/>
                </a:solidFill>
                <a:latin typeface="Arial"/>
                <a:ea typeface="Arial"/>
                <a:cs typeface="Arial"/>
              </a:defRPr>
            </a:lvl4pPr>
            <a:lvl5pPr algn="l">
              <a:defRPr sz="1800" b="1">
                <a:solidFill>
                  <a:srgbClr val="317F7B"/>
                </a:solidFill>
                <a:latin typeface="Arial"/>
                <a:ea typeface="Arial"/>
                <a:cs typeface="Arial"/>
              </a:defRPr>
            </a:lvl5pPr>
            <a:lvl6pPr algn="l">
              <a:defRPr sz="1800" b="1">
                <a:solidFill>
                  <a:srgbClr val="317F7B"/>
                </a:solidFill>
                <a:latin typeface="Arial"/>
                <a:ea typeface="Arial"/>
                <a:cs typeface="Arial"/>
              </a:defRPr>
            </a:lvl6pPr>
            <a:lvl7pPr algn="l">
              <a:defRPr sz="1800" b="1">
                <a:solidFill>
                  <a:srgbClr val="317F7B"/>
                </a:solidFill>
                <a:latin typeface="Arial"/>
                <a:ea typeface="Arial"/>
                <a:cs typeface="Arial"/>
              </a:defRPr>
            </a:lvl7pPr>
            <a:lvl8pPr algn="l">
              <a:defRPr sz="1800" b="1">
                <a:solidFill>
                  <a:srgbClr val="317F7B"/>
                </a:solidFill>
                <a:latin typeface="Arial"/>
                <a:ea typeface="Arial"/>
                <a:cs typeface="Arial"/>
              </a:defRPr>
            </a:lvl8pPr>
            <a:lvl9pPr algn="l">
              <a:defRPr sz="1800" b="1">
                <a:solidFill>
                  <a:srgbClr val="317F7B"/>
                </a:solidFill>
                <a:latin typeface="Arial"/>
                <a:ea typeface="Arial"/>
                <a:cs typeface="Arial"/>
              </a:defRPr>
            </a:lvl9pPr>
          </a:lstStyle>
          <a:p xmlns:a="http://schemas.openxmlformats.org/drawingml/2006/main">
            <a:pPr algn="l">
              <a:defRPr sz="1800" b="1">
                <a:solidFill>
                  <a:srgbClr val="317F7B"/>
                </a:solidFill>
                <a:latin typeface="Arial"/>
                <a:ea typeface="Arial"/>
                <a:cs typeface="Arial"/>
              </a:defRPr>
            </a:pPr>
            <a:r>
              <a:rPr sz="1800" b="1">
                <a:solidFill>
                  <a:srgbClr val="317F7B"/>
                </a:solidFill>
                <a:latin typeface="Arial"/>
                <a:ea typeface="Arial"/>
                <a:cs typeface="Arial"/>
              </a:rPr>
              <a:t>Company A</a:t>
            </a:r>
          </a:p>
        </p:txBody>
      </p:sp>
      <p:sp>
        <p:nvSpPr>
          <p:cNvPr id="55" name="!!story.header.issuer.qualifier">
            <a:extLst xmlns:a="http://schemas.openxmlformats.org/drawingml/2006/main">
              <a:ext uri="{FF2B5EF4-FFF2-40B4-BE49-F238E27FC236}">
                <a16:creationId xmlns:a16="http://schemas.microsoft.com/office/drawing/2014/main" id="{D078FB83-8887-420B-AE3C-C9A7728A2F74}"/>
              </a:ext>
            </a:extLst>
          </p:cNvPr>
          <p:cNvSpPr>
            <a:spLocks xmlns:a="http://schemas.openxmlformats.org/drawingml/2006/main" noGrp="1"/>
          </p:cNvSpPr>
          <p:nvPr/>
        </p:nvSpPr>
        <p:spPr>
          <a:xfrm xmlns:a="http://schemas.openxmlformats.org/drawingml/2006/main">
            <a:off x="12430125" y="1238250"/>
            <a:ext cx="14001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707C88"/>
                </a:solidFill>
                <a:latin typeface="Arial"/>
                <a:ea typeface="Arial"/>
                <a:cs typeface="Arial"/>
              </a:defRPr>
            </a:defPPr>
            <a:lvl1pPr algn="l">
              <a:defRPr sz="1500" b="0">
                <a:solidFill>
                  <a:srgbClr val="707C88"/>
                </a:solidFill>
                <a:latin typeface="Arial"/>
                <a:ea typeface="Arial"/>
                <a:cs typeface="Arial"/>
              </a:defRPr>
            </a:lvl1pPr>
            <a:lvl2pPr algn="l">
              <a:defRPr sz="1500" b="0">
                <a:solidFill>
                  <a:srgbClr val="707C88"/>
                </a:solidFill>
                <a:latin typeface="Arial"/>
                <a:ea typeface="Arial"/>
                <a:cs typeface="Arial"/>
              </a:defRPr>
            </a:lvl2pPr>
            <a:lvl3pPr algn="l">
              <a:defRPr sz="1500" b="0">
                <a:solidFill>
                  <a:srgbClr val="707C88"/>
                </a:solidFill>
                <a:latin typeface="Arial"/>
                <a:ea typeface="Arial"/>
                <a:cs typeface="Arial"/>
              </a:defRPr>
            </a:lvl3pPr>
            <a:lvl4pPr algn="l">
              <a:defRPr sz="1500" b="0">
                <a:solidFill>
                  <a:srgbClr val="707C88"/>
                </a:solidFill>
                <a:latin typeface="Arial"/>
                <a:ea typeface="Arial"/>
                <a:cs typeface="Arial"/>
              </a:defRPr>
            </a:lvl4pPr>
            <a:lvl5pPr algn="l">
              <a:defRPr sz="1500" b="0">
                <a:solidFill>
                  <a:srgbClr val="707C88"/>
                </a:solidFill>
                <a:latin typeface="Arial"/>
                <a:ea typeface="Arial"/>
                <a:cs typeface="Arial"/>
              </a:defRPr>
            </a:lvl5pPr>
            <a:lvl6pPr algn="l">
              <a:defRPr sz="1500" b="0">
                <a:solidFill>
                  <a:srgbClr val="707C88"/>
                </a:solidFill>
                <a:latin typeface="Arial"/>
                <a:ea typeface="Arial"/>
                <a:cs typeface="Arial"/>
              </a:defRPr>
            </a:lvl6pPr>
            <a:lvl7pPr algn="l">
              <a:defRPr sz="1500" b="0">
                <a:solidFill>
                  <a:srgbClr val="707C88"/>
                </a:solidFill>
                <a:latin typeface="Arial"/>
                <a:ea typeface="Arial"/>
                <a:cs typeface="Arial"/>
              </a:defRPr>
            </a:lvl7pPr>
            <a:lvl8pPr algn="l">
              <a:defRPr sz="1500" b="0">
                <a:solidFill>
                  <a:srgbClr val="707C88"/>
                </a:solidFill>
                <a:latin typeface="Arial"/>
                <a:ea typeface="Arial"/>
                <a:cs typeface="Arial"/>
              </a:defRPr>
            </a:lvl8pPr>
            <a:lvl9pPr algn="l">
              <a:defRPr sz="1500" b="0">
                <a:solidFill>
                  <a:srgbClr val="707C88"/>
                </a:solidFill>
                <a:latin typeface="Arial"/>
                <a:ea typeface="Arial"/>
                <a:cs typeface="Arial"/>
              </a:defRPr>
            </a:lvl9pPr>
          </a:lstStyle>
          <a:p xmlns:a="http://schemas.openxmlformats.org/drawingml/2006/main">
            <a:pPr algn="l">
              <a:defRPr sz="1500" b="0">
                <a:solidFill>
                  <a:srgbClr val="707C88"/>
                </a:solidFill>
                <a:latin typeface="Arial"/>
                <a:ea typeface="Arial"/>
                <a:cs typeface="Arial"/>
              </a:defRPr>
            </a:pPr>
            <a:r>
              <a:rPr sz="1500" b="0">
                <a:solidFill>
                  <a:srgbClr val="707C88"/>
                </a:solidFill>
                <a:latin typeface="Arial"/>
                <a:ea typeface="Arial"/>
                <a:cs typeface="Arial"/>
              </a:rPr>
              <a:t>Reference</a:t>
            </a:r>
          </a:p>
        </p:txBody>
      </p:sp>
    </p:spTree>
    <p:extLst>
      <p:ext uri="{BB962C8B-B14F-4D97-AF65-F5344CB8AC3E}">
        <p14:creationId xmlns:p14="http://schemas.microsoft.com/office/powerpoint/2010/main" val="111288581"/>
      </p:ext>
    </p:extLst>
  </p:cSld>
  <mc:AlternateContent xmlns:mc="http://schemas.openxmlformats.org/markup-compatibility/2006">
    <mc:Choice xmlns:p159="http://schemas.microsoft.com/office/powerpoint/2015/09/main" Requires="p159">
      <p:transition xmlns:p14="http://schemas.microsoft.com/office/powerpoint/2010/main" spd="med" advClick="1" p14:dur="700">
        <p159:morph option="byObject"/>
      </p:transition>
    </mc:Choice>
    <mc:Fallback>
      <p:transition spd="fast" advClick="1">
        <p:fade/>
      </p:transition>
    </mc:Fallback>
  </mc:AlternateContent>
  <p:timing>
    <p:tnLst>
      <p:par>
        <p:cTn id="1" dur="indefinite" restart="never" nodeType="tmRoot">
          <p:childTnLst>
            <p:seq concurrent="1" nextAc="seek">
              <p:cTn id="2" dur="indefinite" nodeType="mainSeq">
                <p:childTnLst>
                  <p:par>
                    <p:cTn id="3" fill="hold">
                      <p:stCondLst>
                        <p:cond delay="0"/>
                      </p:stCondLst>
                      <p:childTnLst>
                        <p:par>
                          <p:cTn id="4" presetID="1" presetClass="entr" presetSubtype="0" fill="hold" nodeType="withEffect" grpId="0">
                            <p:stCondLst>
                              <p:cond delay="150"/>
                            </p:stCondLst>
                            <p:childTnLst>
                              <p:set>
                                <p:cBhvr>
                                  <p:cTn id="5" dur="1" fill="hold">
                                    <p:stCondLst>
                                      <p:cond delay="0"/>
                                    </p:stCondLst>
                                  </p:cTn>
                                  <p:tgtEl>
                                    <p:spTgt spid="26"/>
                                  </p:tgtEl>
                                  <p:attrNameLst>
                                    <p:attrName>style.visibility</p:attrName>
                                  </p:attrNameLst>
                                </p:cBhvr>
                                <p:to>
                                  <p:strVal val="visible"/>
                                </p:to>
                              </p:set>
                            </p:childTnLst>
                          </p:cTn>
                        </p:par>
                        <p:par>
                          <p:cTn id="6" presetID="1" presetClass="entr" presetSubtype="0" fill="hold" nodeType="withEffect" grpId="0">
                            <p:stCondLst>
                              <p:cond delay="150"/>
                            </p:stCondLst>
                            <p:childTnLst>
                              <p:set>
                                <p:cBhvr>
                                  <p:cTn id="7" dur="1" fill="hold">
                                    <p:stCondLst>
                                      <p:cond delay="0"/>
                                    </p:stCondLst>
                                  </p:cTn>
                                  <p:tgtEl>
                                    <p:spTgt spid="27"/>
                                  </p:tgtEl>
                                  <p:attrNameLst>
                                    <p:attrName>style.visibility</p:attrName>
                                  </p:attrNameLst>
                                </p:cBhvr>
                                <p:to>
                                  <p:strVal val="visible"/>
                                </p:to>
                              </p:set>
                            </p:childTnLst>
                          </p:cTn>
                        </p:par>
                        <p:par>
                          <p:cTn id="8" presetID="1" presetClass="entr" presetSubtype="0" fill="hold" nodeType="withEffect" grpId="0">
                            <p:stCondLst>
                              <p:cond delay="150"/>
                            </p:stCondLst>
                            <p:childTnLst>
                              <p:set>
                                <p:cBhvr>
                                  <p:cTn id="9" dur="1" fill="hold">
                                    <p:stCondLst>
                                      <p:cond delay="0"/>
                                    </p:stCondLst>
                                  </p:cTn>
                                  <p:tgtEl>
                                    <p:spTgt spid="28"/>
                                  </p:tgtEl>
                                  <p:attrNameLst>
                                    <p:attrName>style.visibility</p:attrName>
                                  </p:attrNameLst>
                                </p:cBhvr>
                                <p:to>
                                  <p:strVal val="visible"/>
                                </p:to>
                              </p:set>
                            </p:childTnLst>
                          </p:cTn>
                        </p:par>
                        <p:par>
                          <p:cTn id="10" presetID="1" presetClass="entr" presetSubtype="0" fill="hold" nodeType="withEffect" grpId="0">
                            <p:stCondLst>
                              <p:cond delay="150"/>
                            </p:stCondLst>
                            <p:childTnLst>
                              <p:set>
                                <p:cBhvr>
                                  <p:cTn id="11" dur="1" fill="hold">
                                    <p:stCondLst>
                                      <p:cond delay="0"/>
                                    </p:stCondLst>
                                  </p:cTn>
                                  <p:tgtEl>
                                    <p:spTgt spid="29"/>
                                  </p:tgtEl>
                                  <p:attrNameLst>
                                    <p:attrName>style.visibility</p:attrName>
                                  </p:attrNameLst>
                                </p:cBhvr>
                                <p:to>
                                  <p:strVal val="visible"/>
                                </p:to>
                              </p:set>
                            </p:childTnLst>
                          </p:cTn>
                        </p:par>
                        <p:par>
                          <p:cTn id="12" presetID="1" presetClass="entr" presetSubtype="0" fill="hold" nodeType="withEffect" grpId="0">
                            <p:stCondLst>
                              <p:cond delay="150"/>
                            </p:stCondLst>
                            <p:childTnLst>
                              <p:set>
                                <p:cBhvr>
                                  <p:cTn id="13" dur="1" fill="hold">
                                    <p:stCondLst>
                                      <p:cond delay="0"/>
                                    </p:stCondLst>
                                  </p:cTn>
                                  <p:tgtEl>
                                    <p:spTgt spid="30"/>
                                  </p:tgtEl>
                                  <p:attrNameLst>
                                    <p:attrName>style.visibility</p:attrName>
                                  </p:attrNameLst>
                                </p:cBhvr>
                                <p:to>
                                  <p:strVal val="visible"/>
                                </p:to>
                              </p:set>
                            </p:childTnLst>
                          </p:cTn>
                        </p:par>
                        <p:par>
                          <p:cTn id="14" presetID="1" presetClass="entr" presetSubtype="0" fill="hold" nodeType="withEffect" grpId="0">
                            <p:stCondLst>
                              <p:cond delay="150"/>
                            </p:stCondLst>
                            <p:childTnLst>
                              <p:set>
                                <p:cBhvr>
                                  <p:cTn id="15" dur="1" fill="hold">
                                    <p:stCondLst>
                                      <p:cond delay="0"/>
                                    </p:stCondLst>
                                  </p:cTn>
                                  <p:tgtEl>
                                    <p:spTgt spid="31"/>
                                  </p:tgtEl>
                                  <p:attrNameLst>
                                    <p:attrName>style.visibility</p:attrName>
                                  </p:attrNameLst>
                                </p:cBhvr>
                                <p:to>
                                  <p:strVal val="visible"/>
                                </p:to>
                              </p:set>
                            </p:childTnLst>
                          </p:cTn>
                        </p:par>
                        <p:par>
                          <p:cTn id="16" presetID="1" presetClass="entr" presetSubtype="0" fill="hold" nodeType="withEffect" grpId="0">
                            <p:stCondLst>
                              <p:cond delay="150"/>
                            </p:stCondLst>
                            <p:childTnLst>
                              <p:set>
                                <p:cBhvr>
                                  <p:cTn id="17" dur="1" fill="hold">
                                    <p:stCondLst>
                                      <p:cond delay="0"/>
                                    </p:stCondLst>
                                  </p:cTn>
                                  <p:tgtEl>
                                    <p:spTgt spid="32"/>
                                  </p:tgtEl>
                                  <p:attrNameLst>
                                    <p:attrName>style.visibility</p:attrName>
                                  </p:attrNameLst>
                                </p:cBhvr>
                                <p:to>
                                  <p:strVal val="visible"/>
                                </p:to>
                              </p:set>
                            </p:childTnLst>
                          </p:cTn>
                        </p:par>
                        <p:par>
                          <p:cTn id="18" presetID="1" presetClass="entr" presetSubtype="0" fill="hold" nodeType="withEffect" grpId="0">
                            <p:stCondLst>
                              <p:cond delay="150"/>
                            </p:stCondLst>
                            <p:childTnLst>
                              <p:set>
                                <p:cBhvr>
                                  <p:cTn id="19" dur="1" fill="hold">
                                    <p:stCondLst>
                                      <p:cond delay="0"/>
                                    </p:stCondLst>
                                  </p:cTn>
                                  <p:tgtEl>
                                    <p:spTgt spid="33"/>
                                  </p:tgtEl>
                                  <p:attrNameLst>
                                    <p:attrName>style.visibility</p:attrName>
                                  </p:attrNameLst>
                                </p:cBhvr>
                                <p:to>
                                  <p:strVal val="visible"/>
                                </p:to>
                              </p:set>
                            </p:childTnLst>
                          </p:cTn>
                        </p:par>
                        <p:par>
                          <p:cTn id="20" presetID="1" presetClass="entr" presetSubtype="0" fill="hold" nodeType="withEffect" grpId="0">
                            <p:stCondLst>
                              <p:cond delay="700"/>
                            </p:stCondLst>
                            <p:childTnLst>
                              <p:set>
                                <p:cBhvr>
                                  <p:cTn id="21" dur="1" fill="hold">
                                    <p:stCondLst>
                                      <p:cond delay="0"/>
                                    </p:stCondLst>
                                  </p:cTn>
                                  <p:tgtEl>
                                    <p:spTgt spid="34"/>
                                  </p:tgtEl>
                                  <p:attrNameLst>
                                    <p:attrName>style.visibility</p:attrName>
                                  </p:attrNameLst>
                                </p:cBhvr>
                                <p:to>
                                  <p:strVal val="visible"/>
                                </p:to>
                              </p:set>
                            </p:childTnLst>
                          </p:cTn>
                        </p:par>
                        <p:par>
                          <p:cTn id="22" presetID="1" presetClass="entr" presetSubtype="0" fill="hold" nodeType="withEffect" grpId="0">
                            <p:stCondLst>
                              <p:cond delay="700"/>
                            </p:stCondLst>
                            <p:childTnLst>
                              <p:set>
                                <p:cBhvr>
                                  <p:cTn id="23" dur="1" fill="hold">
                                    <p:stCondLst>
                                      <p:cond delay="0"/>
                                    </p:stCondLst>
                                  </p:cTn>
                                  <p:tgtEl>
                                    <p:spTgt spid="35"/>
                                  </p:tgtEl>
                                  <p:attrNameLst>
                                    <p:attrName>style.visibility</p:attrName>
                                  </p:attrNameLst>
                                </p:cBhvr>
                                <p:to>
                                  <p:strVal val="visible"/>
                                </p:to>
                              </p:set>
                            </p:childTnLst>
                          </p:cTn>
                        </p:par>
                        <p:par>
                          <p:cTn id="24" presetID="1" presetClass="entr" presetSubtype="0" fill="hold" nodeType="withEffect" grpId="0">
                            <p:stCondLst>
                              <p:cond delay="700"/>
                            </p:stCondLst>
                            <p:childTnLst>
                              <p:set>
                                <p:cBhvr>
                                  <p:cTn id="25" dur="1" fill="hold">
                                    <p:stCondLst>
                                      <p:cond delay="0"/>
                                    </p:stCondLst>
                                  </p:cTn>
                                  <p:tgtEl>
                                    <p:spTgt spid="36"/>
                                  </p:tgtEl>
                                  <p:attrNameLst>
                                    <p:attrName>style.visibility</p:attrName>
                                  </p:attrNameLst>
                                </p:cBhvr>
                                <p:to>
                                  <p:strVal val="visible"/>
                                </p:to>
                              </p:set>
                            </p:childTnLst>
                          </p:cTn>
                        </p:par>
                        <p:par>
                          <p:cTn id="26" presetID="1" presetClass="entr" presetSubtype="0" fill="hold" nodeType="withEffect" grpId="0">
                            <p:stCondLst>
                              <p:cond delay="700"/>
                            </p:stCondLst>
                            <p:childTnLst>
                              <p:set>
                                <p:cBhvr>
                                  <p:cTn id="27" dur="1" fill="hold">
                                    <p:stCondLst>
                                      <p:cond delay="0"/>
                                    </p:stCondLst>
                                  </p:cTn>
                                  <p:tgtEl>
                                    <p:spTgt spid="37"/>
                                  </p:tgtEl>
                                  <p:attrNameLst>
                                    <p:attrName>style.visibility</p:attrName>
                                  </p:attrNameLst>
                                </p:cBhvr>
                                <p:to>
                                  <p:strVal val="visible"/>
                                </p:to>
                              </p:set>
                            </p:childTnLst>
                          </p:cTn>
                        </p:par>
                        <p:par>
                          <p:cTn id="28" presetID="1" presetClass="entr" presetSubtype="0" fill="hold" nodeType="withEffect" grpId="0">
                            <p:stCondLst>
                              <p:cond delay="700"/>
                            </p:stCondLst>
                            <p:childTnLst>
                              <p:set>
                                <p:cBhvr>
                                  <p:cTn id="29" dur="1" fill="hold">
                                    <p:stCondLst>
                                      <p:cond delay="0"/>
                                    </p:stCondLst>
                                  </p:cTn>
                                  <p:tgtEl>
                                    <p:spTgt spid="38"/>
                                  </p:tgtEl>
                                  <p:attrNameLst>
                                    <p:attrName>style.visibility</p:attrName>
                                  </p:attrNameLst>
                                </p:cBhvr>
                                <p:to>
                                  <p:strVal val="visible"/>
                                </p:to>
                              </p:set>
                            </p:childTnLst>
                          </p:cTn>
                        </p:par>
                        <p:par>
                          <p:cTn id="30" presetID="1" presetClass="entr" presetSubtype="0" fill="hold" nodeType="withEffect" grpId="0">
                            <p:stCondLst>
                              <p:cond delay="700"/>
                            </p:stCondLst>
                            <p:childTnLst>
                              <p:set>
                                <p:cBhvr>
                                  <p:cTn id="31" dur="1" fill="hold">
                                    <p:stCondLst>
                                      <p:cond delay="0"/>
                                    </p:stCondLst>
                                  </p:cTn>
                                  <p:tgtEl>
                                    <p:spTgt spid="39"/>
                                  </p:tgtEl>
                                  <p:attrNameLst>
                                    <p:attrName>style.visibility</p:attrName>
                                  </p:attrNameLst>
                                </p:cBhvr>
                                <p:to>
                                  <p:strVal val="visible"/>
                                </p:to>
                              </p:set>
                            </p:childTnLst>
                          </p:cTn>
                        </p:par>
                        <p:par>
                          <p:cTn id="32" presetID="1" presetClass="entr" presetSubtype="0" fill="hold" nodeType="withEffect" grpId="0">
                            <p:stCondLst>
                              <p:cond delay="700"/>
                            </p:stCondLst>
                            <p:childTnLst>
                              <p:set>
                                <p:cBhvr>
                                  <p:cTn id="33" dur="1" fill="hold">
                                    <p:stCondLst>
                                      <p:cond delay="0"/>
                                    </p:stCondLst>
                                  </p:cTn>
                                  <p:tgtEl>
                                    <p:spTgt spid="40"/>
                                  </p:tgtEl>
                                  <p:attrNameLst>
                                    <p:attrName>style.visibility</p:attrName>
                                  </p:attrNameLst>
                                </p:cBhvr>
                                <p:to>
                                  <p:strVal val="visible"/>
                                </p:to>
                              </p:set>
                            </p:childTnLst>
                          </p:cTn>
                        </p:par>
                        <p:par>
                          <p:cTn id="34" presetID="1" presetClass="entr" presetSubtype="0" fill="hold" nodeType="withEffect" grpId="0">
                            <p:stCondLst>
                              <p:cond delay="700"/>
                            </p:stCondLst>
                            <p:childTnLst>
                              <p:set>
                                <p:cBhvr>
                                  <p:cTn id="35" dur="1" fill="hold">
                                    <p:stCondLst>
                                      <p:cond delay="0"/>
                                    </p:stCondLst>
                                  </p:cTn>
                                  <p:tgtEl>
                                    <p:spTgt spid="41"/>
                                  </p:tgtEl>
                                  <p:attrNameLst>
                                    <p:attrName>style.visibility</p:attrName>
                                  </p:attrNameLst>
                                </p:cBhvr>
                                <p:to>
                                  <p:strVal val="visible"/>
                                </p:to>
                              </p:set>
                            </p:childTnLst>
                          </p:cTn>
                        </p:par>
                        <p:par>
                          <p:cTn id="36" presetID="1" presetClass="entr" presetSubtype="0" fill="hold" nodeType="withEffect" grpId="0">
                            <p:stCondLst>
                              <p:cond delay="1250"/>
                            </p:stCondLst>
                            <p:childTnLst>
                              <p:set>
                                <p:cBhvr>
                                  <p:cTn id="37" dur="1" fill="hold">
                                    <p:stCondLst>
                                      <p:cond delay="0"/>
                                    </p:stCondLst>
                                  </p:cTn>
                                  <p:tgtEl>
                                    <p:spTgt spid="42"/>
                                  </p:tgtEl>
                                  <p:attrNameLst>
                                    <p:attrName>style.visibility</p:attrName>
                                  </p:attrNameLst>
                                </p:cBhvr>
                                <p:to>
                                  <p:strVal val="visible"/>
                                </p:to>
                              </p:set>
                            </p:childTnLst>
                          </p:cTn>
                        </p:par>
                        <p:par>
                          <p:cTn id="38" presetID="1" presetClass="entr" presetSubtype="0" fill="hold" nodeType="withEffect" grpId="0">
                            <p:stCondLst>
                              <p:cond delay="1250"/>
                            </p:stCondLst>
                            <p:childTnLst>
                              <p:set>
                                <p:cBhvr>
                                  <p:cTn id="39" dur="1" fill="hold">
                                    <p:stCondLst>
                                      <p:cond delay="0"/>
                                    </p:stCondLst>
                                  </p:cTn>
                                  <p:tgtEl>
                                    <p:spTgt spid="43"/>
                                  </p:tgtEl>
                                  <p:attrNameLst>
                                    <p:attrName>style.visibility</p:attrName>
                                  </p:attrNameLst>
                                </p:cBhvr>
                                <p:to>
                                  <p:strVal val="visible"/>
                                </p:to>
                              </p:set>
                            </p:childTnLst>
                          </p:cTn>
                        </p:par>
                        <p:par>
                          <p:cTn id="40" presetID="1" presetClass="entr" presetSubtype="0" fill="hold" nodeType="withEffect" grpId="0">
                            <p:stCondLst>
                              <p:cond delay="1250"/>
                            </p:stCondLst>
                            <p:childTnLst>
                              <p:set>
                                <p:cBhvr>
                                  <p:cTn id="41" dur="1" fill="hold">
                                    <p:stCondLst>
                                      <p:cond delay="0"/>
                                    </p:stCondLst>
                                  </p:cTn>
                                  <p:tgtEl>
                                    <p:spTgt spid="44"/>
                                  </p:tgtEl>
                                  <p:attrNameLst>
                                    <p:attrName>style.visibility</p:attrName>
                                  </p:attrNameLst>
                                </p:cBhvr>
                                <p:to>
                                  <p:strVal val="visible"/>
                                </p:to>
                              </p:set>
                            </p:childTnLst>
                          </p:cTn>
                        </p:par>
                        <p:par>
                          <p:cTn id="42" presetID="1" presetClass="entr" presetSubtype="0" fill="hold" nodeType="withEffect" grpId="0">
                            <p:stCondLst>
                              <p:cond delay="1250"/>
                            </p:stCondLst>
                            <p:childTnLst>
                              <p:set>
                                <p:cBhvr>
                                  <p:cTn id="43" dur="1" fill="hold">
                                    <p:stCondLst>
                                      <p:cond delay="0"/>
                                    </p:stCondLst>
                                  </p:cTn>
                                  <p:tgtEl>
                                    <p:spTgt spid="45"/>
                                  </p:tgtEl>
                                  <p:attrNameLst>
                                    <p:attrName>style.visibility</p:attrName>
                                  </p:attrNameLst>
                                </p:cBhvr>
                                <p:to>
                                  <p:strVal val="visible"/>
                                </p:to>
                              </p:set>
                            </p:childTnLst>
                          </p:cTn>
                        </p:par>
                        <p:par>
                          <p:cTn id="44" presetID="1" presetClass="entr" presetSubtype="0" fill="hold" nodeType="withEffect" grpId="0">
                            <p:stCondLst>
                              <p:cond delay="1250"/>
                            </p:stCondLst>
                            <p:childTnLst>
                              <p:set>
                                <p:cBhvr>
                                  <p:cTn id="45" dur="1" fill="hold">
                                    <p:stCondLst>
                                      <p:cond delay="0"/>
                                    </p:stCondLst>
                                  </p:cTn>
                                  <p:tgtEl>
                                    <p:spTgt spid="46"/>
                                  </p:tgtEl>
                                  <p:attrNameLst>
                                    <p:attrName>style.visibility</p:attrName>
                                  </p:attrNameLst>
                                </p:cBhvr>
                                <p:to>
                                  <p:strVal val="visible"/>
                                </p:to>
                              </p:set>
                            </p:childTnLst>
                          </p:cTn>
                        </p:par>
                        <p:par>
                          <p:cTn id="46" presetID="1" presetClass="entr" presetSubtype="0" fill="hold" nodeType="withEffect" grpId="0">
                            <p:stCondLst>
                              <p:cond delay="1250"/>
                            </p:stCondLst>
                            <p:childTnLst>
                              <p:set>
                                <p:cBhvr>
                                  <p:cTn id="47" dur="1" fill="hold">
                                    <p:stCondLst>
                                      <p:cond delay="0"/>
                                    </p:stCondLst>
                                  </p:cTn>
                                  <p:tgtEl>
                                    <p:spTgt spid="47"/>
                                  </p:tgtEl>
                                  <p:attrNameLst>
                                    <p:attrName>style.visibility</p:attrName>
                                  </p:attrNameLst>
                                </p:cBhvr>
                                <p:to>
                                  <p:strVal val="visible"/>
                                </p:to>
                              </p:set>
                            </p:childTnLst>
                          </p:cTn>
                        </p:par>
                        <p:par>
                          <p:cTn id="48" presetID="1" presetClass="entr" presetSubtype="0" fill="hold" nodeType="withEffect" grpId="0">
                            <p:stCondLst>
                              <p:cond delay="1250"/>
                            </p:stCondLst>
                            <p:childTnLst>
                              <p:set>
                                <p:cBhvr>
                                  <p:cTn id="49" dur="1" fill="hold">
                                    <p:stCondLst>
                                      <p:cond delay="0"/>
                                    </p:stCondLst>
                                  </p:cTn>
                                  <p:tgtEl>
                                    <p:spTgt spid="48"/>
                                  </p:tgtEl>
                                  <p:attrNameLst>
                                    <p:attrName>style.visibility</p:attrName>
                                  </p:attrNameLst>
                                </p:cBhvr>
                                <p:to>
                                  <p:strVal val="visible"/>
                                </p:to>
                              </p:set>
                            </p:childTnLst>
                          </p:cTn>
                        </p:par>
                        <p:par>
                          <p:cTn id="50" presetID="1" presetClass="entr" presetSubtype="0" fill="hold" nodeType="withEffect" grpId="0">
                            <p:stCondLst>
                              <p:cond delay="1250"/>
                            </p:stCondLst>
                            <p:childTnLst>
                              <p:set>
                                <p:cBhvr>
                                  <p:cTn id="51" dur="1" fill="hold">
                                    <p:stCondLst>
                                      <p:cond delay="0"/>
                                    </p:stCondLst>
                                  </p:cTn>
                                  <p:tgtEl>
                                    <p:spTgt spid="49"/>
                                  </p:tgtEl>
                                  <p:attrNameLst>
                                    <p:attrName>style.visibility</p:attrName>
                                  </p:attrNameLst>
                                </p:cBhvr>
                                <p:to>
                                  <p:strVal val="visible"/>
                                </p:to>
                              </p:set>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Lst>
  </p:timing>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1" name="!!heading">
            <a:extLst xmlns:a="http://schemas.openxmlformats.org/drawingml/2006/main">
              <a:ext uri="{FF2B5EF4-FFF2-40B4-BE49-F238E27FC236}">
                <a16:creationId xmlns:a16="http://schemas.microsoft.com/office/drawing/2014/main" id="{D50C1BD3-E916-4248-9FDB-454C1C6F6D77}"/>
              </a:ext>
            </a:extLst>
          </p:cNvPr>
          <p:cNvSpPr>
            <a:spLocks xmlns:a="http://schemas.openxmlformats.org/drawingml/2006/main" noGrp="1"/>
          </p:cNvSpPr>
          <p:nvPr/>
        </p:nvSpPr>
        <p:spPr>
          <a:xfrm xmlns:a="http://schemas.openxmlformats.org/drawingml/2006/main">
            <a:off x="647700" y="428625"/>
            <a:ext cx="13944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0262C"/>
                </a:solidFill>
                <a:latin typeface="Arial"/>
                <a:ea typeface="Arial"/>
                <a:cs typeface="Arial"/>
              </a:defRPr>
            </a:defPPr>
            <a:lvl1pPr algn="l">
              <a:defRPr sz="3300" b="1">
                <a:solidFill>
                  <a:srgbClr val="20262C"/>
                </a:solidFill>
                <a:latin typeface="Arial"/>
                <a:ea typeface="Arial"/>
                <a:cs typeface="Arial"/>
              </a:defRPr>
            </a:lvl1pPr>
            <a:lvl2pPr algn="l">
              <a:defRPr sz="3300" b="1">
                <a:solidFill>
                  <a:srgbClr val="20262C"/>
                </a:solidFill>
                <a:latin typeface="Arial"/>
                <a:ea typeface="Arial"/>
                <a:cs typeface="Arial"/>
              </a:defRPr>
            </a:lvl2pPr>
            <a:lvl3pPr algn="l">
              <a:defRPr sz="3300" b="1">
                <a:solidFill>
                  <a:srgbClr val="20262C"/>
                </a:solidFill>
                <a:latin typeface="Arial"/>
                <a:ea typeface="Arial"/>
                <a:cs typeface="Arial"/>
              </a:defRPr>
            </a:lvl3pPr>
            <a:lvl4pPr algn="l">
              <a:defRPr sz="3300" b="1">
                <a:solidFill>
                  <a:srgbClr val="20262C"/>
                </a:solidFill>
                <a:latin typeface="Arial"/>
                <a:ea typeface="Arial"/>
                <a:cs typeface="Arial"/>
              </a:defRPr>
            </a:lvl4pPr>
            <a:lvl5pPr algn="l">
              <a:defRPr sz="3300" b="1">
                <a:solidFill>
                  <a:srgbClr val="20262C"/>
                </a:solidFill>
                <a:latin typeface="Arial"/>
                <a:ea typeface="Arial"/>
                <a:cs typeface="Arial"/>
              </a:defRPr>
            </a:lvl5pPr>
            <a:lvl6pPr algn="l">
              <a:defRPr sz="3300" b="1">
                <a:solidFill>
                  <a:srgbClr val="20262C"/>
                </a:solidFill>
                <a:latin typeface="Arial"/>
                <a:ea typeface="Arial"/>
                <a:cs typeface="Arial"/>
              </a:defRPr>
            </a:lvl6pPr>
            <a:lvl7pPr algn="l">
              <a:defRPr sz="3300" b="1">
                <a:solidFill>
                  <a:srgbClr val="20262C"/>
                </a:solidFill>
                <a:latin typeface="Arial"/>
                <a:ea typeface="Arial"/>
                <a:cs typeface="Arial"/>
              </a:defRPr>
            </a:lvl7pPr>
            <a:lvl8pPr algn="l">
              <a:defRPr sz="3300" b="1">
                <a:solidFill>
                  <a:srgbClr val="20262C"/>
                </a:solidFill>
                <a:latin typeface="Arial"/>
                <a:ea typeface="Arial"/>
                <a:cs typeface="Arial"/>
              </a:defRPr>
            </a:lvl8pPr>
            <a:lvl9pPr algn="l">
              <a:defRPr sz="3300" b="1">
                <a:solidFill>
                  <a:srgbClr val="20262C"/>
                </a:solidFill>
                <a:latin typeface="Arial"/>
                <a:ea typeface="Arial"/>
                <a:cs typeface="Arial"/>
              </a:defRPr>
            </a:lvl9pPr>
          </a:lstStyle>
          <a:p xmlns:a="http://schemas.openxmlformats.org/drawingml/2006/main">
            <a:pPr algn="l">
              <a:defRPr sz="3300" b="1">
                <a:solidFill>
                  <a:srgbClr val="20262C"/>
                </a:solidFill>
                <a:latin typeface="Arial"/>
                <a:ea typeface="Arial"/>
                <a:cs typeface="Arial"/>
              </a:defRPr>
            </a:pPr>
            <a:r>
              <a:rPr sz="3300" b="1">
                <a:solidFill>
                  <a:srgbClr val="20262C"/>
                </a:solidFill>
                <a:latin typeface="Arial"/>
                <a:ea typeface="Arial"/>
                <a:cs typeface="Arial"/>
              </a:rPr>
              <a:t>Fullgoal: comparing research views</a:t>
            </a:r>
          </a:p>
        </p:txBody>
      </p:sp>
      <p:sp>
        <p:nvSpPr>
          <p:cNvPr id="2" name="!!subtitle">
            <a:extLst xmlns:a="http://schemas.openxmlformats.org/drawingml/2006/main">
              <a:ext uri="{FF2B5EF4-FFF2-40B4-BE49-F238E27FC236}">
                <a16:creationId xmlns:a16="http://schemas.microsoft.com/office/drawing/2014/main" id="{913A7438-3B9D-48CC-B3A7-15694A6AA439}"/>
              </a:ext>
            </a:extLst>
          </p:cNvPr>
          <p:cNvSpPr>
            <a:spLocks xmlns:a="http://schemas.openxmlformats.org/drawingml/2006/main" noGrp="1"/>
          </p:cNvSpPr>
          <p:nvPr/>
        </p:nvSpPr>
        <p:spPr>
          <a:xfrm xmlns:a="http://schemas.openxmlformats.org/drawingml/2006/main">
            <a:off x="647700" y="1190625"/>
            <a:ext cx="139446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05A9C"/>
                </a:solidFill>
                <a:latin typeface="Arial"/>
                <a:ea typeface="Arial"/>
                <a:cs typeface="Arial"/>
              </a:defRPr>
            </a:defPPr>
            <a:lvl1pPr algn="l">
              <a:defRPr sz="1875" b="0">
                <a:solidFill>
                  <a:srgbClr val="005A9C"/>
                </a:solidFill>
                <a:latin typeface="Arial"/>
                <a:ea typeface="Arial"/>
                <a:cs typeface="Arial"/>
              </a:defRPr>
            </a:lvl1pPr>
            <a:lvl2pPr algn="l">
              <a:defRPr sz="1875" b="0">
                <a:solidFill>
                  <a:srgbClr val="005A9C"/>
                </a:solidFill>
                <a:latin typeface="Arial"/>
                <a:ea typeface="Arial"/>
                <a:cs typeface="Arial"/>
              </a:defRPr>
            </a:lvl2pPr>
            <a:lvl3pPr algn="l">
              <a:defRPr sz="1875" b="0">
                <a:solidFill>
                  <a:srgbClr val="005A9C"/>
                </a:solidFill>
                <a:latin typeface="Arial"/>
                <a:ea typeface="Arial"/>
                <a:cs typeface="Arial"/>
              </a:defRPr>
            </a:lvl3pPr>
            <a:lvl4pPr algn="l">
              <a:defRPr sz="1875" b="0">
                <a:solidFill>
                  <a:srgbClr val="005A9C"/>
                </a:solidFill>
                <a:latin typeface="Arial"/>
                <a:ea typeface="Arial"/>
                <a:cs typeface="Arial"/>
              </a:defRPr>
            </a:lvl4pPr>
            <a:lvl5pPr algn="l">
              <a:defRPr sz="1875" b="0">
                <a:solidFill>
                  <a:srgbClr val="005A9C"/>
                </a:solidFill>
                <a:latin typeface="Arial"/>
                <a:ea typeface="Arial"/>
                <a:cs typeface="Arial"/>
              </a:defRPr>
            </a:lvl5pPr>
            <a:lvl6pPr algn="l">
              <a:defRPr sz="1875" b="0">
                <a:solidFill>
                  <a:srgbClr val="005A9C"/>
                </a:solidFill>
                <a:latin typeface="Arial"/>
                <a:ea typeface="Arial"/>
                <a:cs typeface="Arial"/>
              </a:defRPr>
            </a:lvl6pPr>
            <a:lvl7pPr algn="l">
              <a:defRPr sz="1875" b="0">
                <a:solidFill>
                  <a:srgbClr val="005A9C"/>
                </a:solidFill>
                <a:latin typeface="Arial"/>
                <a:ea typeface="Arial"/>
                <a:cs typeface="Arial"/>
              </a:defRPr>
            </a:lvl7pPr>
            <a:lvl8pPr algn="l">
              <a:defRPr sz="1875" b="0">
                <a:solidFill>
                  <a:srgbClr val="005A9C"/>
                </a:solidFill>
                <a:latin typeface="Arial"/>
                <a:ea typeface="Arial"/>
                <a:cs typeface="Arial"/>
              </a:defRPr>
            </a:lvl8pPr>
            <a:lvl9pPr algn="l">
              <a:defRPr sz="1875" b="0">
                <a:solidFill>
                  <a:srgbClr val="005A9C"/>
                </a:solidFill>
                <a:latin typeface="Arial"/>
                <a:ea typeface="Arial"/>
                <a:cs typeface="Arial"/>
              </a:defRPr>
            </a:lvl9pPr>
          </a:lstStyle>
          <a:p xmlns:a="http://schemas.openxmlformats.org/drawingml/2006/main">
            <a:pPr algn="l">
              <a:defRPr sz="1875" b="0">
                <a:solidFill>
                  <a:srgbClr val="005A9C"/>
                </a:solidFill>
                <a:latin typeface="Arial"/>
                <a:ea typeface="Arial"/>
                <a:cs typeface="Arial"/>
              </a:defRPr>
            </a:pPr>
            <a:r>
              <a:rPr sz="1875" b="0">
                <a:solidFill>
                  <a:srgbClr val="005A9C"/>
                </a:solidFill>
                <a:latin typeface="Arial"/>
                <a:ea typeface="Arial"/>
                <a:cs typeface="Arial"/>
              </a:rPr>
              <a:t>Front office  /  Research  /  Peer practices</a:t>
            </a:r>
          </a:p>
        </p:txBody>
      </p:sp>
      <p:sp>
        <p:nvSpPr>
          <p:cNvPr id="3" name="!!heading.rule">
            <a:extLst xmlns:a="http://schemas.openxmlformats.org/drawingml/2006/main">
              <a:ext uri="{FF2B5EF4-FFF2-40B4-BE49-F238E27FC236}">
                <a16:creationId xmlns:a16="http://schemas.microsoft.com/office/drawing/2014/main" id="{B48E0FD3-EA2A-4923-BA94-84721CFD447F}"/>
              </a:ext>
            </a:extLst>
          </p:cNvPr>
          <p:cNvSpPr>
            <a:spLocks xmlns:a="http://schemas.openxmlformats.org/drawingml/2006/main" noGrp="1"/>
          </p:cNvSpPr>
          <p:nvPr/>
        </p:nvSpPr>
        <p:spPr>
          <a:xfrm xmlns:a="http://schemas.openxmlformats.org/drawingml/2006/main" flipH="0" flipV="0">
            <a:off x="647700" y="1733550"/>
            <a:ext cx="13944600" cy="953"/>
          </a:xfrm>
          <a:prstGeom xmlns:a="http://schemas.openxmlformats.org/drawingml/2006/main" prst="line">
            <a:avLst/>
          </a:prstGeom>
          <a:noFill xmlns:a="http://schemas.openxmlformats.org/drawingml/2006/main"/>
          <a:ln xmlns:a="http://schemas.openxmlformats.org/drawingml/2006/main" w="11430">
            <a:solidFill>
              <a:srgbClr val="BCC6CF"/>
            </a:solidFill>
            <a:prstDash val="solid"/>
          </a:ln>
        </p:spPr>
      </p:sp>
      <p:sp>
        <p:nvSpPr>
          <p:cNvPr id="4" name="!!map.front">
            <a:extLst xmlns:a="http://schemas.openxmlformats.org/drawingml/2006/main">
              <a:ext uri="{FF2B5EF4-FFF2-40B4-BE49-F238E27FC236}">
                <a16:creationId xmlns:a16="http://schemas.microsoft.com/office/drawing/2014/main" id="{75B6726A-B7E2-420B-87F3-CC660D2050D0}"/>
              </a:ext>
            </a:extLst>
          </p:cNvPr>
          <p:cNvSpPr>
            <a:spLocks xmlns:a="http://schemas.openxmlformats.org/drawingml/2006/main" noGrp="1"/>
          </p:cNvSpPr>
          <p:nvPr/>
        </p:nvSpPr>
        <p:spPr>
          <a:xfrm xmlns:a="http://schemas.openxmlformats.org/drawingml/2006/main">
            <a:off x="647700" y="1990725"/>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5" name="!!nav.front">
            <ns0:hlinkClick xmlns:ns0="http://schemas.openxmlformats.org/drawingml/2006/main" xmlns:ns1="http://schemas.openxmlformats.org/officeDocument/2006/relationships" ns1:id="rIdNavSlide4" action="ppaction://hlinksldjump" tooltip="Slide 4: Preparing a company research assessment"/>
            <a:extLst xmlns:a="http://schemas.openxmlformats.org/drawingml/2006/main">
              <a:ext uri="{FF2B5EF4-FFF2-40B4-BE49-F238E27FC236}">
                <a16:creationId xmlns:a16="http://schemas.microsoft.com/office/drawing/2014/main" id="{5077E3B1-D7AC-43DC-9C00-2C059E942A3A}"/>
              </a:ext>
            </a:extLst>
          </p:cNvPr>
          <p:cNvSpPr>
            <a:spLocks xmlns:a="http://schemas.openxmlformats.org/drawingml/2006/main" noGrp="1"/>
          </p:cNvSpPr>
          <p:nvPr/>
        </p:nvSpPr>
        <p:spPr>
          <a:xfrm xmlns:a="http://schemas.openxmlformats.org/drawingml/2006/main">
            <a:off x="647700" y="1990725"/>
            <a:ext cx="2609850" cy="409575"/>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FFFFFF"/>
                </a:solidFill>
                <a:latin typeface="Arial"/>
                <a:ea typeface="Arial"/>
                <a:cs typeface="Arial"/>
              </a:defRPr>
            </a:defPPr>
            <a:lvl1pPr algn="ctr">
              <a:defRPr sz="2025" b="1">
                <a:solidFill>
                  <a:srgbClr val="FFFFFF"/>
                </a:solidFill>
                <a:latin typeface="Arial"/>
                <a:ea typeface="Arial"/>
                <a:cs typeface="Arial"/>
              </a:defRPr>
            </a:lvl1pPr>
            <a:lvl2pPr algn="ctr">
              <a:defRPr sz="2025" b="1">
                <a:solidFill>
                  <a:srgbClr val="FFFFFF"/>
                </a:solidFill>
                <a:latin typeface="Arial"/>
                <a:ea typeface="Arial"/>
                <a:cs typeface="Arial"/>
              </a:defRPr>
            </a:lvl2pPr>
            <a:lvl3pPr algn="ctr">
              <a:defRPr sz="2025" b="1">
                <a:solidFill>
                  <a:srgbClr val="FFFFFF"/>
                </a:solidFill>
                <a:latin typeface="Arial"/>
                <a:ea typeface="Arial"/>
                <a:cs typeface="Arial"/>
              </a:defRPr>
            </a:lvl3pPr>
            <a:lvl4pPr algn="ctr">
              <a:defRPr sz="2025" b="1">
                <a:solidFill>
                  <a:srgbClr val="FFFFFF"/>
                </a:solidFill>
                <a:latin typeface="Arial"/>
                <a:ea typeface="Arial"/>
                <a:cs typeface="Arial"/>
              </a:defRPr>
            </a:lvl4pPr>
            <a:lvl5pPr algn="ctr">
              <a:defRPr sz="2025" b="1">
                <a:solidFill>
                  <a:srgbClr val="FFFFFF"/>
                </a:solidFill>
                <a:latin typeface="Arial"/>
                <a:ea typeface="Arial"/>
                <a:cs typeface="Arial"/>
              </a:defRPr>
            </a:lvl5pPr>
            <a:lvl6pPr algn="ctr">
              <a:defRPr sz="2025" b="1">
                <a:solidFill>
                  <a:srgbClr val="FFFFFF"/>
                </a:solidFill>
                <a:latin typeface="Arial"/>
                <a:ea typeface="Arial"/>
                <a:cs typeface="Arial"/>
              </a:defRPr>
            </a:lvl6pPr>
            <a:lvl7pPr algn="ctr">
              <a:defRPr sz="2025" b="1">
                <a:solidFill>
                  <a:srgbClr val="FFFFFF"/>
                </a:solidFill>
                <a:latin typeface="Arial"/>
                <a:ea typeface="Arial"/>
                <a:cs typeface="Arial"/>
              </a:defRPr>
            </a:lvl7pPr>
            <a:lvl8pPr algn="ctr">
              <a:defRPr sz="2025" b="1">
                <a:solidFill>
                  <a:srgbClr val="FFFFFF"/>
                </a:solidFill>
                <a:latin typeface="Arial"/>
                <a:ea typeface="Arial"/>
                <a:cs typeface="Arial"/>
              </a:defRPr>
            </a:lvl8pPr>
            <a:lvl9pPr algn="ctr">
              <a:defRPr sz="2025" b="1">
                <a:solidFill>
                  <a:srgbClr val="FFFFFF"/>
                </a:solidFill>
                <a:latin typeface="Arial"/>
                <a:ea typeface="Arial"/>
                <a:cs typeface="Arial"/>
              </a:defRPr>
            </a:lvl9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Front office</a:t>
            </a:r>
          </a:p>
        </p:txBody>
      </p:sp>
      <p:sp>
        <p:nvSpPr>
          <p:cNvPr id="6" name="!!task.research">
            <ns0:hlinkClick xmlns:ns0="http://schemas.openxmlformats.org/drawingml/2006/main" xmlns:ns1="http://schemas.openxmlformats.org/officeDocument/2006/relationships" ns1:id="rIdNavSlide4" action="ppaction://hlinksldjump" tooltip="Slide 4: Preparing a company research assessment"/>
            <a:extLst xmlns:a="http://schemas.openxmlformats.org/drawingml/2006/main">
              <a:ext uri="{FF2B5EF4-FFF2-40B4-BE49-F238E27FC236}">
                <a16:creationId xmlns:a16="http://schemas.microsoft.com/office/drawing/2014/main" id="{2612A70F-0621-4384-A7EE-93CE950C0A0A}"/>
              </a:ext>
            </a:extLst>
          </p:cNvPr>
          <p:cNvSpPr>
            <a:spLocks xmlns:a="http://schemas.openxmlformats.org/drawingml/2006/main" noGrp="1"/>
          </p:cNvSpPr>
          <p:nvPr/>
        </p:nvSpPr>
        <p:spPr>
          <a:xfrm xmlns:a="http://schemas.openxmlformats.org/drawingml/2006/main">
            <a:off x="762000" y="2495550"/>
            <a:ext cx="2381250" cy="304800"/>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1">
                <a:solidFill>
                  <a:srgbClr val="005A9C"/>
                </a:solidFill>
                <a:latin typeface="Arial"/>
                <a:ea typeface="Arial"/>
                <a:cs typeface="Arial"/>
              </a:defRPr>
            </a:defPPr>
            <a:lvl1pPr algn="ctr">
              <a:defRPr sz="1650" b="1">
                <a:solidFill>
                  <a:srgbClr val="005A9C"/>
                </a:solidFill>
                <a:latin typeface="Arial"/>
                <a:ea typeface="Arial"/>
                <a:cs typeface="Arial"/>
              </a:defRPr>
            </a:lvl1pPr>
            <a:lvl2pPr algn="ctr">
              <a:defRPr sz="1650" b="1">
                <a:solidFill>
                  <a:srgbClr val="005A9C"/>
                </a:solidFill>
                <a:latin typeface="Arial"/>
                <a:ea typeface="Arial"/>
                <a:cs typeface="Arial"/>
              </a:defRPr>
            </a:lvl2pPr>
            <a:lvl3pPr algn="ctr">
              <a:defRPr sz="1650" b="1">
                <a:solidFill>
                  <a:srgbClr val="005A9C"/>
                </a:solidFill>
                <a:latin typeface="Arial"/>
                <a:ea typeface="Arial"/>
                <a:cs typeface="Arial"/>
              </a:defRPr>
            </a:lvl3pPr>
            <a:lvl4pPr algn="ctr">
              <a:defRPr sz="1650" b="1">
                <a:solidFill>
                  <a:srgbClr val="005A9C"/>
                </a:solidFill>
                <a:latin typeface="Arial"/>
                <a:ea typeface="Arial"/>
                <a:cs typeface="Arial"/>
              </a:defRPr>
            </a:lvl4pPr>
            <a:lvl5pPr algn="ctr">
              <a:defRPr sz="1650" b="1">
                <a:solidFill>
                  <a:srgbClr val="005A9C"/>
                </a:solidFill>
                <a:latin typeface="Arial"/>
                <a:ea typeface="Arial"/>
                <a:cs typeface="Arial"/>
              </a:defRPr>
            </a:lvl5pPr>
            <a:lvl6pPr algn="ctr">
              <a:defRPr sz="1650" b="1">
                <a:solidFill>
                  <a:srgbClr val="005A9C"/>
                </a:solidFill>
                <a:latin typeface="Arial"/>
                <a:ea typeface="Arial"/>
                <a:cs typeface="Arial"/>
              </a:defRPr>
            </a:lvl6pPr>
            <a:lvl7pPr algn="ctr">
              <a:defRPr sz="1650" b="1">
                <a:solidFill>
                  <a:srgbClr val="005A9C"/>
                </a:solidFill>
                <a:latin typeface="Arial"/>
                <a:ea typeface="Arial"/>
                <a:cs typeface="Arial"/>
              </a:defRPr>
            </a:lvl7pPr>
            <a:lvl8pPr algn="ctr">
              <a:defRPr sz="1650" b="1">
                <a:solidFill>
                  <a:srgbClr val="005A9C"/>
                </a:solidFill>
                <a:latin typeface="Arial"/>
                <a:ea typeface="Arial"/>
                <a:cs typeface="Arial"/>
              </a:defRPr>
            </a:lvl8pPr>
            <a:lvl9pPr algn="ctr">
              <a:defRPr sz="1650" b="1">
                <a:solidFill>
                  <a:srgbClr val="005A9C"/>
                </a:solidFill>
                <a:latin typeface="Arial"/>
                <a:ea typeface="Arial"/>
                <a:cs typeface="Arial"/>
              </a:defRPr>
            </a:lvl9pPr>
          </a:lstStyle>
          <a:p xmlns:a="http://schemas.openxmlformats.org/drawingml/2006/main">
            <a:pPr algn="ctr">
              <a:defRPr sz="1650" b="1">
                <a:solidFill>
                  <a:srgbClr val="005A9C"/>
                </a:solidFill>
                <a:latin typeface="Arial"/>
                <a:ea typeface="Arial"/>
                <a:cs typeface="Arial"/>
              </a:defRPr>
            </a:pPr>
            <a:r>
              <a:rPr sz="1650" b="1">
                <a:solidFill>
                  <a:srgbClr val="005A9C"/>
                </a:solidFill>
                <a:latin typeface="Arial"/>
                <a:ea typeface="Arial"/>
                <a:cs typeface="Arial"/>
              </a:rPr>
              <a:t>Research</a:t>
            </a:r>
          </a:p>
        </p:txBody>
      </p:sp>
      <p:sp>
        <p:nvSpPr>
          <p:cNvPr id="7" name="!!task.trade">
            <ns0:hlinkClick xmlns:ns0="http://schemas.openxmlformats.org/drawingml/2006/main" xmlns:ns1="http://schemas.openxmlformats.org/officeDocument/2006/relationships" ns1:id="rIdNavSlide9" action="ppaction://hlinksldjump" tooltip="Slide 9: Preparing a bond quote request"/>
            <a:extLst xmlns:a="http://schemas.openxmlformats.org/drawingml/2006/main">
              <a:ext uri="{FF2B5EF4-FFF2-40B4-BE49-F238E27FC236}">
                <a16:creationId xmlns:a16="http://schemas.microsoft.com/office/drawing/2014/main" id="{1599369A-F51C-438C-913F-515E19101065}"/>
              </a:ext>
            </a:extLst>
          </p:cNvPr>
          <p:cNvSpPr>
            <a:spLocks xmlns:a="http://schemas.openxmlformats.org/drawingml/2006/main" noGrp="1"/>
          </p:cNvSpPr>
          <p:nvPr/>
        </p:nvSpPr>
        <p:spPr>
          <a:xfrm xmlns:a="http://schemas.openxmlformats.org/drawingml/2006/main">
            <a:off x="762000" y="280987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Trading support</a:t>
            </a:r>
          </a:p>
        </p:txBody>
      </p:sp>
      <p:sp>
        <p:nvSpPr>
          <p:cNvPr id="8" name="!!task.client">
            <ns0:hlinkClick xmlns:ns0="http://schemas.openxmlformats.org/drawingml/2006/main" xmlns:ns1="http://schemas.openxmlformats.org/officeDocument/2006/relationships" ns1:id="rIdNavSlide12" action="ppaction://hlinksldjump" tooltip="Slide 12: Preparing a quarterly client update"/>
            <a:extLst xmlns:a="http://schemas.openxmlformats.org/drawingml/2006/main">
              <a:ext uri="{FF2B5EF4-FFF2-40B4-BE49-F238E27FC236}">
                <a16:creationId xmlns:a16="http://schemas.microsoft.com/office/drawing/2014/main" id="{47CB8D50-78F0-40E7-AB13-B00148285B6A}"/>
              </a:ext>
            </a:extLst>
          </p:cNvPr>
          <p:cNvSpPr>
            <a:spLocks xmlns:a="http://schemas.openxmlformats.org/drawingml/2006/main" noGrp="1"/>
          </p:cNvSpPr>
          <p:nvPr/>
        </p:nvSpPr>
        <p:spPr>
          <a:xfrm xmlns:a="http://schemas.openxmlformats.org/drawingml/2006/main">
            <a:off x="762000" y="312420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Client materials</a:t>
            </a:r>
          </a:p>
        </p:txBody>
      </p:sp>
      <p:sp>
        <p:nvSpPr>
          <p:cNvPr id="9" name="!!map.middle">
            <a:extLst xmlns:a="http://schemas.openxmlformats.org/drawingml/2006/main">
              <a:ext uri="{FF2B5EF4-FFF2-40B4-BE49-F238E27FC236}">
                <a16:creationId xmlns:a16="http://schemas.microsoft.com/office/drawing/2014/main" id="{4C89BCEB-0795-43E3-B1C9-AA7F7ADD19AA}"/>
              </a:ext>
            </a:extLst>
          </p:cNvPr>
          <p:cNvSpPr>
            <a:spLocks xmlns:a="http://schemas.openxmlformats.org/drawingml/2006/main" noGrp="1"/>
          </p:cNvSpPr>
          <p:nvPr/>
        </p:nvSpPr>
        <p:spPr>
          <a:xfrm xmlns:a="http://schemas.openxmlformats.org/drawingml/2006/main">
            <a:off x="647700" y="3657600"/>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10" name="!!nav.middle">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FE0E5FD4-D16F-4E59-BC52-9891EC1B7F2D}"/>
              </a:ext>
            </a:extLst>
          </p:cNvPr>
          <p:cNvSpPr>
            <a:spLocks xmlns:a="http://schemas.openxmlformats.org/drawingml/2006/main" noGrp="1"/>
          </p:cNvSpPr>
          <p:nvPr/>
        </p:nvSpPr>
        <p:spPr>
          <a:xfrm xmlns:a="http://schemas.openxmlformats.org/drawingml/2006/main">
            <a:off x="647700" y="3657600"/>
            <a:ext cx="2609850" cy="409575"/>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005A9C"/>
                </a:solidFill>
                <a:latin typeface="Arial"/>
                <a:ea typeface="Arial"/>
                <a:cs typeface="Arial"/>
              </a:defRPr>
            </a:defPPr>
            <a:lvl1pPr algn="ctr">
              <a:defRPr sz="2025" b="1">
                <a:solidFill>
                  <a:srgbClr val="005A9C"/>
                </a:solidFill>
                <a:latin typeface="Arial"/>
                <a:ea typeface="Arial"/>
                <a:cs typeface="Arial"/>
              </a:defRPr>
            </a:lvl1pPr>
            <a:lvl2pPr algn="ctr">
              <a:defRPr sz="2025" b="1">
                <a:solidFill>
                  <a:srgbClr val="005A9C"/>
                </a:solidFill>
                <a:latin typeface="Arial"/>
                <a:ea typeface="Arial"/>
                <a:cs typeface="Arial"/>
              </a:defRPr>
            </a:lvl2pPr>
            <a:lvl3pPr algn="ctr">
              <a:defRPr sz="2025" b="1">
                <a:solidFill>
                  <a:srgbClr val="005A9C"/>
                </a:solidFill>
                <a:latin typeface="Arial"/>
                <a:ea typeface="Arial"/>
                <a:cs typeface="Arial"/>
              </a:defRPr>
            </a:lvl3pPr>
            <a:lvl4pPr algn="ctr">
              <a:defRPr sz="2025" b="1">
                <a:solidFill>
                  <a:srgbClr val="005A9C"/>
                </a:solidFill>
                <a:latin typeface="Arial"/>
                <a:ea typeface="Arial"/>
                <a:cs typeface="Arial"/>
              </a:defRPr>
            </a:lvl4pPr>
            <a:lvl5pPr algn="ctr">
              <a:defRPr sz="2025" b="1">
                <a:solidFill>
                  <a:srgbClr val="005A9C"/>
                </a:solidFill>
                <a:latin typeface="Arial"/>
                <a:ea typeface="Arial"/>
                <a:cs typeface="Arial"/>
              </a:defRPr>
            </a:lvl5pPr>
            <a:lvl6pPr algn="ctr">
              <a:defRPr sz="2025" b="1">
                <a:solidFill>
                  <a:srgbClr val="005A9C"/>
                </a:solidFill>
                <a:latin typeface="Arial"/>
                <a:ea typeface="Arial"/>
                <a:cs typeface="Arial"/>
              </a:defRPr>
            </a:lvl6pPr>
            <a:lvl7pPr algn="ctr">
              <a:defRPr sz="2025" b="1">
                <a:solidFill>
                  <a:srgbClr val="005A9C"/>
                </a:solidFill>
                <a:latin typeface="Arial"/>
                <a:ea typeface="Arial"/>
                <a:cs typeface="Arial"/>
              </a:defRPr>
            </a:lvl7pPr>
            <a:lvl8pPr algn="ctr">
              <a:defRPr sz="2025" b="1">
                <a:solidFill>
                  <a:srgbClr val="005A9C"/>
                </a:solidFill>
                <a:latin typeface="Arial"/>
                <a:ea typeface="Arial"/>
                <a:cs typeface="Arial"/>
              </a:defRPr>
            </a:lvl8pPr>
            <a:lvl9pPr algn="ctr">
              <a:defRPr sz="2025" b="1">
                <a:solidFill>
                  <a:srgbClr val="005A9C"/>
                </a:solidFill>
                <a:latin typeface="Arial"/>
                <a:ea typeface="Arial"/>
                <a:cs typeface="Arial"/>
              </a:defRPr>
            </a:lvl9pPr>
          </a:lstStyle>
          <a:p xmlns:a="http://schemas.openxmlformats.org/drawingml/2006/main">
            <a:pPr algn="ctr">
              <a:defRPr sz="2025" b="1">
                <a:solidFill>
                  <a:srgbClr val="005A9C"/>
                </a:solidFill>
                <a:latin typeface="Arial"/>
                <a:ea typeface="Arial"/>
                <a:cs typeface="Arial"/>
              </a:defRPr>
            </a:pPr>
            <a:r>
              <a:rPr sz="2025" b="1">
                <a:solidFill>
                  <a:srgbClr val="005A9C"/>
                </a:solidFill>
                <a:latin typeface="Arial"/>
                <a:ea typeface="Arial"/>
                <a:cs typeface="Arial"/>
              </a:rPr>
              <a:t>Middle office</a:t>
            </a:r>
          </a:p>
        </p:txBody>
      </p:sp>
      <p:sp>
        <p:nvSpPr>
          <p:cNvPr id="11" name="!!task.review">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FF211CE7-576C-4DAC-9F2A-06DC6DD1EC27}"/>
              </a:ext>
            </a:extLst>
          </p:cNvPr>
          <p:cNvSpPr>
            <a:spLocks xmlns:a="http://schemas.openxmlformats.org/drawingml/2006/main" noGrp="1"/>
          </p:cNvSpPr>
          <p:nvPr/>
        </p:nvSpPr>
        <p:spPr>
          <a:xfrm xmlns:a="http://schemas.openxmlformats.org/drawingml/2006/main">
            <a:off x="762000" y="416242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Content review</a:t>
            </a:r>
          </a:p>
        </p:txBody>
      </p:sp>
      <p:sp>
        <p:nvSpPr>
          <p:cNvPr id="12" name="!!task.risk">
            <ns0:hlinkClick xmlns:ns0="http://schemas.openxmlformats.org/drawingml/2006/main" xmlns:ns1="http://schemas.openxmlformats.org/officeDocument/2006/relationships" ns1:id="rIdNavSlide19" action="ppaction://hlinksldjump" tooltip="Slide 19: Investigating a risk alert"/>
            <a:extLst xmlns:a="http://schemas.openxmlformats.org/drawingml/2006/main">
              <a:ext uri="{FF2B5EF4-FFF2-40B4-BE49-F238E27FC236}">
                <a16:creationId xmlns:a16="http://schemas.microsoft.com/office/drawing/2014/main" id="{8184307B-B4C3-4B64-8289-C09A1E7CEEEF}"/>
              </a:ext>
            </a:extLst>
          </p:cNvPr>
          <p:cNvSpPr>
            <a:spLocks xmlns:a="http://schemas.openxmlformats.org/drawingml/2006/main" noGrp="1"/>
          </p:cNvSpPr>
          <p:nvPr/>
        </p:nvSpPr>
        <p:spPr>
          <a:xfrm xmlns:a="http://schemas.openxmlformats.org/drawingml/2006/main">
            <a:off x="762000" y="447675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Risk analysis</a:t>
            </a:r>
          </a:p>
        </p:txBody>
      </p:sp>
      <p:sp>
        <p:nvSpPr>
          <p:cNvPr id="13" name="!!map.back">
            <a:extLst xmlns:a="http://schemas.openxmlformats.org/drawingml/2006/main">
              <a:ext uri="{FF2B5EF4-FFF2-40B4-BE49-F238E27FC236}">
                <a16:creationId xmlns:a16="http://schemas.microsoft.com/office/drawing/2014/main" id="{845689F7-0E46-4F80-8538-99844071FB73}"/>
              </a:ext>
            </a:extLst>
          </p:cNvPr>
          <p:cNvSpPr>
            <a:spLocks xmlns:a="http://schemas.openxmlformats.org/drawingml/2006/main" noGrp="1"/>
          </p:cNvSpPr>
          <p:nvPr/>
        </p:nvSpPr>
        <p:spPr>
          <a:xfrm xmlns:a="http://schemas.openxmlformats.org/drawingml/2006/main">
            <a:off x="647700" y="5324475"/>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14" name="!!nav.back">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5597C363-2066-4D12-A47B-3610ED0C196E}"/>
              </a:ext>
            </a:extLst>
          </p:cNvPr>
          <p:cNvSpPr>
            <a:spLocks xmlns:a="http://schemas.openxmlformats.org/drawingml/2006/main" noGrp="1"/>
          </p:cNvSpPr>
          <p:nvPr/>
        </p:nvSpPr>
        <p:spPr>
          <a:xfrm xmlns:a="http://schemas.openxmlformats.org/drawingml/2006/main">
            <a:off x="647700" y="5324475"/>
            <a:ext cx="2609850" cy="409575"/>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005A9C"/>
                </a:solidFill>
                <a:latin typeface="Arial"/>
                <a:ea typeface="Arial"/>
                <a:cs typeface="Arial"/>
              </a:defRPr>
            </a:defPPr>
            <a:lvl1pPr algn="ctr">
              <a:defRPr sz="2025" b="1">
                <a:solidFill>
                  <a:srgbClr val="005A9C"/>
                </a:solidFill>
                <a:latin typeface="Arial"/>
                <a:ea typeface="Arial"/>
                <a:cs typeface="Arial"/>
              </a:defRPr>
            </a:lvl1pPr>
            <a:lvl2pPr algn="ctr">
              <a:defRPr sz="2025" b="1">
                <a:solidFill>
                  <a:srgbClr val="005A9C"/>
                </a:solidFill>
                <a:latin typeface="Arial"/>
                <a:ea typeface="Arial"/>
                <a:cs typeface="Arial"/>
              </a:defRPr>
            </a:lvl2pPr>
            <a:lvl3pPr algn="ctr">
              <a:defRPr sz="2025" b="1">
                <a:solidFill>
                  <a:srgbClr val="005A9C"/>
                </a:solidFill>
                <a:latin typeface="Arial"/>
                <a:ea typeface="Arial"/>
                <a:cs typeface="Arial"/>
              </a:defRPr>
            </a:lvl3pPr>
            <a:lvl4pPr algn="ctr">
              <a:defRPr sz="2025" b="1">
                <a:solidFill>
                  <a:srgbClr val="005A9C"/>
                </a:solidFill>
                <a:latin typeface="Arial"/>
                <a:ea typeface="Arial"/>
                <a:cs typeface="Arial"/>
              </a:defRPr>
            </a:lvl4pPr>
            <a:lvl5pPr algn="ctr">
              <a:defRPr sz="2025" b="1">
                <a:solidFill>
                  <a:srgbClr val="005A9C"/>
                </a:solidFill>
                <a:latin typeface="Arial"/>
                <a:ea typeface="Arial"/>
                <a:cs typeface="Arial"/>
              </a:defRPr>
            </a:lvl5pPr>
            <a:lvl6pPr algn="ctr">
              <a:defRPr sz="2025" b="1">
                <a:solidFill>
                  <a:srgbClr val="005A9C"/>
                </a:solidFill>
                <a:latin typeface="Arial"/>
                <a:ea typeface="Arial"/>
                <a:cs typeface="Arial"/>
              </a:defRPr>
            </a:lvl6pPr>
            <a:lvl7pPr algn="ctr">
              <a:defRPr sz="2025" b="1">
                <a:solidFill>
                  <a:srgbClr val="005A9C"/>
                </a:solidFill>
                <a:latin typeface="Arial"/>
                <a:ea typeface="Arial"/>
                <a:cs typeface="Arial"/>
              </a:defRPr>
            </a:lvl7pPr>
            <a:lvl8pPr algn="ctr">
              <a:defRPr sz="2025" b="1">
                <a:solidFill>
                  <a:srgbClr val="005A9C"/>
                </a:solidFill>
                <a:latin typeface="Arial"/>
                <a:ea typeface="Arial"/>
                <a:cs typeface="Arial"/>
              </a:defRPr>
            </a:lvl8pPr>
            <a:lvl9pPr algn="ctr">
              <a:defRPr sz="2025" b="1">
                <a:solidFill>
                  <a:srgbClr val="005A9C"/>
                </a:solidFill>
                <a:latin typeface="Arial"/>
                <a:ea typeface="Arial"/>
                <a:cs typeface="Arial"/>
              </a:defRPr>
            </a:lvl9pPr>
          </a:lstStyle>
          <a:p xmlns:a="http://schemas.openxmlformats.org/drawingml/2006/main">
            <a:pPr algn="ctr">
              <a:defRPr sz="2025" b="1">
                <a:solidFill>
                  <a:srgbClr val="005A9C"/>
                </a:solidFill>
                <a:latin typeface="Arial"/>
                <a:ea typeface="Arial"/>
                <a:cs typeface="Arial"/>
              </a:defRPr>
            </a:pPr>
            <a:r>
              <a:rPr sz="2025" b="1">
                <a:solidFill>
                  <a:srgbClr val="005A9C"/>
                </a:solidFill>
                <a:latin typeface="Arial"/>
                <a:ea typeface="Arial"/>
                <a:cs typeface="Arial"/>
              </a:rPr>
              <a:t>Back office</a:t>
            </a:r>
          </a:p>
        </p:txBody>
      </p:sp>
      <p:sp>
        <p:nvSpPr>
          <p:cNvPr id="15" name="!!task.files">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C55AFE09-3E3C-4892-937B-B83A02A965F2}"/>
              </a:ext>
            </a:extLst>
          </p:cNvPr>
          <p:cNvSpPr>
            <a:spLocks xmlns:a="http://schemas.openxmlformats.org/drawingml/2006/main" noGrp="1"/>
          </p:cNvSpPr>
          <p:nvPr/>
        </p:nvSpPr>
        <p:spPr>
          <a:xfrm xmlns:a="http://schemas.openxmlformats.org/drawingml/2006/main">
            <a:off x="762000" y="582930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Document processing</a:t>
            </a:r>
          </a:p>
        </p:txBody>
      </p:sp>
      <p:sp>
        <p:nvSpPr>
          <p:cNvPr id="16" name="!!task.dev">
            <ns0:hlinkClick xmlns:ns0="http://schemas.openxmlformats.org/drawingml/2006/main" xmlns:ns1="http://schemas.openxmlformats.org/officeDocument/2006/relationships" ns1:id="rIdNavSlide25" action="ppaction://hlinksldjump" tooltip="Slide 25: Turning a business request into a working tool"/>
            <a:extLst xmlns:a="http://schemas.openxmlformats.org/drawingml/2006/main">
              <a:ext uri="{FF2B5EF4-FFF2-40B4-BE49-F238E27FC236}">
                <a16:creationId xmlns:a16="http://schemas.microsoft.com/office/drawing/2014/main" id="{86BFE185-E881-46B7-8B5B-621C5216BF71}"/>
              </a:ext>
            </a:extLst>
          </p:cNvPr>
          <p:cNvSpPr>
            <a:spLocks xmlns:a="http://schemas.openxmlformats.org/drawingml/2006/main" noGrp="1"/>
          </p:cNvSpPr>
          <p:nvPr/>
        </p:nvSpPr>
        <p:spPr>
          <a:xfrm xmlns:a="http://schemas.openxmlformats.org/drawingml/2006/main">
            <a:off x="762000" y="614362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Tool development</a:t>
            </a:r>
          </a:p>
        </p:txBody>
      </p:sp>
      <p:sp>
        <p:nvSpPr>
          <p:cNvPr id="17" name="!!map.separator">
            <a:extLst xmlns:a="http://schemas.openxmlformats.org/drawingml/2006/main">
              <a:ext uri="{FF2B5EF4-FFF2-40B4-BE49-F238E27FC236}">
                <a16:creationId xmlns:a16="http://schemas.microsoft.com/office/drawing/2014/main" id="{A0E965A9-381B-4921-A587-E9B6A011D0EF}"/>
              </a:ext>
            </a:extLst>
          </p:cNvPr>
          <p:cNvSpPr>
            <a:spLocks xmlns:a="http://schemas.openxmlformats.org/drawingml/2006/main" noGrp="1"/>
          </p:cNvSpPr>
          <p:nvPr/>
        </p:nvSpPr>
        <p:spPr>
          <a:xfrm xmlns:a="http://schemas.openxmlformats.org/drawingml/2006/main" flipH="0" flipV="0">
            <a:off x="3600450" y="1990725"/>
            <a:ext cx="953" cy="5076825"/>
          </a:xfrm>
          <a:prstGeom xmlns:a="http://schemas.openxmlformats.org/drawingml/2006/main" prst="line">
            <a:avLst/>
          </a:prstGeom>
          <a:noFill xmlns:a="http://schemas.openxmlformats.org/drawingml/2006/main"/>
          <a:ln xmlns:a="http://schemas.openxmlformats.org/drawingml/2006/main" w="9525">
            <a:solidFill>
              <a:srgbClr val="BCC6CF"/>
            </a:solidFill>
            <a:prstDash val="solid"/>
          </a:ln>
        </p:spPr>
      </p:sp>
      <p:sp>
        <p:nvSpPr>
          <p:cNvPr id="18" name="!!example">
            <a:extLst xmlns:a="http://schemas.openxmlformats.org/drawingml/2006/main">
              <a:ext uri="{FF2B5EF4-FFF2-40B4-BE49-F238E27FC236}">
                <a16:creationId xmlns:a16="http://schemas.microsoft.com/office/drawing/2014/main" id="{7A9B166A-E77C-4568-9355-CB83EC3AA02C}"/>
              </a:ext>
            </a:extLst>
          </p:cNvPr>
          <p:cNvSpPr>
            <a:spLocks xmlns:a="http://schemas.openxmlformats.org/drawingml/2006/main" noGrp="1"/>
          </p:cNvSpPr>
          <p:nvPr/>
        </p:nvSpPr>
        <p:spPr>
          <a:xfrm xmlns:a="http://schemas.openxmlformats.org/drawingml/2006/main">
            <a:off x="13906500" y="1238250"/>
            <a:ext cx="685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707C88"/>
                </a:solidFill>
                <a:latin typeface="Arial"/>
                <a:ea typeface="Arial"/>
                <a:cs typeface="Arial"/>
              </a:defRPr>
            </a:defPPr>
            <a:lvl1pPr algn="r">
              <a:defRPr sz="1350" b="0">
                <a:solidFill>
                  <a:srgbClr val="707C88"/>
                </a:solidFill>
                <a:latin typeface="Arial"/>
                <a:ea typeface="Arial"/>
                <a:cs typeface="Arial"/>
              </a:defRPr>
            </a:lvl1pPr>
            <a:lvl2pPr algn="r">
              <a:defRPr sz="1350" b="0">
                <a:solidFill>
                  <a:srgbClr val="707C88"/>
                </a:solidFill>
                <a:latin typeface="Arial"/>
                <a:ea typeface="Arial"/>
                <a:cs typeface="Arial"/>
              </a:defRPr>
            </a:lvl2pPr>
            <a:lvl3pPr algn="r">
              <a:defRPr sz="1350" b="0">
                <a:solidFill>
                  <a:srgbClr val="707C88"/>
                </a:solidFill>
                <a:latin typeface="Arial"/>
                <a:ea typeface="Arial"/>
                <a:cs typeface="Arial"/>
              </a:defRPr>
            </a:lvl3pPr>
            <a:lvl4pPr algn="r">
              <a:defRPr sz="1350" b="0">
                <a:solidFill>
                  <a:srgbClr val="707C88"/>
                </a:solidFill>
                <a:latin typeface="Arial"/>
                <a:ea typeface="Arial"/>
                <a:cs typeface="Arial"/>
              </a:defRPr>
            </a:lvl4pPr>
            <a:lvl5pPr algn="r">
              <a:defRPr sz="1350" b="0">
                <a:solidFill>
                  <a:srgbClr val="707C88"/>
                </a:solidFill>
                <a:latin typeface="Arial"/>
                <a:ea typeface="Arial"/>
                <a:cs typeface="Arial"/>
              </a:defRPr>
            </a:lvl5pPr>
            <a:lvl6pPr algn="r">
              <a:defRPr sz="1350" b="0">
                <a:solidFill>
                  <a:srgbClr val="707C88"/>
                </a:solidFill>
                <a:latin typeface="Arial"/>
                <a:ea typeface="Arial"/>
                <a:cs typeface="Arial"/>
              </a:defRPr>
            </a:lvl6pPr>
            <a:lvl7pPr algn="r">
              <a:defRPr sz="1350" b="0">
                <a:solidFill>
                  <a:srgbClr val="707C88"/>
                </a:solidFill>
                <a:latin typeface="Arial"/>
                <a:ea typeface="Arial"/>
                <a:cs typeface="Arial"/>
              </a:defRPr>
            </a:lvl7pPr>
            <a:lvl8pPr algn="r">
              <a:defRPr sz="1350" b="0">
                <a:solidFill>
                  <a:srgbClr val="707C88"/>
                </a:solidFill>
                <a:latin typeface="Arial"/>
                <a:ea typeface="Arial"/>
                <a:cs typeface="Arial"/>
              </a:defRPr>
            </a:lvl8pPr>
            <a:lvl9pPr algn="r">
              <a:defRPr sz="1350" b="0">
                <a:solidFill>
                  <a:srgbClr val="707C88"/>
                </a:solidFill>
                <a:latin typeface="Arial"/>
                <a:ea typeface="Arial"/>
                <a:cs typeface="Arial"/>
              </a:defRPr>
            </a:lvl9pPr>
          </a:lstStyle>
          <a:p xmlns:a="http://schemas.openxmlformats.org/drawingml/2006/main">
            <a:pPr algn="r">
              <a:defRPr sz="1350" b="0">
                <a:solidFill>
                  <a:srgbClr val="707C88"/>
                </a:solidFill>
                <a:latin typeface="Arial"/>
                <a:ea typeface="Arial"/>
                <a:cs typeface="Arial"/>
              </a:defRPr>
            </a:pPr>
            <a:r>
              <a:rPr sz="1350" b="0">
                <a:solidFill>
                  <a:srgbClr val="707C88"/>
                </a:solidFill>
                <a:latin typeface="Arial"/>
                <a:ea typeface="Arial"/>
                <a:cs typeface="Arial"/>
              </a:rPr>
              <a:t>Example</a:t>
            </a:r>
          </a:p>
        </p:txBody>
      </p:sp>
      <p:sp>
        <p:nvSpPr>
          <p:cNvPr id="19" name="!!nav.home">
            <ns0:hlinkClick xmlns:ns0="http://schemas.openxmlformats.org/drawingml/2006/main" xmlns:ns1="http://schemas.openxmlformats.org/officeDocument/2006/relationships" ns1:id="rIdNavSlide3" action="ppaction://hlinksldjump" tooltip="Slide 3: Seven workflows across the firm"/>
            <a:extLst xmlns:a="http://schemas.openxmlformats.org/drawingml/2006/main">
              <a:ext uri="{FF2B5EF4-FFF2-40B4-BE49-F238E27FC236}">
                <a16:creationId xmlns:a16="http://schemas.microsoft.com/office/drawing/2014/main" id="{56D5B1EB-896B-4C1C-8442-334BEE640E95}"/>
              </a:ext>
            </a:extLst>
          </p:cNvPr>
          <p:cNvSpPr>
            <a:spLocks xmlns:a="http://schemas.openxmlformats.org/drawingml/2006/main" noGrp="1"/>
          </p:cNvSpPr>
          <p:nvPr/>
        </p:nvSpPr>
        <p:spPr>
          <a:xfrm xmlns:a="http://schemas.openxmlformats.org/drawingml/2006/main">
            <a:off x="647700" y="7496175"/>
            <a:ext cx="26098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BCC6CF"/>
            </a:solidFill>
            <a:prstDash val="solid"/>
          </a:ln>
        </p:spPr>
        <p:txBody>
          <a:bodyPr xmlns:a="http://schemas.openxmlformats.org/drawingml/2006/main" wrap="square" lIns="114300" tIns="0" rIns="114300" bIns="0" anchor="ctr">
            <a:noAutofit/>
          </a:bodyPr>
          <a:lstStyle xmlns:a="http://schemas.openxmlformats.org/drawingml/2006/main">
            <a:defPPr algn="ctr">
              <a:defRPr sz="1800" b="1">
                <a:solidFill>
                  <a:srgbClr val="005A9C"/>
                </a:solidFill>
                <a:latin typeface="Arial"/>
                <a:ea typeface="Arial"/>
                <a:cs typeface="Arial"/>
              </a:defRPr>
            </a:defPPr>
            <a:lvl1pPr algn="ctr">
              <a:defRPr sz="1800" b="1">
                <a:solidFill>
                  <a:srgbClr val="005A9C"/>
                </a:solidFill>
                <a:latin typeface="Arial"/>
                <a:ea typeface="Arial"/>
                <a:cs typeface="Arial"/>
              </a:defRPr>
            </a:lvl1pPr>
            <a:lvl2pPr algn="ctr">
              <a:defRPr sz="1800" b="1">
                <a:solidFill>
                  <a:srgbClr val="005A9C"/>
                </a:solidFill>
                <a:latin typeface="Arial"/>
                <a:ea typeface="Arial"/>
                <a:cs typeface="Arial"/>
              </a:defRPr>
            </a:lvl2pPr>
            <a:lvl3pPr algn="ctr">
              <a:defRPr sz="1800" b="1">
                <a:solidFill>
                  <a:srgbClr val="005A9C"/>
                </a:solidFill>
                <a:latin typeface="Arial"/>
                <a:ea typeface="Arial"/>
                <a:cs typeface="Arial"/>
              </a:defRPr>
            </a:lvl3pPr>
            <a:lvl4pPr algn="ctr">
              <a:defRPr sz="1800" b="1">
                <a:solidFill>
                  <a:srgbClr val="005A9C"/>
                </a:solidFill>
                <a:latin typeface="Arial"/>
                <a:ea typeface="Arial"/>
                <a:cs typeface="Arial"/>
              </a:defRPr>
            </a:lvl4pPr>
            <a:lvl5pPr algn="ctr">
              <a:defRPr sz="1800" b="1">
                <a:solidFill>
                  <a:srgbClr val="005A9C"/>
                </a:solidFill>
                <a:latin typeface="Arial"/>
                <a:ea typeface="Arial"/>
                <a:cs typeface="Arial"/>
              </a:defRPr>
            </a:lvl5pPr>
            <a:lvl6pPr algn="ctr">
              <a:defRPr sz="1800" b="1">
                <a:solidFill>
                  <a:srgbClr val="005A9C"/>
                </a:solidFill>
                <a:latin typeface="Arial"/>
                <a:ea typeface="Arial"/>
                <a:cs typeface="Arial"/>
              </a:defRPr>
            </a:lvl6pPr>
            <a:lvl7pPr algn="ctr">
              <a:defRPr sz="1800" b="1">
                <a:solidFill>
                  <a:srgbClr val="005A9C"/>
                </a:solidFill>
                <a:latin typeface="Arial"/>
                <a:ea typeface="Arial"/>
                <a:cs typeface="Arial"/>
              </a:defRPr>
            </a:lvl7pPr>
            <a:lvl8pPr algn="ctr">
              <a:defRPr sz="1800" b="1">
                <a:solidFill>
                  <a:srgbClr val="005A9C"/>
                </a:solidFill>
                <a:latin typeface="Arial"/>
                <a:ea typeface="Arial"/>
                <a:cs typeface="Arial"/>
              </a:defRPr>
            </a:lvl8pPr>
            <a:lvl9pPr algn="ctr">
              <a:defRPr sz="1800" b="1">
                <a:solidFill>
                  <a:srgbClr val="005A9C"/>
                </a:solidFill>
                <a:latin typeface="Arial"/>
                <a:ea typeface="Arial"/>
                <a:cs typeface="Arial"/>
              </a:defRPr>
            </a:lvl9pPr>
          </a:lstStyle>
          <a:p xmlns:a="http://schemas.openxmlformats.org/drawingml/2006/main">
            <a:pPr algn="ctr">
              <a:defRPr sz="1800" b="1">
                <a:solidFill>
                  <a:srgbClr val="005A9C"/>
                </a:solidFill>
                <a:latin typeface="Arial"/>
                <a:ea typeface="Arial"/>
                <a:cs typeface="Arial"/>
              </a:defRPr>
            </a:pPr>
            <a:r>
              <a:rPr sz="1800" b="1">
                <a:solidFill>
                  <a:srgbClr val="005A9C"/>
                </a:solidFill>
                <a:latin typeface="Arial"/>
                <a:ea typeface="Arial"/>
                <a:cs typeface="Arial"/>
              </a:rPr>
              <a:t>Firm overview</a:t>
            </a:r>
          </a:p>
        </p:txBody>
      </p:sp>
      <p:sp>
        <p:nvSpPr>
          <p:cNvPr id="20" name="!!page">
            <a:extLst xmlns:a="http://schemas.openxmlformats.org/drawingml/2006/main">
              <a:ext uri="{FF2B5EF4-FFF2-40B4-BE49-F238E27FC236}">
                <a16:creationId xmlns:a16="http://schemas.microsoft.com/office/drawing/2014/main" id="{39A1F1BB-9038-4BB2-9227-BB5D5AA42621}"/>
              </a:ext>
            </a:extLst>
          </p:cNvPr>
          <p:cNvSpPr>
            <a:spLocks xmlns:a="http://schemas.openxmlformats.org/drawingml/2006/main" noGrp="1"/>
          </p:cNvSpPr>
          <p:nvPr/>
        </p:nvSpPr>
        <p:spPr>
          <a:xfrm xmlns:a="http://schemas.openxmlformats.org/drawingml/2006/main">
            <a:off x="11144250" y="7591425"/>
            <a:ext cx="904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650" b="0">
                <a:solidFill>
                  <a:srgbClr val="707C88"/>
                </a:solidFill>
                <a:latin typeface="Arial"/>
                <a:ea typeface="Arial"/>
                <a:cs typeface="Arial"/>
              </a:defRPr>
            </a:defPPr>
            <a:lvl1pPr algn="r">
              <a:defRPr sz="1650" b="0">
                <a:solidFill>
                  <a:srgbClr val="707C88"/>
                </a:solidFill>
                <a:latin typeface="Arial"/>
                <a:ea typeface="Arial"/>
                <a:cs typeface="Arial"/>
              </a:defRPr>
            </a:lvl1pPr>
            <a:lvl2pPr algn="r">
              <a:defRPr sz="1650" b="0">
                <a:solidFill>
                  <a:srgbClr val="707C88"/>
                </a:solidFill>
                <a:latin typeface="Arial"/>
                <a:ea typeface="Arial"/>
                <a:cs typeface="Arial"/>
              </a:defRPr>
            </a:lvl2pPr>
            <a:lvl3pPr algn="r">
              <a:defRPr sz="1650" b="0">
                <a:solidFill>
                  <a:srgbClr val="707C88"/>
                </a:solidFill>
                <a:latin typeface="Arial"/>
                <a:ea typeface="Arial"/>
                <a:cs typeface="Arial"/>
              </a:defRPr>
            </a:lvl3pPr>
            <a:lvl4pPr algn="r">
              <a:defRPr sz="1650" b="0">
                <a:solidFill>
                  <a:srgbClr val="707C88"/>
                </a:solidFill>
                <a:latin typeface="Arial"/>
                <a:ea typeface="Arial"/>
                <a:cs typeface="Arial"/>
              </a:defRPr>
            </a:lvl4pPr>
            <a:lvl5pPr algn="r">
              <a:defRPr sz="1650" b="0">
                <a:solidFill>
                  <a:srgbClr val="707C88"/>
                </a:solidFill>
                <a:latin typeface="Arial"/>
                <a:ea typeface="Arial"/>
                <a:cs typeface="Arial"/>
              </a:defRPr>
            </a:lvl5pPr>
            <a:lvl6pPr algn="r">
              <a:defRPr sz="1650" b="0">
                <a:solidFill>
                  <a:srgbClr val="707C88"/>
                </a:solidFill>
                <a:latin typeface="Arial"/>
                <a:ea typeface="Arial"/>
                <a:cs typeface="Arial"/>
              </a:defRPr>
            </a:lvl6pPr>
            <a:lvl7pPr algn="r">
              <a:defRPr sz="1650" b="0">
                <a:solidFill>
                  <a:srgbClr val="707C88"/>
                </a:solidFill>
                <a:latin typeface="Arial"/>
                <a:ea typeface="Arial"/>
                <a:cs typeface="Arial"/>
              </a:defRPr>
            </a:lvl7pPr>
            <a:lvl8pPr algn="r">
              <a:defRPr sz="1650" b="0">
                <a:solidFill>
                  <a:srgbClr val="707C88"/>
                </a:solidFill>
                <a:latin typeface="Arial"/>
                <a:ea typeface="Arial"/>
                <a:cs typeface="Arial"/>
              </a:defRPr>
            </a:lvl8pPr>
            <a:lvl9pPr algn="r">
              <a:defRPr sz="1650" b="0">
                <a:solidFill>
                  <a:srgbClr val="707C88"/>
                </a:solidFill>
                <a:latin typeface="Arial"/>
                <a:ea typeface="Arial"/>
                <a:cs typeface="Arial"/>
              </a:defRPr>
            </a:lvl9pPr>
          </a:lstStyle>
          <a:p xmlns:a="http://schemas.openxmlformats.org/drawingml/2006/main">
            <a:pPr algn="r">
              <a:defRPr sz="1650" b="0">
                <a:solidFill>
                  <a:srgbClr val="707C88"/>
                </a:solidFill>
                <a:latin typeface="Arial"/>
                <a:ea typeface="Arial"/>
                <a:cs typeface="Arial"/>
              </a:defRPr>
            </a:pPr>
            <a:r>
              <a:rPr sz="1650" b="0">
                <a:solidFill>
                  <a:srgbClr val="707C88"/>
                </a:solidFill>
                <a:latin typeface="Arial"/>
                <a:ea typeface="Arial"/>
                <a:cs typeface="Arial"/>
              </a:rPr>
              <a:t>6 / 33</a:t>
            </a:r>
          </a:p>
        </p:txBody>
      </p:sp>
      <p:sp>
        <p:nvSpPr>
          <p:cNvPr id="21" name="!!nav.prev">
            <ns0:hlinkClick xmlns:ns0="http://schemas.openxmlformats.org/drawingml/2006/main" xmlns:ns1="http://schemas.openxmlformats.org/officeDocument/2006/relationships" ns1:id="rIdNavSlide5" action="ppaction://hlinksldjump" tooltip="Slide 5: Tianhong: analyzing earnings drivers"/>
            <a:extLst xmlns:a="http://schemas.openxmlformats.org/drawingml/2006/main">
              <a:ext uri="{FF2B5EF4-FFF2-40B4-BE49-F238E27FC236}">
                <a16:creationId xmlns:a16="http://schemas.microsoft.com/office/drawing/2014/main" id="{8726F0D5-AEB9-465D-9117-BB875A5CC855}"/>
              </a:ext>
            </a:extLst>
          </p:cNvPr>
          <p:cNvSpPr>
            <a:spLocks xmlns:a="http://schemas.openxmlformats.org/drawingml/2006/main" noGrp="1"/>
          </p:cNvSpPr>
          <p:nvPr/>
        </p:nvSpPr>
        <p:spPr>
          <a:xfrm xmlns:a="http://schemas.openxmlformats.org/drawingml/2006/main">
            <a:off x="12287250" y="7496175"/>
            <a:ext cx="1047750" cy="4572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725" b="1">
                <a:solidFill>
                  <a:srgbClr val="005A9C"/>
                </a:solidFill>
                <a:latin typeface="Arial"/>
                <a:ea typeface="Arial"/>
                <a:cs typeface="Arial"/>
              </a:defRPr>
            </a:defPPr>
            <a:lvl1pPr algn="ctr">
              <a:defRPr sz="1725" b="1">
                <a:solidFill>
                  <a:srgbClr val="005A9C"/>
                </a:solidFill>
                <a:latin typeface="Arial"/>
                <a:ea typeface="Arial"/>
                <a:cs typeface="Arial"/>
              </a:defRPr>
            </a:lvl1pPr>
            <a:lvl2pPr algn="ctr">
              <a:defRPr sz="1725" b="1">
                <a:solidFill>
                  <a:srgbClr val="005A9C"/>
                </a:solidFill>
                <a:latin typeface="Arial"/>
                <a:ea typeface="Arial"/>
                <a:cs typeface="Arial"/>
              </a:defRPr>
            </a:lvl2pPr>
            <a:lvl3pPr algn="ctr">
              <a:defRPr sz="1725" b="1">
                <a:solidFill>
                  <a:srgbClr val="005A9C"/>
                </a:solidFill>
                <a:latin typeface="Arial"/>
                <a:ea typeface="Arial"/>
                <a:cs typeface="Arial"/>
              </a:defRPr>
            </a:lvl3pPr>
            <a:lvl4pPr algn="ctr">
              <a:defRPr sz="1725" b="1">
                <a:solidFill>
                  <a:srgbClr val="005A9C"/>
                </a:solidFill>
                <a:latin typeface="Arial"/>
                <a:ea typeface="Arial"/>
                <a:cs typeface="Arial"/>
              </a:defRPr>
            </a:lvl4pPr>
            <a:lvl5pPr algn="ctr">
              <a:defRPr sz="1725" b="1">
                <a:solidFill>
                  <a:srgbClr val="005A9C"/>
                </a:solidFill>
                <a:latin typeface="Arial"/>
                <a:ea typeface="Arial"/>
                <a:cs typeface="Arial"/>
              </a:defRPr>
            </a:lvl5pPr>
            <a:lvl6pPr algn="ctr">
              <a:defRPr sz="1725" b="1">
                <a:solidFill>
                  <a:srgbClr val="005A9C"/>
                </a:solidFill>
                <a:latin typeface="Arial"/>
                <a:ea typeface="Arial"/>
                <a:cs typeface="Arial"/>
              </a:defRPr>
            </a:lvl6pPr>
            <a:lvl7pPr algn="ctr">
              <a:defRPr sz="1725" b="1">
                <a:solidFill>
                  <a:srgbClr val="005A9C"/>
                </a:solidFill>
                <a:latin typeface="Arial"/>
                <a:ea typeface="Arial"/>
                <a:cs typeface="Arial"/>
              </a:defRPr>
            </a:lvl7pPr>
            <a:lvl8pPr algn="ctr">
              <a:defRPr sz="1725" b="1">
                <a:solidFill>
                  <a:srgbClr val="005A9C"/>
                </a:solidFill>
                <a:latin typeface="Arial"/>
                <a:ea typeface="Arial"/>
                <a:cs typeface="Arial"/>
              </a:defRPr>
            </a:lvl8pPr>
            <a:lvl9pPr algn="ctr">
              <a:defRPr sz="1725" b="1">
                <a:solidFill>
                  <a:srgbClr val="005A9C"/>
                </a:solidFill>
                <a:latin typeface="Arial"/>
                <a:ea typeface="Arial"/>
                <a:cs typeface="Arial"/>
              </a:defRPr>
            </a:lvl9pPr>
          </a:lstStyle>
          <a:p xmlns:a="http://schemas.openxmlformats.org/drawingml/2006/main">
            <a:pPr algn="ctr">
              <a:defRPr sz="1725" b="1">
                <a:solidFill>
                  <a:srgbClr val="005A9C"/>
                </a:solidFill>
                <a:latin typeface="Arial"/>
                <a:ea typeface="Arial"/>
                <a:cs typeface="Arial"/>
              </a:defRPr>
            </a:pPr>
            <a:r>
              <a:rPr sz="1725" b="1">
                <a:solidFill>
                  <a:srgbClr val="005A9C"/>
                </a:solidFill>
                <a:latin typeface="Arial"/>
                <a:ea typeface="Arial"/>
                <a:cs typeface="Arial"/>
              </a:rPr>
              <a:t>Back</a:t>
            </a:r>
          </a:p>
        </p:txBody>
      </p:sp>
      <p:sp>
        <p:nvSpPr>
          <p:cNvPr id="22" name="!!nav.next">
            <ns0:hlinkClick xmlns:ns0="http://schemas.openxmlformats.org/drawingml/2006/main" xmlns:ns1="http://schemas.openxmlformats.org/officeDocument/2006/relationships" ns1:id="rIdNavSlide7" action="ppaction://hlinksldjump" tooltip="Slide 7: Zhong Ou: populating research templates"/>
            <a:extLst xmlns:a="http://schemas.openxmlformats.org/drawingml/2006/main">
              <a:ext uri="{FF2B5EF4-FFF2-40B4-BE49-F238E27FC236}">
                <a16:creationId xmlns:a16="http://schemas.microsoft.com/office/drawing/2014/main" id="{1ED118C4-AF78-40C2-B3CE-67A19FA2E800}"/>
              </a:ext>
            </a:extLst>
          </p:cNvPr>
          <p:cNvSpPr>
            <a:spLocks xmlns:a="http://schemas.openxmlformats.org/drawingml/2006/main" noGrp="1"/>
          </p:cNvSpPr>
          <p:nvPr/>
        </p:nvSpPr>
        <p:spPr>
          <a:xfrm xmlns:a="http://schemas.openxmlformats.org/drawingml/2006/main">
            <a:off x="13506450" y="7496175"/>
            <a:ext cx="1085850" cy="45720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725" b="1">
                <a:solidFill>
                  <a:srgbClr val="FFFFFF"/>
                </a:solidFill>
                <a:latin typeface="Arial"/>
                <a:ea typeface="Arial"/>
                <a:cs typeface="Arial"/>
              </a:defRPr>
            </a:defPPr>
            <a:lvl1pPr algn="ctr">
              <a:defRPr sz="1725" b="1">
                <a:solidFill>
                  <a:srgbClr val="FFFFFF"/>
                </a:solidFill>
                <a:latin typeface="Arial"/>
                <a:ea typeface="Arial"/>
                <a:cs typeface="Arial"/>
              </a:defRPr>
            </a:lvl1pPr>
            <a:lvl2pPr algn="ctr">
              <a:defRPr sz="1725" b="1">
                <a:solidFill>
                  <a:srgbClr val="FFFFFF"/>
                </a:solidFill>
                <a:latin typeface="Arial"/>
                <a:ea typeface="Arial"/>
                <a:cs typeface="Arial"/>
              </a:defRPr>
            </a:lvl2pPr>
            <a:lvl3pPr algn="ctr">
              <a:defRPr sz="1725" b="1">
                <a:solidFill>
                  <a:srgbClr val="FFFFFF"/>
                </a:solidFill>
                <a:latin typeface="Arial"/>
                <a:ea typeface="Arial"/>
                <a:cs typeface="Arial"/>
              </a:defRPr>
            </a:lvl3pPr>
            <a:lvl4pPr algn="ctr">
              <a:defRPr sz="1725" b="1">
                <a:solidFill>
                  <a:srgbClr val="FFFFFF"/>
                </a:solidFill>
                <a:latin typeface="Arial"/>
                <a:ea typeface="Arial"/>
                <a:cs typeface="Arial"/>
              </a:defRPr>
            </a:lvl4pPr>
            <a:lvl5pPr algn="ctr">
              <a:defRPr sz="1725" b="1">
                <a:solidFill>
                  <a:srgbClr val="FFFFFF"/>
                </a:solidFill>
                <a:latin typeface="Arial"/>
                <a:ea typeface="Arial"/>
                <a:cs typeface="Arial"/>
              </a:defRPr>
            </a:lvl5pPr>
            <a:lvl6pPr algn="ctr">
              <a:defRPr sz="1725" b="1">
                <a:solidFill>
                  <a:srgbClr val="FFFFFF"/>
                </a:solidFill>
                <a:latin typeface="Arial"/>
                <a:ea typeface="Arial"/>
                <a:cs typeface="Arial"/>
              </a:defRPr>
            </a:lvl6pPr>
            <a:lvl7pPr algn="ctr">
              <a:defRPr sz="1725" b="1">
                <a:solidFill>
                  <a:srgbClr val="FFFFFF"/>
                </a:solidFill>
                <a:latin typeface="Arial"/>
                <a:ea typeface="Arial"/>
                <a:cs typeface="Arial"/>
              </a:defRPr>
            </a:lvl7pPr>
            <a:lvl8pPr algn="ctr">
              <a:defRPr sz="1725" b="1">
                <a:solidFill>
                  <a:srgbClr val="FFFFFF"/>
                </a:solidFill>
                <a:latin typeface="Arial"/>
                <a:ea typeface="Arial"/>
                <a:cs typeface="Arial"/>
              </a:defRPr>
            </a:lvl8pPr>
            <a:lvl9pPr algn="ctr">
              <a:defRPr sz="1725" b="1">
                <a:solidFill>
                  <a:srgbClr val="FFFFFF"/>
                </a:solidFill>
                <a:latin typeface="Arial"/>
                <a:ea typeface="Arial"/>
                <a:cs typeface="Arial"/>
              </a:defRPr>
            </a:lvl9pPr>
          </a:lstStyle>
          <a:p xmlns:a="http://schemas.openxmlformats.org/drawingml/2006/main">
            <a:pPr algn="ctr">
              <a:defRPr sz="1725" b="1">
                <a:solidFill>
                  <a:srgbClr val="FFFFFF"/>
                </a:solidFill>
                <a:latin typeface="Arial"/>
                <a:ea typeface="Arial"/>
                <a:cs typeface="Arial"/>
              </a:defRPr>
            </a:pPr>
            <a:r>
              <a:rPr sz="1725" b="1">
                <a:solidFill>
                  <a:srgbClr val="FFFFFF"/>
                </a:solidFill>
                <a:latin typeface="Arial"/>
                <a:ea typeface="Arial"/>
                <a:cs typeface="Arial"/>
              </a:rPr>
              <a:t>Next</a:t>
            </a:r>
          </a:p>
        </p:txBody>
      </p:sp>
      <p:sp>
        <p:nvSpPr>
          <p:cNvPr id="23" name="!!footer.rule">
            <a:extLst xmlns:a="http://schemas.openxmlformats.org/drawingml/2006/main">
              <a:ext uri="{FF2B5EF4-FFF2-40B4-BE49-F238E27FC236}">
                <a16:creationId xmlns:a16="http://schemas.microsoft.com/office/drawing/2014/main" id="{21822354-F69F-4C18-A833-29DF145F746C}"/>
              </a:ext>
            </a:extLst>
          </p:cNvPr>
          <p:cNvSpPr>
            <a:spLocks xmlns:a="http://schemas.openxmlformats.org/drawingml/2006/main" noGrp="1"/>
          </p:cNvSpPr>
          <p:nvPr/>
        </p:nvSpPr>
        <p:spPr>
          <a:xfrm xmlns:a="http://schemas.openxmlformats.org/drawingml/2006/main" flipH="0" flipV="0">
            <a:off x="647700" y="8134350"/>
            <a:ext cx="13944600" cy="953"/>
          </a:xfrm>
          <a:prstGeom xmlns:a="http://schemas.openxmlformats.org/drawingml/2006/main" prst="line">
            <a:avLst/>
          </a:prstGeom>
          <a:noFill xmlns:a="http://schemas.openxmlformats.org/drawingml/2006/main"/>
          <a:ln xmlns:a="http://schemas.openxmlformats.org/drawingml/2006/main" w="9525">
            <a:solidFill>
              <a:srgbClr val="BCC6CF"/>
            </a:solidFill>
            <a:prstDash val="solid"/>
          </a:ln>
        </p:spPr>
      </p:sp>
      <p:sp>
        <p:nvSpPr>
          <p:cNvPr id="24" name="!!source">
            <a:extLst xmlns:a="http://schemas.openxmlformats.org/drawingml/2006/main">
              <a:ext uri="{FF2B5EF4-FFF2-40B4-BE49-F238E27FC236}">
                <a16:creationId xmlns:a16="http://schemas.microsoft.com/office/drawing/2014/main" id="{C88E2A30-8EF5-4570-B4FB-05E097A83AB9}"/>
              </a:ext>
            </a:extLst>
          </p:cNvPr>
          <p:cNvSpPr>
            <a:spLocks xmlns:a="http://schemas.openxmlformats.org/drawingml/2006/main" noGrp="1"/>
          </p:cNvSpPr>
          <p:nvPr/>
        </p:nvSpPr>
        <p:spPr>
          <a:xfrm xmlns:a="http://schemas.openxmlformats.org/drawingml/2006/main">
            <a:off x="647700" y="8267700"/>
            <a:ext cx="13944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707C88"/>
                </a:solidFill>
                <a:latin typeface="Arial"/>
                <a:ea typeface="Arial"/>
                <a:cs typeface="Arial"/>
              </a:defRPr>
            </a:defPPr>
            <a:lvl1pPr algn="l">
              <a:defRPr sz="1050" b="0">
                <a:solidFill>
                  <a:srgbClr val="707C88"/>
                </a:solidFill>
                <a:latin typeface="Arial"/>
                <a:ea typeface="Arial"/>
                <a:cs typeface="Arial"/>
              </a:defRPr>
            </a:lvl1pPr>
            <a:lvl2pPr algn="l">
              <a:defRPr sz="1050" b="0">
                <a:solidFill>
                  <a:srgbClr val="707C88"/>
                </a:solidFill>
                <a:latin typeface="Arial"/>
                <a:ea typeface="Arial"/>
                <a:cs typeface="Arial"/>
              </a:defRPr>
            </a:lvl2pPr>
            <a:lvl3pPr algn="l">
              <a:defRPr sz="1050" b="0">
                <a:solidFill>
                  <a:srgbClr val="707C88"/>
                </a:solidFill>
                <a:latin typeface="Arial"/>
                <a:ea typeface="Arial"/>
                <a:cs typeface="Arial"/>
              </a:defRPr>
            </a:lvl3pPr>
            <a:lvl4pPr algn="l">
              <a:defRPr sz="1050" b="0">
                <a:solidFill>
                  <a:srgbClr val="707C88"/>
                </a:solidFill>
                <a:latin typeface="Arial"/>
                <a:ea typeface="Arial"/>
                <a:cs typeface="Arial"/>
              </a:defRPr>
            </a:lvl4pPr>
            <a:lvl5pPr algn="l">
              <a:defRPr sz="1050" b="0">
                <a:solidFill>
                  <a:srgbClr val="707C88"/>
                </a:solidFill>
                <a:latin typeface="Arial"/>
                <a:ea typeface="Arial"/>
                <a:cs typeface="Arial"/>
              </a:defRPr>
            </a:lvl5pPr>
            <a:lvl6pPr algn="l">
              <a:defRPr sz="1050" b="0">
                <a:solidFill>
                  <a:srgbClr val="707C88"/>
                </a:solidFill>
                <a:latin typeface="Arial"/>
                <a:ea typeface="Arial"/>
                <a:cs typeface="Arial"/>
              </a:defRPr>
            </a:lvl6pPr>
            <a:lvl7pPr algn="l">
              <a:defRPr sz="1050" b="0">
                <a:solidFill>
                  <a:srgbClr val="707C88"/>
                </a:solidFill>
                <a:latin typeface="Arial"/>
                <a:ea typeface="Arial"/>
                <a:cs typeface="Arial"/>
              </a:defRPr>
            </a:lvl7pPr>
            <a:lvl8pPr algn="l">
              <a:defRPr sz="1050" b="0">
                <a:solidFill>
                  <a:srgbClr val="707C88"/>
                </a:solidFill>
                <a:latin typeface="Arial"/>
                <a:ea typeface="Arial"/>
                <a:cs typeface="Arial"/>
              </a:defRPr>
            </a:lvl8pPr>
            <a:lvl9pPr algn="l">
              <a:defRPr sz="1050" b="0">
                <a:solidFill>
                  <a:srgbClr val="707C88"/>
                </a:solidFill>
                <a:latin typeface="Arial"/>
                <a:ea typeface="Arial"/>
                <a:cs typeface="Arial"/>
              </a:defRPr>
            </a:lvl9pPr>
          </a:lstStyle>
          <a:p xmlns:a="http://schemas.openxmlformats.org/drawingml/2006/main">
            <a:pPr algn="l">
              <a:defRPr sz="1050" b="0">
                <a:solidFill>
                  <a:srgbClr val="707C88"/>
                </a:solidFill>
                <a:latin typeface="Arial"/>
                <a:ea typeface="Arial"/>
                <a:cs typeface="Arial"/>
              </a:defRPr>
            </a:pPr>
            <a:r>
              <a:rPr sz="1050" b="0">
                <a:solidFill>
                  <a:srgbClr val="707C88"/>
                </a:solidFill>
                <a:latin typeface="Arial"/>
                <a:ea typeface="Arial"/>
                <a:cs typeface="Arial"/>
              </a:rPr>
              <a:t>Sources: Fullgoal / AMAC</a:t>
            </a:r>
          </a:p>
        </p:txBody>
      </p:sp>
      <p:sp>
        <p:nvSpPr>
          <p:cNvPr id="25" name="!!views.llm.title">
            <a:extLst xmlns:a="http://schemas.openxmlformats.org/drawingml/2006/main">
              <a:ext uri="{FF2B5EF4-FFF2-40B4-BE49-F238E27FC236}">
                <a16:creationId xmlns:a16="http://schemas.microsoft.com/office/drawing/2014/main" id="{086FCE89-84C6-49E8-8015-8B0E0E5AAEDA}"/>
              </a:ext>
            </a:extLst>
          </p:cNvPr>
          <p:cNvSpPr>
            <a:spLocks xmlns:a="http://schemas.openxmlformats.org/drawingml/2006/main" noGrp="1"/>
          </p:cNvSpPr>
          <p:nvPr/>
        </p:nvSpPr>
        <p:spPr>
          <a:xfrm xmlns:a="http://schemas.openxmlformats.org/drawingml/2006/main">
            <a:off x="4057650" y="2047875"/>
            <a:ext cx="105346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05A9C"/>
                </a:solidFill>
                <a:latin typeface="Arial"/>
                <a:ea typeface="Arial"/>
                <a:cs typeface="Arial"/>
              </a:defRPr>
            </a:defPPr>
            <a:lvl1pPr algn="l">
              <a:defRPr sz="2325" b="1">
                <a:solidFill>
                  <a:srgbClr val="005A9C"/>
                </a:solidFill>
                <a:latin typeface="Arial"/>
                <a:ea typeface="Arial"/>
                <a:cs typeface="Arial"/>
              </a:defRPr>
            </a:lvl1pPr>
            <a:lvl2pPr algn="l">
              <a:defRPr sz="2325" b="1">
                <a:solidFill>
                  <a:srgbClr val="005A9C"/>
                </a:solidFill>
                <a:latin typeface="Arial"/>
                <a:ea typeface="Arial"/>
                <a:cs typeface="Arial"/>
              </a:defRPr>
            </a:lvl2pPr>
            <a:lvl3pPr algn="l">
              <a:defRPr sz="2325" b="1">
                <a:solidFill>
                  <a:srgbClr val="005A9C"/>
                </a:solidFill>
                <a:latin typeface="Arial"/>
                <a:ea typeface="Arial"/>
                <a:cs typeface="Arial"/>
              </a:defRPr>
            </a:lvl3pPr>
            <a:lvl4pPr algn="l">
              <a:defRPr sz="2325" b="1">
                <a:solidFill>
                  <a:srgbClr val="005A9C"/>
                </a:solidFill>
                <a:latin typeface="Arial"/>
                <a:ea typeface="Arial"/>
                <a:cs typeface="Arial"/>
              </a:defRPr>
            </a:lvl4pPr>
            <a:lvl5pPr algn="l">
              <a:defRPr sz="2325" b="1">
                <a:solidFill>
                  <a:srgbClr val="005A9C"/>
                </a:solidFill>
                <a:latin typeface="Arial"/>
                <a:ea typeface="Arial"/>
                <a:cs typeface="Arial"/>
              </a:defRPr>
            </a:lvl5pPr>
            <a:lvl6pPr algn="l">
              <a:defRPr sz="2325" b="1">
                <a:solidFill>
                  <a:srgbClr val="005A9C"/>
                </a:solidFill>
                <a:latin typeface="Arial"/>
                <a:ea typeface="Arial"/>
                <a:cs typeface="Arial"/>
              </a:defRPr>
            </a:lvl6pPr>
            <a:lvl7pPr algn="l">
              <a:defRPr sz="2325" b="1">
                <a:solidFill>
                  <a:srgbClr val="005A9C"/>
                </a:solidFill>
                <a:latin typeface="Arial"/>
                <a:ea typeface="Arial"/>
                <a:cs typeface="Arial"/>
              </a:defRPr>
            </a:lvl7pPr>
            <a:lvl8pPr algn="l">
              <a:defRPr sz="2325" b="1">
                <a:solidFill>
                  <a:srgbClr val="005A9C"/>
                </a:solidFill>
                <a:latin typeface="Arial"/>
                <a:ea typeface="Arial"/>
                <a:cs typeface="Arial"/>
              </a:defRPr>
            </a:lvl8pPr>
            <a:lvl9pPr algn="l">
              <a:defRPr sz="2325" b="1">
                <a:solidFill>
                  <a:srgbClr val="005A9C"/>
                </a:solidFill>
                <a:latin typeface="Arial"/>
                <a:ea typeface="Arial"/>
                <a:cs typeface="Arial"/>
              </a:defRPr>
            </a:lvl9pPr>
          </a:lstStyle>
          <a:p xmlns:a="http://schemas.openxmlformats.org/drawingml/2006/main">
            <a:pPr algn="l">
              <a:defRPr sz="2325" b="1">
                <a:solidFill>
                  <a:srgbClr val="005A9C"/>
                </a:solidFill>
                <a:latin typeface="Arial"/>
                <a:ea typeface="Arial"/>
                <a:cs typeface="Arial"/>
              </a:defRPr>
            </a:pPr>
            <a:r>
              <a:rPr sz="2325" b="1">
                <a:solidFill>
                  <a:srgbClr val="005A9C"/>
                </a:solidFill>
                <a:latin typeface="Arial"/>
                <a:ea typeface="Arial"/>
                <a:cs typeface="Arial"/>
              </a:rPr>
              <a:t>The LLM reads each report against the same research question</a:t>
            </a:r>
          </a:p>
        </p:txBody>
      </p:sp>
      <p:sp>
        <p:nvSpPr>
          <p:cNvPr id="26" name="!!views.reportA.rule">
            <a:extLst xmlns:a="http://schemas.openxmlformats.org/drawingml/2006/main">
              <a:ext uri="{FF2B5EF4-FFF2-40B4-BE49-F238E27FC236}">
                <a16:creationId xmlns:a16="http://schemas.microsoft.com/office/drawing/2014/main" id="{6EDC44FA-5152-4511-9606-E02D68F436A4}"/>
              </a:ext>
            </a:extLst>
          </p:cNvPr>
          <p:cNvSpPr>
            <a:spLocks xmlns:a="http://schemas.openxmlformats.org/drawingml/2006/main" noGrp="1"/>
          </p:cNvSpPr>
          <p:nvPr/>
        </p:nvSpPr>
        <p:spPr>
          <a:xfrm xmlns:a="http://schemas.openxmlformats.org/drawingml/2006/main" flipH="0" flipV="0">
            <a:off x="4057650" y="3143250"/>
            <a:ext cx="3219450" cy="953"/>
          </a:xfrm>
          <a:prstGeom xmlns:a="http://schemas.openxmlformats.org/drawingml/2006/main" prst="line">
            <a:avLst/>
          </a:prstGeom>
          <a:noFill xmlns:a="http://schemas.openxmlformats.org/drawingml/2006/main"/>
          <a:ln xmlns:a="http://schemas.openxmlformats.org/drawingml/2006/main" w="14288">
            <a:solidFill>
              <a:srgbClr val="317F7B"/>
            </a:solidFill>
            <a:prstDash val="solid"/>
          </a:ln>
        </p:spPr>
      </p:sp>
      <p:sp>
        <p:nvSpPr>
          <p:cNvPr id="27" name="!!views.reportA.label">
            <a:extLst xmlns:a="http://schemas.openxmlformats.org/drawingml/2006/main">
              <a:ext uri="{FF2B5EF4-FFF2-40B4-BE49-F238E27FC236}">
                <a16:creationId xmlns:a16="http://schemas.microsoft.com/office/drawing/2014/main" id="{8D430CF5-01EC-453C-9EC7-0D53B81B5B29}"/>
              </a:ext>
            </a:extLst>
          </p:cNvPr>
          <p:cNvSpPr>
            <a:spLocks xmlns:a="http://schemas.openxmlformats.org/drawingml/2006/main" noGrp="1"/>
          </p:cNvSpPr>
          <p:nvPr/>
        </p:nvSpPr>
        <p:spPr>
          <a:xfrm xmlns:a="http://schemas.openxmlformats.org/drawingml/2006/main">
            <a:off x="4057650" y="3238500"/>
            <a:ext cx="32194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317F7B"/>
                </a:solidFill>
                <a:latin typeface="Arial"/>
                <a:ea typeface="Arial"/>
                <a:cs typeface="Arial"/>
              </a:defRPr>
            </a:defPPr>
            <a:lvl1pPr algn="l">
              <a:defRPr sz="1650" b="1">
                <a:solidFill>
                  <a:srgbClr val="317F7B"/>
                </a:solidFill>
                <a:latin typeface="Arial"/>
                <a:ea typeface="Arial"/>
                <a:cs typeface="Arial"/>
              </a:defRPr>
            </a:lvl1pPr>
            <a:lvl2pPr algn="l">
              <a:defRPr sz="1650" b="1">
                <a:solidFill>
                  <a:srgbClr val="317F7B"/>
                </a:solidFill>
                <a:latin typeface="Arial"/>
                <a:ea typeface="Arial"/>
                <a:cs typeface="Arial"/>
              </a:defRPr>
            </a:lvl2pPr>
            <a:lvl3pPr algn="l">
              <a:defRPr sz="1650" b="1">
                <a:solidFill>
                  <a:srgbClr val="317F7B"/>
                </a:solidFill>
                <a:latin typeface="Arial"/>
                <a:ea typeface="Arial"/>
                <a:cs typeface="Arial"/>
              </a:defRPr>
            </a:lvl3pPr>
            <a:lvl4pPr algn="l">
              <a:defRPr sz="1650" b="1">
                <a:solidFill>
                  <a:srgbClr val="317F7B"/>
                </a:solidFill>
                <a:latin typeface="Arial"/>
                <a:ea typeface="Arial"/>
                <a:cs typeface="Arial"/>
              </a:defRPr>
            </a:lvl4pPr>
            <a:lvl5pPr algn="l">
              <a:defRPr sz="1650" b="1">
                <a:solidFill>
                  <a:srgbClr val="317F7B"/>
                </a:solidFill>
                <a:latin typeface="Arial"/>
                <a:ea typeface="Arial"/>
                <a:cs typeface="Arial"/>
              </a:defRPr>
            </a:lvl5pPr>
            <a:lvl6pPr algn="l">
              <a:defRPr sz="1650" b="1">
                <a:solidFill>
                  <a:srgbClr val="317F7B"/>
                </a:solidFill>
                <a:latin typeface="Arial"/>
                <a:ea typeface="Arial"/>
                <a:cs typeface="Arial"/>
              </a:defRPr>
            </a:lvl6pPr>
            <a:lvl7pPr algn="l">
              <a:defRPr sz="1650" b="1">
                <a:solidFill>
                  <a:srgbClr val="317F7B"/>
                </a:solidFill>
                <a:latin typeface="Arial"/>
                <a:ea typeface="Arial"/>
                <a:cs typeface="Arial"/>
              </a:defRPr>
            </a:lvl7pPr>
            <a:lvl8pPr algn="l">
              <a:defRPr sz="1650" b="1">
                <a:solidFill>
                  <a:srgbClr val="317F7B"/>
                </a:solidFill>
                <a:latin typeface="Arial"/>
                <a:ea typeface="Arial"/>
                <a:cs typeface="Arial"/>
              </a:defRPr>
            </a:lvl8pPr>
            <a:lvl9pPr algn="l">
              <a:defRPr sz="1650" b="1">
                <a:solidFill>
                  <a:srgbClr val="317F7B"/>
                </a:solidFill>
                <a:latin typeface="Arial"/>
                <a:ea typeface="Arial"/>
                <a:cs typeface="Arial"/>
              </a:defRPr>
            </a:lvl9pPr>
          </a:lstStyle>
          <a:p xmlns:a="http://schemas.openxmlformats.org/drawingml/2006/main">
            <a:pPr algn="l">
              <a:defRPr sz="1650" b="1">
                <a:solidFill>
                  <a:srgbClr val="317F7B"/>
                </a:solidFill>
                <a:latin typeface="Arial"/>
                <a:ea typeface="Arial"/>
                <a:cs typeface="Arial"/>
              </a:defRPr>
            </a:pPr>
            <a:r>
              <a:rPr sz="1650" b="1">
                <a:solidFill>
                  <a:srgbClr val="317F7B"/>
                </a:solidFill>
                <a:latin typeface="Arial"/>
                <a:ea typeface="Arial"/>
                <a:cs typeface="Arial"/>
              </a:rPr>
              <a:t>Report A</a:t>
            </a:r>
          </a:p>
        </p:txBody>
      </p:sp>
      <p:sp>
        <p:nvSpPr>
          <p:cNvPr id="28" name="!!views.reportA.text">
            <a:extLst xmlns:a="http://schemas.openxmlformats.org/drawingml/2006/main">
              <a:ext uri="{FF2B5EF4-FFF2-40B4-BE49-F238E27FC236}">
                <a16:creationId xmlns:a16="http://schemas.microsoft.com/office/drawing/2014/main" id="{50DE9AA4-6AD1-4F27-852D-63606E61F4D5}"/>
              </a:ext>
            </a:extLst>
          </p:cNvPr>
          <p:cNvSpPr>
            <a:spLocks xmlns:a="http://schemas.openxmlformats.org/drawingml/2006/main" noGrp="1"/>
          </p:cNvSpPr>
          <p:nvPr/>
        </p:nvSpPr>
        <p:spPr>
          <a:xfrm xmlns:a="http://schemas.openxmlformats.org/drawingml/2006/main">
            <a:off x="4057650" y="3581400"/>
            <a:ext cx="321945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20262C"/>
                </a:solidFill>
                <a:latin typeface="Arial"/>
                <a:ea typeface="Arial"/>
                <a:cs typeface="Arial"/>
              </a:defRPr>
            </a:defPPr>
            <a:lvl1pPr algn="l">
              <a:defRPr sz="2100" b="0">
                <a:solidFill>
                  <a:srgbClr val="20262C"/>
                </a:solidFill>
                <a:latin typeface="Arial"/>
                <a:ea typeface="Arial"/>
                <a:cs typeface="Arial"/>
              </a:defRPr>
            </a:lvl1pPr>
            <a:lvl2pPr algn="l">
              <a:defRPr sz="2100" b="0">
                <a:solidFill>
                  <a:srgbClr val="20262C"/>
                </a:solidFill>
                <a:latin typeface="Arial"/>
                <a:ea typeface="Arial"/>
                <a:cs typeface="Arial"/>
              </a:defRPr>
            </a:lvl2pPr>
            <a:lvl3pPr algn="l">
              <a:defRPr sz="2100" b="0">
                <a:solidFill>
                  <a:srgbClr val="20262C"/>
                </a:solidFill>
                <a:latin typeface="Arial"/>
                <a:ea typeface="Arial"/>
                <a:cs typeface="Arial"/>
              </a:defRPr>
            </a:lvl3pPr>
            <a:lvl4pPr algn="l">
              <a:defRPr sz="2100" b="0">
                <a:solidFill>
                  <a:srgbClr val="20262C"/>
                </a:solidFill>
                <a:latin typeface="Arial"/>
                <a:ea typeface="Arial"/>
                <a:cs typeface="Arial"/>
              </a:defRPr>
            </a:lvl4pPr>
            <a:lvl5pPr algn="l">
              <a:defRPr sz="2100" b="0">
                <a:solidFill>
                  <a:srgbClr val="20262C"/>
                </a:solidFill>
                <a:latin typeface="Arial"/>
                <a:ea typeface="Arial"/>
                <a:cs typeface="Arial"/>
              </a:defRPr>
            </a:lvl5pPr>
            <a:lvl6pPr algn="l">
              <a:defRPr sz="2100" b="0">
                <a:solidFill>
                  <a:srgbClr val="20262C"/>
                </a:solidFill>
                <a:latin typeface="Arial"/>
                <a:ea typeface="Arial"/>
                <a:cs typeface="Arial"/>
              </a:defRPr>
            </a:lvl6pPr>
            <a:lvl7pPr algn="l">
              <a:defRPr sz="2100" b="0">
                <a:solidFill>
                  <a:srgbClr val="20262C"/>
                </a:solidFill>
                <a:latin typeface="Arial"/>
                <a:ea typeface="Arial"/>
                <a:cs typeface="Arial"/>
              </a:defRPr>
            </a:lvl7pPr>
            <a:lvl8pPr algn="l">
              <a:defRPr sz="2100" b="0">
                <a:solidFill>
                  <a:srgbClr val="20262C"/>
                </a:solidFill>
                <a:latin typeface="Arial"/>
                <a:ea typeface="Arial"/>
                <a:cs typeface="Arial"/>
              </a:defRPr>
            </a:lvl8pPr>
            <a:lvl9pPr algn="l">
              <a:defRPr sz="2100" b="0">
                <a:solidFill>
                  <a:srgbClr val="20262C"/>
                </a:solidFill>
                <a:latin typeface="Arial"/>
                <a:ea typeface="Arial"/>
                <a:cs typeface="Arial"/>
              </a:defRPr>
            </a:lvl9pPr>
          </a:lstStyle>
          <a:p xmlns:a="http://schemas.openxmlformats.org/drawingml/2006/main">
            <a:pPr algn="l">
              <a:defRPr sz="2100" b="0">
                <a:solidFill>
                  <a:srgbClr val="20262C"/>
                </a:solidFill>
                <a:latin typeface="Arial"/>
                <a:ea typeface="Arial"/>
                <a:cs typeface="Arial"/>
              </a:defRPr>
            </a:pPr>
            <a:r>
              <a:rPr sz="2100" b="0">
                <a:solidFill>
                  <a:srgbClr val="20262C"/>
                </a:solidFill>
                <a:latin typeface="Arial"/>
                <a:ea typeface="Arial"/>
                <a:cs typeface="Arial"/>
              </a:rPr>
              <a:t>Higher volumes lifted revenue.</a:t>
            </a:r>
          </a:p>
          <a:p xmlns:a="http://schemas.openxmlformats.org/drawingml/2006/main">
            <a:pPr algn="l">
              <a:defRPr sz="2100" b="0">
                <a:solidFill>
                  <a:srgbClr val="20262C"/>
                </a:solidFill>
                <a:latin typeface="Arial"/>
                <a:ea typeface="Arial"/>
                <a:cs typeface="Arial"/>
              </a:defRPr>
            </a:pPr>
            <a:r>
              <a:rPr sz="2100" b="0">
                <a:solidFill>
                  <a:srgbClr val="20262C"/>
                </a:solidFill>
                <a:latin typeface="Arial"/>
                <a:ea typeface="Arial"/>
                <a:cs typeface="Arial"/>
              </a:rPr>
              <a:t>Demand recovery can sustain growth.</a:t>
            </a:r>
          </a:p>
        </p:txBody>
      </p:sp>
      <p:sp>
        <p:nvSpPr>
          <p:cNvPr id="29" name="!!views.reportB.rule">
            <a:extLst xmlns:a="http://schemas.openxmlformats.org/drawingml/2006/main">
              <a:ext uri="{FF2B5EF4-FFF2-40B4-BE49-F238E27FC236}">
                <a16:creationId xmlns:a16="http://schemas.microsoft.com/office/drawing/2014/main" id="{C04F48C1-8CEA-4100-8733-739F72DFCBC6}"/>
              </a:ext>
            </a:extLst>
          </p:cNvPr>
          <p:cNvSpPr>
            <a:spLocks xmlns:a="http://schemas.openxmlformats.org/drawingml/2006/main" noGrp="1"/>
          </p:cNvSpPr>
          <p:nvPr/>
        </p:nvSpPr>
        <p:spPr>
          <a:xfrm xmlns:a="http://schemas.openxmlformats.org/drawingml/2006/main" flipH="0" flipV="0">
            <a:off x="7715250" y="3143250"/>
            <a:ext cx="3219450" cy="953"/>
          </a:xfrm>
          <a:prstGeom xmlns:a="http://schemas.openxmlformats.org/drawingml/2006/main" prst="line">
            <a:avLst/>
          </a:prstGeom>
          <a:noFill xmlns:a="http://schemas.openxmlformats.org/drawingml/2006/main"/>
          <a:ln xmlns:a="http://schemas.openxmlformats.org/drawingml/2006/main" w="14288">
            <a:solidFill>
              <a:srgbClr val="317F7B"/>
            </a:solidFill>
            <a:prstDash val="solid"/>
          </a:ln>
        </p:spPr>
      </p:sp>
      <p:sp>
        <p:nvSpPr>
          <p:cNvPr id="30" name="!!views.reportB.label">
            <a:extLst xmlns:a="http://schemas.openxmlformats.org/drawingml/2006/main">
              <a:ext uri="{FF2B5EF4-FFF2-40B4-BE49-F238E27FC236}">
                <a16:creationId xmlns:a16="http://schemas.microsoft.com/office/drawing/2014/main" id="{143C4FE9-FE42-49E4-9163-84495CA704D8}"/>
              </a:ext>
            </a:extLst>
          </p:cNvPr>
          <p:cNvSpPr>
            <a:spLocks xmlns:a="http://schemas.openxmlformats.org/drawingml/2006/main" noGrp="1"/>
          </p:cNvSpPr>
          <p:nvPr/>
        </p:nvSpPr>
        <p:spPr>
          <a:xfrm xmlns:a="http://schemas.openxmlformats.org/drawingml/2006/main">
            <a:off x="7715250" y="3238500"/>
            <a:ext cx="32194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317F7B"/>
                </a:solidFill>
                <a:latin typeface="Arial"/>
                <a:ea typeface="Arial"/>
                <a:cs typeface="Arial"/>
              </a:defRPr>
            </a:defPPr>
            <a:lvl1pPr algn="l">
              <a:defRPr sz="1650" b="1">
                <a:solidFill>
                  <a:srgbClr val="317F7B"/>
                </a:solidFill>
                <a:latin typeface="Arial"/>
                <a:ea typeface="Arial"/>
                <a:cs typeface="Arial"/>
              </a:defRPr>
            </a:lvl1pPr>
            <a:lvl2pPr algn="l">
              <a:defRPr sz="1650" b="1">
                <a:solidFill>
                  <a:srgbClr val="317F7B"/>
                </a:solidFill>
                <a:latin typeface="Arial"/>
                <a:ea typeface="Arial"/>
                <a:cs typeface="Arial"/>
              </a:defRPr>
            </a:lvl2pPr>
            <a:lvl3pPr algn="l">
              <a:defRPr sz="1650" b="1">
                <a:solidFill>
                  <a:srgbClr val="317F7B"/>
                </a:solidFill>
                <a:latin typeface="Arial"/>
                <a:ea typeface="Arial"/>
                <a:cs typeface="Arial"/>
              </a:defRPr>
            </a:lvl3pPr>
            <a:lvl4pPr algn="l">
              <a:defRPr sz="1650" b="1">
                <a:solidFill>
                  <a:srgbClr val="317F7B"/>
                </a:solidFill>
                <a:latin typeface="Arial"/>
                <a:ea typeface="Arial"/>
                <a:cs typeface="Arial"/>
              </a:defRPr>
            </a:lvl4pPr>
            <a:lvl5pPr algn="l">
              <a:defRPr sz="1650" b="1">
                <a:solidFill>
                  <a:srgbClr val="317F7B"/>
                </a:solidFill>
                <a:latin typeface="Arial"/>
                <a:ea typeface="Arial"/>
                <a:cs typeface="Arial"/>
              </a:defRPr>
            </a:lvl5pPr>
            <a:lvl6pPr algn="l">
              <a:defRPr sz="1650" b="1">
                <a:solidFill>
                  <a:srgbClr val="317F7B"/>
                </a:solidFill>
                <a:latin typeface="Arial"/>
                <a:ea typeface="Arial"/>
                <a:cs typeface="Arial"/>
              </a:defRPr>
            </a:lvl6pPr>
            <a:lvl7pPr algn="l">
              <a:defRPr sz="1650" b="1">
                <a:solidFill>
                  <a:srgbClr val="317F7B"/>
                </a:solidFill>
                <a:latin typeface="Arial"/>
                <a:ea typeface="Arial"/>
                <a:cs typeface="Arial"/>
              </a:defRPr>
            </a:lvl7pPr>
            <a:lvl8pPr algn="l">
              <a:defRPr sz="1650" b="1">
                <a:solidFill>
                  <a:srgbClr val="317F7B"/>
                </a:solidFill>
                <a:latin typeface="Arial"/>
                <a:ea typeface="Arial"/>
                <a:cs typeface="Arial"/>
              </a:defRPr>
            </a:lvl8pPr>
            <a:lvl9pPr algn="l">
              <a:defRPr sz="1650" b="1">
                <a:solidFill>
                  <a:srgbClr val="317F7B"/>
                </a:solidFill>
                <a:latin typeface="Arial"/>
                <a:ea typeface="Arial"/>
                <a:cs typeface="Arial"/>
              </a:defRPr>
            </a:lvl9pPr>
          </a:lstStyle>
          <a:p xmlns:a="http://schemas.openxmlformats.org/drawingml/2006/main">
            <a:pPr algn="l">
              <a:defRPr sz="1650" b="1">
                <a:solidFill>
                  <a:srgbClr val="317F7B"/>
                </a:solidFill>
                <a:latin typeface="Arial"/>
                <a:ea typeface="Arial"/>
                <a:cs typeface="Arial"/>
              </a:defRPr>
            </a:pPr>
            <a:r>
              <a:rPr sz="1650" b="1">
                <a:solidFill>
                  <a:srgbClr val="317F7B"/>
                </a:solidFill>
                <a:latin typeface="Arial"/>
                <a:ea typeface="Arial"/>
                <a:cs typeface="Arial"/>
              </a:rPr>
              <a:t>Report B</a:t>
            </a:r>
          </a:p>
        </p:txBody>
      </p:sp>
      <p:sp>
        <p:nvSpPr>
          <p:cNvPr id="31" name="!!views.reportB.text">
            <a:extLst xmlns:a="http://schemas.openxmlformats.org/drawingml/2006/main">
              <a:ext uri="{FF2B5EF4-FFF2-40B4-BE49-F238E27FC236}">
                <a16:creationId xmlns:a16="http://schemas.microsoft.com/office/drawing/2014/main" id="{49C9B7D8-6442-4E00-B613-7A2DC19F2DC0}"/>
              </a:ext>
            </a:extLst>
          </p:cNvPr>
          <p:cNvSpPr>
            <a:spLocks xmlns:a="http://schemas.openxmlformats.org/drawingml/2006/main" noGrp="1"/>
          </p:cNvSpPr>
          <p:nvPr/>
        </p:nvSpPr>
        <p:spPr>
          <a:xfrm xmlns:a="http://schemas.openxmlformats.org/drawingml/2006/main">
            <a:off x="7715250" y="3581400"/>
            <a:ext cx="321945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20262C"/>
                </a:solidFill>
                <a:latin typeface="Arial"/>
                <a:ea typeface="Arial"/>
                <a:cs typeface="Arial"/>
              </a:defRPr>
            </a:defPPr>
            <a:lvl1pPr algn="l">
              <a:defRPr sz="2100" b="0">
                <a:solidFill>
                  <a:srgbClr val="20262C"/>
                </a:solidFill>
                <a:latin typeface="Arial"/>
                <a:ea typeface="Arial"/>
                <a:cs typeface="Arial"/>
              </a:defRPr>
            </a:lvl1pPr>
            <a:lvl2pPr algn="l">
              <a:defRPr sz="2100" b="0">
                <a:solidFill>
                  <a:srgbClr val="20262C"/>
                </a:solidFill>
                <a:latin typeface="Arial"/>
                <a:ea typeface="Arial"/>
                <a:cs typeface="Arial"/>
              </a:defRPr>
            </a:lvl2pPr>
            <a:lvl3pPr algn="l">
              <a:defRPr sz="2100" b="0">
                <a:solidFill>
                  <a:srgbClr val="20262C"/>
                </a:solidFill>
                <a:latin typeface="Arial"/>
                <a:ea typeface="Arial"/>
                <a:cs typeface="Arial"/>
              </a:defRPr>
            </a:lvl3pPr>
            <a:lvl4pPr algn="l">
              <a:defRPr sz="2100" b="0">
                <a:solidFill>
                  <a:srgbClr val="20262C"/>
                </a:solidFill>
                <a:latin typeface="Arial"/>
                <a:ea typeface="Arial"/>
                <a:cs typeface="Arial"/>
              </a:defRPr>
            </a:lvl4pPr>
            <a:lvl5pPr algn="l">
              <a:defRPr sz="2100" b="0">
                <a:solidFill>
                  <a:srgbClr val="20262C"/>
                </a:solidFill>
                <a:latin typeface="Arial"/>
                <a:ea typeface="Arial"/>
                <a:cs typeface="Arial"/>
              </a:defRPr>
            </a:lvl5pPr>
            <a:lvl6pPr algn="l">
              <a:defRPr sz="2100" b="0">
                <a:solidFill>
                  <a:srgbClr val="20262C"/>
                </a:solidFill>
                <a:latin typeface="Arial"/>
                <a:ea typeface="Arial"/>
                <a:cs typeface="Arial"/>
              </a:defRPr>
            </a:lvl6pPr>
            <a:lvl7pPr algn="l">
              <a:defRPr sz="2100" b="0">
                <a:solidFill>
                  <a:srgbClr val="20262C"/>
                </a:solidFill>
                <a:latin typeface="Arial"/>
                <a:ea typeface="Arial"/>
                <a:cs typeface="Arial"/>
              </a:defRPr>
            </a:lvl7pPr>
            <a:lvl8pPr algn="l">
              <a:defRPr sz="2100" b="0">
                <a:solidFill>
                  <a:srgbClr val="20262C"/>
                </a:solidFill>
                <a:latin typeface="Arial"/>
                <a:ea typeface="Arial"/>
                <a:cs typeface="Arial"/>
              </a:defRPr>
            </a:lvl8pPr>
            <a:lvl9pPr algn="l">
              <a:defRPr sz="2100" b="0">
                <a:solidFill>
                  <a:srgbClr val="20262C"/>
                </a:solidFill>
                <a:latin typeface="Arial"/>
                <a:ea typeface="Arial"/>
                <a:cs typeface="Arial"/>
              </a:defRPr>
            </a:lvl9pPr>
          </a:lstStyle>
          <a:p xmlns:a="http://schemas.openxmlformats.org/drawingml/2006/main">
            <a:pPr algn="l">
              <a:defRPr sz="2100" b="0">
                <a:solidFill>
                  <a:srgbClr val="20262C"/>
                </a:solidFill>
                <a:latin typeface="Arial"/>
                <a:ea typeface="Arial"/>
                <a:cs typeface="Arial"/>
              </a:defRPr>
            </a:pPr>
            <a:r>
              <a:rPr sz="2100" b="0">
                <a:solidFill>
                  <a:srgbClr val="20262C"/>
                </a:solidFill>
                <a:latin typeface="Arial"/>
                <a:ea typeface="Arial"/>
                <a:cs typeface="Arial"/>
              </a:rPr>
              <a:t>Channel restocking lifted shipments.</a:t>
            </a:r>
          </a:p>
          <a:p xmlns:a="http://schemas.openxmlformats.org/drawingml/2006/main">
            <a:pPr algn="l">
              <a:defRPr sz="2100" b="0">
                <a:solidFill>
                  <a:srgbClr val="20262C"/>
                </a:solidFill>
                <a:latin typeface="Arial"/>
                <a:ea typeface="Arial"/>
                <a:cs typeface="Arial"/>
              </a:defRPr>
            </a:pPr>
            <a:r>
              <a:rPr sz="2100" b="0">
                <a:solidFill>
                  <a:srgbClr val="20262C"/>
                </a:solidFill>
                <a:latin typeface="Arial"/>
                <a:ea typeface="Arial"/>
                <a:cs typeface="Arial"/>
              </a:rPr>
              <a:t>Its persistence remains uncertain.</a:t>
            </a:r>
          </a:p>
        </p:txBody>
      </p:sp>
      <p:sp>
        <p:nvSpPr>
          <p:cNvPr id="32" name="!!views.method">
            <a:extLst xmlns:a="http://schemas.openxmlformats.org/drawingml/2006/main">
              <a:ext uri="{FF2B5EF4-FFF2-40B4-BE49-F238E27FC236}">
                <a16:creationId xmlns:a16="http://schemas.microsoft.com/office/drawing/2014/main" id="{9C7F807F-C9D1-4FC1-8122-31129B8A9809}"/>
              </a:ext>
            </a:extLst>
          </p:cNvPr>
          <p:cNvSpPr>
            <a:spLocks xmlns:a="http://schemas.openxmlformats.org/drawingml/2006/main" noGrp="1"/>
          </p:cNvSpPr>
          <p:nvPr/>
        </p:nvSpPr>
        <p:spPr>
          <a:xfrm xmlns:a="http://schemas.openxmlformats.org/drawingml/2006/main">
            <a:off x="11372850" y="3143250"/>
            <a:ext cx="3219450" cy="1876425"/>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33" name="!!views.method.role">
            <a:extLst xmlns:a="http://schemas.openxmlformats.org/drawingml/2006/main">
              <a:ext uri="{FF2B5EF4-FFF2-40B4-BE49-F238E27FC236}">
                <a16:creationId xmlns:a16="http://schemas.microsoft.com/office/drawing/2014/main" id="{AFC132CE-3995-4E98-B4C7-CC4060E81425}"/>
              </a:ext>
            </a:extLst>
          </p:cNvPr>
          <p:cNvSpPr>
            <a:spLocks xmlns:a="http://schemas.openxmlformats.org/drawingml/2006/main" noGrp="1"/>
          </p:cNvSpPr>
          <p:nvPr/>
        </p:nvSpPr>
        <p:spPr>
          <a:xfrm xmlns:a="http://schemas.openxmlformats.org/drawingml/2006/main">
            <a:off x="11563350" y="3286125"/>
            <a:ext cx="28384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62C"/>
                </a:solidFill>
                <a:latin typeface="Arial"/>
                <a:ea typeface="Arial"/>
                <a:cs typeface="Arial"/>
              </a:defRPr>
            </a:defPPr>
            <a:lvl1pPr algn="l">
              <a:defRPr sz="1800" b="1">
                <a:solidFill>
                  <a:srgbClr val="20262C"/>
                </a:solidFill>
                <a:latin typeface="Arial"/>
                <a:ea typeface="Arial"/>
                <a:cs typeface="Arial"/>
              </a:defRPr>
            </a:lvl1pPr>
            <a:lvl2pPr algn="l">
              <a:defRPr sz="1800" b="1">
                <a:solidFill>
                  <a:srgbClr val="20262C"/>
                </a:solidFill>
                <a:latin typeface="Arial"/>
                <a:ea typeface="Arial"/>
                <a:cs typeface="Arial"/>
              </a:defRPr>
            </a:lvl2pPr>
            <a:lvl3pPr algn="l">
              <a:defRPr sz="1800" b="1">
                <a:solidFill>
                  <a:srgbClr val="20262C"/>
                </a:solidFill>
                <a:latin typeface="Arial"/>
                <a:ea typeface="Arial"/>
                <a:cs typeface="Arial"/>
              </a:defRPr>
            </a:lvl3pPr>
            <a:lvl4pPr algn="l">
              <a:defRPr sz="1800" b="1">
                <a:solidFill>
                  <a:srgbClr val="20262C"/>
                </a:solidFill>
                <a:latin typeface="Arial"/>
                <a:ea typeface="Arial"/>
                <a:cs typeface="Arial"/>
              </a:defRPr>
            </a:lvl4pPr>
            <a:lvl5pPr algn="l">
              <a:defRPr sz="1800" b="1">
                <a:solidFill>
                  <a:srgbClr val="20262C"/>
                </a:solidFill>
                <a:latin typeface="Arial"/>
                <a:ea typeface="Arial"/>
                <a:cs typeface="Arial"/>
              </a:defRPr>
            </a:lvl5pPr>
            <a:lvl6pPr algn="l">
              <a:defRPr sz="1800" b="1">
                <a:solidFill>
                  <a:srgbClr val="20262C"/>
                </a:solidFill>
                <a:latin typeface="Arial"/>
                <a:ea typeface="Arial"/>
                <a:cs typeface="Arial"/>
              </a:defRPr>
            </a:lvl6pPr>
            <a:lvl7pPr algn="l">
              <a:defRPr sz="1800" b="1">
                <a:solidFill>
                  <a:srgbClr val="20262C"/>
                </a:solidFill>
                <a:latin typeface="Arial"/>
                <a:ea typeface="Arial"/>
                <a:cs typeface="Arial"/>
              </a:defRPr>
            </a:lvl7pPr>
            <a:lvl8pPr algn="l">
              <a:defRPr sz="1800" b="1">
                <a:solidFill>
                  <a:srgbClr val="20262C"/>
                </a:solidFill>
                <a:latin typeface="Arial"/>
                <a:ea typeface="Arial"/>
                <a:cs typeface="Arial"/>
              </a:defRPr>
            </a:lvl8pPr>
            <a:lvl9pPr algn="l">
              <a:defRPr sz="1800" b="1">
                <a:solidFill>
                  <a:srgbClr val="20262C"/>
                </a:solidFill>
                <a:latin typeface="Arial"/>
                <a:ea typeface="Arial"/>
                <a:cs typeface="Arial"/>
              </a:defRPr>
            </a:lvl9pPr>
          </a:lstStyle>
          <a:p xmlns:a="http://schemas.openxmlformats.org/drawingml/2006/main">
            <a:pPr algn="l">
              <a:defRPr sz="1800" b="1">
                <a:solidFill>
                  <a:srgbClr val="20262C"/>
                </a:solidFill>
                <a:latin typeface="Arial"/>
                <a:ea typeface="Arial"/>
                <a:cs typeface="Arial"/>
              </a:defRPr>
            </a:pPr>
            <a:r>
              <a:rPr sz="1800" b="1">
                <a:solidFill>
                  <a:srgbClr val="20262C"/>
                </a:solidFill>
                <a:latin typeface="Arial"/>
                <a:ea typeface="Arial"/>
                <a:cs typeface="Arial"/>
              </a:rPr>
              <a:t>Fullgoal’s LLM workflow</a:t>
            </a:r>
          </a:p>
        </p:txBody>
      </p:sp>
      <p:sp>
        <p:nvSpPr>
          <p:cNvPr id="34" name="!!views.method.body">
            <a:extLst xmlns:a="http://schemas.openxmlformats.org/drawingml/2006/main">
              <a:ext uri="{FF2B5EF4-FFF2-40B4-BE49-F238E27FC236}">
                <a16:creationId xmlns:a16="http://schemas.microsoft.com/office/drawing/2014/main" id="{06C4E6E0-4B39-49AF-9CAE-9E66E3AD61E7}"/>
              </a:ext>
            </a:extLst>
          </p:cNvPr>
          <p:cNvSpPr>
            <a:spLocks xmlns:a="http://schemas.openxmlformats.org/drawingml/2006/main" noGrp="1"/>
          </p:cNvSpPr>
          <p:nvPr/>
        </p:nvSpPr>
        <p:spPr>
          <a:xfrm xmlns:a="http://schemas.openxmlformats.org/drawingml/2006/main">
            <a:off x="11563350" y="3724275"/>
            <a:ext cx="2838450" cy="1228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0262C"/>
                </a:solidFill>
                <a:latin typeface="Arial"/>
                <a:ea typeface="Arial"/>
                <a:cs typeface="Arial"/>
              </a:defRPr>
            </a:defPPr>
            <a:lvl1pPr algn="l">
              <a:defRPr sz="1875" b="0">
                <a:solidFill>
                  <a:srgbClr val="20262C"/>
                </a:solidFill>
                <a:latin typeface="Arial"/>
                <a:ea typeface="Arial"/>
                <a:cs typeface="Arial"/>
              </a:defRPr>
            </a:lvl1pPr>
            <a:lvl2pPr algn="l">
              <a:defRPr sz="1875" b="0">
                <a:solidFill>
                  <a:srgbClr val="20262C"/>
                </a:solidFill>
                <a:latin typeface="Arial"/>
                <a:ea typeface="Arial"/>
                <a:cs typeface="Arial"/>
              </a:defRPr>
            </a:lvl2pPr>
            <a:lvl3pPr algn="l">
              <a:defRPr sz="1875" b="0">
                <a:solidFill>
                  <a:srgbClr val="20262C"/>
                </a:solidFill>
                <a:latin typeface="Arial"/>
                <a:ea typeface="Arial"/>
                <a:cs typeface="Arial"/>
              </a:defRPr>
            </a:lvl3pPr>
            <a:lvl4pPr algn="l">
              <a:defRPr sz="1875" b="0">
                <a:solidFill>
                  <a:srgbClr val="20262C"/>
                </a:solidFill>
                <a:latin typeface="Arial"/>
                <a:ea typeface="Arial"/>
                <a:cs typeface="Arial"/>
              </a:defRPr>
            </a:lvl4pPr>
            <a:lvl5pPr algn="l">
              <a:defRPr sz="1875" b="0">
                <a:solidFill>
                  <a:srgbClr val="20262C"/>
                </a:solidFill>
                <a:latin typeface="Arial"/>
                <a:ea typeface="Arial"/>
                <a:cs typeface="Arial"/>
              </a:defRPr>
            </a:lvl5pPr>
            <a:lvl6pPr algn="l">
              <a:defRPr sz="1875" b="0">
                <a:solidFill>
                  <a:srgbClr val="20262C"/>
                </a:solidFill>
                <a:latin typeface="Arial"/>
                <a:ea typeface="Arial"/>
                <a:cs typeface="Arial"/>
              </a:defRPr>
            </a:lvl6pPr>
            <a:lvl7pPr algn="l">
              <a:defRPr sz="1875" b="0">
                <a:solidFill>
                  <a:srgbClr val="20262C"/>
                </a:solidFill>
                <a:latin typeface="Arial"/>
                <a:ea typeface="Arial"/>
                <a:cs typeface="Arial"/>
              </a:defRPr>
            </a:lvl7pPr>
            <a:lvl8pPr algn="l">
              <a:defRPr sz="1875" b="0">
                <a:solidFill>
                  <a:srgbClr val="20262C"/>
                </a:solidFill>
                <a:latin typeface="Arial"/>
                <a:ea typeface="Arial"/>
                <a:cs typeface="Arial"/>
              </a:defRPr>
            </a:lvl8pPr>
            <a:lvl9pPr algn="l">
              <a:defRPr sz="1875" b="0">
                <a:solidFill>
                  <a:srgbClr val="20262C"/>
                </a:solidFill>
                <a:latin typeface="Arial"/>
                <a:ea typeface="Arial"/>
                <a:cs typeface="Arial"/>
              </a:defRPr>
            </a:lvl9pPr>
          </a:lstStyle>
          <a:p xmlns:a="http://schemas.openxmlformats.org/drawingml/2006/main">
            <a:pPr algn="l">
              <a:defRPr sz="1875" b="0">
                <a:solidFill>
                  <a:srgbClr val="20262C"/>
                </a:solidFill>
                <a:latin typeface="Arial"/>
                <a:ea typeface="Arial"/>
                <a:cs typeface="Arial"/>
              </a:defRPr>
            </a:pPr>
            <a:r>
              <a:rPr sz="1875" b="0">
                <a:solidFill>
                  <a:srgbClr val="20262C"/>
                </a:solidFill>
                <a:latin typeface="Arial"/>
                <a:ea typeface="Arial"/>
                <a:cs typeface="Arial"/>
              </a:rPr>
              <a:t>Screen relevant reports</a:t>
            </a:r>
          </a:p>
          <a:p xmlns:a="http://schemas.openxmlformats.org/drawingml/2006/main">
            <a:pPr algn="l">
              <a:defRPr sz="1875" b="0">
                <a:solidFill>
                  <a:srgbClr val="20262C"/>
                </a:solidFill>
                <a:latin typeface="Arial"/>
                <a:ea typeface="Arial"/>
                <a:cs typeface="Arial"/>
              </a:defRPr>
            </a:pPr>
            <a:r>
              <a:rPr sz="1875" b="0">
                <a:solidFill>
                  <a:srgbClr val="20262C"/>
                </a:solidFill>
                <a:latin typeface="Arial"/>
                <a:ea typeface="Arial"/>
                <a:cs typeface="Arial"/>
              </a:rPr>
              <a:t>Summarize by topic</a:t>
            </a:r>
          </a:p>
          <a:p xmlns:a="http://schemas.openxmlformats.org/drawingml/2006/main">
            <a:pPr algn="l">
              <a:defRPr sz="1875" b="0">
                <a:solidFill>
                  <a:srgbClr val="20262C"/>
                </a:solidFill>
                <a:latin typeface="Arial"/>
                <a:ea typeface="Arial"/>
                <a:cs typeface="Arial"/>
              </a:defRPr>
            </a:pPr>
            <a:r>
              <a:rPr sz="1875" b="0">
                <a:solidFill>
                  <a:srgbClr val="20262C"/>
                </a:solidFill>
                <a:latin typeface="Arial"/>
                <a:ea typeface="Arial"/>
                <a:cs typeface="Arial"/>
              </a:rPr>
              <a:t>Combine and check the wording</a:t>
            </a:r>
          </a:p>
        </p:txBody>
      </p:sp>
      <p:sp>
        <p:nvSpPr>
          <p:cNvPr id="35" name="!!views.result">
            <a:extLst xmlns:a="http://schemas.openxmlformats.org/drawingml/2006/main">
              <a:ext uri="{FF2B5EF4-FFF2-40B4-BE49-F238E27FC236}">
                <a16:creationId xmlns:a16="http://schemas.microsoft.com/office/drawing/2014/main" id="{7933B4AC-2851-467D-B8B8-EEFB3B51F32C}"/>
              </a:ext>
            </a:extLst>
          </p:cNvPr>
          <p:cNvSpPr>
            <a:spLocks xmlns:a="http://schemas.openxmlformats.org/drawingml/2006/main" noGrp="1"/>
          </p:cNvSpPr>
          <p:nvPr/>
        </p:nvSpPr>
        <p:spPr>
          <a:xfrm xmlns:a="http://schemas.openxmlformats.org/drawingml/2006/main">
            <a:off x="4057650" y="5638800"/>
            <a:ext cx="10534650" cy="1200150"/>
          </a:xfrm>
          <a:prstGeom xmlns:a="http://schemas.openxmlformats.org/drawingml/2006/main" prst="rect">
            <a:avLst/>
          </a:prstGeom>
          <a:solidFill xmlns:a="http://schemas.openxmlformats.org/drawingml/2006/main">
            <a:srgbClr val="FFFFFF"/>
          </a:solidFill>
          <a:ln xmlns:a="http://schemas.openxmlformats.org/drawingml/2006/main" w="9525">
            <a:solidFill>
              <a:srgbClr val="317F7B"/>
            </a:solidFill>
            <a:prstDash val="solid"/>
          </a:ln>
        </p:spPr>
      </p:sp>
      <p:sp>
        <p:nvSpPr>
          <p:cNvPr id="36" name="!!views.consensus.title">
            <a:extLst xmlns:a="http://schemas.openxmlformats.org/drawingml/2006/main">
              <a:ext uri="{FF2B5EF4-FFF2-40B4-BE49-F238E27FC236}">
                <a16:creationId xmlns:a16="http://schemas.microsoft.com/office/drawing/2014/main" id="{3213643D-F61B-44A5-9F75-89543AF369B3}"/>
              </a:ext>
            </a:extLst>
          </p:cNvPr>
          <p:cNvSpPr>
            <a:spLocks xmlns:a="http://schemas.openxmlformats.org/drawingml/2006/main" noGrp="1"/>
          </p:cNvSpPr>
          <p:nvPr/>
        </p:nvSpPr>
        <p:spPr>
          <a:xfrm xmlns:a="http://schemas.openxmlformats.org/drawingml/2006/main">
            <a:off x="4267200" y="5838825"/>
            <a:ext cx="428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20262C"/>
                </a:solidFill>
                <a:latin typeface="Arial"/>
                <a:ea typeface="Arial"/>
                <a:cs typeface="Arial"/>
              </a:defRPr>
            </a:defPPr>
            <a:lvl1pPr algn="l">
              <a:defRPr sz="2025" b="1">
                <a:solidFill>
                  <a:srgbClr val="20262C"/>
                </a:solidFill>
                <a:latin typeface="Arial"/>
                <a:ea typeface="Arial"/>
                <a:cs typeface="Arial"/>
              </a:defRPr>
            </a:lvl1pPr>
            <a:lvl2pPr algn="l">
              <a:defRPr sz="2025" b="1">
                <a:solidFill>
                  <a:srgbClr val="20262C"/>
                </a:solidFill>
                <a:latin typeface="Arial"/>
                <a:ea typeface="Arial"/>
                <a:cs typeface="Arial"/>
              </a:defRPr>
            </a:lvl2pPr>
            <a:lvl3pPr algn="l">
              <a:defRPr sz="2025" b="1">
                <a:solidFill>
                  <a:srgbClr val="20262C"/>
                </a:solidFill>
                <a:latin typeface="Arial"/>
                <a:ea typeface="Arial"/>
                <a:cs typeface="Arial"/>
              </a:defRPr>
            </a:lvl3pPr>
            <a:lvl4pPr algn="l">
              <a:defRPr sz="2025" b="1">
                <a:solidFill>
                  <a:srgbClr val="20262C"/>
                </a:solidFill>
                <a:latin typeface="Arial"/>
                <a:ea typeface="Arial"/>
                <a:cs typeface="Arial"/>
              </a:defRPr>
            </a:lvl4pPr>
            <a:lvl5pPr algn="l">
              <a:defRPr sz="2025" b="1">
                <a:solidFill>
                  <a:srgbClr val="20262C"/>
                </a:solidFill>
                <a:latin typeface="Arial"/>
                <a:ea typeface="Arial"/>
                <a:cs typeface="Arial"/>
              </a:defRPr>
            </a:lvl5pPr>
            <a:lvl6pPr algn="l">
              <a:defRPr sz="2025" b="1">
                <a:solidFill>
                  <a:srgbClr val="20262C"/>
                </a:solidFill>
                <a:latin typeface="Arial"/>
                <a:ea typeface="Arial"/>
                <a:cs typeface="Arial"/>
              </a:defRPr>
            </a:lvl6pPr>
            <a:lvl7pPr algn="l">
              <a:defRPr sz="2025" b="1">
                <a:solidFill>
                  <a:srgbClr val="20262C"/>
                </a:solidFill>
                <a:latin typeface="Arial"/>
                <a:ea typeface="Arial"/>
                <a:cs typeface="Arial"/>
              </a:defRPr>
            </a:lvl7pPr>
            <a:lvl8pPr algn="l">
              <a:defRPr sz="2025" b="1">
                <a:solidFill>
                  <a:srgbClr val="20262C"/>
                </a:solidFill>
                <a:latin typeface="Arial"/>
                <a:ea typeface="Arial"/>
                <a:cs typeface="Arial"/>
              </a:defRPr>
            </a:lvl8pPr>
            <a:lvl9pPr algn="l">
              <a:defRPr sz="2025" b="1">
                <a:solidFill>
                  <a:srgbClr val="20262C"/>
                </a:solidFill>
                <a:latin typeface="Arial"/>
                <a:ea typeface="Arial"/>
                <a:cs typeface="Arial"/>
              </a:defRPr>
            </a:lvl9pPr>
          </a:lstStyle>
          <a:p xmlns:a="http://schemas.openxmlformats.org/drawingml/2006/main">
            <a:pPr algn="l">
              <a:defRPr sz="2025" b="1">
                <a:solidFill>
                  <a:srgbClr val="20262C"/>
                </a:solidFill>
                <a:latin typeface="Arial"/>
                <a:ea typeface="Arial"/>
                <a:cs typeface="Arial"/>
              </a:defRPr>
            </a:pPr>
            <a:r>
              <a:rPr sz="2025" b="1">
                <a:solidFill>
                  <a:srgbClr val="20262C"/>
                </a:solidFill>
                <a:latin typeface="Arial"/>
                <a:ea typeface="Arial"/>
                <a:cs typeface="Arial"/>
              </a:rPr>
              <a:t>Identify common ground</a:t>
            </a:r>
          </a:p>
        </p:txBody>
      </p:sp>
      <p:sp>
        <p:nvSpPr>
          <p:cNvPr id="37" name="!!views.consensus.body">
            <a:extLst xmlns:a="http://schemas.openxmlformats.org/drawingml/2006/main">
              <a:ext uri="{FF2B5EF4-FFF2-40B4-BE49-F238E27FC236}">
                <a16:creationId xmlns:a16="http://schemas.microsoft.com/office/drawing/2014/main" id="{7EDEEEE9-9EE1-4C76-8483-6A82CF7DC181}"/>
              </a:ext>
            </a:extLst>
          </p:cNvPr>
          <p:cNvSpPr>
            <a:spLocks xmlns:a="http://schemas.openxmlformats.org/drawingml/2006/main" noGrp="1"/>
          </p:cNvSpPr>
          <p:nvPr/>
        </p:nvSpPr>
        <p:spPr>
          <a:xfrm xmlns:a="http://schemas.openxmlformats.org/drawingml/2006/main">
            <a:off x="4267200" y="6296025"/>
            <a:ext cx="4286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0262C"/>
                </a:solidFill>
                <a:latin typeface="Arial"/>
                <a:ea typeface="Arial"/>
                <a:cs typeface="Arial"/>
              </a:defRPr>
            </a:defPPr>
            <a:lvl1pPr algn="l">
              <a:defRPr sz="1950" b="0">
                <a:solidFill>
                  <a:srgbClr val="20262C"/>
                </a:solidFill>
                <a:latin typeface="Arial"/>
                <a:ea typeface="Arial"/>
                <a:cs typeface="Arial"/>
              </a:defRPr>
            </a:lvl1pPr>
            <a:lvl2pPr algn="l">
              <a:defRPr sz="1950" b="0">
                <a:solidFill>
                  <a:srgbClr val="20262C"/>
                </a:solidFill>
                <a:latin typeface="Arial"/>
                <a:ea typeface="Arial"/>
                <a:cs typeface="Arial"/>
              </a:defRPr>
            </a:lvl2pPr>
            <a:lvl3pPr algn="l">
              <a:defRPr sz="1950" b="0">
                <a:solidFill>
                  <a:srgbClr val="20262C"/>
                </a:solidFill>
                <a:latin typeface="Arial"/>
                <a:ea typeface="Arial"/>
                <a:cs typeface="Arial"/>
              </a:defRPr>
            </a:lvl3pPr>
            <a:lvl4pPr algn="l">
              <a:defRPr sz="1950" b="0">
                <a:solidFill>
                  <a:srgbClr val="20262C"/>
                </a:solidFill>
                <a:latin typeface="Arial"/>
                <a:ea typeface="Arial"/>
                <a:cs typeface="Arial"/>
              </a:defRPr>
            </a:lvl4pPr>
            <a:lvl5pPr algn="l">
              <a:defRPr sz="1950" b="0">
                <a:solidFill>
                  <a:srgbClr val="20262C"/>
                </a:solidFill>
                <a:latin typeface="Arial"/>
                <a:ea typeface="Arial"/>
                <a:cs typeface="Arial"/>
              </a:defRPr>
            </a:lvl5pPr>
            <a:lvl6pPr algn="l">
              <a:defRPr sz="1950" b="0">
                <a:solidFill>
                  <a:srgbClr val="20262C"/>
                </a:solidFill>
                <a:latin typeface="Arial"/>
                <a:ea typeface="Arial"/>
                <a:cs typeface="Arial"/>
              </a:defRPr>
            </a:lvl6pPr>
            <a:lvl7pPr algn="l">
              <a:defRPr sz="1950" b="0">
                <a:solidFill>
                  <a:srgbClr val="20262C"/>
                </a:solidFill>
                <a:latin typeface="Arial"/>
                <a:ea typeface="Arial"/>
                <a:cs typeface="Arial"/>
              </a:defRPr>
            </a:lvl7pPr>
            <a:lvl8pPr algn="l">
              <a:defRPr sz="1950" b="0">
                <a:solidFill>
                  <a:srgbClr val="20262C"/>
                </a:solidFill>
                <a:latin typeface="Arial"/>
                <a:ea typeface="Arial"/>
                <a:cs typeface="Arial"/>
              </a:defRPr>
            </a:lvl8pPr>
            <a:lvl9pPr algn="l">
              <a:defRPr sz="1950" b="0">
                <a:solidFill>
                  <a:srgbClr val="20262C"/>
                </a:solidFill>
                <a:latin typeface="Arial"/>
                <a:ea typeface="Arial"/>
                <a:cs typeface="Arial"/>
              </a:defRPr>
            </a:lvl9pPr>
          </a:lstStyle>
          <a:p xmlns:a="http://schemas.openxmlformats.org/drawingml/2006/main">
            <a:pPr algn="l">
              <a:defRPr sz="1950" b="0">
                <a:solidFill>
                  <a:srgbClr val="20262C"/>
                </a:solidFill>
                <a:latin typeface="Arial"/>
                <a:ea typeface="Arial"/>
                <a:cs typeface="Arial"/>
              </a:defRPr>
            </a:pPr>
            <a:r>
              <a:rPr sz="1950" b="0">
                <a:solidFill>
                  <a:srgbClr val="20262C"/>
                </a:solidFill>
                <a:latin typeface="Arial"/>
                <a:ea typeface="Arial"/>
                <a:cs typeface="Arial"/>
              </a:rPr>
              <a:t>Higher volumes supported revenue</a:t>
            </a:r>
          </a:p>
        </p:txBody>
      </p:sp>
      <p:sp>
        <p:nvSpPr>
          <p:cNvPr id="38" name="!!views.difference.title">
            <a:extLst xmlns:a="http://schemas.openxmlformats.org/drawingml/2006/main">
              <a:ext uri="{FF2B5EF4-FFF2-40B4-BE49-F238E27FC236}">
                <a16:creationId xmlns:a16="http://schemas.microsoft.com/office/drawing/2014/main" id="{DC06DEDD-6F2B-4032-9899-AD996813B771}"/>
              </a:ext>
            </a:extLst>
          </p:cNvPr>
          <p:cNvSpPr>
            <a:spLocks xmlns:a="http://schemas.openxmlformats.org/drawingml/2006/main" noGrp="1"/>
          </p:cNvSpPr>
          <p:nvPr/>
        </p:nvSpPr>
        <p:spPr>
          <a:xfrm xmlns:a="http://schemas.openxmlformats.org/drawingml/2006/main">
            <a:off x="9620250" y="583882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20262C"/>
                </a:solidFill>
                <a:latin typeface="Arial"/>
                <a:ea typeface="Arial"/>
                <a:cs typeface="Arial"/>
              </a:defRPr>
            </a:defPPr>
            <a:lvl1pPr algn="l">
              <a:defRPr sz="2025" b="1">
                <a:solidFill>
                  <a:srgbClr val="20262C"/>
                </a:solidFill>
                <a:latin typeface="Arial"/>
                <a:ea typeface="Arial"/>
                <a:cs typeface="Arial"/>
              </a:defRPr>
            </a:lvl1pPr>
            <a:lvl2pPr algn="l">
              <a:defRPr sz="2025" b="1">
                <a:solidFill>
                  <a:srgbClr val="20262C"/>
                </a:solidFill>
                <a:latin typeface="Arial"/>
                <a:ea typeface="Arial"/>
                <a:cs typeface="Arial"/>
              </a:defRPr>
            </a:lvl2pPr>
            <a:lvl3pPr algn="l">
              <a:defRPr sz="2025" b="1">
                <a:solidFill>
                  <a:srgbClr val="20262C"/>
                </a:solidFill>
                <a:latin typeface="Arial"/>
                <a:ea typeface="Arial"/>
                <a:cs typeface="Arial"/>
              </a:defRPr>
            </a:lvl3pPr>
            <a:lvl4pPr algn="l">
              <a:defRPr sz="2025" b="1">
                <a:solidFill>
                  <a:srgbClr val="20262C"/>
                </a:solidFill>
                <a:latin typeface="Arial"/>
                <a:ea typeface="Arial"/>
                <a:cs typeface="Arial"/>
              </a:defRPr>
            </a:lvl4pPr>
            <a:lvl5pPr algn="l">
              <a:defRPr sz="2025" b="1">
                <a:solidFill>
                  <a:srgbClr val="20262C"/>
                </a:solidFill>
                <a:latin typeface="Arial"/>
                <a:ea typeface="Arial"/>
                <a:cs typeface="Arial"/>
              </a:defRPr>
            </a:lvl5pPr>
            <a:lvl6pPr algn="l">
              <a:defRPr sz="2025" b="1">
                <a:solidFill>
                  <a:srgbClr val="20262C"/>
                </a:solidFill>
                <a:latin typeface="Arial"/>
                <a:ea typeface="Arial"/>
                <a:cs typeface="Arial"/>
              </a:defRPr>
            </a:lvl6pPr>
            <a:lvl7pPr algn="l">
              <a:defRPr sz="2025" b="1">
                <a:solidFill>
                  <a:srgbClr val="20262C"/>
                </a:solidFill>
                <a:latin typeface="Arial"/>
                <a:ea typeface="Arial"/>
                <a:cs typeface="Arial"/>
              </a:defRPr>
            </a:lvl7pPr>
            <a:lvl8pPr algn="l">
              <a:defRPr sz="2025" b="1">
                <a:solidFill>
                  <a:srgbClr val="20262C"/>
                </a:solidFill>
                <a:latin typeface="Arial"/>
                <a:ea typeface="Arial"/>
                <a:cs typeface="Arial"/>
              </a:defRPr>
            </a:lvl8pPr>
            <a:lvl9pPr algn="l">
              <a:defRPr sz="2025" b="1">
                <a:solidFill>
                  <a:srgbClr val="20262C"/>
                </a:solidFill>
                <a:latin typeface="Arial"/>
                <a:ea typeface="Arial"/>
                <a:cs typeface="Arial"/>
              </a:defRPr>
            </a:lvl9pPr>
          </a:lstStyle>
          <a:p xmlns:a="http://schemas.openxmlformats.org/drawingml/2006/main">
            <a:pPr algn="l">
              <a:defRPr sz="2025" b="1">
                <a:solidFill>
                  <a:srgbClr val="20262C"/>
                </a:solidFill>
                <a:latin typeface="Arial"/>
                <a:ea typeface="Arial"/>
                <a:cs typeface="Arial"/>
              </a:defRPr>
            </a:pPr>
            <a:r>
              <a:rPr sz="2025" b="1">
                <a:solidFill>
                  <a:srgbClr val="20262C"/>
                </a:solidFill>
                <a:latin typeface="Arial"/>
                <a:ea typeface="Arial"/>
                <a:cs typeface="Arial"/>
              </a:rPr>
              <a:t>Preserve the disagreement</a:t>
            </a:r>
          </a:p>
        </p:txBody>
      </p:sp>
      <p:sp>
        <p:nvSpPr>
          <p:cNvPr id="39" name="!!views.difference.body">
            <a:extLst xmlns:a="http://schemas.openxmlformats.org/drawingml/2006/main">
              <a:ext uri="{FF2B5EF4-FFF2-40B4-BE49-F238E27FC236}">
                <a16:creationId xmlns:a16="http://schemas.microsoft.com/office/drawing/2014/main" id="{3144CBE6-0F91-490D-959A-385C16F65752}"/>
              </a:ext>
            </a:extLst>
          </p:cNvPr>
          <p:cNvSpPr>
            <a:spLocks xmlns:a="http://schemas.openxmlformats.org/drawingml/2006/main" noGrp="1"/>
          </p:cNvSpPr>
          <p:nvPr/>
        </p:nvSpPr>
        <p:spPr>
          <a:xfrm xmlns:a="http://schemas.openxmlformats.org/drawingml/2006/main">
            <a:off x="9620250" y="6296025"/>
            <a:ext cx="4762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0262C"/>
                </a:solidFill>
                <a:latin typeface="Arial"/>
                <a:ea typeface="Arial"/>
                <a:cs typeface="Arial"/>
              </a:defRPr>
            </a:defPPr>
            <a:lvl1pPr algn="l">
              <a:defRPr sz="1950" b="0">
                <a:solidFill>
                  <a:srgbClr val="20262C"/>
                </a:solidFill>
                <a:latin typeface="Arial"/>
                <a:ea typeface="Arial"/>
                <a:cs typeface="Arial"/>
              </a:defRPr>
            </a:lvl1pPr>
            <a:lvl2pPr algn="l">
              <a:defRPr sz="1950" b="0">
                <a:solidFill>
                  <a:srgbClr val="20262C"/>
                </a:solidFill>
                <a:latin typeface="Arial"/>
                <a:ea typeface="Arial"/>
                <a:cs typeface="Arial"/>
              </a:defRPr>
            </a:lvl2pPr>
            <a:lvl3pPr algn="l">
              <a:defRPr sz="1950" b="0">
                <a:solidFill>
                  <a:srgbClr val="20262C"/>
                </a:solidFill>
                <a:latin typeface="Arial"/>
                <a:ea typeface="Arial"/>
                <a:cs typeface="Arial"/>
              </a:defRPr>
            </a:lvl3pPr>
            <a:lvl4pPr algn="l">
              <a:defRPr sz="1950" b="0">
                <a:solidFill>
                  <a:srgbClr val="20262C"/>
                </a:solidFill>
                <a:latin typeface="Arial"/>
                <a:ea typeface="Arial"/>
                <a:cs typeface="Arial"/>
              </a:defRPr>
            </a:lvl4pPr>
            <a:lvl5pPr algn="l">
              <a:defRPr sz="1950" b="0">
                <a:solidFill>
                  <a:srgbClr val="20262C"/>
                </a:solidFill>
                <a:latin typeface="Arial"/>
                <a:ea typeface="Arial"/>
                <a:cs typeface="Arial"/>
              </a:defRPr>
            </a:lvl5pPr>
            <a:lvl6pPr algn="l">
              <a:defRPr sz="1950" b="0">
                <a:solidFill>
                  <a:srgbClr val="20262C"/>
                </a:solidFill>
                <a:latin typeface="Arial"/>
                <a:ea typeface="Arial"/>
                <a:cs typeface="Arial"/>
              </a:defRPr>
            </a:lvl6pPr>
            <a:lvl7pPr algn="l">
              <a:defRPr sz="1950" b="0">
                <a:solidFill>
                  <a:srgbClr val="20262C"/>
                </a:solidFill>
                <a:latin typeface="Arial"/>
                <a:ea typeface="Arial"/>
                <a:cs typeface="Arial"/>
              </a:defRPr>
            </a:lvl7pPr>
            <a:lvl8pPr algn="l">
              <a:defRPr sz="1950" b="0">
                <a:solidFill>
                  <a:srgbClr val="20262C"/>
                </a:solidFill>
                <a:latin typeface="Arial"/>
                <a:ea typeface="Arial"/>
                <a:cs typeface="Arial"/>
              </a:defRPr>
            </a:lvl8pPr>
            <a:lvl9pPr algn="l">
              <a:defRPr sz="1950" b="0">
                <a:solidFill>
                  <a:srgbClr val="20262C"/>
                </a:solidFill>
                <a:latin typeface="Arial"/>
                <a:ea typeface="Arial"/>
                <a:cs typeface="Arial"/>
              </a:defRPr>
            </a:lvl9pPr>
          </a:lstStyle>
          <a:p xmlns:a="http://schemas.openxmlformats.org/drawingml/2006/main">
            <a:pPr algn="l">
              <a:defRPr sz="1950" b="0">
                <a:solidFill>
                  <a:srgbClr val="20262C"/>
                </a:solidFill>
                <a:latin typeface="Arial"/>
                <a:ea typeface="Arial"/>
                <a:cs typeface="Arial"/>
              </a:defRPr>
            </a:pPr>
            <a:r>
              <a:rPr sz="1950" b="0">
                <a:solidFill>
                  <a:srgbClr val="20262C"/>
                </a:solidFill>
                <a:latin typeface="Arial"/>
                <a:ea typeface="Arial"/>
                <a:cs typeface="Arial"/>
              </a:rPr>
              <a:t>Demand recovery or restocking?</a:t>
            </a:r>
          </a:p>
        </p:txBody>
      </p:sp>
      <p:sp>
        <p:nvSpPr>
          <p:cNvPr id="40" name="!!views.user">
            <a:extLst xmlns:a="http://schemas.openxmlformats.org/drawingml/2006/main">
              <a:ext uri="{FF2B5EF4-FFF2-40B4-BE49-F238E27FC236}">
                <a16:creationId xmlns:a16="http://schemas.microsoft.com/office/drawing/2014/main" id="{4EE17DEC-2F63-4E79-8288-2B684A6E25C5}"/>
              </a:ext>
            </a:extLst>
          </p:cNvPr>
          <p:cNvSpPr>
            <a:spLocks xmlns:a="http://schemas.openxmlformats.org/drawingml/2006/main" noGrp="1"/>
          </p:cNvSpPr>
          <p:nvPr/>
        </p:nvSpPr>
        <p:spPr>
          <a:xfrm xmlns:a="http://schemas.openxmlformats.org/drawingml/2006/main">
            <a:off x="4057650" y="7096125"/>
            <a:ext cx="105346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0262C"/>
                </a:solidFill>
                <a:latin typeface="Arial"/>
                <a:ea typeface="Arial"/>
                <a:cs typeface="Arial"/>
              </a:defRPr>
            </a:defPPr>
            <a:lvl1pPr algn="l">
              <a:defRPr sz="1950" b="0">
                <a:solidFill>
                  <a:srgbClr val="20262C"/>
                </a:solidFill>
                <a:latin typeface="Arial"/>
                <a:ea typeface="Arial"/>
                <a:cs typeface="Arial"/>
              </a:defRPr>
            </a:lvl1pPr>
            <a:lvl2pPr algn="l">
              <a:defRPr sz="1950" b="0">
                <a:solidFill>
                  <a:srgbClr val="20262C"/>
                </a:solidFill>
                <a:latin typeface="Arial"/>
                <a:ea typeface="Arial"/>
                <a:cs typeface="Arial"/>
              </a:defRPr>
            </a:lvl2pPr>
            <a:lvl3pPr algn="l">
              <a:defRPr sz="1950" b="0">
                <a:solidFill>
                  <a:srgbClr val="20262C"/>
                </a:solidFill>
                <a:latin typeface="Arial"/>
                <a:ea typeface="Arial"/>
                <a:cs typeface="Arial"/>
              </a:defRPr>
            </a:lvl3pPr>
            <a:lvl4pPr algn="l">
              <a:defRPr sz="1950" b="0">
                <a:solidFill>
                  <a:srgbClr val="20262C"/>
                </a:solidFill>
                <a:latin typeface="Arial"/>
                <a:ea typeface="Arial"/>
                <a:cs typeface="Arial"/>
              </a:defRPr>
            </a:lvl4pPr>
            <a:lvl5pPr algn="l">
              <a:defRPr sz="1950" b="0">
                <a:solidFill>
                  <a:srgbClr val="20262C"/>
                </a:solidFill>
                <a:latin typeface="Arial"/>
                <a:ea typeface="Arial"/>
                <a:cs typeface="Arial"/>
              </a:defRPr>
            </a:lvl5pPr>
            <a:lvl6pPr algn="l">
              <a:defRPr sz="1950" b="0">
                <a:solidFill>
                  <a:srgbClr val="20262C"/>
                </a:solidFill>
                <a:latin typeface="Arial"/>
                <a:ea typeface="Arial"/>
                <a:cs typeface="Arial"/>
              </a:defRPr>
            </a:lvl6pPr>
            <a:lvl7pPr algn="l">
              <a:defRPr sz="1950" b="0">
                <a:solidFill>
                  <a:srgbClr val="20262C"/>
                </a:solidFill>
                <a:latin typeface="Arial"/>
                <a:ea typeface="Arial"/>
                <a:cs typeface="Arial"/>
              </a:defRPr>
            </a:lvl7pPr>
            <a:lvl8pPr algn="l">
              <a:defRPr sz="1950" b="0">
                <a:solidFill>
                  <a:srgbClr val="20262C"/>
                </a:solidFill>
                <a:latin typeface="Arial"/>
                <a:ea typeface="Arial"/>
                <a:cs typeface="Arial"/>
              </a:defRPr>
            </a:lvl8pPr>
            <a:lvl9pPr algn="l">
              <a:defRPr sz="1950" b="0">
                <a:solidFill>
                  <a:srgbClr val="20262C"/>
                </a:solidFill>
                <a:latin typeface="Arial"/>
                <a:ea typeface="Arial"/>
                <a:cs typeface="Arial"/>
              </a:defRPr>
            </a:lvl9pPr>
          </a:lstStyle>
          <a:p xmlns:a="http://schemas.openxmlformats.org/drawingml/2006/main">
            <a:pPr algn="l">
              <a:defRPr sz="1950" b="0">
                <a:solidFill>
                  <a:srgbClr val="20262C"/>
                </a:solidFill>
                <a:latin typeface="Arial"/>
                <a:ea typeface="Arial"/>
                <a:cs typeface="Arial"/>
              </a:defRPr>
            </a:pPr>
            <a:r>
              <a:rPr sz="1950" b="0">
                <a:solidFill>
                  <a:srgbClr val="20262C"/>
                </a:solidFill>
                <a:latin typeface="Arial"/>
                <a:ea typeface="Arial"/>
                <a:cs typeface="Arial"/>
              </a:rPr>
              <a:t>Analysts investigate the disagreement, with links back to the underlying reports</a:t>
            </a:r>
          </a:p>
        </p:txBody>
      </p:sp>
      <p:sp>
        <p:nvSpPr>
          <p:cNvPr id="42" name="!!story.header.issuer.bar">
            <a:extLst xmlns:a="http://schemas.openxmlformats.org/drawingml/2006/main">
              <a:ext uri="{FF2B5EF4-FFF2-40B4-BE49-F238E27FC236}">
                <a16:creationId xmlns:a16="http://schemas.microsoft.com/office/drawing/2014/main" id="{3CC9398A-03F3-4EE5-B94B-3AD63F79F4D4}"/>
              </a:ext>
            </a:extLst>
          </p:cNvPr>
          <p:cNvSpPr>
            <a:spLocks xmlns:a="http://schemas.openxmlformats.org/drawingml/2006/main" noGrp="1"/>
          </p:cNvSpPr>
          <p:nvPr/>
        </p:nvSpPr>
        <p:spPr>
          <a:xfrm xmlns:a="http://schemas.openxmlformats.org/drawingml/2006/main">
            <a:off x="10668000" y="1257300"/>
            <a:ext cx="47625" cy="238125"/>
          </a:xfrm>
          <a:prstGeom xmlns:a="http://schemas.openxmlformats.org/drawingml/2006/main" prst="rect">
            <a:avLst/>
          </a:prstGeom>
          <a:solidFill xmlns:a="http://schemas.openxmlformats.org/drawingml/2006/main">
            <a:srgbClr val="317F7B"/>
          </a:solidFill>
          <a:ln xmlns:a="http://schemas.openxmlformats.org/drawingml/2006/main" w="0">
            <a:noFill/>
          </a:ln>
        </p:spPr>
      </p:sp>
      <p:sp>
        <p:nvSpPr>
          <p:cNvPr id="43" name="!!story.header.issuer.name">
            <a:extLst xmlns:a="http://schemas.openxmlformats.org/drawingml/2006/main">
              <a:ext uri="{FF2B5EF4-FFF2-40B4-BE49-F238E27FC236}">
                <a16:creationId xmlns:a16="http://schemas.microsoft.com/office/drawing/2014/main" id="{06708267-B53F-48BA-95FF-798137659762}"/>
              </a:ext>
            </a:extLst>
          </p:cNvPr>
          <p:cNvSpPr>
            <a:spLocks xmlns:a="http://schemas.openxmlformats.org/drawingml/2006/main" noGrp="1"/>
          </p:cNvSpPr>
          <p:nvPr/>
        </p:nvSpPr>
        <p:spPr>
          <a:xfrm xmlns:a="http://schemas.openxmlformats.org/drawingml/2006/main">
            <a:off x="10801350" y="1190625"/>
            <a:ext cx="152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317F7B"/>
                </a:solidFill>
                <a:latin typeface="Arial"/>
                <a:ea typeface="Arial"/>
                <a:cs typeface="Arial"/>
              </a:defRPr>
            </a:defPPr>
            <a:lvl1pPr algn="l">
              <a:defRPr sz="1800" b="1">
                <a:solidFill>
                  <a:srgbClr val="317F7B"/>
                </a:solidFill>
                <a:latin typeface="Arial"/>
                <a:ea typeface="Arial"/>
                <a:cs typeface="Arial"/>
              </a:defRPr>
            </a:lvl1pPr>
            <a:lvl2pPr algn="l">
              <a:defRPr sz="1800" b="1">
                <a:solidFill>
                  <a:srgbClr val="317F7B"/>
                </a:solidFill>
                <a:latin typeface="Arial"/>
                <a:ea typeface="Arial"/>
                <a:cs typeface="Arial"/>
              </a:defRPr>
            </a:lvl2pPr>
            <a:lvl3pPr algn="l">
              <a:defRPr sz="1800" b="1">
                <a:solidFill>
                  <a:srgbClr val="317F7B"/>
                </a:solidFill>
                <a:latin typeface="Arial"/>
                <a:ea typeface="Arial"/>
                <a:cs typeface="Arial"/>
              </a:defRPr>
            </a:lvl3pPr>
            <a:lvl4pPr algn="l">
              <a:defRPr sz="1800" b="1">
                <a:solidFill>
                  <a:srgbClr val="317F7B"/>
                </a:solidFill>
                <a:latin typeface="Arial"/>
                <a:ea typeface="Arial"/>
                <a:cs typeface="Arial"/>
              </a:defRPr>
            </a:lvl4pPr>
            <a:lvl5pPr algn="l">
              <a:defRPr sz="1800" b="1">
                <a:solidFill>
                  <a:srgbClr val="317F7B"/>
                </a:solidFill>
                <a:latin typeface="Arial"/>
                <a:ea typeface="Arial"/>
                <a:cs typeface="Arial"/>
              </a:defRPr>
            </a:lvl5pPr>
            <a:lvl6pPr algn="l">
              <a:defRPr sz="1800" b="1">
                <a:solidFill>
                  <a:srgbClr val="317F7B"/>
                </a:solidFill>
                <a:latin typeface="Arial"/>
                <a:ea typeface="Arial"/>
                <a:cs typeface="Arial"/>
              </a:defRPr>
            </a:lvl6pPr>
            <a:lvl7pPr algn="l">
              <a:defRPr sz="1800" b="1">
                <a:solidFill>
                  <a:srgbClr val="317F7B"/>
                </a:solidFill>
                <a:latin typeface="Arial"/>
                <a:ea typeface="Arial"/>
                <a:cs typeface="Arial"/>
              </a:defRPr>
            </a:lvl7pPr>
            <a:lvl8pPr algn="l">
              <a:defRPr sz="1800" b="1">
                <a:solidFill>
                  <a:srgbClr val="317F7B"/>
                </a:solidFill>
                <a:latin typeface="Arial"/>
                <a:ea typeface="Arial"/>
                <a:cs typeface="Arial"/>
              </a:defRPr>
            </a:lvl8pPr>
            <a:lvl9pPr algn="l">
              <a:defRPr sz="1800" b="1">
                <a:solidFill>
                  <a:srgbClr val="317F7B"/>
                </a:solidFill>
                <a:latin typeface="Arial"/>
                <a:ea typeface="Arial"/>
                <a:cs typeface="Arial"/>
              </a:defRPr>
            </a:lvl9pPr>
          </a:lstStyle>
          <a:p xmlns:a="http://schemas.openxmlformats.org/drawingml/2006/main">
            <a:pPr algn="l">
              <a:defRPr sz="1800" b="1">
                <a:solidFill>
                  <a:srgbClr val="317F7B"/>
                </a:solidFill>
                <a:latin typeface="Arial"/>
                <a:ea typeface="Arial"/>
                <a:cs typeface="Arial"/>
              </a:defRPr>
            </a:pPr>
            <a:r>
              <a:rPr sz="1800" b="1">
                <a:solidFill>
                  <a:srgbClr val="317F7B"/>
                </a:solidFill>
                <a:latin typeface="Arial"/>
                <a:ea typeface="Arial"/>
                <a:cs typeface="Arial"/>
              </a:rPr>
              <a:t>Company A</a:t>
            </a:r>
          </a:p>
        </p:txBody>
      </p:sp>
      <p:sp>
        <p:nvSpPr>
          <p:cNvPr id="44" name="!!story.header.issuer.qualifier">
            <a:extLst xmlns:a="http://schemas.openxmlformats.org/drawingml/2006/main">
              <a:ext uri="{FF2B5EF4-FFF2-40B4-BE49-F238E27FC236}">
                <a16:creationId xmlns:a16="http://schemas.microsoft.com/office/drawing/2014/main" id="{219E8EA7-BE65-4D7F-B483-C1824579A061}"/>
              </a:ext>
            </a:extLst>
          </p:cNvPr>
          <p:cNvSpPr>
            <a:spLocks xmlns:a="http://schemas.openxmlformats.org/drawingml/2006/main" noGrp="1"/>
          </p:cNvSpPr>
          <p:nvPr/>
        </p:nvSpPr>
        <p:spPr>
          <a:xfrm xmlns:a="http://schemas.openxmlformats.org/drawingml/2006/main">
            <a:off x="12430125" y="1238250"/>
            <a:ext cx="14001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707C88"/>
                </a:solidFill>
                <a:latin typeface="Arial"/>
                <a:ea typeface="Arial"/>
                <a:cs typeface="Arial"/>
              </a:defRPr>
            </a:defPPr>
            <a:lvl1pPr algn="l">
              <a:defRPr sz="1500" b="0">
                <a:solidFill>
                  <a:srgbClr val="707C88"/>
                </a:solidFill>
                <a:latin typeface="Arial"/>
                <a:ea typeface="Arial"/>
                <a:cs typeface="Arial"/>
              </a:defRPr>
            </a:lvl1pPr>
            <a:lvl2pPr algn="l">
              <a:defRPr sz="1500" b="0">
                <a:solidFill>
                  <a:srgbClr val="707C88"/>
                </a:solidFill>
                <a:latin typeface="Arial"/>
                <a:ea typeface="Arial"/>
                <a:cs typeface="Arial"/>
              </a:defRPr>
            </a:lvl2pPr>
            <a:lvl3pPr algn="l">
              <a:defRPr sz="1500" b="0">
                <a:solidFill>
                  <a:srgbClr val="707C88"/>
                </a:solidFill>
                <a:latin typeface="Arial"/>
                <a:ea typeface="Arial"/>
                <a:cs typeface="Arial"/>
              </a:defRPr>
            </a:lvl3pPr>
            <a:lvl4pPr algn="l">
              <a:defRPr sz="1500" b="0">
                <a:solidFill>
                  <a:srgbClr val="707C88"/>
                </a:solidFill>
                <a:latin typeface="Arial"/>
                <a:ea typeface="Arial"/>
                <a:cs typeface="Arial"/>
              </a:defRPr>
            </a:lvl4pPr>
            <a:lvl5pPr algn="l">
              <a:defRPr sz="1500" b="0">
                <a:solidFill>
                  <a:srgbClr val="707C88"/>
                </a:solidFill>
                <a:latin typeface="Arial"/>
                <a:ea typeface="Arial"/>
                <a:cs typeface="Arial"/>
              </a:defRPr>
            </a:lvl5pPr>
            <a:lvl6pPr algn="l">
              <a:defRPr sz="1500" b="0">
                <a:solidFill>
                  <a:srgbClr val="707C88"/>
                </a:solidFill>
                <a:latin typeface="Arial"/>
                <a:ea typeface="Arial"/>
                <a:cs typeface="Arial"/>
              </a:defRPr>
            </a:lvl6pPr>
            <a:lvl7pPr algn="l">
              <a:defRPr sz="1500" b="0">
                <a:solidFill>
                  <a:srgbClr val="707C88"/>
                </a:solidFill>
                <a:latin typeface="Arial"/>
                <a:ea typeface="Arial"/>
                <a:cs typeface="Arial"/>
              </a:defRPr>
            </a:lvl7pPr>
            <a:lvl8pPr algn="l">
              <a:defRPr sz="1500" b="0">
                <a:solidFill>
                  <a:srgbClr val="707C88"/>
                </a:solidFill>
                <a:latin typeface="Arial"/>
                <a:ea typeface="Arial"/>
                <a:cs typeface="Arial"/>
              </a:defRPr>
            </a:lvl8pPr>
            <a:lvl9pPr algn="l">
              <a:defRPr sz="1500" b="0">
                <a:solidFill>
                  <a:srgbClr val="707C88"/>
                </a:solidFill>
                <a:latin typeface="Arial"/>
                <a:ea typeface="Arial"/>
                <a:cs typeface="Arial"/>
              </a:defRPr>
            </a:lvl9pPr>
          </a:lstStyle>
          <a:p xmlns:a="http://schemas.openxmlformats.org/drawingml/2006/main">
            <a:pPr algn="l">
              <a:defRPr sz="1500" b="0">
                <a:solidFill>
                  <a:srgbClr val="707C88"/>
                </a:solidFill>
                <a:latin typeface="Arial"/>
                <a:ea typeface="Arial"/>
                <a:cs typeface="Arial"/>
              </a:defRPr>
            </a:pPr>
            <a:r>
              <a:rPr sz="1500" b="0">
                <a:solidFill>
                  <a:srgbClr val="707C88"/>
                </a:solidFill>
                <a:latin typeface="Arial"/>
                <a:ea typeface="Arial"/>
                <a:cs typeface="Arial"/>
              </a:rPr>
              <a:t>Reference</a:t>
            </a:r>
          </a:p>
        </p:txBody>
      </p:sp>
      <p:sp>
        <p:nvSpPr>
          <p:cNvPr id="45" name="!!story.issuer.views.reportA">
            <a:extLst xmlns:a="http://schemas.openxmlformats.org/drawingml/2006/main">
              <a:ext uri="{FF2B5EF4-FFF2-40B4-BE49-F238E27FC236}">
                <a16:creationId xmlns:a16="http://schemas.microsoft.com/office/drawing/2014/main" id="{67DB4F3F-18E8-4A99-BC77-94CAB2414ED1}"/>
              </a:ext>
            </a:extLst>
          </p:cNvPr>
          <p:cNvSpPr>
            <a:spLocks xmlns:a="http://schemas.openxmlformats.org/drawingml/2006/main" noGrp="1"/>
          </p:cNvSpPr>
          <p:nvPr/>
        </p:nvSpPr>
        <p:spPr>
          <a:xfrm xmlns:a="http://schemas.openxmlformats.org/drawingml/2006/main">
            <a:off x="3943350" y="3143250"/>
            <a:ext cx="57150" cy="1876425"/>
          </a:xfrm>
          <a:prstGeom xmlns:a="http://schemas.openxmlformats.org/drawingml/2006/main" prst="rect">
            <a:avLst/>
          </a:prstGeom>
          <a:solidFill xmlns:a="http://schemas.openxmlformats.org/drawingml/2006/main">
            <a:srgbClr val="317F7B"/>
          </a:solidFill>
          <a:ln xmlns:a="http://schemas.openxmlformats.org/drawingml/2006/main" w="0">
            <a:noFill/>
          </a:ln>
        </p:spPr>
      </p:sp>
      <p:sp>
        <p:nvSpPr>
          <p:cNvPr id="46" name="!!story.issuer.views.reportB">
            <a:extLst xmlns:a="http://schemas.openxmlformats.org/drawingml/2006/main">
              <a:ext uri="{FF2B5EF4-FFF2-40B4-BE49-F238E27FC236}">
                <a16:creationId xmlns:a16="http://schemas.microsoft.com/office/drawing/2014/main" id="{55E4DE46-52C6-4A5F-B145-E530E02666C3}"/>
              </a:ext>
            </a:extLst>
          </p:cNvPr>
          <p:cNvSpPr>
            <a:spLocks xmlns:a="http://schemas.openxmlformats.org/drawingml/2006/main" noGrp="1"/>
          </p:cNvSpPr>
          <p:nvPr/>
        </p:nvSpPr>
        <p:spPr>
          <a:xfrm xmlns:a="http://schemas.openxmlformats.org/drawingml/2006/main">
            <a:off x="7600950" y="3143250"/>
            <a:ext cx="57150" cy="1876425"/>
          </a:xfrm>
          <a:prstGeom xmlns:a="http://schemas.openxmlformats.org/drawingml/2006/main" prst="rect">
            <a:avLst/>
          </a:prstGeom>
          <a:solidFill xmlns:a="http://schemas.openxmlformats.org/drawingml/2006/main">
            <a:srgbClr val="317F7B"/>
          </a:solidFill>
          <a:ln xmlns:a="http://schemas.openxmlformats.org/drawingml/2006/main" w="0">
            <a:noFill/>
          </a:ln>
        </p:spPr>
      </p:sp>
      <p:sp>
        <p:nvSpPr>
          <p:cNvPr id="47" name="!!story.issuer.analysis">
            <a:extLst xmlns:a="http://schemas.openxmlformats.org/drawingml/2006/main">
              <a:ext uri="{FF2B5EF4-FFF2-40B4-BE49-F238E27FC236}">
                <a16:creationId xmlns:a16="http://schemas.microsoft.com/office/drawing/2014/main" id="{B6C254B6-BCD6-4B34-A32D-A6871598F2AD}"/>
              </a:ext>
            </a:extLst>
          </p:cNvPr>
          <p:cNvSpPr>
            <a:spLocks xmlns:a="http://schemas.openxmlformats.org/drawingml/2006/main" noGrp="1"/>
          </p:cNvSpPr>
          <p:nvPr/>
        </p:nvSpPr>
        <p:spPr>
          <a:xfrm xmlns:a="http://schemas.openxmlformats.org/drawingml/2006/main">
            <a:off x="4000500" y="5638800"/>
            <a:ext cx="57150" cy="1200150"/>
          </a:xfrm>
          <a:prstGeom xmlns:a="http://schemas.openxmlformats.org/drawingml/2006/main" prst="rect">
            <a:avLst/>
          </a:prstGeom>
          <a:solidFill xmlns:a="http://schemas.openxmlformats.org/drawingml/2006/main">
            <a:srgbClr val="317F7B"/>
          </a:solidFill>
          <a:ln xmlns:a="http://schemas.openxmlformats.org/drawingml/2006/main" w="0">
            <a:noFill/>
          </a:ln>
        </p:spPr>
      </p:sp>
    </p:spTree>
    <p:extLst>
      <p:ext uri="{BB962C8B-B14F-4D97-AF65-F5344CB8AC3E}">
        <p14:creationId xmlns:p14="http://schemas.microsoft.com/office/powerpoint/2010/main" val="702526530"/>
      </p:ext>
    </p:extLst>
  </p:cSld>
  <mc:AlternateContent xmlns:mc="http://schemas.openxmlformats.org/markup-compatibility/2006">
    <mc:Choice xmlns:p159="http://schemas.microsoft.com/office/powerpoint/2015/09/main" Requires="p159">
      <p:transition xmlns:p14="http://schemas.microsoft.com/office/powerpoint/2010/main" spd="med" advClick="1" p14:dur="700">
        <p159:morph option="byObject"/>
      </p:transition>
    </mc:Choice>
    <mc:Fallback>
      <p:transition spd="fast" advClick="1">
        <p:fade/>
      </p:transition>
    </mc:Fallback>
  </mc:AlternateContent>
  <p:timing>
    <p:tnLst>
      <p:par>
        <p:cTn id="1" dur="indefinite" restart="never" nodeType="tmRoot">
          <p:childTnLst>
            <p:seq concurrent="1" nextAc="seek">
              <p:cTn id="2" dur="indefinite" nodeType="mainSeq">
                <p:childTnLst>
                  <p:par>
                    <p:cTn id="3" fill="hold">
                      <p:stCondLst>
                        <p:cond delay="0"/>
                      </p:stCondLst>
                      <p:childTnLst>
                        <p:par>
                          <p:cTn id="4" presetID="1" presetClass="entr" presetSubtype="0" fill="hold" nodeType="withEffect" grpId="0">
                            <p:stCondLst>
                              <p:cond delay="150"/>
                            </p:stCondLst>
                            <p:childTnLst>
                              <p:set>
                                <p:cBhvr>
                                  <p:cTn id="5" dur="1" fill="hold">
                                    <p:stCondLst>
                                      <p:cond delay="0"/>
                                    </p:stCondLst>
                                  </p:cTn>
                                  <p:tgtEl>
                                    <p:spTgt spid="36"/>
                                  </p:tgtEl>
                                  <p:attrNameLst>
                                    <p:attrName>style.visibility</p:attrName>
                                  </p:attrNameLst>
                                </p:cBhvr>
                                <p:to>
                                  <p:strVal val="visible"/>
                                </p:to>
                              </p:set>
                            </p:childTnLst>
                          </p:cTn>
                        </p:par>
                        <p:par>
                          <p:cTn id="6" presetID="1" presetClass="entr" presetSubtype="0" fill="hold" nodeType="withEffect" grpId="0">
                            <p:stCondLst>
                              <p:cond delay="150"/>
                            </p:stCondLst>
                            <p:childTnLst>
                              <p:set>
                                <p:cBhvr>
                                  <p:cTn id="7" dur="1" fill="hold">
                                    <p:stCondLst>
                                      <p:cond delay="0"/>
                                    </p:stCondLst>
                                  </p:cTn>
                                  <p:tgtEl>
                                    <p:spTgt spid="37"/>
                                  </p:tgtEl>
                                  <p:attrNameLst>
                                    <p:attrName>style.visibility</p:attrName>
                                  </p:attrNameLst>
                                </p:cBhvr>
                                <p:to>
                                  <p:strVal val="visible"/>
                                </p:to>
                              </p:set>
                            </p:childTnLst>
                          </p:cTn>
                        </p:par>
                        <p:par>
                          <p:cTn id="8" presetID="1" presetClass="entr" presetSubtype="0" fill="hold" nodeType="withEffect" grpId="0">
                            <p:stCondLst>
                              <p:cond delay="700"/>
                            </p:stCondLst>
                            <p:childTnLst>
                              <p:set>
                                <p:cBhvr>
                                  <p:cTn id="9" dur="1" fill="hold">
                                    <p:stCondLst>
                                      <p:cond delay="0"/>
                                    </p:stCondLst>
                                  </p:cTn>
                                  <p:tgtEl>
                                    <p:spTgt spid="38"/>
                                  </p:tgtEl>
                                  <p:attrNameLst>
                                    <p:attrName>style.visibility</p:attrName>
                                  </p:attrNameLst>
                                </p:cBhvr>
                                <p:to>
                                  <p:strVal val="visible"/>
                                </p:to>
                              </p:set>
                            </p:childTnLst>
                          </p:cTn>
                        </p:par>
                        <p:par>
                          <p:cTn id="10" presetID="1" presetClass="entr" presetSubtype="0" fill="hold" nodeType="withEffect" grpId="0">
                            <p:stCondLst>
                              <p:cond delay="700"/>
                            </p:stCondLst>
                            <p:childTnLst>
                              <p:set>
                                <p:cBhvr>
                                  <p:cTn id="11" dur="1" fill="hold">
                                    <p:stCondLst>
                                      <p:cond delay="0"/>
                                    </p:stCondLst>
                                  </p:cTn>
                                  <p:tgtEl>
                                    <p:spTgt spid="39"/>
                                  </p:tgtEl>
                                  <p:attrNameLst>
                                    <p:attrName>style.visibility</p:attrName>
                                  </p:attrNameLst>
                                </p:cBhvr>
                                <p:to>
                                  <p:strVal val="visible"/>
                                </p:to>
                              </p:set>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P spid="37" grpId="0" animBg="1"/>
      <p:bldP spid="38" grpId="0" animBg="1"/>
      <p:bldP spid="39" grpId="0" animBg="1"/>
    </p:bldLst>
  </p:timing>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8" name="!!heading">
            <a:extLst xmlns:a="http://schemas.openxmlformats.org/drawingml/2006/main">
              <a:ext uri="{FF2B5EF4-FFF2-40B4-BE49-F238E27FC236}">
                <a16:creationId xmlns:a16="http://schemas.microsoft.com/office/drawing/2014/main" id="{4695191F-5483-4C30-BD9C-7C874C6AB6F5}"/>
              </a:ext>
            </a:extLst>
          </p:cNvPr>
          <p:cNvSpPr>
            <a:spLocks xmlns:a="http://schemas.openxmlformats.org/drawingml/2006/main" noGrp="1"/>
          </p:cNvSpPr>
          <p:nvPr/>
        </p:nvSpPr>
        <p:spPr>
          <a:xfrm xmlns:a="http://schemas.openxmlformats.org/drawingml/2006/main">
            <a:off x="647700" y="428625"/>
            <a:ext cx="13944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0262C"/>
                </a:solidFill>
                <a:latin typeface="Arial"/>
                <a:ea typeface="Arial"/>
                <a:cs typeface="Arial"/>
              </a:defRPr>
            </a:defPPr>
            <a:lvl1pPr algn="l">
              <a:defRPr sz="3300" b="1">
                <a:solidFill>
                  <a:srgbClr val="20262C"/>
                </a:solidFill>
                <a:latin typeface="Arial"/>
                <a:ea typeface="Arial"/>
                <a:cs typeface="Arial"/>
              </a:defRPr>
            </a:lvl1pPr>
            <a:lvl2pPr algn="l">
              <a:defRPr sz="3300" b="1">
                <a:solidFill>
                  <a:srgbClr val="20262C"/>
                </a:solidFill>
                <a:latin typeface="Arial"/>
                <a:ea typeface="Arial"/>
                <a:cs typeface="Arial"/>
              </a:defRPr>
            </a:lvl2pPr>
            <a:lvl3pPr algn="l">
              <a:defRPr sz="3300" b="1">
                <a:solidFill>
                  <a:srgbClr val="20262C"/>
                </a:solidFill>
                <a:latin typeface="Arial"/>
                <a:ea typeface="Arial"/>
                <a:cs typeface="Arial"/>
              </a:defRPr>
            </a:lvl3pPr>
            <a:lvl4pPr algn="l">
              <a:defRPr sz="3300" b="1">
                <a:solidFill>
                  <a:srgbClr val="20262C"/>
                </a:solidFill>
                <a:latin typeface="Arial"/>
                <a:ea typeface="Arial"/>
                <a:cs typeface="Arial"/>
              </a:defRPr>
            </a:lvl4pPr>
            <a:lvl5pPr algn="l">
              <a:defRPr sz="3300" b="1">
                <a:solidFill>
                  <a:srgbClr val="20262C"/>
                </a:solidFill>
                <a:latin typeface="Arial"/>
                <a:ea typeface="Arial"/>
                <a:cs typeface="Arial"/>
              </a:defRPr>
            </a:lvl5pPr>
            <a:lvl6pPr algn="l">
              <a:defRPr sz="3300" b="1">
                <a:solidFill>
                  <a:srgbClr val="20262C"/>
                </a:solidFill>
                <a:latin typeface="Arial"/>
                <a:ea typeface="Arial"/>
                <a:cs typeface="Arial"/>
              </a:defRPr>
            </a:lvl6pPr>
            <a:lvl7pPr algn="l">
              <a:defRPr sz="3300" b="1">
                <a:solidFill>
                  <a:srgbClr val="20262C"/>
                </a:solidFill>
                <a:latin typeface="Arial"/>
                <a:ea typeface="Arial"/>
                <a:cs typeface="Arial"/>
              </a:defRPr>
            </a:lvl7pPr>
            <a:lvl8pPr algn="l">
              <a:defRPr sz="3300" b="1">
                <a:solidFill>
                  <a:srgbClr val="20262C"/>
                </a:solidFill>
                <a:latin typeface="Arial"/>
                <a:ea typeface="Arial"/>
                <a:cs typeface="Arial"/>
              </a:defRPr>
            </a:lvl8pPr>
            <a:lvl9pPr algn="l">
              <a:defRPr sz="3300" b="1">
                <a:solidFill>
                  <a:srgbClr val="20262C"/>
                </a:solidFill>
                <a:latin typeface="Arial"/>
                <a:ea typeface="Arial"/>
                <a:cs typeface="Arial"/>
              </a:defRPr>
            </a:lvl9pPr>
          </a:lstStyle>
          <a:p xmlns:a="http://schemas.openxmlformats.org/drawingml/2006/main">
            <a:pPr algn="l">
              <a:defRPr sz="3300" b="1">
                <a:solidFill>
                  <a:srgbClr val="20262C"/>
                </a:solidFill>
                <a:latin typeface="Arial"/>
                <a:ea typeface="Arial"/>
                <a:cs typeface="Arial"/>
              </a:defRPr>
            </a:pPr>
            <a:r>
              <a:rPr sz="3300" b="1">
                <a:solidFill>
                  <a:srgbClr val="20262C"/>
                </a:solidFill>
                <a:latin typeface="Arial"/>
                <a:ea typeface="Arial"/>
                <a:cs typeface="Arial"/>
              </a:rPr>
              <a:t>Zhong Ou: populating research templates</a:t>
            </a:r>
          </a:p>
        </p:txBody>
      </p:sp>
      <p:sp>
        <p:nvSpPr>
          <p:cNvPr id="2" name="!!subtitle">
            <a:extLst xmlns:a="http://schemas.openxmlformats.org/drawingml/2006/main">
              <a:ext uri="{FF2B5EF4-FFF2-40B4-BE49-F238E27FC236}">
                <a16:creationId xmlns:a16="http://schemas.microsoft.com/office/drawing/2014/main" id="{62BC52B6-755D-4DB8-A764-C9642335ACD6}"/>
              </a:ext>
            </a:extLst>
          </p:cNvPr>
          <p:cNvSpPr>
            <a:spLocks xmlns:a="http://schemas.openxmlformats.org/drawingml/2006/main" noGrp="1"/>
          </p:cNvSpPr>
          <p:nvPr/>
        </p:nvSpPr>
        <p:spPr>
          <a:xfrm xmlns:a="http://schemas.openxmlformats.org/drawingml/2006/main">
            <a:off x="647700" y="1190625"/>
            <a:ext cx="139446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05A9C"/>
                </a:solidFill>
                <a:latin typeface="Arial"/>
                <a:ea typeface="Arial"/>
                <a:cs typeface="Arial"/>
              </a:defRPr>
            </a:defPPr>
            <a:lvl1pPr algn="l">
              <a:defRPr sz="1875" b="0">
                <a:solidFill>
                  <a:srgbClr val="005A9C"/>
                </a:solidFill>
                <a:latin typeface="Arial"/>
                <a:ea typeface="Arial"/>
                <a:cs typeface="Arial"/>
              </a:defRPr>
            </a:lvl1pPr>
            <a:lvl2pPr algn="l">
              <a:defRPr sz="1875" b="0">
                <a:solidFill>
                  <a:srgbClr val="005A9C"/>
                </a:solidFill>
                <a:latin typeface="Arial"/>
                <a:ea typeface="Arial"/>
                <a:cs typeface="Arial"/>
              </a:defRPr>
            </a:lvl2pPr>
            <a:lvl3pPr algn="l">
              <a:defRPr sz="1875" b="0">
                <a:solidFill>
                  <a:srgbClr val="005A9C"/>
                </a:solidFill>
                <a:latin typeface="Arial"/>
                <a:ea typeface="Arial"/>
                <a:cs typeface="Arial"/>
              </a:defRPr>
            </a:lvl3pPr>
            <a:lvl4pPr algn="l">
              <a:defRPr sz="1875" b="0">
                <a:solidFill>
                  <a:srgbClr val="005A9C"/>
                </a:solidFill>
                <a:latin typeface="Arial"/>
                <a:ea typeface="Arial"/>
                <a:cs typeface="Arial"/>
              </a:defRPr>
            </a:lvl4pPr>
            <a:lvl5pPr algn="l">
              <a:defRPr sz="1875" b="0">
                <a:solidFill>
                  <a:srgbClr val="005A9C"/>
                </a:solidFill>
                <a:latin typeface="Arial"/>
                <a:ea typeface="Arial"/>
                <a:cs typeface="Arial"/>
              </a:defRPr>
            </a:lvl5pPr>
            <a:lvl6pPr algn="l">
              <a:defRPr sz="1875" b="0">
                <a:solidFill>
                  <a:srgbClr val="005A9C"/>
                </a:solidFill>
                <a:latin typeface="Arial"/>
                <a:ea typeface="Arial"/>
                <a:cs typeface="Arial"/>
              </a:defRPr>
            </a:lvl6pPr>
            <a:lvl7pPr algn="l">
              <a:defRPr sz="1875" b="0">
                <a:solidFill>
                  <a:srgbClr val="005A9C"/>
                </a:solidFill>
                <a:latin typeface="Arial"/>
                <a:ea typeface="Arial"/>
                <a:cs typeface="Arial"/>
              </a:defRPr>
            </a:lvl7pPr>
            <a:lvl8pPr algn="l">
              <a:defRPr sz="1875" b="0">
                <a:solidFill>
                  <a:srgbClr val="005A9C"/>
                </a:solidFill>
                <a:latin typeface="Arial"/>
                <a:ea typeface="Arial"/>
                <a:cs typeface="Arial"/>
              </a:defRPr>
            </a:lvl8pPr>
            <a:lvl9pPr algn="l">
              <a:defRPr sz="1875" b="0">
                <a:solidFill>
                  <a:srgbClr val="005A9C"/>
                </a:solidFill>
                <a:latin typeface="Arial"/>
                <a:ea typeface="Arial"/>
                <a:cs typeface="Arial"/>
              </a:defRPr>
            </a:lvl9pPr>
          </a:lstStyle>
          <a:p xmlns:a="http://schemas.openxmlformats.org/drawingml/2006/main">
            <a:pPr algn="l">
              <a:defRPr sz="1875" b="0">
                <a:solidFill>
                  <a:srgbClr val="005A9C"/>
                </a:solidFill>
                <a:latin typeface="Arial"/>
                <a:ea typeface="Arial"/>
                <a:cs typeface="Arial"/>
              </a:defRPr>
            </a:pPr>
            <a:r>
              <a:rPr sz="1875" b="0">
                <a:solidFill>
                  <a:srgbClr val="005A9C"/>
                </a:solidFill>
                <a:latin typeface="Arial"/>
                <a:ea typeface="Arial"/>
                <a:cs typeface="Arial"/>
              </a:rPr>
              <a:t>Front office  /  Research  /  Peer practices</a:t>
            </a:r>
          </a:p>
        </p:txBody>
      </p:sp>
      <p:sp>
        <p:nvSpPr>
          <p:cNvPr id="3" name="!!heading.rule">
            <a:extLst xmlns:a="http://schemas.openxmlformats.org/drawingml/2006/main">
              <a:ext uri="{FF2B5EF4-FFF2-40B4-BE49-F238E27FC236}">
                <a16:creationId xmlns:a16="http://schemas.microsoft.com/office/drawing/2014/main" id="{31F7E9F4-5B65-4222-937C-ACC4027D5499}"/>
              </a:ext>
            </a:extLst>
          </p:cNvPr>
          <p:cNvSpPr>
            <a:spLocks xmlns:a="http://schemas.openxmlformats.org/drawingml/2006/main" noGrp="1"/>
          </p:cNvSpPr>
          <p:nvPr/>
        </p:nvSpPr>
        <p:spPr>
          <a:xfrm xmlns:a="http://schemas.openxmlformats.org/drawingml/2006/main" flipH="0" flipV="0">
            <a:off x="647700" y="1733550"/>
            <a:ext cx="13944600" cy="953"/>
          </a:xfrm>
          <a:prstGeom xmlns:a="http://schemas.openxmlformats.org/drawingml/2006/main" prst="line">
            <a:avLst/>
          </a:prstGeom>
          <a:noFill xmlns:a="http://schemas.openxmlformats.org/drawingml/2006/main"/>
          <a:ln xmlns:a="http://schemas.openxmlformats.org/drawingml/2006/main" w="11430">
            <a:solidFill>
              <a:srgbClr val="BCC6CF"/>
            </a:solidFill>
            <a:prstDash val="solid"/>
          </a:ln>
        </p:spPr>
      </p:sp>
      <p:sp>
        <p:nvSpPr>
          <p:cNvPr id="4" name="!!map.front">
            <a:extLst xmlns:a="http://schemas.openxmlformats.org/drawingml/2006/main">
              <a:ext uri="{FF2B5EF4-FFF2-40B4-BE49-F238E27FC236}">
                <a16:creationId xmlns:a16="http://schemas.microsoft.com/office/drawing/2014/main" id="{62512F8A-9A87-44F9-AF4E-93EF983501E1}"/>
              </a:ext>
            </a:extLst>
          </p:cNvPr>
          <p:cNvSpPr>
            <a:spLocks xmlns:a="http://schemas.openxmlformats.org/drawingml/2006/main" noGrp="1"/>
          </p:cNvSpPr>
          <p:nvPr/>
        </p:nvSpPr>
        <p:spPr>
          <a:xfrm xmlns:a="http://schemas.openxmlformats.org/drawingml/2006/main">
            <a:off x="647700" y="1990725"/>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5" name="!!nav.front">
            <ns0:hlinkClick xmlns:ns0="http://schemas.openxmlformats.org/drawingml/2006/main" xmlns:ns1="http://schemas.openxmlformats.org/officeDocument/2006/relationships" ns1:id="rIdNavSlide4" action="ppaction://hlinksldjump" tooltip="Slide 4: Preparing a company research assessment"/>
            <a:extLst xmlns:a="http://schemas.openxmlformats.org/drawingml/2006/main">
              <a:ext uri="{FF2B5EF4-FFF2-40B4-BE49-F238E27FC236}">
                <a16:creationId xmlns:a16="http://schemas.microsoft.com/office/drawing/2014/main" id="{CE71219E-22C9-4748-9E7D-D8A87797B4FA}"/>
              </a:ext>
            </a:extLst>
          </p:cNvPr>
          <p:cNvSpPr>
            <a:spLocks xmlns:a="http://schemas.openxmlformats.org/drawingml/2006/main" noGrp="1"/>
          </p:cNvSpPr>
          <p:nvPr/>
        </p:nvSpPr>
        <p:spPr>
          <a:xfrm xmlns:a="http://schemas.openxmlformats.org/drawingml/2006/main">
            <a:off x="647700" y="1990725"/>
            <a:ext cx="2609850" cy="409575"/>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FFFFFF"/>
                </a:solidFill>
                <a:latin typeface="Arial"/>
                <a:ea typeface="Arial"/>
                <a:cs typeface="Arial"/>
              </a:defRPr>
            </a:defPPr>
            <a:lvl1pPr algn="ctr">
              <a:defRPr sz="2025" b="1">
                <a:solidFill>
                  <a:srgbClr val="FFFFFF"/>
                </a:solidFill>
                <a:latin typeface="Arial"/>
                <a:ea typeface="Arial"/>
                <a:cs typeface="Arial"/>
              </a:defRPr>
            </a:lvl1pPr>
            <a:lvl2pPr algn="ctr">
              <a:defRPr sz="2025" b="1">
                <a:solidFill>
                  <a:srgbClr val="FFFFFF"/>
                </a:solidFill>
                <a:latin typeface="Arial"/>
                <a:ea typeface="Arial"/>
                <a:cs typeface="Arial"/>
              </a:defRPr>
            </a:lvl2pPr>
            <a:lvl3pPr algn="ctr">
              <a:defRPr sz="2025" b="1">
                <a:solidFill>
                  <a:srgbClr val="FFFFFF"/>
                </a:solidFill>
                <a:latin typeface="Arial"/>
                <a:ea typeface="Arial"/>
                <a:cs typeface="Arial"/>
              </a:defRPr>
            </a:lvl3pPr>
            <a:lvl4pPr algn="ctr">
              <a:defRPr sz="2025" b="1">
                <a:solidFill>
                  <a:srgbClr val="FFFFFF"/>
                </a:solidFill>
                <a:latin typeface="Arial"/>
                <a:ea typeface="Arial"/>
                <a:cs typeface="Arial"/>
              </a:defRPr>
            </a:lvl4pPr>
            <a:lvl5pPr algn="ctr">
              <a:defRPr sz="2025" b="1">
                <a:solidFill>
                  <a:srgbClr val="FFFFFF"/>
                </a:solidFill>
                <a:latin typeface="Arial"/>
                <a:ea typeface="Arial"/>
                <a:cs typeface="Arial"/>
              </a:defRPr>
            </a:lvl5pPr>
            <a:lvl6pPr algn="ctr">
              <a:defRPr sz="2025" b="1">
                <a:solidFill>
                  <a:srgbClr val="FFFFFF"/>
                </a:solidFill>
                <a:latin typeface="Arial"/>
                <a:ea typeface="Arial"/>
                <a:cs typeface="Arial"/>
              </a:defRPr>
            </a:lvl6pPr>
            <a:lvl7pPr algn="ctr">
              <a:defRPr sz="2025" b="1">
                <a:solidFill>
                  <a:srgbClr val="FFFFFF"/>
                </a:solidFill>
                <a:latin typeface="Arial"/>
                <a:ea typeface="Arial"/>
                <a:cs typeface="Arial"/>
              </a:defRPr>
            </a:lvl7pPr>
            <a:lvl8pPr algn="ctr">
              <a:defRPr sz="2025" b="1">
                <a:solidFill>
                  <a:srgbClr val="FFFFFF"/>
                </a:solidFill>
                <a:latin typeface="Arial"/>
                <a:ea typeface="Arial"/>
                <a:cs typeface="Arial"/>
              </a:defRPr>
            </a:lvl8pPr>
            <a:lvl9pPr algn="ctr">
              <a:defRPr sz="2025" b="1">
                <a:solidFill>
                  <a:srgbClr val="FFFFFF"/>
                </a:solidFill>
                <a:latin typeface="Arial"/>
                <a:ea typeface="Arial"/>
                <a:cs typeface="Arial"/>
              </a:defRPr>
            </a:lvl9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Front office</a:t>
            </a:r>
          </a:p>
        </p:txBody>
      </p:sp>
      <p:sp>
        <p:nvSpPr>
          <p:cNvPr id="6" name="!!task.research">
            <ns0:hlinkClick xmlns:ns0="http://schemas.openxmlformats.org/drawingml/2006/main" xmlns:ns1="http://schemas.openxmlformats.org/officeDocument/2006/relationships" ns1:id="rIdNavSlide4" action="ppaction://hlinksldjump" tooltip="Slide 4: Preparing a company research assessment"/>
            <a:extLst xmlns:a="http://schemas.openxmlformats.org/drawingml/2006/main">
              <a:ext uri="{FF2B5EF4-FFF2-40B4-BE49-F238E27FC236}">
                <a16:creationId xmlns:a16="http://schemas.microsoft.com/office/drawing/2014/main" id="{DF608ABC-1FB1-4235-9547-0BE25C8146D1}"/>
              </a:ext>
            </a:extLst>
          </p:cNvPr>
          <p:cNvSpPr>
            <a:spLocks xmlns:a="http://schemas.openxmlformats.org/drawingml/2006/main" noGrp="1"/>
          </p:cNvSpPr>
          <p:nvPr/>
        </p:nvSpPr>
        <p:spPr>
          <a:xfrm xmlns:a="http://schemas.openxmlformats.org/drawingml/2006/main">
            <a:off x="762000" y="2495550"/>
            <a:ext cx="2381250" cy="304800"/>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1">
                <a:solidFill>
                  <a:srgbClr val="005A9C"/>
                </a:solidFill>
                <a:latin typeface="Arial"/>
                <a:ea typeface="Arial"/>
                <a:cs typeface="Arial"/>
              </a:defRPr>
            </a:defPPr>
            <a:lvl1pPr algn="ctr">
              <a:defRPr sz="1650" b="1">
                <a:solidFill>
                  <a:srgbClr val="005A9C"/>
                </a:solidFill>
                <a:latin typeface="Arial"/>
                <a:ea typeface="Arial"/>
                <a:cs typeface="Arial"/>
              </a:defRPr>
            </a:lvl1pPr>
            <a:lvl2pPr algn="ctr">
              <a:defRPr sz="1650" b="1">
                <a:solidFill>
                  <a:srgbClr val="005A9C"/>
                </a:solidFill>
                <a:latin typeface="Arial"/>
                <a:ea typeface="Arial"/>
                <a:cs typeface="Arial"/>
              </a:defRPr>
            </a:lvl2pPr>
            <a:lvl3pPr algn="ctr">
              <a:defRPr sz="1650" b="1">
                <a:solidFill>
                  <a:srgbClr val="005A9C"/>
                </a:solidFill>
                <a:latin typeface="Arial"/>
                <a:ea typeface="Arial"/>
                <a:cs typeface="Arial"/>
              </a:defRPr>
            </a:lvl3pPr>
            <a:lvl4pPr algn="ctr">
              <a:defRPr sz="1650" b="1">
                <a:solidFill>
                  <a:srgbClr val="005A9C"/>
                </a:solidFill>
                <a:latin typeface="Arial"/>
                <a:ea typeface="Arial"/>
                <a:cs typeface="Arial"/>
              </a:defRPr>
            </a:lvl4pPr>
            <a:lvl5pPr algn="ctr">
              <a:defRPr sz="1650" b="1">
                <a:solidFill>
                  <a:srgbClr val="005A9C"/>
                </a:solidFill>
                <a:latin typeface="Arial"/>
                <a:ea typeface="Arial"/>
                <a:cs typeface="Arial"/>
              </a:defRPr>
            </a:lvl5pPr>
            <a:lvl6pPr algn="ctr">
              <a:defRPr sz="1650" b="1">
                <a:solidFill>
                  <a:srgbClr val="005A9C"/>
                </a:solidFill>
                <a:latin typeface="Arial"/>
                <a:ea typeface="Arial"/>
                <a:cs typeface="Arial"/>
              </a:defRPr>
            </a:lvl6pPr>
            <a:lvl7pPr algn="ctr">
              <a:defRPr sz="1650" b="1">
                <a:solidFill>
                  <a:srgbClr val="005A9C"/>
                </a:solidFill>
                <a:latin typeface="Arial"/>
                <a:ea typeface="Arial"/>
                <a:cs typeface="Arial"/>
              </a:defRPr>
            </a:lvl7pPr>
            <a:lvl8pPr algn="ctr">
              <a:defRPr sz="1650" b="1">
                <a:solidFill>
                  <a:srgbClr val="005A9C"/>
                </a:solidFill>
                <a:latin typeface="Arial"/>
                <a:ea typeface="Arial"/>
                <a:cs typeface="Arial"/>
              </a:defRPr>
            </a:lvl8pPr>
            <a:lvl9pPr algn="ctr">
              <a:defRPr sz="1650" b="1">
                <a:solidFill>
                  <a:srgbClr val="005A9C"/>
                </a:solidFill>
                <a:latin typeface="Arial"/>
                <a:ea typeface="Arial"/>
                <a:cs typeface="Arial"/>
              </a:defRPr>
            </a:lvl9pPr>
          </a:lstStyle>
          <a:p xmlns:a="http://schemas.openxmlformats.org/drawingml/2006/main">
            <a:pPr algn="ctr">
              <a:defRPr sz="1650" b="1">
                <a:solidFill>
                  <a:srgbClr val="005A9C"/>
                </a:solidFill>
                <a:latin typeface="Arial"/>
                <a:ea typeface="Arial"/>
                <a:cs typeface="Arial"/>
              </a:defRPr>
            </a:pPr>
            <a:r>
              <a:rPr sz="1650" b="1">
                <a:solidFill>
                  <a:srgbClr val="005A9C"/>
                </a:solidFill>
                <a:latin typeface="Arial"/>
                <a:ea typeface="Arial"/>
                <a:cs typeface="Arial"/>
              </a:rPr>
              <a:t>Research</a:t>
            </a:r>
          </a:p>
        </p:txBody>
      </p:sp>
      <p:sp>
        <p:nvSpPr>
          <p:cNvPr id="7" name="!!task.trade">
            <ns0:hlinkClick xmlns:ns0="http://schemas.openxmlformats.org/drawingml/2006/main" xmlns:ns1="http://schemas.openxmlformats.org/officeDocument/2006/relationships" ns1:id="rIdNavSlide9" action="ppaction://hlinksldjump" tooltip="Slide 9: Preparing a bond quote request"/>
            <a:extLst xmlns:a="http://schemas.openxmlformats.org/drawingml/2006/main">
              <a:ext uri="{FF2B5EF4-FFF2-40B4-BE49-F238E27FC236}">
                <a16:creationId xmlns:a16="http://schemas.microsoft.com/office/drawing/2014/main" id="{5E7B9E76-1AFB-4ECC-945B-3F8F14121FBB}"/>
              </a:ext>
            </a:extLst>
          </p:cNvPr>
          <p:cNvSpPr>
            <a:spLocks xmlns:a="http://schemas.openxmlformats.org/drawingml/2006/main" noGrp="1"/>
          </p:cNvSpPr>
          <p:nvPr/>
        </p:nvSpPr>
        <p:spPr>
          <a:xfrm xmlns:a="http://schemas.openxmlformats.org/drawingml/2006/main">
            <a:off x="762000" y="280987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Trading support</a:t>
            </a:r>
          </a:p>
        </p:txBody>
      </p:sp>
      <p:sp>
        <p:nvSpPr>
          <p:cNvPr id="8" name="!!task.client">
            <ns0:hlinkClick xmlns:ns0="http://schemas.openxmlformats.org/drawingml/2006/main" xmlns:ns1="http://schemas.openxmlformats.org/officeDocument/2006/relationships" ns1:id="rIdNavSlide12" action="ppaction://hlinksldjump" tooltip="Slide 12: Preparing a quarterly client update"/>
            <a:extLst xmlns:a="http://schemas.openxmlformats.org/drawingml/2006/main">
              <a:ext uri="{FF2B5EF4-FFF2-40B4-BE49-F238E27FC236}">
                <a16:creationId xmlns:a16="http://schemas.microsoft.com/office/drawing/2014/main" id="{A866C29C-308C-4553-B302-0A77C85145E2}"/>
              </a:ext>
            </a:extLst>
          </p:cNvPr>
          <p:cNvSpPr>
            <a:spLocks xmlns:a="http://schemas.openxmlformats.org/drawingml/2006/main" noGrp="1"/>
          </p:cNvSpPr>
          <p:nvPr/>
        </p:nvSpPr>
        <p:spPr>
          <a:xfrm xmlns:a="http://schemas.openxmlformats.org/drawingml/2006/main">
            <a:off x="762000" y="312420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Client materials</a:t>
            </a:r>
          </a:p>
        </p:txBody>
      </p:sp>
      <p:sp>
        <p:nvSpPr>
          <p:cNvPr id="9" name="!!map.middle">
            <a:extLst xmlns:a="http://schemas.openxmlformats.org/drawingml/2006/main">
              <a:ext uri="{FF2B5EF4-FFF2-40B4-BE49-F238E27FC236}">
                <a16:creationId xmlns:a16="http://schemas.microsoft.com/office/drawing/2014/main" id="{E0100703-A13C-42FD-84DB-746A185C04B7}"/>
              </a:ext>
            </a:extLst>
          </p:cNvPr>
          <p:cNvSpPr>
            <a:spLocks xmlns:a="http://schemas.openxmlformats.org/drawingml/2006/main" noGrp="1"/>
          </p:cNvSpPr>
          <p:nvPr/>
        </p:nvSpPr>
        <p:spPr>
          <a:xfrm xmlns:a="http://schemas.openxmlformats.org/drawingml/2006/main">
            <a:off x="647700" y="3657600"/>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10" name="!!nav.middle">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AF13AD41-CE69-4125-9C61-4648BDC84272}"/>
              </a:ext>
            </a:extLst>
          </p:cNvPr>
          <p:cNvSpPr>
            <a:spLocks xmlns:a="http://schemas.openxmlformats.org/drawingml/2006/main" noGrp="1"/>
          </p:cNvSpPr>
          <p:nvPr/>
        </p:nvSpPr>
        <p:spPr>
          <a:xfrm xmlns:a="http://schemas.openxmlformats.org/drawingml/2006/main">
            <a:off x="647700" y="3657600"/>
            <a:ext cx="2609850" cy="409575"/>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005A9C"/>
                </a:solidFill>
                <a:latin typeface="Arial"/>
                <a:ea typeface="Arial"/>
                <a:cs typeface="Arial"/>
              </a:defRPr>
            </a:defPPr>
            <a:lvl1pPr algn="ctr">
              <a:defRPr sz="2025" b="1">
                <a:solidFill>
                  <a:srgbClr val="005A9C"/>
                </a:solidFill>
                <a:latin typeface="Arial"/>
                <a:ea typeface="Arial"/>
                <a:cs typeface="Arial"/>
              </a:defRPr>
            </a:lvl1pPr>
            <a:lvl2pPr algn="ctr">
              <a:defRPr sz="2025" b="1">
                <a:solidFill>
                  <a:srgbClr val="005A9C"/>
                </a:solidFill>
                <a:latin typeface="Arial"/>
                <a:ea typeface="Arial"/>
                <a:cs typeface="Arial"/>
              </a:defRPr>
            </a:lvl2pPr>
            <a:lvl3pPr algn="ctr">
              <a:defRPr sz="2025" b="1">
                <a:solidFill>
                  <a:srgbClr val="005A9C"/>
                </a:solidFill>
                <a:latin typeface="Arial"/>
                <a:ea typeface="Arial"/>
                <a:cs typeface="Arial"/>
              </a:defRPr>
            </a:lvl3pPr>
            <a:lvl4pPr algn="ctr">
              <a:defRPr sz="2025" b="1">
                <a:solidFill>
                  <a:srgbClr val="005A9C"/>
                </a:solidFill>
                <a:latin typeface="Arial"/>
                <a:ea typeface="Arial"/>
                <a:cs typeface="Arial"/>
              </a:defRPr>
            </a:lvl4pPr>
            <a:lvl5pPr algn="ctr">
              <a:defRPr sz="2025" b="1">
                <a:solidFill>
                  <a:srgbClr val="005A9C"/>
                </a:solidFill>
                <a:latin typeface="Arial"/>
                <a:ea typeface="Arial"/>
                <a:cs typeface="Arial"/>
              </a:defRPr>
            </a:lvl5pPr>
            <a:lvl6pPr algn="ctr">
              <a:defRPr sz="2025" b="1">
                <a:solidFill>
                  <a:srgbClr val="005A9C"/>
                </a:solidFill>
                <a:latin typeface="Arial"/>
                <a:ea typeface="Arial"/>
                <a:cs typeface="Arial"/>
              </a:defRPr>
            </a:lvl6pPr>
            <a:lvl7pPr algn="ctr">
              <a:defRPr sz="2025" b="1">
                <a:solidFill>
                  <a:srgbClr val="005A9C"/>
                </a:solidFill>
                <a:latin typeface="Arial"/>
                <a:ea typeface="Arial"/>
                <a:cs typeface="Arial"/>
              </a:defRPr>
            </a:lvl7pPr>
            <a:lvl8pPr algn="ctr">
              <a:defRPr sz="2025" b="1">
                <a:solidFill>
                  <a:srgbClr val="005A9C"/>
                </a:solidFill>
                <a:latin typeface="Arial"/>
                <a:ea typeface="Arial"/>
                <a:cs typeface="Arial"/>
              </a:defRPr>
            </a:lvl8pPr>
            <a:lvl9pPr algn="ctr">
              <a:defRPr sz="2025" b="1">
                <a:solidFill>
                  <a:srgbClr val="005A9C"/>
                </a:solidFill>
                <a:latin typeface="Arial"/>
                <a:ea typeface="Arial"/>
                <a:cs typeface="Arial"/>
              </a:defRPr>
            </a:lvl9pPr>
          </a:lstStyle>
          <a:p xmlns:a="http://schemas.openxmlformats.org/drawingml/2006/main">
            <a:pPr algn="ctr">
              <a:defRPr sz="2025" b="1">
                <a:solidFill>
                  <a:srgbClr val="005A9C"/>
                </a:solidFill>
                <a:latin typeface="Arial"/>
                <a:ea typeface="Arial"/>
                <a:cs typeface="Arial"/>
              </a:defRPr>
            </a:pPr>
            <a:r>
              <a:rPr sz="2025" b="1">
                <a:solidFill>
                  <a:srgbClr val="005A9C"/>
                </a:solidFill>
                <a:latin typeface="Arial"/>
                <a:ea typeface="Arial"/>
                <a:cs typeface="Arial"/>
              </a:rPr>
              <a:t>Middle office</a:t>
            </a:r>
          </a:p>
        </p:txBody>
      </p:sp>
      <p:sp>
        <p:nvSpPr>
          <p:cNvPr id="11" name="!!task.review">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1F2397A1-AB84-4987-B1CC-BBBA189DBEB8}"/>
              </a:ext>
            </a:extLst>
          </p:cNvPr>
          <p:cNvSpPr>
            <a:spLocks xmlns:a="http://schemas.openxmlformats.org/drawingml/2006/main" noGrp="1"/>
          </p:cNvSpPr>
          <p:nvPr/>
        </p:nvSpPr>
        <p:spPr>
          <a:xfrm xmlns:a="http://schemas.openxmlformats.org/drawingml/2006/main">
            <a:off x="762000" y="416242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Content review</a:t>
            </a:r>
          </a:p>
        </p:txBody>
      </p:sp>
      <p:sp>
        <p:nvSpPr>
          <p:cNvPr id="12" name="!!task.risk">
            <ns0:hlinkClick xmlns:ns0="http://schemas.openxmlformats.org/drawingml/2006/main" xmlns:ns1="http://schemas.openxmlformats.org/officeDocument/2006/relationships" ns1:id="rIdNavSlide19" action="ppaction://hlinksldjump" tooltip="Slide 19: Investigating a risk alert"/>
            <a:extLst xmlns:a="http://schemas.openxmlformats.org/drawingml/2006/main">
              <a:ext uri="{FF2B5EF4-FFF2-40B4-BE49-F238E27FC236}">
                <a16:creationId xmlns:a16="http://schemas.microsoft.com/office/drawing/2014/main" id="{97728BD5-1471-482A-A0C8-D8CA6DC544A6}"/>
              </a:ext>
            </a:extLst>
          </p:cNvPr>
          <p:cNvSpPr>
            <a:spLocks xmlns:a="http://schemas.openxmlformats.org/drawingml/2006/main" noGrp="1"/>
          </p:cNvSpPr>
          <p:nvPr/>
        </p:nvSpPr>
        <p:spPr>
          <a:xfrm xmlns:a="http://schemas.openxmlformats.org/drawingml/2006/main">
            <a:off x="762000" y="447675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Risk analysis</a:t>
            </a:r>
          </a:p>
        </p:txBody>
      </p:sp>
      <p:sp>
        <p:nvSpPr>
          <p:cNvPr id="13" name="!!map.back">
            <a:extLst xmlns:a="http://schemas.openxmlformats.org/drawingml/2006/main">
              <a:ext uri="{FF2B5EF4-FFF2-40B4-BE49-F238E27FC236}">
                <a16:creationId xmlns:a16="http://schemas.microsoft.com/office/drawing/2014/main" id="{5BABF8FC-955C-4D83-8DA7-0EB8B2DB0BF0}"/>
              </a:ext>
            </a:extLst>
          </p:cNvPr>
          <p:cNvSpPr>
            <a:spLocks xmlns:a="http://schemas.openxmlformats.org/drawingml/2006/main" noGrp="1"/>
          </p:cNvSpPr>
          <p:nvPr/>
        </p:nvSpPr>
        <p:spPr>
          <a:xfrm xmlns:a="http://schemas.openxmlformats.org/drawingml/2006/main">
            <a:off x="647700" y="5324475"/>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14" name="!!nav.back">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F3DE6909-C45A-4C69-9189-809C979322C1}"/>
              </a:ext>
            </a:extLst>
          </p:cNvPr>
          <p:cNvSpPr>
            <a:spLocks xmlns:a="http://schemas.openxmlformats.org/drawingml/2006/main" noGrp="1"/>
          </p:cNvSpPr>
          <p:nvPr/>
        </p:nvSpPr>
        <p:spPr>
          <a:xfrm xmlns:a="http://schemas.openxmlformats.org/drawingml/2006/main">
            <a:off x="647700" y="5324475"/>
            <a:ext cx="2609850" cy="409575"/>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005A9C"/>
                </a:solidFill>
                <a:latin typeface="Arial"/>
                <a:ea typeface="Arial"/>
                <a:cs typeface="Arial"/>
              </a:defRPr>
            </a:defPPr>
            <a:lvl1pPr algn="ctr">
              <a:defRPr sz="2025" b="1">
                <a:solidFill>
                  <a:srgbClr val="005A9C"/>
                </a:solidFill>
                <a:latin typeface="Arial"/>
                <a:ea typeface="Arial"/>
                <a:cs typeface="Arial"/>
              </a:defRPr>
            </a:lvl1pPr>
            <a:lvl2pPr algn="ctr">
              <a:defRPr sz="2025" b="1">
                <a:solidFill>
                  <a:srgbClr val="005A9C"/>
                </a:solidFill>
                <a:latin typeface="Arial"/>
                <a:ea typeface="Arial"/>
                <a:cs typeface="Arial"/>
              </a:defRPr>
            </a:lvl2pPr>
            <a:lvl3pPr algn="ctr">
              <a:defRPr sz="2025" b="1">
                <a:solidFill>
                  <a:srgbClr val="005A9C"/>
                </a:solidFill>
                <a:latin typeface="Arial"/>
                <a:ea typeface="Arial"/>
                <a:cs typeface="Arial"/>
              </a:defRPr>
            </a:lvl3pPr>
            <a:lvl4pPr algn="ctr">
              <a:defRPr sz="2025" b="1">
                <a:solidFill>
                  <a:srgbClr val="005A9C"/>
                </a:solidFill>
                <a:latin typeface="Arial"/>
                <a:ea typeface="Arial"/>
                <a:cs typeface="Arial"/>
              </a:defRPr>
            </a:lvl4pPr>
            <a:lvl5pPr algn="ctr">
              <a:defRPr sz="2025" b="1">
                <a:solidFill>
                  <a:srgbClr val="005A9C"/>
                </a:solidFill>
                <a:latin typeface="Arial"/>
                <a:ea typeface="Arial"/>
                <a:cs typeface="Arial"/>
              </a:defRPr>
            </a:lvl5pPr>
            <a:lvl6pPr algn="ctr">
              <a:defRPr sz="2025" b="1">
                <a:solidFill>
                  <a:srgbClr val="005A9C"/>
                </a:solidFill>
                <a:latin typeface="Arial"/>
                <a:ea typeface="Arial"/>
                <a:cs typeface="Arial"/>
              </a:defRPr>
            </a:lvl6pPr>
            <a:lvl7pPr algn="ctr">
              <a:defRPr sz="2025" b="1">
                <a:solidFill>
                  <a:srgbClr val="005A9C"/>
                </a:solidFill>
                <a:latin typeface="Arial"/>
                <a:ea typeface="Arial"/>
                <a:cs typeface="Arial"/>
              </a:defRPr>
            </a:lvl7pPr>
            <a:lvl8pPr algn="ctr">
              <a:defRPr sz="2025" b="1">
                <a:solidFill>
                  <a:srgbClr val="005A9C"/>
                </a:solidFill>
                <a:latin typeface="Arial"/>
                <a:ea typeface="Arial"/>
                <a:cs typeface="Arial"/>
              </a:defRPr>
            </a:lvl8pPr>
            <a:lvl9pPr algn="ctr">
              <a:defRPr sz="2025" b="1">
                <a:solidFill>
                  <a:srgbClr val="005A9C"/>
                </a:solidFill>
                <a:latin typeface="Arial"/>
                <a:ea typeface="Arial"/>
                <a:cs typeface="Arial"/>
              </a:defRPr>
            </a:lvl9pPr>
          </a:lstStyle>
          <a:p xmlns:a="http://schemas.openxmlformats.org/drawingml/2006/main">
            <a:pPr algn="ctr">
              <a:defRPr sz="2025" b="1">
                <a:solidFill>
                  <a:srgbClr val="005A9C"/>
                </a:solidFill>
                <a:latin typeface="Arial"/>
                <a:ea typeface="Arial"/>
                <a:cs typeface="Arial"/>
              </a:defRPr>
            </a:pPr>
            <a:r>
              <a:rPr sz="2025" b="1">
                <a:solidFill>
                  <a:srgbClr val="005A9C"/>
                </a:solidFill>
                <a:latin typeface="Arial"/>
                <a:ea typeface="Arial"/>
                <a:cs typeface="Arial"/>
              </a:rPr>
              <a:t>Back office</a:t>
            </a:r>
          </a:p>
        </p:txBody>
      </p:sp>
      <p:sp>
        <p:nvSpPr>
          <p:cNvPr id="15" name="!!task.files">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DE2E0DAB-01A7-4BC6-A547-AF888DB42EA8}"/>
              </a:ext>
            </a:extLst>
          </p:cNvPr>
          <p:cNvSpPr>
            <a:spLocks xmlns:a="http://schemas.openxmlformats.org/drawingml/2006/main" noGrp="1"/>
          </p:cNvSpPr>
          <p:nvPr/>
        </p:nvSpPr>
        <p:spPr>
          <a:xfrm xmlns:a="http://schemas.openxmlformats.org/drawingml/2006/main">
            <a:off x="762000" y="582930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Document processing</a:t>
            </a:r>
          </a:p>
        </p:txBody>
      </p:sp>
      <p:sp>
        <p:nvSpPr>
          <p:cNvPr id="16" name="!!task.dev">
            <ns0:hlinkClick xmlns:ns0="http://schemas.openxmlformats.org/drawingml/2006/main" xmlns:ns1="http://schemas.openxmlformats.org/officeDocument/2006/relationships" ns1:id="rIdNavSlide25" action="ppaction://hlinksldjump" tooltip="Slide 25: Turning a business request into a working tool"/>
            <a:extLst xmlns:a="http://schemas.openxmlformats.org/drawingml/2006/main">
              <a:ext uri="{FF2B5EF4-FFF2-40B4-BE49-F238E27FC236}">
                <a16:creationId xmlns:a16="http://schemas.microsoft.com/office/drawing/2014/main" id="{090BE48F-722E-483B-8366-6810F7F1EDAB}"/>
              </a:ext>
            </a:extLst>
          </p:cNvPr>
          <p:cNvSpPr>
            <a:spLocks xmlns:a="http://schemas.openxmlformats.org/drawingml/2006/main" noGrp="1"/>
          </p:cNvSpPr>
          <p:nvPr/>
        </p:nvSpPr>
        <p:spPr>
          <a:xfrm xmlns:a="http://schemas.openxmlformats.org/drawingml/2006/main">
            <a:off x="762000" y="614362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Tool development</a:t>
            </a:r>
          </a:p>
        </p:txBody>
      </p:sp>
      <p:sp>
        <p:nvSpPr>
          <p:cNvPr id="17" name="!!map.separator">
            <a:extLst xmlns:a="http://schemas.openxmlformats.org/drawingml/2006/main">
              <a:ext uri="{FF2B5EF4-FFF2-40B4-BE49-F238E27FC236}">
                <a16:creationId xmlns:a16="http://schemas.microsoft.com/office/drawing/2014/main" id="{F54FBF2C-048B-406C-8954-3C3B277894F3}"/>
              </a:ext>
            </a:extLst>
          </p:cNvPr>
          <p:cNvSpPr>
            <a:spLocks xmlns:a="http://schemas.openxmlformats.org/drawingml/2006/main" noGrp="1"/>
          </p:cNvSpPr>
          <p:nvPr/>
        </p:nvSpPr>
        <p:spPr>
          <a:xfrm xmlns:a="http://schemas.openxmlformats.org/drawingml/2006/main" flipH="0" flipV="0">
            <a:off x="3600450" y="1990725"/>
            <a:ext cx="953" cy="5076825"/>
          </a:xfrm>
          <a:prstGeom xmlns:a="http://schemas.openxmlformats.org/drawingml/2006/main" prst="line">
            <a:avLst/>
          </a:prstGeom>
          <a:noFill xmlns:a="http://schemas.openxmlformats.org/drawingml/2006/main"/>
          <a:ln xmlns:a="http://schemas.openxmlformats.org/drawingml/2006/main" w="9525">
            <a:solidFill>
              <a:srgbClr val="BCC6CF"/>
            </a:solidFill>
            <a:prstDash val="solid"/>
          </a:ln>
        </p:spPr>
      </p:sp>
      <p:sp>
        <p:nvSpPr>
          <p:cNvPr id="18" name="!!example">
            <a:extLst xmlns:a="http://schemas.openxmlformats.org/drawingml/2006/main">
              <a:ext uri="{FF2B5EF4-FFF2-40B4-BE49-F238E27FC236}">
                <a16:creationId xmlns:a16="http://schemas.microsoft.com/office/drawing/2014/main" id="{EE9DFCC0-3E5C-468F-A307-7F9B240BA9EF}"/>
              </a:ext>
            </a:extLst>
          </p:cNvPr>
          <p:cNvSpPr>
            <a:spLocks xmlns:a="http://schemas.openxmlformats.org/drawingml/2006/main" noGrp="1"/>
          </p:cNvSpPr>
          <p:nvPr/>
        </p:nvSpPr>
        <p:spPr>
          <a:xfrm xmlns:a="http://schemas.openxmlformats.org/drawingml/2006/main">
            <a:off x="13906500" y="1238250"/>
            <a:ext cx="685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707C88"/>
                </a:solidFill>
                <a:latin typeface="Arial"/>
                <a:ea typeface="Arial"/>
                <a:cs typeface="Arial"/>
              </a:defRPr>
            </a:defPPr>
            <a:lvl1pPr algn="r">
              <a:defRPr sz="1350" b="0">
                <a:solidFill>
                  <a:srgbClr val="707C88"/>
                </a:solidFill>
                <a:latin typeface="Arial"/>
                <a:ea typeface="Arial"/>
                <a:cs typeface="Arial"/>
              </a:defRPr>
            </a:lvl1pPr>
            <a:lvl2pPr algn="r">
              <a:defRPr sz="1350" b="0">
                <a:solidFill>
                  <a:srgbClr val="707C88"/>
                </a:solidFill>
                <a:latin typeface="Arial"/>
                <a:ea typeface="Arial"/>
                <a:cs typeface="Arial"/>
              </a:defRPr>
            </a:lvl2pPr>
            <a:lvl3pPr algn="r">
              <a:defRPr sz="1350" b="0">
                <a:solidFill>
                  <a:srgbClr val="707C88"/>
                </a:solidFill>
                <a:latin typeface="Arial"/>
                <a:ea typeface="Arial"/>
                <a:cs typeface="Arial"/>
              </a:defRPr>
            </a:lvl3pPr>
            <a:lvl4pPr algn="r">
              <a:defRPr sz="1350" b="0">
                <a:solidFill>
                  <a:srgbClr val="707C88"/>
                </a:solidFill>
                <a:latin typeface="Arial"/>
                <a:ea typeface="Arial"/>
                <a:cs typeface="Arial"/>
              </a:defRPr>
            </a:lvl4pPr>
            <a:lvl5pPr algn="r">
              <a:defRPr sz="1350" b="0">
                <a:solidFill>
                  <a:srgbClr val="707C88"/>
                </a:solidFill>
                <a:latin typeface="Arial"/>
                <a:ea typeface="Arial"/>
                <a:cs typeface="Arial"/>
              </a:defRPr>
            </a:lvl5pPr>
            <a:lvl6pPr algn="r">
              <a:defRPr sz="1350" b="0">
                <a:solidFill>
                  <a:srgbClr val="707C88"/>
                </a:solidFill>
                <a:latin typeface="Arial"/>
                <a:ea typeface="Arial"/>
                <a:cs typeface="Arial"/>
              </a:defRPr>
            </a:lvl6pPr>
            <a:lvl7pPr algn="r">
              <a:defRPr sz="1350" b="0">
                <a:solidFill>
                  <a:srgbClr val="707C88"/>
                </a:solidFill>
                <a:latin typeface="Arial"/>
                <a:ea typeface="Arial"/>
                <a:cs typeface="Arial"/>
              </a:defRPr>
            </a:lvl7pPr>
            <a:lvl8pPr algn="r">
              <a:defRPr sz="1350" b="0">
                <a:solidFill>
                  <a:srgbClr val="707C88"/>
                </a:solidFill>
                <a:latin typeface="Arial"/>
                <a:ea typeface="Arial"/>
                <a:cs typeface="Arial"/>
              </a:defRPr>
            </a:lvl8pPr>
            <a:lvl9pPr algn="r">
              <a:defRPr sz="1350" b="0">
                <a:solidFill>
                  <a:srgbClr val="707C88"/>
                </a:solidFill>
                <a:latin typeface="Arial"/>
                <a:ea typeface="Arial"/>
                <a:cs typeface="Arial"/>
              </a:defRPr>
            </a:lvl9pPr>
          </a:lstStyle>
          <a:p xmlns:a="http://schemas.openxmlformats.org/drawingml/2006/main">
            <a:pPr algn="r">
              <a:defRPr sz="1350" b="0">
                <a:solidFill>
                  <a:srgbClr val="707C88"/>
                </a:solidFill>
                <a:latin typeface="Arial"/>
                <a:ea typeface="Arial"/>
                <a:cs typeface="Arial"/>
              </a:defRPr>
            </a:pPr>
            <a:r>
              <a:rPr sz="1350" b="0">
                <a:solidFill>
                  <a:srgbClr val="707C88"/>
                </a:solidFill>
                <a:latin typeface="Arial"/>
                <a:ea typeface="Arial"/>
                <a:cs typeface="Arial"/>
              </a:rPr>
              <a:t>Example</a:t>
            </a:r>
          </a:p>
        </p:txBody>
      </p:sp>
      <p:sp>
        <p:nvSpPr>
          <p:cNvPr id="19" name="!!nav.home">
            <ns0:hlinkClick xmlns:ns0="http://schemas.openxmlformats.org/drawingml/2006/main" xmlns:ns1="http://schemas.openxmlformats.org/officeDocument/2006/relationships" ns1:id="rIdNavSlide3" action="ppaction://hlinksldjump" tooltip="Slide 3: Seven workflows across the firm"/>
            <a:extLst xmlns:a="http://schemas.openxmlformats.org/drawingml/2006/main">
              <a:ext uri="{FF2B5EF4-FFF2-40B4-BE49-F238E27FC236}">
                <a16:creationId xmlns:a16="http://schemas.microsoft.com/office/drawing/2014/main" id="{8EEB55B8-BD6A-4349-8A9F-3EBB15BEB555}"/>
              </a:ext>
            </a:extLst>
          </p:cNvPr>
          <p:cNvSpPr>
            <a:spLocks xmlns:a="http://schemas.openxmlformats.org/drawingml/2006/main" noGrp="1"/>
          </p:cNvSpPr>
          <p:nvPr/>
        </p:nvSpPr>
        <p:spPr>
          <a:xfrm xmlns:a="http://schemas.openxmlformats.org/drawingml/2006/main">
            <a:off x="647700" y="7496175"/>
            <a:ext cx="26098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BCC6CF"/>
            </a:solidFill>
            <a:prstDash val="solid"/>
          </a:ln>
        </p:spPr>
        <p:txBody>
          <a:bodyPr xmlns:a="http://schemas.openxmlformats.org/drawingml/2006/main" wrap="square" lIns="114300" tIns="0" rIns="114300" bIns="0" anchor="ctr">
            <a:noAutofit/>
          </a:bodyPr>
          <a:lstStyle xmlns:a="http://schemas.openxmlformats.org/drawingml/2006/main">
            <a:defPPr algn="ctr">
              <a:defRPr sz="1800" b="1">
                <a:solidFill>
                  <a:srgbClr val="005A9C"/>
                </a:solidFill>
                <a:latin typeface="Arial"/>
                <a:ea typeface="Arial"/>
                <a:cs typeface="Arial"/>
              </a:defRPr>
            </a:defPPr>
            <a:lvl1pPr algn="ctr">
              <a:defRPr sz="1800" b="1">
                <a:solidFill>
                  <a:srgbClr val="005A9C"/>
                </a:solidFill>
                <a:latin typeface="Arial"/>
                <a:ea typeface="Arial"/>
                <a:cs typeface="Arial"/>
              </a:defRPr>
            </a:lvl1pPr>
            <a:lvl2pPr algn="ctr">
              <a:defRPr sz="1800" b="1">
                <a:solidFill>
                  <a:srgbClr val="005A9C"/>
                </a:solidFill>
                <a:latin typeface="Arial"/>
                <a:ea typeface="Arial"/>
                <a:cs typeface="Arial"/>
              </a:defRPr>
            </a:lvl2pPr>
            <a:lvl3pPr algn="ctr">
              <a:defRPr sz="1800" b="1">
                <a:solidFill>
                  <a:srgbClr val="005A9C"/>
                </a:solidFill>
                <a:latin typeface="Arial"/>
                <a:ea typeface="Arial"/>
                <a:cs typeface="Arial"/>
              </a:defRPr>
            </a:lvl3pPr>
            <a:lvl4pPr algn="ctr">
              <a:defRPr sz="1800" b="1">
                <a:solidFill>
                  <a:srgbClr val="005A9C"/>
                </a:solidFill>
                <a:latin typeface="Arial"/>
                <a:ea typeface="Arial"/>
                <a:cs typeface="Arial"/>
              </a:defRPr>
            </a:lvl4pPr>
            <a:lvl5pPr algn="ctr">
              <a:defRPr sz="1800" b="1">
                <a:solidFill>
                  <a:srgbClr val="005A9C"/>
                </a:solidFill>
                <a:latin typeface="Arial"/>
                <a:ea typeface="Arial"/>
                <a:cs typeface="Arial"/>
              </a:defRPr>
            </a:lvl5pPr>
            <a:lvl6pPr algn="ctr">
              <a:defRPr sz="1800" b="1">
                <a:solidFill>
                  <a:srgbClr val="005A9C"/>
                </a:solidFill>
                <a:latin typeface="Arial"/>
                <a:ea typeface="Arial"/>
                <a:cs typeface="Arial"/>
              </a:defRPr>
            </a:lvl6pPr>
            <a:lvl7pPr algn="ctr">
              <a:defRPr sz="1800" b="1">
                <a:solidFill>
                  <a:srgbClr val="005A9C"/>
                </a:solidFill>
                <a:latin typeface="Arial"/>
                <a:ea typeface="Arial"/>
                <a:cs typeface="Arial"/>
              </a:defRPr>
            </a:lvl7pPr>
            <a:lvl8pPr algn="ctr">
              <a:defRPr sz="1800" b="1">
                <a:solidFill>
                  <a:srgbClr val="005A9C"/>
                </a:solidFill>
                <a:latin typeface="Arial"/>
                <a:ea typeface="Arial"/>
                <a:cs typeface="Arial"/>
              </a:defRPr>
            </a:lvl8pPr>
            <a:lvl9pPr algn="ctr">
              <a:defRPr sz="1800" b="1">
                <a:solidFill>
                  <a:srgbClr val="005A9C"/>
                </a:solidFill>
                <a:latin typeface="Arial"/>
                <a:ea typeface="Arial"/>
                <a:cs typeface="Arial"/>
              </a:defRPr>
            </a:lvl9pPr>
          </a:lstStyle>
          <a:p xmlns:a="http://schemas.openxmlformats.org/drawingml/2006/main">
            <a:pPr algn="ctr">
              <a:defRPr sz="1800" b="1">
                <a:solidFill>
                  <a:srgbClr val="005A9C"/>
                </a:solidFill>
                <a:latin typeface="Arial"/>
                <a:ea typeface="Arial"/>
                <a:cs typeface="Arial"/>
              </a:defRPr>
            </a:pPr>
            <a:r>
              <a:rPr sz="1800" b="1">
                <a:solidFill>
                  <a:srgbClr val="005A9C"/>
                </a:solidFill>
                <a:latin typeface="Arial"/>
                <a:ea typeface="Arial"/>
                <a:cs typeface="Arial"/>
              </a:rPr>
              <a:t>Firm overview</a:t>
            </a:r>
          </a:p>
        </p:txBody>
      </p:sp>
      <p:sp>
        <p:nvSpPr>
          <p:cNvPr id="20" name="!!page">
            <a:extLst xmlns:a="http://schemas.openxmlformats.org/drawingml/2006/main">
              <a:ext uri="{FF2B5EF4-FFF2-40B4-BE49-F238E27FC236}">
                <a16:creationId xmlns:a16="http://schemas.microsoft.com/office/drawing/2014/main" id="{6D67C45B-0BB5-494D-9259-CBF20FE0CC7D}"/>
              </a:ext>
            </a:extLst>
          </p:cNvPr>
          <p:cNvSpPr>
            <a:spLocks xmlns:a="http://schemas.openxmlformats.org/drawingml/2006/main" noGrp="1"/>
          </p:cNvSpPr>
          <p:nvPr/>
        </p:nvSpPr>
        <p:spPr>
          <a:xfrm xmlns:a="http://schemas.openxmlformats.org/drawingml/2006/main">
            <a:off x="11144250" y="7591425"/>
            <a:ext cx="904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650" b="0">
                <a:solidFill>
                  <a:srgbClr val="707C88"/>
                </a:solidFill>
                <a:latin typeface="Arial"/>
                <a:ea typeface="Arial"/>
                <a:cs typeface="Arial"/>
              </a:defRPr>
            </a:defPPr>
            <a:lvl1pPr algn="r">
              <a:defRPr sz="1650" b="0">
                <a:solidFill>
                  <a:srgbClr val="707C88"/>
                </a:solidFill>
                <a:latin typeface="Arial"/>
                <a:ea typeface="Arial"/>
                <a:cs typeface="Arial"/>
              </a:defRPr>
            </a:lvl1pPr>
            <a:lvl2pPr algn="r">
              <a:defRPr sz="1650" b="0">
                <a:solidFill>
                  <a:srgbClr val="707C88"/>
                </a:solidFill>
                <a:latin typeface="Arial"/>
                <a:ea typeface="Arial"/>
                <a:cs typeface="Arial"/>
              </a:defRPr>
            </a:lvl2pPr>
            <a:lvl3pPr algn="r">
              <a:defRPr sz="1650" b="0">
                <a:solidFill>
                  <a:srgbClr val="707C88"/>
                </a:solidFill>
                <a:latin typeface="Arial"/>
                <a:ea typeface="Arial"/>
                <a:cs typeface="Arial"/>
              </a:defRPr>
            </a:lvl3pPr>
            <a:lvl4pPr algn="r">
              <a:defRPr sz="1650" b="0">
                <a:solidFill>
                  <a:srgbClr val="707C88"/>
                </a:solidFill>
                <a:latin typeface="Arial"/>
                <a:ea typeface="Arial"/>
                <a:cs typeface="Arial"/>
              </a:defRPr>
            </a:lvl4pPr>
            <a:lvl5pPr algn="r">
              <a:defRPr sz="1650" b="0">
                <a:solidFill>
                  <a:srgbClr val="707C88"/>
                </a:solidFill>
                <a:latin typeface="Arial"/>
                <a:ea typeface="Arial"/>
                <a:cs typeface="Arial"/>
              </a:defRPr>
            </a:lvl5pPr>
            <a:lvl6pPr algn="r">
              <a:defRPr sz="1650" b="0">
                <a:solidFill>
                  <a:srgbClr val="707C88"/>
                </a:solidFill>
                <a:latin typeface="Arial"/>
                <a:ea typeface="Arial"/>
                <a:cs typeface="Arial"/>
              </a:defRPr>
            </a:lvl6pPr>
            <a:lvl7pPr algn="r">
              <a:defRPr sz="1650" b="0">
                <a:solidFill>
                  <a:srgbClr val="707C88"/>
                </a:solidFill>
                <a:latin typeface="Arial"/>
                <a:ea typeface="Arial"/>
                <a:cs typeface="Arial"/>
              </a:defRPr>
            </a:lvl7pPr>
            <a:lvl8pPr algn="r">
              <a:defRPr sz="1650" b="0">
                <a:solidFill>
                  <a:srgbClr val="707C88"/>
                </a:solidFill>
                <a:latin typeface="Arial"/>
                <a:ea typeface="Arial"/>
                <a:cs typeface="Arial"/>
              </a:defRPr>
            </a:lvl8pPr>
            <a:lvl9pPr algn="r">
              <a:defRPr sz="1650" b="0">
                <a:solidFill>
                  <a:srgbClr val="707C88"/>
                </a:solidFill>
                <a:latin typeface="Arial"/>
                <a:ea typeface="Arial"/>
                <a:cs typeface="Arial"/>
              </a:defRPr>
            </a:lvl9pPr>
          </a:lstStyle>
          <a:p xmlns:a="http://schemas.openxmlformats.org/drawingml/2006/main">
            <a:pPr algn="r">
              <a:defRPr sz="1650" b="0">
                <a:solidFill>
                  <a:srgbClr val="707C88"/>
                </a:solidFill>
                <a:latin typeface="Arial"/>
                <a:ea typeface="Arial"/>
                <a:cs typeface="Arial"/>
              </a:defRPr>
            </a:pPr>
            <a:r>
              <a:rPr sz="1650" b="0">
                <a:solidFill>
                  <a:srgbClr val="707C88"/>
                </a:solidFill>
                <a:latin typeface="Arial"/>
                <a:ea typeface="Arial"/>
                <a:cs typeface="Arial"/>
              </a:rPr>
              <a:t>7 / 33</a:t>
            </a:r>
          </a:p>
        </p:txBody>
      </p:sp>
      <p:sp>
        <p:nvSpPr>
          <p:cNvPr id="21" name="!!nav.prev">
            <ns0:hlinkClick xmlns:ns0="http://schemas.openxmlformats.org/drawingml/2006/main" xmlns:ns1="http://schemas.openxmlformats.org/officeDocument/2006/relationships" ns1:id="rIdNavSlide6" action="ppaction://hlinksldjump" tooltip="Slide 6: Fullgoal: comparing research views"/>
            <a:extLst xmlns:a="http://schemas.openxmlformats.org/drawingml/2006/main">
              <a:ext uri="{FF2B5EF4-FFF2-40B4-BE49-F238E27FC236}">
                <a16:creationId xmlns:a16="http://schemas.microsoft.com/office/drawing/2014/main" id="{1833C379-1CF8-4DDD-A6C3-BEF167778A52}"/>
              </a:ext>
            </a:extLst>
          </p:cNvPr>
          <p:cNvSpPr>
            <a:spLocks xmlns:a="http://schemas.openxmlformats.org/drawingml/2006/main" noGrp="1"/>
          </p:cNvSpPr>
          <p:nvPr/>
        </p:nvSpPr>
        <p:spPr>
          <a:xfrm xmlns:a="http://schemas.openxmlformats.org/drawingml/2006/main">
            <a:off x="12287250" y="7496175"/>
            <a:ext cx="1047750" cy="4572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725" b="1">
                <a:solidFill>
                  <a:srgbClr val="005A9C"/>
                </a:solidFill>
                <a:latin typeface="Arial"/>
                <a:ea typeface="Arial"/>
                <a:cs typeface="Arial"/>
              </a:defRPr>
            </a:defPPr>
            <a:lvl1pPr algn="ctr">
              <a:defRPr sz="1725" b="1">
                <a:solidFill>
                  <a:srgbClr val="005A9C"/>
                </a:solidFill>
                <a:latin typeface="Arial"/>
                <a:ea typeface="Arial"/>
                <a:cs typeface="Arial"/>
              </a:defRPr>
            </a:lvl1pPr>
            <a:lvl2pPr algn="ctr">
              <a:defRPr sz="1725" b="1">
                <a:solidFill>
                  <a:srgbClr val="005A9C"/>
                </a:solidFill>
                <a:latin typeface="Arial"/>
                <a:ea typeface="Arial"/>
                <a:cs typeface="Arial"/>
              </a:defRPr>
            </a:lvl2pPr>
            <a:lvl3pPr algn="ctr">
              <a:defRPr sz="1725" b="1">
                <a:solidFill>
                  <a:srgbClr val="005A9C"/>
                </a:solidFill>
                <a:latin typeface="Arial"/>
                <a:ea typeface="Arial"/>
                <a:cs typeface="Arial"/>
              </a:defRPr>
            </a:lvl3pPr>
            <a:lvl4pPr algn="ctr">
              <a:defRPr sz="1725" b="1">
                <a:solidFill>
                  <a:srgbClr val="005A9C"/>
                </a:solidFill>
                <a:latin typeface="Arial"/>
                <a:ea typeface="Arial"/>
                <a:cs typeface="Arial"/>
              </a:defRPr>
            </a:lvl4pPr>
            <a:lvl5pPr algn="ctr">
              <a:defRPr sz="1725" b="1">
                <a:solidFill>
                  <a:srgbClr val="005A9C"/>
                </a:solidFill>
                <a:latin typeface="Arial"/>
                <a:ea typeface="Arial"/>
                <a:cs typeface="Arial"/>
              </a:defRPr>
            </a:lvl5pPr>
            <a:lvl6pPr algn="ctr">
              <a:defRPr sz="1725" b="1">
                <a:solidFill>
                  <a:srgbClr val="005A9C"/>
                </a:solidFill>
                <a:latin typeface="Arial"/>
                <a:ea typeface="Arial"/>
                <a:cs typeface="Arial"/>
              </a:defRPr>
            </a:lvl6pPr>
            <a:lvl7pPr algn="ctr">
              <a:defRPr sz="1725" b="1">
                <a:solidFill>
                  <a:srgbClr val="005A9C"/>
                </a:solidFill>
                <a:latin typeface="Arial"/>
                <a:ea typeface="Arial"/>
                <a:cs typeface="Arial"/>
              </a:defRPr>
            </a:lvl7pPr>
            <a:lvl8pPr algn="ctr">
              <a:defRPr sz="1725" b="1">
                <a:solidFill>
                  <a:srgbClr val="005A9C"/>
                </a:solidFill>
                <a:latin typeface="Arial"/>
                <a:ea typeface="Arial"/>
                <a:cs typeface="Arial"/>
              </a:defRPr>
            </a:lvl8pPr>
            <a:lvl9pPr algn="ctr">
              <a:defRPr sz="1725" b="1">
                <a:solidFill>
                  <a:srgbClr val="005A9C"/>
                </a:solidFill>
                <a:latin typeface="Arial"/>
                <a:ea typeface="Arial"/>
                <a:cs typeface="Arial"/>
              </a:defRPr>
            </a:lvl9pPr>
          </a:lstStyle>
          <a:p xmlns:a="http://schemas.openxmlformats.org/drawingml/2006/main">
            <a:pPr algn="ctr">
              <a:defRPr sz="1725" b="1">
                <a:solidFill>
                  <a:srgbClr val="005A9C"/>
                </a:solidFill>
                <a:latin typeface="Arial"/>
                <a:ea typeface="Arial"/>
                <a:cs typeface="Arial"/>
              </a:defRPr>
            </a:pPr>
            <a:r>
              <a:rPr sz="1725" b="1">
                <a:solidFill>
                  <a:srgbClr val="005A9C"/>
                </a:solidFill>
                <a:latin typeface="Arial"/>
                <a:ea typeface="Arial"/>
                <a:cs typeface="Arial"/>
              </a:rPr>
              <a:t>Back</a:t>
            </a:r>
          </a:p>
        </p:txBody>
      </p:sp>
      <p:sp>
        <p:nvSpPr>
          <p:cNvPr id="22" name="!!nav.next">
            <ns0:hlinkClick xmlns:ns0="http://schemas.openxmlformats.org/drawingml/2006/main" xmlns:ns1="http://schemas.openxmlformats.org/officeDocument/2006/relationships" ns1:id="rIdNavSlide8" action="ppaction://hlinksldjump" tooltip="Slide 8: Proposed research workflow"/>
            <a:extLst xmlns:a="http://schemas.openxmlformats.org/drawingml/2006/main">
              <a:ext uri="{FF2B5EF4-FFF2-40B4-BE49-F238E27FC236}">
                <a16:creationId xmlns:a16="http://schemas.microsoft.com/office/drawing/2014/main" id="{1AF3C6BB-69EB-4F1A-A6C2-96D8E0430DDE}"/>
              </a:ext>
            </a:extLst>
          </p:cNvPr>
          <p:cNvSpPr>
            <a:spLocks xmlns:a="http://schemas.openxmlformats.org/drawingml/2006/main" noGrp="1"/>
          </p:cNvSpPr>
          <p:nvPr/>
        </p:nvSpPr>
        <p:spPr>
          <a:xfrm xmlns:a="http://schemas.openxmlformats.org/drawingml/2006/main">
            <a:off x="13506450" y="7496175"/>
            <a:ext cx="1085850" cy="45720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725" b="1">
                <a:solidFill>
                  <a:srgbClr val="FFFFFF"/>
                </a:solidFill>
                <a:latin typeface="Arial"/>
                <a:ea typeface="Arial"/>
                <a:cs typeface="Arial"/>
              </a:defRPr>
            </a:defPPr>
            <a:lvl1pPr algn="ctr">
              <a:defRPr sz="1725" b="1">
                <a:solidFill>
                  <a:srgbClr val="FFFFFF"/>
                </a:solidFill>
                <a:latin typeface="Arial"/>
                <a:ea typeface="Arial"/>
                <a:cs typeface="Arial"/>
              </a:defRPr>
            </a:lvl1pPr>
            <a:lvl2pPr algn="ctr">
              <a:defRPr sz="1725" b="1">
                <a:solidFill>
                  <a:srgbClr val="FFFFFF"/>
                </a:solidFill>
                <a:latin typeface="Arial"/>
                <a:ea typeface="Arial"/>
                <a:cs typeface="Arial"/>
              </a:defRPr>
            </a:lvl2pPr>
            <a:lvl3pPr algn="ctr">
              <a:defRPr sz="1725" b="1">
                <a:solidFill>
                  <a:srgbClr val="FFFFFF"/>
                </a:solidFill>
                <a:latin typeface="Arial"/>
                <a:ea typeface="Arial"/>
                <a:cs typeface="Arial"/>
              </a:defRPr>
            </a:lvl3pPr>
            <a:lvl4pPr algn="ctr">
              <a:defRPr sz="1725" b="1">
                <a:solidFill>
                  <a:srgbClr val="FFFFFF"/>
                </a:solidFill>
                <a:latin typeface="Arial"/>
                <a:ea typeface="Arial"/>
                <a:cs typeface="Arial"/>
              </a:defRPr>
            </a:lvl4pPr>
            <a:lvl5pPr algn="ctr">
              <a:defRPr sz="1725" b="1">
                <a:solidFill>
                  <a:srgbClr val="FFFFFF"/>
                </a:solidFill>
                <a:latin typeface="Arial"/>
                <a:ea typeface="Arial"/>
                <a:cs typeface="Arial"/>
              </a:defRPr>
            </a:lvl5pPr>
            <a:lvl6pPr algn="ctr">
              <a:defRPr sz="1725" b="1">
                <a:solidFill>
                  <a:srgbClr val="FFFFFF"/>
                </a:solidFill>
                <a:latin typeface="Arial"/>
                <a:ea typeface="Arial"/>
                <a:cs typeface="Arial"/>
              </a:defRPr>
            </a:lvl6pPr>
            <a:lvl7pPr algn="ctr">
              <a:defRPr sz="1725" b="1">
                <a:solidFill>
                  <a:srgbClr val="FFFFFF"/>
                </a:solidFill>
                <a:latin typeface="Arial"/>
                <a:ea typeface="Arial"/>
                <a:cs typeface="Arial"/>
              </a:defRPr>
            </a:lvl7pPr>
            <a:lvl8pPr algn="ctr">
              <a:defRPr sz="1725" b="1">
                <a:solidFill>
                  <a:srgbClr val="FFFFFF"/>
                </a:solidFill>
                <a:latin typeface="Arial"/>
                <a:ea typeface="Arial"/>
                <a:cs typeface="Arial"/>
              </a:defRPr>
            </a:lvl8pPr>
            <a:lvl9pPr algn="ctr">
              <a:defRPr sz="1725" b="1">
                <a:solidFill>
                  <a:srgbClr val="FFFFFF"/>
                </a:solidFill>
                <a:latin typeface="Arial"/>
                <a:ea typeface="Arial"/>
                <a:cs typeface="Arial"/>
              </a:defRPr>
            </a:lvl9pPr>
          </a:lstStyle>
          <a:p xmlns:a="http://schemas.openxmlformats.org/drawingml/2006/main">
            <a:pPr algn="ctr">
              <a:defRPr sz="1725" b="1">
                <a:solidFill>
                  <a:srgbClr val="FFFFFF"/>
                </a:solidFill>
                <a:latin typeface="Arial"/>
                <a:ea typeface="Arial"/>
                <a:cs typeface="Arial"/>
              </a:defRPr>
            </a:pPr>
            <a:r>
              <a:rPr sz="1725" b="1">
                <a:solidFill>
                  <a:srgbClr val="FFFFFF"/>
                </a:solidFill>
                <a:latin typeface="Arial"/>
                <a:ea typeface="Arial"/>
                <a:cs typeface="Arial"/>
              </a:rPr>
              <a:t>Next</a:t>
            </a:r>
          </a:p>
        </p:txBody>
      </p:sp>
      <p:sp>
        <p:nvSpPr>
          <p:cNvPr id="23" name="!!footer.rule">
            <a:extLst xmlns:a="http://schemas.openxmlformats.org/drawingml/2006/main">
              <a:ext uri="{FF2B5EF4-FFF2-40B4-BE49-F238E27FC236}">
                <a16:creationId xmlns:a16="http://schemas.microsoft.com/office/drawing/2014/main" id="{146E7D31-09B1-4530-A8E2-DD7BC9D9D2B1}"/>
              </a:ext>
            </a:extLst>
          </p:cNvPr>
          <p:cNvSpPr>
            <a:spLocks xmlns:a="http://schemas.openxmlformats.org/drawingml/2006/main" noGrp="1"/>
          </p:cNvSpPr>
          <p:nvPr/>
        </p:nvSpPr>
        <p:spPr>
          <a:xfrm xmlns:a="http://schemas.openxmlformats.org/drawingml/2006/main" flipH="0" flipV="0">
            <a:off x="647700" y="8134350"/>
            <a:ext cx="13944600" cy="953"/>
          </a:xfrm>
          <a:prstGeom xmlns:a="http://schemas.openxmlformats.org/drawingml/2006/main" prst="line">
            <a:avLst/>
          </a:prstGeom>
          <a:noFill xmlns:a="http://schemas.openxmlformats.org/drawingml/2006/main"/>
          <a:ln xmlns:a="http://schemas.openxmlformats.org/drawingml/2006/main" w="9525">
            <a:solidFill>
              <a:srgbClr val="BCC6CF"/>
            </a:solidFill>
            <a:prstDash val="solid"/>
          </a:ln>
        </p:spPr>
      </p:sp>
      <p:sp>
        <p:nvSpPr>
          <p:cNvPr id="24" name="!!source">
            <a:extLst xmlns:a="http://schemas.openxmlformats.org/drawingml/2006/main">
              <a:ext uri="{FF2B5EF4-FFF2-40B4-BE49-F238E27FC236}">
                <a16:creationId xmlns:a16="http://schemas.microsoft.com/office/drawing/2014/main" id="{A90DDBCA-B3D5-4120-8BAD-41A60B3C81D4}"/>
              </a:ext>
            </a:extLst>
          </p:cNvPr>
          <p:cNvSpPr>
            <a:spLocks xmlns:a="http://schemas.openxmlformats.org/drawingml/2006/main" noGrp="1"/>
          </p:cNvSpPr>
          <p:nvPr/>
        </p:nvSpPr>
        <p:spPr>
          <a:xfrm xmlns:a="http://schemas.openxmlformats.org/drawingml/2006/main">
            <a:off x="647700" y="8267700"/>
            <a:ext cx="13944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707C88"/>
                </a:solidFill>
                <a:latin typeface="Arial"/>
                <a:ea typeface="Arial"/>
                <a:cs typeface="Arial"/>
              </a:defRPr>
            </a:defPPr>
            <a:lvl1pPr algn="l">
              <a:defRPr sz="1050" b="0">
                <a:solidFill>
                  <a:srgbClr val="707C88"/>
                </a:solidFill>
                <a:latin typeface="Arial"/>
                <a:ea typeface="Arial"/>
                <a:cs typeface="Arial"/>
              </a:defRPr>
            </a:lvl1pPr>
            <a:lvl2pPr algn="l">
              <a:defRPr sz="1050" b="0">
                <a:solidFill>
                  <a:srgbClr val="707C88"/>
                </a:solidFill>
                <a:latin typeface="Arial"/>
                <a:ea typeface="Arial"/>
                <a:cs typeface="Arial"/>
              </a:defRPr>
            </a:lvl2pPr>
            <a:lvl3pPr algn="l">
              <a:defRPr sz="1050" b="0">
                <a:solidFill>
                  <a:srgbClr val="707C88"/>
                </a:solidFill>
                <a:latin typeface="Arial"/>
                <a:ea typeface="Arial"/>
                <a:cs typeface="Arial"/>
              </a:defRPr>
            </a:lvl3pPr>
            <a:lvl4pPr algn="l">
              <a:defRPr sz="1050" b="0">
                <a:solidFill>
                  <a:srgbClr val="707C88"/>
                </a:solidFill>
                <a:latin typeface="Arial"/>
                <a:ea typeface="Arial"/>
                <a:cs typeface="Arial"/>
              </a:defRPr>
            </a:lvl4pPr>
            <a:lvl5pPr algn="l">
              <a:defRPr sz="1050" b="0">
                <a:solidFill>
                  <a:srgbClr val="707C88"/>
                </a:solidFill>
                <a:latin typeface="Arial"/>
                <a:ea typeface="Arial"/>
                <a:cs typeface="Arial"/>
              </a:defRPr>
            </a:lvl5pPr>
            <a:lvl6pPr algn="l">
              <a:defRPr sz="1050" b="0">
                <a:solidFill>
                  <a:srgbClr val="707C88"/>
                </a:solidFill>
                <a:latin typeface="Arial"/>
                <a:ea typeface="Arial"/>
                <a:cs typeface="Arial"/>
              </a:defRPr>
            </a:lvl6pPr>
            <a:lvl7pPr algn="l">
              <a:defRPr sz="1050" b="0">
                <a:solidFill>
                  <a:srgbClr val="707C88"/>
                </a:solidFill>
                <a:latin typeface="Arial"/>
                <a:ea typeface="Arial"/>
                <a:cs typeface="Arial"/>
              </a:defRPr>
            </a:lvl7pPr>
            <a:lvl8pPr algn="l">
              <a:defRPr sz="1050" b="0">
                <a:solidFill>
                  <a:srgbClr val="707C88"/>
                </a:solidFill>
                <a:latin typeface="Arial"/>
                <a:ea typeface="Arial"/>
                <a:cs typeface="Arial"/>
              </a:defRPr>
            </a:lvl8pPr>
            <a:lvl9pPr algn="l">
              <a:defRPr sz="1050" b="0">
                <a:solidFill>
                  <a:srgbClr val="707C88"/>
                </a:solidFill>
                <a:latin typeface="Arial"/>
                <a:ea typeface="Arial"/>
                <a:cs typeface="Arial"/>
              </a:defRPr>
            </a:lvl9pPr>
          </a:lstStyle>
          <a:p xmlns:a="http://schemas.openxmlformats.org/drawingml/2006/main">
            <a:pPr algn="l">
              <a:defRPr sz="1050" b="0">
                <a:solidFill>
                  <a:srgbClr val="707C88"/>
                </a:solidFill>
                <a:latin typeface="Arial"/>
                <a:ea typeface="Arial"/>
                <a:cs typeface="Arial"/>
              </a:defRPr>
            </a:pPr>
            <a:r>
              <a:rPr sz="1050" b="0">
                <a:solidFill>
                  <a:srgbClr val="707C88"/>
                </a:solidFill>
                <a:latin typeface="Arial"/>
                <a:ea typeface="Arial"/>
                <a:cs typeface="Arial"/>
              </a:rPr>
              <a:t>Sources: Zhong Ou / Nanfang Plus and forum coverage</a:t>
            </a:r>
          </a:p>
        </p:txBody>
      </p:sp>
      <p:sp>
        <p:nvSpPr>
          <p:cNvPr id="25" name="!!elements.head">
            <a:extLst xmlns:a="http://schemas.openxmlformats.org/drawingml/2006/main">
              <a:ext uri="{FF2B5EF4-FFF2-40B4-BE49-F238E27FC236}">
                <a16:creationId xmlns:a16="http://schemas.microsoft.com/office/drawing/2014/main" id="{1946B59C-A7EA-4237-BE9D-6D715D2AD573}"/>
              </a:ext>
            </a:extLst>
          </p:cNvPr>
          <p:cNvSpPr>
            <a:spLocks xmlns:a="http://schemas.openxmlformats.org/drawingml/2006/main" noGrp="1"/>
          </p:cNvSpPr>
          <p:nvPr/>
        </p:nvSpPr>
        <p:spPr>
          <a:xfrm xmlns:a="http://schemas.openxmlformats.org/drawingml/2006/main">
            <a:off x="4057650" y="2047875"/>
            <a:ext cx="105346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5A9C"/>
                </a:solidFill>
                <a:latin typeface="Arial"/>
                <a:ea typeface="Arial"/>
                <a:cs typeface="Arial"/>
              </a:defRPr>
            </a:defPPr>
            <a:lvl1pPr algn="l">
              <a:defRPr sz="2400" b="1">
                <a:solidFill>
                  <a:srgbClr val="005A9C"/>
                </a:solidFill>
                <a:latin typeface="Arial"/>
                <a:ea typeface="Arial"/>
                <a:cs typeface="Arial"/>
              </a:defRPr>
            </a:lvl1pPr>
            <a:lvl2pPr algn="l">
              <a:defRPr sz="2400" b="1">
                <a:solidFill>
                  <a:srgbClr val="005A9C"/>
                </a:solidFill>
                <a:latin typeface="Arial"/>
                <a:ea typeface="Arial"/>
                <a:cs typeface="Arial"/>
              </a:defRPr>
            </a:lvl2pPr>
            <a:lvl3pPr algn="l">
              <a:defRPr sz="2400" b="1">
                <a:solidFill>
                  <a:srgbClr val="005A9C"/>
                </a:solidFill>
                <a:latin typeface="Arial"/>
                <a:ea typeface="Arial"/>
                <a:cs typeface="Arial"/>
              </a:defRPr>
            </a:lvl3pPr>
            <a:lvl4pPr algn="l">
              <a:defRPr sz="2400" b="1">
                <a:solidFill>
                  <a:srgbClr val="005A9C"/>
                </a:solidFill>
                <a:latin typeface="Arial"/>
                <a:ea typeface="Arial"/>
                <a:cs typeface="Arial"/>
              </a:defRPr>
            </a:lvl4pPr>
            <a:lvl5pPr algn="l">
              <a:defRPr sz="2400" b="1">
                <a:solidFill>
                  <a:srgbClr val="005A9C"/>
                </a:solidFill>
                <a:latin typeface="Arial"/>
                <a:ea typeface="Arial"/>
                <a:cs typeface="Arial"/>
              </a:defRPr>
            </a:lvl5pPr>
            <a:lvl6pPr algn="l">
              <a:defRPr sz="2400" b="1">
                <a:solidFill>
                  <a:srgbClr val="005A9C"/>
                </a:solidFill>
                <a:latin typeface="Arial"/>
                <a:ea typeface="Arial"/>
                <a:cs typeface="Arial"/>
              </a:defRPr>
            </a:lvl6pPr>
            <a:lvl7pPr algn="l">
              <a:defRPr sz="2400" b="1">
                <a:solidFill>
                  <a:srgbClr val="005A9C"/>
                </a:solidFill>
                <a:latin typeface="Arial"/>
                <a:ea typeface="Arial"/>
                <a:cs typeface="Arial"/>
              </a:defRPr>
            </a:lvl7pPr>
            <a:lvl8pPr algn="l">
              <a:defRPr sz="2400" b="1">
                <a:solidFill>
                  <a:srgbClr val="005A9C"/>
                </a:solidFill>
                <a:latin typeface="Arial"/>
                <a:ea typeface="Arial"/>
                <a:cs typeface="Arial"/>
              </a:defRPr>
            </a:lvl8pPr>
            <a:lvl9pPr algn="l">
              <a:defRPr sz="2400" b="1">
                <a:solidFill>
                  <a:srgbClr val="005A9C"/>
                </a:solidFill>
                <a:latin typeface="Arial"/>
                <a:ea typeface="Arial"/>
                <a:cs typeface="Arial"/>
              </a:defRPr>
            </a:lvl9pPr>
          </a:lstStyle>
          <a:p xmlns:a="http://schemas.openxmlformats.org/drawingml/2006/main">
            <a:pPr algn="l">
              <a:defRPr sz="2400" b="1">
                <a:solidFill>
                  <a:srgbClr val="005A9C"/>
                </a:solidFill>
                <a:latin typeface="Arial"/>
                <a:ea typeface="Arial"/>
                <a:cs typeface="Arial"/>
              </a:defRPr>
            </a:pPr>
            <a:r>
              <a:rPr sz="2400" b="1">
                <a:solidFill>
                  <a:srgbClr val="005A9C"/>
                </a:solidFill>
                <a:latin typeface="Arial"/>
                <a:ea typeface="Arial"/>
                <a:cs typeface="Arial"/>
              </a:rPr>
              <a:t>The LLM turns source material into a populated research template</a:t>
            </a:r>
          </a:p>
        </p:txBody>
      </p:sp>
      <p:sp>
        <p:nvSpPr>
          <p:cNvPr id="26" name="!!elements.left">
            <a:extLst xmlns:a="http://schemas.openxmlformats.org/drawingml/2006/main">
              <a:ext uri="{FF2B5EF4-FFF2-40B4-BE49-F238E27FC236}">
                <a16:creationId xmlns:a16="http://schemas.microsoft.com/office/drawing/2014/main" id="{B1A9878D-272F-436D-9AC5-BFDD8A4536FC}"/>
              </a:ext>
            </a:extLst>
          </p:cNvPr>
          <p:cNvSpPr>
            <a:spLocks xmlns:a="http://schemas.openxmlformats.org/drawingml/2006/main" noGrp="1"/>
          </p:cNvSpPr>
          <p:nvPr/>
        </p:nvSpPr>
        <p:spPr>
          <a:xfrm xmlns:a="http://schemas.openxmlformats.org/drawingml/2006/main">
            <a:off x="4057650" y="2771775"/>
            <a:ext cx="2924175" cy="45720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20262C"/>
                </a:solidFill>
                <a:latin typeface="Arial"/>
                <a:ea typeface="Arial"/>
                <a:cs typeface="Arial"/>
              </a:defRPr>
            </a:defPPr>
            <a:lvl1pPr algn="ctr">
              <a:defRPr sz="2025" b="1">
                <a:solidFill>
                  <a:srgbClr val="20262C"/>
                </a:solidFill>
                <a:latin typeface="Arial"/>
                <a:ea typeface="Arial"/>
                <a:cs typeface="Arial"/>
              </a:defRPr>
            </a:lvl1pPr>
            <a:lvl2pPr algn="ctr">
              <a:defRPr sz="2025" b="1">
                <a:solidFill>
                  <a:srgbClr val="20262C"/>
                </a:solidFill>
                <a:latin typeface="Arial"/>
                <a:ea typeface="Arial"/>
                <a:cs typeface="Arial"/>
              </a:defRPr>
            </a:lvl2pPr>
            <a:lvl3pPr algn="ctr">
              <a:defRPr sz="2025" b="1">
                <a:solidFill>
                  <a:srgbClr val="20262C"/>
                </a:solidFill>
                <a:latin typeface="Arial"/>
                <a:ea typeface="Arial"/>
                <a:cs typeface="Arial"/>
              </a:defRPr>
            </a:lvl3pPr>
            <a:lvl4pPr algn="ctr">
              <a:defRPr sz="2025" b="1">
                <a:solidFill>
                  <a:srgbClr val="20262C"/>
                </a:solidFill>
                <a:latin typeface="Arial"/>
                <a:ea typeface="Arial"/>
                <a:cs typeface="Arial"/>
              </a:defRPr>
            </a:lvl4pPr>
            <a:lvl5pPr algn="ctr">
              <a:defRPr sz="2025" b="1">
                <a:solidFill>
                  <a:srgbClr val="20262C"/>
                </a:solidFill>
                <a:latin typeface="Arial"/>
                <a:ea typeface="Arial"/>
                <a:cs typeface="Arial"/>
              </a:defRPr>
            </a:lvl5pPr>
            <a:lvl6pPr algn="ctr">
              <a:defRPr sz="2025" b="1">
                <a:solidFill>
                  <a:srgbClr val="20262C"/>
                </a:solidFill>
                <a:latin typeface="Arial"/>
                <a:ea typeface="Arial"/>
                <a:cs typeface="Arial"/>
              </a:defRPr>
            </a:lvl6pPr>
            <a:lvl7pPr algn="ctr">
              <a:defRPr sz="2025" b="1">
                <a:solidFill>
                  <a:srgbClr val="20262C"/>
                </a:solidFill>
                <a:latin typeface="Arial"/>
                <a:ea typeface="Arial"/>
                <a:cs typeface="Arial"/>
              </a:defRPr>
            </a:lvl7pPr>
            <a:lvl8pPr algn="ctr">
              <a:defRPr sz="2025" b="1">
                <a:solidFill>
                  <a:srgbClr val="20262C"/>
                </a:solidFill>
                <a:latin typeface="Arial"/>
                <a:ea typeface="Arial"/>
                <a:cs typeface="Arial"/>
              </a:defRPr>
            </a:lvl8pPr>
            <a:lvl9pPr algn="ctr">
              <a:defRPr sz="2025" b="1">
                <a:solidFill>
                  <a:srgbClr val="20262C"/>
                </a:solidFill>
                <a:latin typeface="Arial"/>
                <a:ea typeface="Arial"/>
                <a:cs typeface="Arial"/>
              </a:defRPr>
            </a:lvl9pPr>
          </a:lstStyle>
          <a:p xmlns:a="http://schemas.openxmlformats.org/drawingml/2006/main">
            <a:pPr algn="ctr">
              <a:defRPr sz="2025" b="1">
                <a:solidFill>
                  <a:srgbClr val="20262C"/>
                </a:solidFill>
                <a:latin typeface="Arial"/>
                <a:ea typeface="Arial"/>
                <a:cs typeface="Arial"/>
              </a:defRPr>
            </a:pPr>
            <a:r>
              <a:rPr sz="2025" b="1">
                <a:solidFill>
                  <a:srgbClr val="20262C"/>
                </a:solidFill>
                <a:latin typeface="Arial"/>
                <a:ea typeface="Arial"/>
                <a:cs typeface="Arial"/>
              </a:rPr>
              <a:t>Source materials</a:t>
            </a:r>
          </a:p>
        </p:txBody>
      </p:sp>
      <p:sp>
        <p:nvSpPr>
          <p:cNvPr id="27" name="!!elements.right">
            <a:extLst xmlns:a="http://schemas.openxmlformats.org/drawingml/2006/main">
              <a:ext uri="{FF2B5EF4-FFF2-40B4-BE49-F238E27FC236}">
                <a16:creationId xmlns:a16="http://schemas.microsoft.com/office/drawing/2014/main" id="{4569CAA1-CD1D-409F-9308-88EC603E9640}"/>
              </a:ext>
            </a:extLst>
          </p:cNvPr>
          <p:cNvSpPr>
            <a:spLocks xmlns:a="http://schemas.openxmlformats.org/drawingml/2006/main" noGrp="1"/>
          </p:cNvSpPr>
          <p:nvPr/>
        </p:nvSpPr>
        <p:spPr>
          <a:xfrm xmlns:a="http://schemas.openxmlformats.org/drawingml/2006/main">
            <a:off x="7524750" y="2771775"/>
            <a:ext cx="7067550" cy="45720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20262C"/>
                </a:solidFill>
                <a:latin typeface="Arial"/>
                <a:ea typeface="Arial"/>
                <a:cs typeface="Arial"/>
              </a:defRPr>
            </a:defPPr>
            <a:lvl1pPr algn="ctr">
              <a:defRPr sz="2025" b="1">
                <a:solidFill>
                  <a:srgbClr val="20262C"/>
                </a:solidFill>
                <a:latin typeface="Arial"/>
                <a:ea typeface="Arial"/>
                <a:cs typeface="Arial"/>
              </a:defRPr>
            </a:lvl1pPr>
            <a:lvl2pPr algn="ctr">
              <a:defRPr sz="2025" b="1">
                <a:solidFill>
                  <a:srgbClr val="20262C"/>
                </a:solidFill>
                <a:latin typeface="Arial"/>
                <a:ea typeface="Arial"/>
                <a:cs typeface="Arial"/>
              </a:defRPr>
            </a:lvl2pPr>
            <a:lvl3pPr algn="ctr">
              <a:defRPr sz="2025" b="1">
                <a:solidFill>
                  <a:srgbClr val="20262C"/>
                </a:solidFill>
                <a:latin typeface="Arial"/>
                <a:ea typeface="Arial"/>
                <a:cs typeface="Arial"/>
              </a:defRPr>
            </a:lvl3pPr>
            <a:lvl4pPr algn="ctr">
              <a:defRPr sz="2025" b="1">
                <a:solidFill>
                  <a:srgbClr val="20262C"/>
                </a:solidFill>
                <a:latin typeface="Arial"/>
                <a:ea typeface="Arial"/>
                <a:cs typeface="Arial"/>
              </a:defRPr>
            </a:lvl4pPr>
            <a:lvl5pPr algn="ctr">
              <a:defRPr sz="2025" b="1">
                <a:solidFill>
                  <a:srgbClr val="20262C"/>
                </a:solidFill>
                <a:latin typeface="Arial"/>
                <a:ea typeface="Arial"/>
                <a:cs typeface="Arial"/>
              </a:defRPr>
            </a:lvl5pPr>
            <a:lvl6pPr algn="ctr">
              <a:defRPr sz="2025" b="1">
                <a:solidFill>
                  <a:srgbClr val="20262C"/>
                </a:solidFill>
                <a:latin typeface="Arial"/>
                <a:ea typeface="Arial"/>
                <a:cs typeface="Arial"/>
              </a:defRPr>
            </a:lvl6pPr>
            <a:lvl7pPr algn="ctr">
              <a:defRPr sz="2025" b="1">
                <a:solidFill>
                  <a:srgbClr val="20262C"/>
                </a:solidFill>
                <a:latin typeface="Arial"/>
                <a:ea typeface="Arial"/>
                <a:cs typeface="Arial"/>
              </a:defRPr>
            </a:lvl7pPr>
            <a:lvl8pPr algn="ctr">
              <a:defRPr sz="2025" b="1">
                <a:solidFill>
                  <a:srgbClr val="20262C"/>
                </a:solidFill>
                <a:latin typeface="Arial"/>
                <a:ea typeface="Arial"/>
                <a:cs typeface="Arial"/>
              </a:defRPr>
            </a:lvl8pPr>
            <a:lvl9pPr algn="ctr">
              <a:defRPr sz="2025" b="1">
                <a:solidFill>
                  <a:srgbClr val="20262C"/>
                </a:solidFill>
                <a:latin typeface="Arial"/>
                <a:ea typeface="Arial"/>
                <a:cs typeface="Arial"/>
              </a:defRPr>
            </a:lvl9pPr>
          </a:lstStyle>
          <a:p xmlns:a="http://schemas.openxmlformats.org/drawingml/2006/main">
            <a:pPr algn="ctr">
              <a:defRPr sz="2025" b="1">
                <a:solidFill>
                  <a:srgbClr val="20262C"/>
                </a:solidFill>
                <a:latin typeface="Arial"/>
                <a:ea typeface="Arial"/>
                <a:cs typeface="Arial"/>
              </a:defRPr>
            </a:pPr>
            <a:r>
              <a:rPr sz="2025" b="1">
                <a:solidFill>
                  <a:srgbClr val="20262C"/>
                </a:solidFill>
                <a:latin typeface="Arial"/>
                <a:ea typeface="Arial"/>
                <a:cs typeface="Arial"/>
              </a:rPr>
              <a:t>Illustrative research template</a:t>
            </a:r>
          </a:p>
        </p:txBody>
      </p:sp>
      <p:sp>
        <p:nvSpPr>
          <p:cNvPr id="28" name="!!element.0.source">
            <a:extLst xmlns:a="http://schemas.openxmlformats.org/drawingml/2006/main">
              <a:ext uri="{FF2B5EF4-FFF2-40B4-BE49-F238E27FC236}">
                <a16:creationId xmlns:a16="http://schemas.microsoft.com/office/drawing/2014/main" id="{CA9372DA-94EB-4C40-8549-7CA011674842}"/>
              </a:ext>
            </a:extLst>
          </p:cNvPr>
          <p:cNvSpPr>
            <a:spLocks xmlns:a="http://schemas.openxmlformats.org/drawingml/2006/main" noGrp="1"/>
          </p:cNvSpPr>
          <p:nvPr/>
        </p:nvSpPr>
        <p:spPr>
          <a:xfrm xmlns:a="http://schemas.openxmlformats.org/drawingml/2006/main">
            <a:off x="4057650" y="3571875"/>
            <a:ext cx="2924175" cy="68580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875" b="1">
                <a:solidFill>
                  <a:srgbClr val="20262C"/>
                </a:solidFill>
                <a:latin typeface="Arial"/>
                <a:ea typeface="Arial"/>
                <a:cs typeface="Arial"/>
              </a:defRPr>
            </a:defPPr>
            <a:lvl1pPr algn="ctr">
              <a:defRPr sz="1875" b="1">
                <a:solidFill>
                  <a:srgbClr val="20262C"/>
                </a:solidFill>
                <a:latin typeface="Arial"/>
                <a:ea typeface="Arial"/>
                <a:cs typeface="Arial"/>
              </a:defRPr>
            </a:lvl1pPr>
            <a:lvl2pPr algn="ctr">
              <a:defRPr sz="1875" b="1">
                <a:solidFill>
                  <a:srgbClr val="20262C"/>
                </a:solidFill>
                <a:latin typeface="Arial"/>
                <a:ea typeface="Arial"/>
                <a:cs typeface="Arial"/>
              </a:defRPr>
            </a:lvl2pPr>
            <a:lvl3pPr algn="ctr">
              <a:defRPr sz="1875" b="1">
                <a:solidFill>
                  <a:srgbClr val="20262C"/>
                </a:solidFill>
                <a:latin typeface="Arial"/>
                <a:ea typeface="Arial"/>
                <a:cs typeface="Arial"/>
              </a:defRPr>
            </a:lvl3pPr>
            <a:lvl4pPr algn="ctr">
              <a:defRPr sz="1875" b="1">
                <a:solidFill>
                  <a:srgbClr val="20262C"/>
                </a:solidFill>
                <a:latin typeface="Arial"/>
                <a:ea typeface="Arial"/>
                <a:cs typeface="Arial"/>
              </a:defRPr>
            </a:lvl4pPr>
            <a:lvl5pPr algn="ctr">
              <a:defRPr sz="1875" b="1">
                <a:solidFill>
                  <a:srgbClr val="20262C"/>
                </a:solidFill>
                <a:latin typeface="Arial"/>
                <a:ea typeface="Arial"/>
                <a:cs typeface="Arial"/>
              </a:defRPr>
            </a:lvl5pPr>
            <a:lvl6pPr algn="ctr">
              <a:defRPr sz="1875" b="1">
                <a:solidFill>
                  <a:srgbClr val="20262C"/>
                </a:solidFill>
                <a:latin typeface="Arial"/>
                <a:ea typeface="Arial"/>
                <a:cs typeface="Arial"/>
              </a:defRPr>
            </a:lvl6pPr>
            <a:lvl7pPr algn="ctr">
              <a:defRPr sz="1875" b="1">
                <a:solidFill>
                  <a:srgbClr val="20262C"/>
                </a:solidFill>
                <a:latin typeface="Arial"/>
                <a:ea typeface="Arial"/>
                <a:cs typeface="Arial"/>
              </a:defRPr>
            </a:lvl7pPr>
            <a:lvl8pPr algn="ctr">
              <a:defRPr sz="1875" b="1">
                <a:solidFill>
                  <a:srgbClr val="20262C"/>
                </a:solidFill>
                <a:latin typeface="Arial"/>
                <a:ea typeface="Arial"/>
                <a:cs typeface="Arial"/>
              </a:defRPr>
            </a:lvl8pPr>
            <a:lvl9pPr algn="ctr">
              <a:defRPr sz="1875" b="1">
                <a:solidFill>
                  <a:srgbClr val="20262C"/>
                </a:solidFill>
                <a:latin typeface="Arial"/>
                <a:ea typeface="Arial"/>
                <a:cs typeface="Arial"/>
              </a:defRPr>
            </a:lvl9pPr>
          </a:lstStyle>
          <a:p xmlns:a="http://schemas.openxmlformats.org/drawingml/2006/main">
            <a:pPr algn="ctr">
              <a:defRPr sz="1875" b="1">
                <a:solidFill>
                  <a:srgbClr val="20262C"/>
                </a:solidFill>
                <a:latin typeface="Arial"/>
                <a:ea typeface="Arial"/>
                <a:cs typeface="Arial"/>
              </a:defRPr>
            </a:pPr>
            <a:r>
              <a:rPr sz="1875" b="1">
                <a:solidFill>
                  <a:srgbClr val="20262C"/>
                </a:solidFill>
                <a:latin typeface="Arial"/>
                <a:ea typeface="Arial"/>
                <a:cs typeface="Arial"/>
              </a:rPr>
              <a:t>Financials and calculations</a:t>
            </a:r>
          </a:p>
        </p:txBody>
      </p:sp>
      <p:sp>
        <p:nvSpPr>
          <p:cNvPr id="29" name="!!element.0.arrow.line">
            <a:extLst xmlns:a="http://schemas.openxmlformats.org/drawingml/2006/main">
              <a:ext uri="{FF2B5EF4-FFF2-40B4-BE49-F238E27FC236}">
                <a16:creationId xmlns:a16="http://schemas.microsoft.com/office/drawing/2014/main" id="{FBE08CD1-391F-47B0-90CF-9D237DA317E6}"/>
              </a:ext>
            </a:extLst>
          </p:cNvPr>
          <p:cNvSpPr>
            <a:spLocks xmlns:a="http://schemas.openxmlformats.org/drawingml/2006/main" noGrp="1"/>
          </p:cNvSpPr>
          <p:nvPr/>
        </p:nvSpPr>
        <p:spPr>
          <a:xfrm xmlns:a="http://schemas.openxmlformats.org/drawingml/2006/main" flipH="0" flipV="0">
            <a:off x="7077075" y="3914775"/>
            <a:ext cx="323850" cy="953"/>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30" name="!!element.0.arrow.tip">
            <a:extLst xmlns:a="http://schemas.openxmlformats.org/drawingml/2006/main">
              <a:ext uri="{FF2B5EF4-FFF2-40B4-BE49-F238E27FC236}">
                <a16:creationId xmlns:a16="http://schemas.microsoft.com/office/drawing/2014/main" id="{20C5428B-5404-4F01-9EA4-AF0BE574D35A}"/>
              </a:ext>
            </a:extLst>
          </p:cNvPr>
          <p:cNvSpPr>
            <a:spLocks xmlns:a="http://schemas.openxmlformats.org/drawingml/2006/main" noGrp="1"/>
          </p:cNvSpPr>
          <p:nvPr/>
        </p:nvSpPr>
        <p:spPr>
          <a:xfrm xmlns:a="http://schemas.openxmlformats.org/drawingml/2006/main" rot="5400000">
            <a:off x="7343775" y="3857625"/>
            <a:ext cx="114300" cy="11430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31" name="!!element.0.label">
            <a:extLst xmlns:a="http://schemas.openxmlformats.org/drawingml/2006/main">
              <a:ext uri="{FF2B5EF4-FFF2-40B4-BE49-F238E27FC236}">
                <a16:creationId xmlns:a16="http://schemas.microsoft.com/office/drawing/2014/main" id="{0CCD1F2E-7072-4BDE-8F57-19B572780586}"/>
              </a:ext>
            </a:extLst>
          </p:cNvPr>
          <p:cNvSpPr>
            <a:spLocks xmlns:a="http://schemas.openxmlformats.org/drawingml/2006/main" noGrp="1"/>
          </p:cNvSpPr>
          <p:nvPr/>
        </p:nvSpPr>
        <p:spPr>
          <a:xfrm xmlns:a="http://schemas.openxmlformats.org/drawingml/2006/main">
            <a:off x="7743825" y="3733800"/>
            <a:ext cx="18669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005A9C"/>
                </a:solidFill>
                <a:latin typeface="Arial"/>
                <a:ea typeface="Arial"/>
                <a:cs typeface="Arial"/>
              </a:defRPr>
            </a:defPPr>
            <a:lvl1pPr algn="l">
              <a:defRPr sz="1725" b="1">
                <a:solidFill>
                  <a:srgbClr val="005A9C"/>
                </a:solidFill>
                <a:latin typeface="Arial"/>
                <a:ea typeface="Arial"/>
                <a:cs typeface="Arial"/>
              </a:defRPr>
            </a:lvl1pPr>
            <a:lvl2pPr algn="l">
              <a:defRPr sz="1725" b="1">
                <a:solidFill>
                  <a:srgbClr val="005A9C"/>
                </a:solidFill>
                <a:latin typeface="Arial"/>
                <a:ea typeface="Arial"/>
                <a:cs typeface="Arial"/>
              </a:defRPr>
            </a:lvl2pPr>
            <a:lvl3pPr algn="l">
              <a:defRPr sz="1725" b="1">
                <a:solidFill>
                  <a:srgbClr val="005A9C"/>
                </a:solidFill>
                <a:latin typeface="Arial"/>
                <a:ea typeface="Arial"/>
                <a:cs typeface="Arial"/>
              </a:defRPr>
            </a:lvl3pPr>
            <a:lvl4pPr algn="l">
              <a:defRPr sz="1725" b="1">
                <a:solidFill>
                  <a:srgbClr val="005A9C"/>
                </a:solidFill>
                <a:latin typeface="Arial"/>
                <a:ea typeface="Arial"/>
                <a:cs typeface="Arial"/>
              </a:defRPr>
            </a:lvl4pPr>
            <a:lvl5pPr algn="l">
              <a:defRPr sz="1725" b="1">
                <a:solidFill>
                  <a:srgbClr val="005A9C"/>
                </a:solidFill>
                <a:latin typeface="Arial"/>
                <a:ea typeface="Arial"/>
                <a:cs typeface="Arial"/>
              </a:defRPr>
            </a:lvl5pPr>
            <a:lvl6pPr algn="l">
              <a:defRPr sz="1725" b="1">
                <a:solidFill>
                  <a:srgbClr val="005A9C"/>
                </a:solidFill>
                <a:latin typeface="Arial"/>
                <a:ea typeface="Arial"/>
                <a:cs typeface="Arial"/>
              </a:defRPr>
            </a:lvl6pPr>
            <a:lvl7pPr algn="l">
              <a:defRPr sz="1725" b="1">
                <a:solidFill>
                  <a:srgbClr val="005A9C"/>
                </a:solidFill>
                <a:latin typeface="Arial"/>
                <a:ea typeface="Arial"/>
                <a:cs typeface="Arial"/>
              </a:defRPr>
            </a:lvl7pPr>
            <a:lvl8pPr algn="l">
              <a:defRPr sz="1725" b="1">
                <a:solidFill>
                  <a:srgbClr val="005A9C"/>
                </a:solidFill>
                <a:latin typeface="Arial"/>
                <a:ea typeface="Arial"/>
                <a:cs typeface="Arial"/>
              </a:defRPr>
            </a:lvl8pPr>
            <a:lvl9pPr algn="l">
              <a:defRPr sz="1725" b="1">
                <a:solidFill>
                  <a:srgbClr val="005A9C"/>
                </a:solidFill>
                <a:latin typeface="Arial"/>
                <a:ea typeface="Arial"/>
                <a:cs typeface="Arial"/>
              </a:defRPr>
            </a:lvl9pPr>
          </a:lstStyle>
          <a:p xmlns:a="http://schemas.openxmlformats.org/drawingml/2006/main">
            <a:pPr algn="l">
              <a:defRPr sz="1725" b="1">
                <a:solidFill>
                  <a:srgbClr val="005A9C"/>
                </a:solidFill>
                <a:latin typeface="Arial"/>
                <a:ea typeface="Arial"/>
                <a:cs typeface="Arial"/>
              </a:defRPr>
            </a:pPr>
            <a:r>
              <a:rPr sz="1725" b="1">
                <a:solidFill>
                  <a:srgbClr val="005A9C"/>
                </a:solidFill>
                <a:latin typeface="Arial"/>
                <a:ea typeface="Arial"/>
                <a:cs typeface="Arial"/>
              </a:rPr>
              <a:t>Operating change</a:t>
            </a:r>
          </a:p>
        </p:txBody>
      </p:sp>
      <p:sp>
        <p:nvSpPr>
          <p:cNvPr id="32" name="!!element.0.value">
            <a:extLst xmlns:a="http://schemas.openxmlformats.org/drawingml/2006/main">
              <a:ext uri="{FF2B5EF4-FFF2-40B4-BE49-F238E27FC236}">
                <a16:creationId xmlns:a16="http://schemas.microsoft.com/office/drawing/2014/main" id="{26F55F22-4C48-4C2A-AE1E-E873B5272634}"/>
              </a:ext>
            </a:extLst>
          </p:cNvPr>
          <p:cNvSpPr>
            <a:spLocks xmlns:a="http://schemas.openxmlformats.org/drawingml/2006/main" noGrp="1"/>
          </p:cNvSpPr>
          <p:nvPr/>
        </p:nvSpPr>
        <p:spPr>
          <a:xfrm xmlns:a="http://schemas.openxmlformats.org/drawingml/2006/main">
            <a:off x="9858375" y="3733800"/>
            <a:ext cx="4495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0262C"/>
                </a:solidFill>
                <a:latin typeface="Arial"/>
                <a:ea typeface="Arial"/>
                <a:cs typeface="Arial"/>
              </a:defRPr>
            </a:defPPr>
            <a:lvl1pPr algn="l">
              <a:defRPr sz="1950" b="0">
                <a:solidFill>
                  <a:srgbClr val="20262C"/>
                </a:solidFill>
                <a:latin typeface="Arial"/>
                <a:ea typeface="Arial"/>
                <a:cs typeface="Arial"/>
              </a:defRPr>
            </a:lvl1pPr>
            <a:lvl2pPr algn="l">
              <a:defRPr sz="1950" b="0">
                <a:solidFill>
                  <a:srgbClr val="20262C"/>
                </a:solidFill>
                <a:latin typeface="Arial"/>
                <a:ea typeface="Arial"/>
                <a:cs typeface="Arial"/>
              </a:defRPr>
            </a:lvl2pPr>
            <a:lvl3pPr algn="l">
              <a:defRPr sz="1950" b="0">
                <a:solidFill>
                  <a:srgbClr val="20262C"/>
                </a:solidFill>
                <a:latin typeface="Arial"/>
                <a:ea typeface="Arial"/>
                <a:cs typeface="Arial"/>
              </a:defRPr>
            </a:lvl3pPr>
            <a:lvl4pPr algn="l">
              <a:defRPr sz="1950" b="0">
                <a:solidFill>
                  <a:srgbClr val="20262C"/>
                </a:solidFill>
                <a:latin typeface="Arial"/>
                <a:ea typeface="Arial"/>
                <a:cs typeface="Arial"/>
              </a:defRPr>
            </a:lvl4pPr>
            <a:lvl5pPr algn="l">
              <a:defRPr sz="1950" b="0">
                <a:solidFill>
                  <a:srgbClr val="20262C"/>
                </a:solidFill>
                <a:latin typeface="Arial"/>
                <a:ea typeface="Arial"/>
                <a:cs typeface="Arial"/>
              </a:defRPr>
            </a:lvl5pPr>
            <a:lvl6pPr algn="l">
              <a:defRPr sz="1950" b="0">
                <a:solidFill>
                  <a:srgbClr val="20262C"/>
                </a:solidFill>
                <a:latin typeface="Arial"/>
                <a:ea typeface="Arial"/>
                <a:cs typeface="Arial"/>
              </a:defRPr>
            </a:lvl6pPr>
            <a:lvl7pPr algn="l">
              <a:defRPr sz="1950" b="0">
                <a:solidFill>
                  <a:srgbClr val="20262C"/>
                </a:solidFill>
                <a:latin typeface="Arial"/>
                <a:ea typeface="Arial"/>
                <a:cs typeface="Arial"/>
              </a:defRPr>
            </a:lvl7pPr>
            <a:lvl8pPr algn="l">
              <a:defRPr sz="1950" b="0">
                <a:solidFill>
                  <a:srgbClr val="20262C"/>
                </a:solidFill>
                <a:latin typeface="Arial"/>
                <a:ea typeface="Arial"/>
                <a:cs typeface="Arial"/>
              </a:defRPr>
            </a:lvl8pPr>
            <a:lvl9pPr algn="l">
              <a:defRPr sz="1950" b="0">
                <a:solidFill>
                  <a:srgbClr val="20262C"/>
                </a:solidFill>
                <a:latin typeface="Arial"/>
                <a:ea typeface="Arial"/>
                <a:cs typeface="Arial"/>
              </a:defRPr>
            </a:lvl9pPr>
          </a:lstStyle>
          <a:p xmlns:a="http://schemas.openxmlformats.org/drawingml/2006/main">
            <a:pPr algn="l">
              <a:defRPr sz="1950" b="0">
                <a:solidFill>
                  <a:srgbClr val="20262C"/>
                </a:solidFill>
                <a:latin typeface="Arial"/>
                <a:ea typeface="Arial"/>
                <a:cs typeface="Arial"/>
              </a:defRPr>
            </a:pPr>
            <a:r>
              <a:rPr sz="1950" b="0">
                <a:solidFill>
                  <a:srgbClr val="20262C"/>
                </a:solidFill>
                <a:latin typeface="Arial"/>
                <a:ea typeface="Arial"/>
                <a:cs typeface="Arial"/>
              </a:rPr>
              <a:t>Sales volume up 10%</a:t>
            </a:r>
          </a:p>
        </p:txBody>
      </p:sp>
      <p:sp>
        <p:nvSpPr>
          <p:cNvPr id="33" name="!!element.0.rule">
            <a:extLst xmlns:a="http://schemas.openxmlformats.org/drawingml/2006/main">
              <a:ext uri="{FF2B5EF4-FFF2-40B4-BE49-F238E27FC236}">
                <a16:creationId xmlns:a16="http://schemas.microsoft.com/office/drawing/2014/main" id="{4A4AFA78-9F1F-41E1-904A-28C528151EE0}"/>
              </a:ext>
            </a:extLst>
          </p:cNvPr>
          <p:cNvSpPr>
            <a:spLocks xmlns:a="http://schemas.openxmlformats.org/drawingml/2006/main" noGrp="1"/>
          </p:cNvSpPr>
          <p:nvPr/>
        </p:nvSpPr>
        <p:spPr>
          <a:xfrm xmlns:a="http://schemas.openxmlformats.org/drawingml/2006/main" flipH="0" flipV="0">
            <a:off x="7524750" y="4352925"/>
            <a:ext cx="7067550" cy="953"/>
          </a:xfrm>
          <a:prstGeom xmlns:a="http://schemas.openxmlformats.org/drawingml/2006/main" prst="line">
            <a:avLst/>
          </a:prstGeom>
          <a:noFill xmlns:a="http://schemas.openxmlformats.org/drawingml/2006/main"/>
          <a:ln xmlns:a="http://schemas.openxmlformats.org/drawingml/2006/main" w="14288">
            <a:solidFill>
              <a:srgbClr val="BCC6CF"/>
            </a:solidFill>
            <a:prstDash val="solid"/>
          </a:ln>
        </p:spPr>
      </p:sp>
      <p:sp>
        <p:nvSpPr>
          <p:cNvPr id="34" name="!!element.1.source">
            <a:extLst xmlns:a="http://schemas.openxmlformats.org/drawingml/2006/main">
              <a:ext uri="{FF2B5EF4-FFF2-40B4-BE49-F238E27FC236}">
                <a16:creationId xmlns:a16="http://schemas.microsoft.com/office/drawing/2014/main" id="{765FFAE0-901A-49FE-B242-BB92CE305946}"/>
              </a:ext>
            </a:extLst>
          </p:cNvPr>
          <p:cNvSpPr>
            <a:spLocks xmlns:a="http://schemas.openxmlformats.org/drawingml/2006/main" noGrp="1"/>
          </p:cNvSpPr>
          <p:nvPr/>
        </p:nvSpPr>
        <p:spPr>
          <a:xfrm xmlns:a="http://schemas.openxmlformats.org/drawingml/2006/main">
            <a:off x="4057650" y="4552950"/>
            <a:ext cx="2924175" cy="68580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875" b="1">
                <a:solidFill>
                  <a:srgbClr val="20262C"/>
                </a:solidFill>
                <a:latin typeface="Arial"/>
                <a:ea typeface="Arial"/>
                <a:cs typeface="Arial"/>
              </a:defRPr>
            </a:defPPr>
            <a:lvl1pPr algn="ctr">
              <a:defRPr sz="1875" b="1">
                <a:solidFill>
                  <a:srgbClr val="20262C"/>
                </a:solidFill>
                <a:latin typeface="Arial"/>
                <a:ea typeface="Arial"/>
                <a:cs typeface="Arial"/>
              </a:defRPr>
            </a:lvl1pPr>
            <a:lvl2pPr algn="ctr">
              <a:defRPr sz="1875" b="1">
                <a:solidFill>
                  <a:srgbClr val="20262C"/>
                </a:solidFill>
                <a:latin typeface="Arial"/>
                <a:ea typeface="Arial"/>
                <a:cs typeface="Arial"/>
              </a:defRPr>
            </a:lvl2pPr>
            <a:lvl3pPr algn="ctr">
              <a:defRPr sz="1875" b="1">
                <a:solidFill>
                  <a:srgbClr val="20262C"/>
                </a:solidFill>
                <a:latin typeface="Arial"/>
                <a:ea typeface="Arial"/>
                <a:cs typeface="Arial"/>
              </a:defRPr>
            </a:lvl3pPr>
            <a:lvl4pPr algn="ctr">
              <a:defRPr sz="1875" b="1">
                <a:solidFill>
                  <a:srgbClr val="20262C"/>
                </a:solidFill>
                <a:latin typeface="Arial"/>
                <a:ea typeface="Arial"/>
                <a:cs typeface="Arial"/>
              </a:defRPr>
            </a:lvl4pPr>
            <a:lvl5pPr algn="ctr">
              <a:defRPr sz="1875" b="1">
                <a:solidFill>
                  <a:srgbClr val="20262C"/>
                </a:solidFill>
                <a:latin typeface="Arial"/>
                <a:ea typeface="Arial"/>
                <a:cs typeface="Arial"/>
              </a:defRPr>
            </a:lvl5pPr>
            <a:lvl6pPr algn="ctr">
              <a:defRPr sz="1875" b="1">
                <a:solidFill>
                  <a:srgbClr val="20262C"/>
                </a:solidFill>
                <a:latin typeface="Arial"/>
                <a:ea typeface="Arial"/>
                <a:cs typeface="Arial"/>
              </a:defRPr>
            </a:lvl6pPr>
            <a:lvl7pPr algn="ctr">
              <a:defRPr sz="1875" b="1">
                <a:solidFill>
                  <a:srgbClr val="20262C"/>
                </a:solidFill>
                <a:latin typeface="Arial"/>
                <a:ea typeface="Arial"/>
                <a:cs typeface="Arial"/>
              </a:defRPr>
            </a:lvl7pPr>
            <a:lvl8pPr algn="ctr">
              <a:defRPr sz="1875" b="1">
                <a:solidFill>
                  <a:srgbClr val="20262C"/>
                </a:solidFill>
                <a:latin typeface="Arial"/>
                <a:ea typeface="Arial"/>
                <a:cs typeface="Arial"/>
              </a:defRPr>
            </a:lvl8pPr>
            <a:lvl9pPr algn="ctr">
              <a:defRPr sz="1875" b="1">
                <a:solidFill>
                  <a:srgbClr val="20262C"/>
                </a:solidFill>
                <a:latin typeface="Arial"/>
                <a:ea typeface="Arial"/>
                <a:cs typeface="Arial"/>
              </a:defRPr>
            </a:lvl9pPr>
          </a:lstStyle>
          <a:p xmlns:a="http://schemas.openxmlformats.org/drawingml/2006/main">
            <a:pPr algn="ctr">
              <a:defRPr sz="1875" b="1">
                <a:solidFill>
                  <a:srgbClr val="20262C"/>
                </a:solidFill>
                <a:latin typeface="Arial"/>
                <a:ea typeface="Arial"/>
                <a:cs typeface="Arial"/>
              </a:defRPr>
            </a:pPr>
            <a:r>
              <a:rPr sz="1875" b="1">
                <a:solidFill>
                  <a:srgbClr val="20262C"/>
                </a:solidFill>
                <a:latin typeface="Arial"/>
                <a:ea typeface="Arial"/>
                <a:cs typeface="Arial"/>
              </a:rPr>
              <a:t>Meeting notes</a:t>
            </a:r>
          </a:p>
        </p:txBody>
      </p:sp>
      <p:sp>
        <p:nvSpPr>
          <p:cNvPr id="35" name="!!element.1.arrow.line">
            <a:extLst xmlns:a="http://schemas.openxmlformats.org/drawingml/2006/main">
              <a:ext uri="{FF2B5EF4-FFF2-40B4-BE49-F238E27FC236}">
                <a16:creationId xmlns:a16="http://schemas.microsoft.com/office/drawing/2014/main" id="{02A0FEA8-CBFE-432C-90E6-A42E3039F9A8}"/>
              </a:ext>
            </a:extLst>
          </p:cNvPr>
          <p:cNvSpPr>
            <a:spLocks xmlns:a="http://schemas.openxmlformats.org/drawingml/2006/main" noGrp="1"/>
          </p:cNvSpPr>
          <p:nvPr/>
        </p:nvSpPr>
        <p:spPr>
          <a:xfrm xmlns:a="http://schemas.openxmlformats.org/drawingml/2006/main" flipH="0" flipV="0">
            <a:off x="7077075" y="4895850"/>
            <a:ext cx="323850" cy="953"/>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36" name="!!element.1.arrow.tip">
            <a:extLst xmlns:a="http://schemas.openxmlformats.org/drawingml/2006/main">
              <a:ext uri="{FF2B5EF4-FFF2-40B4-BE49-F238E27FC236}">
                <a16:creationId xmlns:a16="http://schemas.microsoft.com/office/drawing/2014/main" id="{E0C2FFE7-D420-4E05-95D7-62F8090A68D0}"/>
              </a:ext>
            </a:extLst>
          </p:cNvPr>
          <p:cNvSpPr>
            <a:spLocks xmlns:a="http://schemas.openxmlformats.org/drawingml/2006/main" noGrp="1"/>
          </p:cNvSpPr>
          <p:nvPr/>
        </p:nvSpPr>
        <p:spPr>
          <a:xfrm xmlns:a="http://schemas.openxmlformats.org/drawingml/2006/main" rot="5400000">
            <a:off x="7343775" y="4838700"/>
            <a:ext cx="114300" cy="11430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37" name="!!element.1.label">
            <a:extLst xmlns:a="http://schemas.openxmlformats.org/drawingml/2006/main">
              <a:ext uri="{FF2B5EF4-FFF2-40B4-BE49-F238E27FC236}">
                <a16:creationId xmlns:a16="http://schemas.microsoft.com/office/drawing/2014/main" id="{BFE637E4-8CC9-4DC2-98BD-5997348713A9}"/>
              </a:ext>
            </a:extLst>
          </p:cNvPr>
          <p:cNvSpPr>
            <a:spLocks xmlns:a="http://schemas.openxmlformats.org/drawingml/2006/main" noGrp="1"/>
          </p:cNvSpPr>
          <p:nvPr/>
        </p:nvSpPr>
        <p:spPr>
          <a:xfrm xmlns:a="http://schemas.openxmlformats.org/drawingml/2006/main">
            <a:off x="7743825" y="4714875"/>
            <a:ext cx="18669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005A9C"/>
                </a:solidFill>
                <a:latin typeface="Arial"/>
                <a:ea typeface="Arial"/>
                <a:cs typeface="Arial"/>
              </a:defRPr>
            </a:defPPr>
            <a:lvl1pPr algn="l">
              <a:defRPr sz="1875" b="1">
                <a:solidFill>
                  <a:srgbClr val="005A9C"/>
                </a:solidFill>
                <a:latin typeface="Arial"/>
                <a:ea typeface="Arial"/>
                <a:cs typeface="Arial"/>
              </a:defRPr>
            </a:lvl1pPr>
            <a:lvl2pPr algn="l">
              <a:defRPr sz="1875" b="1">
                <a:solidFill>
                  <a:srgbClr val="005A9C"/>
                </a:solidFill>
                <a:latin typeface="Arial"/>
                <a:ea typeface="Arial"/>
                <a:cs typeface="Arial"/>
              </a:defRPr>
            </a:lvl2pPr>
            <a:lvl3pPr algn="l">
              <a:defRPr sz="1875" b="1">
                <a:solidFill>
                  <a:srgbClr val="005A9C"/>
                </a:solidFill>
                <a:latin typeface="Arial"/>
                <a:ea typeface="Arial"/>
                <a:cs typeface="Arial"/>
              </a:defRPr>
            </a:lvl3pPr>
            <a:lvl4pPr algn="l">
              <a:defRPr sz="1875" b="1">
                <a:solidFill>
                  <a:srgbClr val="005A9C"/>
                </a:solidFill>
                <a:latin typeface="Arial"/>
                <a:ea typeface="Arial"/>
                <a:cs typeface="Arial"/>
              </a:defRPr>
            </a:lvl4pPr>
            <a:lvl5pPr algn="l">
              <a:defRPr sz="1875" b="1">
                <a:solidFill>
                  <a:srgbClr val="005A9C"/>
                </a:solidFill>
                <a:latin typeface="Arial"/>
                <a:ea typeface="Arial"/>
                <a:cs typeface="Arial"/>
              </a:defRPr>
            </a:lvl5pPr>
            <a:lvl6pPr algn="l">
              <a:defRPr sz="1875" b="1">
                <a:solidFill>
                  <a:srgbClr val="005A9C"/>
                </a:solidFill>
                <a:latin typeface="Arial"/>
                <a:ea typeface="Arial"/>
                <a:cs typeface="Arial"/>
              </a:defRPr>
            </a:lvl6pPr>
            <a:lvl7pPr algn="l">
              <a:defRPr sz="1875" b="1">
                <a:solidFill>
                  <a:srgbClr val="005A9C"/>
                </a:solidFill>
                <a:latin typeface="Arial"/>
                <a:ea typeface="Arial"/>
                <a:cs typeface="Arial"/>
              </a:defRPr>
            </a:lvl7pPr>
            <a:lvl8pPr algn="l">
              <a:defRPr sz="1875" b="1">
                <a:solidFill>
                  <a:srgbClr val="005A9C"/>
                </a:solidFill>
                <a:latin typeface="Arial"/>
                <a:ea typeface="Arial"/>
                <a:cs typeface="Arial"/>
              </a:defRPr>
            </a:lvl8pPr>
            <a:lvl9pPr algn="l">
              <a:defRPr sz="1875" b="1">
                <a:solidFill>
                  <a:srgbClr val="005A9C"/>
                </a:solidFill>
                <a:latin typeface="Arial"/>
                <a:ea typeface="Arial"/>
                <a:cs typeface="Arial"/>
              </a:defRPr>
            </a:lvl9pPr>
          </a:lstStyle>
          <a:p xmlns:a="http://schemas.openxmlformats.org/drawingml/2006/main">
            <a:pPr algn="l">
              <a:defRPr sz="1875" b="1">
                <a:solidFill>
                  <a:srgbClr val="005A9C"/>
                </a:solidFill>
                <a:latin typeface="Arial"/>
                <a:ea typeface="Arial"/>
                <a:cs typeface="Arial"/>
              </a:defRPr>
            </a:pPr>
            <a:r>
              <a:rPr sz="1875" b="1">
                <a:solidFill>
                  <a:srgbClr val="005A9C"/>
                </a:solidFill>
                <a:latin typeface="Arial"/>
                <a:ea typeface="Arial"/>
                <a:cs typeface="Arial"/>
              </a:rPr>
              <a:t>Business driver</a:t>
            </a:r>
          </a:p>
        </p:txBody>
      </p:sp>
      <p:sp>
        <p:nvSpPr>
          <p:cNvPr id="38" name="!!element.1.value">
            <a:extLst xmlns:a="http://schemas.openxmlformats.org/drawingml/2006/main">
              <a:ext uri="{FF2B5EF4-FFF2-40B4-BE49-F238E27FC236}">
                <a16:creationId xmlns:a16="http://schemas.microsoft.com/office/drawing/2014/main" id="{C6EB2F28-E424-4F19-A55B-30EB68E9AC4A}"/>
              </a:ext>
            </a:extLst>
          </p:cNvPr>
          <p:cNvSpPr>
            <a:spLocks xmlns:a="http://schemas.openxmlformats.org/drawingml/2006/main" noGrp="1"/>
          </p:cNvSpPr>
          <p:nvPr/>
        </p:nvSpPr>
        <p:spPr>
          <a:xfrm xmlns:a="http://schemas.openxmlformats.org/drawingml/2006/main">
            <a:off x="9858375" y="4714875"/>
            <a:ext cx="4495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0262C"/>
                </a:solidFill>
                <a:latin typeface="Arial"/>
                <a:ea typeface="Arial"/>
                <a:cs typeface="Arial"/>
              </a:defRPr>
            </a:defPPr>
            <a:lvl1pPr algn="l">
              <a:defRPr sz="1950" b="0">
                <a:solidFill>
                  <a:srgbClr val="20262C"/>
                </a:solidFill>
                <a:latin typeface="Arial"/>
                <a:ea typeface="Arial"/>
                <a:cs typeface="Arial"/>
              </a:defRPr>
            </a:lvl1pPr>
            <a:lvl2pPr algn="l">
              <a:defRPr sz="1950" b="0">
                <a:solidFill>
                  <a:srgbClr val="20262C"/>
                </a:solidFill>
                <a:latin typeface="Arial"/>
                <a:ea typeface="Arial"/>
                <a:cs typeface="Arial"/>
              </a:defRPr>
            </a:lvl2pPr>
            <a:lvl3pPr algn="l">
              <a:defRPr sz="1950" b="0">
                <a:solidFill>
                  <a:srgbClr val="20262C"/>
                </a:solidFill>
                <a:latin typeface="Arial"/>
                <a:ea typeface="Arial"/>
                <a:cs typeface="Arial"/>
              </a:defRPr>
            </a:lvl3pPr>
            <a:lvl4pPr algn="l">
              <a:defRPr sz="1950" b="0">
                <a:solidFill>
                  <a:srgbClr val="20262C"/>
                </a:solidFill>
                <a:latin typeface="Arial"/>
                <a:ea typeface="Arial"/>
                <a:cs typeface="Arial"/>
              </a:defRPr>
            </a:lvl4pPr>
            <a:lvl5pPr algn="l">
              <a:defRPr sz="1950" b="0">
                <a:solidFill>
                  <a:srgbClr val="20262C"/>
                </a:solidFill>
                <a:latin typeface="Arial"/>
                <a:ea typeface="Arial"/>
                <a:cs typeface="Arial"/>
              </a:defRPr>
            </a:lvl5pPr>
            <a:lvl6pPr algn="l">
              <a:defRPr sz="1950" b="0">
                <a:solidFill>
                  <a:srgbClr val="20262C"/>
                </a:solidFill>
                <a:latin typeface="Arial"/>
                <a:ea typeface="Arial"/>
                <a:cs typeface="Arial"/>
              </a:defRPr>
            </a:lvl6pPr>
            <a:lvl7pPr algn="l">
              <a:defRPr sz="1950" b="0">
                <a:solidFill>
                  <a:srgbClr val="20262C"/>
                </a:solidFill>
                <a:latin typeface="Arial"/>
                <a:ea typeface="Arial"/>
                <a:cs typeface="Arial"/>
              </a:defRPr>
            </a:lvl7pPr>
            <a:lvl8pPr algn="l">
              <a:defRPr sz="1950" b="0">
                <a:solidFill>
                  <a:srgbClr val="20262C"/>
                </a:solidFill>
                <a:latin typeface="Arial"/>
                <a:ea typeface="Arial"/>
                <a:cs typeface="Arial"/>
              </a:defRPr>
            </a:lvl8pPr>
            <a:lvl9pPr algn="l">
              <a:defRPr sz="1950" b="0">
                <a:solidFill>
                  <a:srgbClr val="20262C"/>
                </a:solidFill>
                <a:latin typeface="Arial"/>
                <a:ea typeface="Arial"/>
                <a:cs typeface="Arial"/>
              </a:defRPr>
            </a:lvl9pPr>
          </a:lstStyle>
          <a:p xmlns:a="http://schemas.openxmlformats.org/drawingml/2006/main">
            <a:pPr algn="l">
              <a:defRPr sz="1950" b="0">
                <a:solidFill>
                  <a:srgbClr val="20262C"/>
                </a:solidFill>
                <a:latin typeface="Arial"/>
                <a:ea typeface="Arial"/>
                <a:cs typeface="Arial"/>
              </a:defRPr>
            </a:pPr>
            <a:r>
              <a:rPr sz="1950" b="0">
                <a:solidFill>
                  <a:srgbClr val="20262C"/>
                </a:solidFill>
                <a:latin typeface="Arial"/>
                <a:ea typeface="Arial"/>
                <a:cs typeface="Arial"/>
              </a:rPr>
              <a:t>Restocking lifted shipments</a:t>
            </a:r>
          </a:p>
        </p:txBody>
      </p:sp>
      <p:sp>
        <p:nvSpPr>
          <p:cNvPr id="39" name="!!element.1.rule">
            <a:extLst xmlns:a="http://schemas.openxmlformats.org/drawingml/2006/main">
              <a:ext uri="{FF2B5EF4-FFF2-40B4-BE49-F238E27FC236}">
                <a16:creationId xmlns:a16="http://schemas.microsoft.com/office/drawing/2014/main" id="{C213ED09-5ABD-410E-A925-FF19C4CCE4B8}"/>
              </a:ext>
            </a:extLst>
          </p:cNvPr>
          <p:cNvSpPr>
            <a:spLocks xmlns:a="http://schemas.openxmlformats.org/drawingml/2006/main" noGrp="1"/>
          </p:cNvSpPr>
          <p:nvPr/>
        </p:nvSpPr>
        <p:spPr>
          <a:xfrm xmlns:a="http://schemas.openxmlformats.org/drawingml/2006/main" flipH="0" flipV="0">
            <a:off x="7524750" y="5334000"/>
            <a:ext cx="7067550" cy="953"/>
          </a:xfrm>
          <a:prstGeom xmlns:a="http://schemas.openxmlformats.org/drawingml/2006/main" prst="line">
            <a:avLst/>
          </a:prstGeom>
          <a:noFill xmlns:a="http://schemas.openxmlformats.org/drawingml/2006/main"/>
          <a:ln xmlns:a="http://schemas.openxmlformats.org/drawingml/2006/main" w="14288">
            <a:solidFill>
              <a:srgbClr val="BCC6CF"/>
            </a:solidFill>
            <a:prstDash val="solid"/>
          </a:ln>
        </p:spPr>
      </p:sp>
      <p:sp>
        <p:nvSpPr>
          <p:cNvPr id="40" name="!!element.2.source">
            <a:extLst xmlns:a="http://schemas.openxmlformats.org/drawingml/2006/main">
              <a:ext uri="{FF2B5EF4-FFF2-40B4-BE49-F238E27FC236}">
                <a16:creationId xmlns:a16="http://schemas.microsoft.com/office/drawing/2014/main" id="{3F59F035-382F-4D55-AA99-C136A6305248}"/>
              </a:ext>
            </a:extLst>
          </p:cNvPr>
          <p:cNvSpPr>
            <a:spLocks xmlns:a="http://schemas.openxmlformats.org/drawingml/2006/main" noGrp="1"/>
          </p:cNvSpPr>
          <p:nvPr/>
        </p:nvSpPr>
        <p:spPr>
          <a:xfrm xmlns:a="http://schemas.openxmlformats.org/drawingml/2006/main">
            <a:off x="4057650" y="5534025"/>
            <a:ext cx="2924175" cy="68580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875" b="1">
                <a:solidFill>
                  <a:srgbClr val="20262C"/>
                </a:solidFill>
                <a:latin typeface="Arial"/>
                <a:ea typeface="Arial"/>
                <a:cs typeface="Arial"/>
              </a:defRPr>
            </a:defPPr>
            <a:lvl1pPr algn="ctr">
              <a:defRPr sz="1875" b="1">
                <a:solidFill>
                  <a:srgbClr val="20262C"/>
                </a:solidFill>
                <a:latin typeface="Arial"/>
                <a:ea typeface="Arial"/>
                <a:cs typeface="Arial"/>
              </a:defRPr>
            </a:lvl1pPr>
            <a:lvl2pPr algn="ctr">
              <a:defRPr sz="1875" b="1">
                <a:solidFill>
                  <a:srgbClr val="20262C"/>
                </a:solidFill>
                <a:latin typeface="Arial"/>
                <a:ea typeface="Arial"/>
                <a:cs typeface="Arial"/>
              </a:defRPr>
            </a:lvl2pPr>
            <a:lvl3pPr algn="ctr">
              <a:defRPr sz="1875" b="1">
                <a:solidFill>
                  <a:srgbClr val="20262C"/>
                </a:solidFill>
                <a:latin typeface="Arial"/>
                <a:ea typeface="Arial"/>
                <a:cs typeface="Arial"/>
              </a:defRPr>
            </a:lvl3pPr>
            <a:lvl4pPr algn="ctr">
              <a:defRPr sz="1875" b="1">
                <a:solidFill>
                  <a:srgbClr val="20262C"/>
                </a:solidFill>
                <a:latin typeface="Arial"/>
                <a:ea typeface="Arial"/>
                <a:cs typeface="Arial"/>
              </a:defRPr>
            </a:lvl4pPr>
            <a:lvl5pPr algn="ctr">
              <a:defRPr sz="1875" b="1">
                <a:solidFill>
                  <a:srgbClr val="20262C"/>
                </a:solidFill>
                <a:latin typeface="Arial"/>
                <a:ea typeface="Arial"/>
                <a:cs typeface="Arial"/>
              </a:defRPr>
            </a:lvl5pPr>
            <a:lvl6pPr algn="ctr">
              <a:defRPr sz="1875" b="1">
                <a:solidFill>
                  <a:srgbClr val="20262C"/>
                </a:solidFill>
                <a:latin typeface="Arial"/>
                <a:ea typeface="Arial"/>
                <a:cs typeface="Arial"/>
              </a:defRPr>
            </a:lvl6pPr>
            <a:lvl7pPr algn="ctr">
              <a:defRPr sz="1875" b="1">
                <a:solidFill>
                  <a:srgbClr val="20262C"/>
                </a:solidFill>
                <a:latin typeface="Arial"/>
                <a:ea typeface="Arial"/>
                <a:cs typeface="Arial"/>
              </a:defRPr>
            </a:lvl7pPr>
            <a:lvl8pPr algn="ctr">
              <a:defRPr sz="1875" b="1">
                <a:solidFill>
                  <a:srgbClr val="20262C"/>
                </a:solidFill>
                <a:latin typeface="Arial"/>
                <a:ea typeface="Arial"/>
                <a:cs typeface="Arial"/>
              </a:defRPr>
            </a:lvl8pPr>
            <a:lvl9pPr algn="ctr">
              <a:defRPr sz="1875" b="1">
                <a:solidFill>
                  <a:srgbClr val="20262C"/>
                </a:solidFill>
                <a:latin typeface="Arial"/>
                <a:ea typeface="Arial"/>
                <a:cs typeface="Arial"/>
              </a:defRPr>
            </a:lvl9pPr>
          </a:lstStyle>
          <a:p xmlns:a="http://schemas.openxmlformats.org/drawingml/2006/main">
            <a:pPr algn="ctr">
              <a:defRPr sz="1875" b="1">
                <a:solidFill>
                  <a:srgbClr val="20262C"/>
                </a:solidFill>
                <a:latin typeface="Arial"/>
                <a:ea typeface="Arial"/>
                <a:cs typeface="Arial"/>
              </a:defRPr>
            </a:pPr>
            <a:r>
              <a:rPr sz="1875" b="1">
                <a:solidFill>
                  <a:srgbClr val="20262C"/>
                </a:solidFill>
                <a:latin typeface="Arial"/>
                <a:ea typeface="Arial"/>
                <a:cs typeface="Arial"/>
              </a:rPr>
              <a:t>Research reports</a:t>
            </a:r>
          </a:p>
        </p:txBody>
      </p:sp>
      <p:sp>
        <p:nvSpPr>
          <p:cNvPr id="41" name="!!element.2.arrow.line">
            <a:extLst xmlns:a="http://schemas.openxmlformats.org/drawingml/2006/main">
              <a:ext uri="{FF2B5EF4-FFF2-40B4-BE49-F238E27FC236}">
                <a16:creationId xmlns:a16="http://schemas.microsoft.com/office/drawing/2014/main" id="{1F0DE5E5-E68A-4F8F-9D89-D62657DBBBE9}"/>
              </a:ext>
            </a:extLst>
          </p:cNvPr>
          <p:cNvSpPr>
            <a:spLocks xmlns:a="http://schemas.openxmlformats.org/drawingml/2006/main" noGrp="1"/>
          </p:cNvSpPr>
          <p:nvPr/>
        </p:nvSpPr>
        <p:spPr>
          <a:xfrm xmlns:a="http://schemas.openxmlformats.org/drawingml/2006/main" flipH="0" flipV="0">
            <a:off x="7077075" y="5876925"/>
            <a:ext cx="323850" cy="953"/>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42" name="!!element.2.arrow.tip">
            <a:extLst xmlns:a="http://schemas.openxmlformats.org/drawingml/2006/main">
              <a:ext uri="{FF2B5EF4-FFF2-40B4-BE49-F238E27FC236}">
                <a16:creationId xmlns:a16="http://schemas.microsoft.com/office/drawing/2014/main" id="{287384C8-198F-4A87-860D-97CDE6E410B3}"/>
              </a:ext>
            </a:extLst>
          </p:cNvPr>
          <p:cNvSpPr>
            <a:spLocks xmlns:a="http://schemas.openxmlformats.org/drawingml/2006/main" noGrp="1"/>
          </p:cNvSpPr>
          <p:nvPr/>
        </p:nvSpPr>
        <p:spPr>
          <a:xfrm xmlns:a="http://schemas.openxmlformats.org/drawingml/2006/main" rot="5400000">
            <a:off x="7343775" y="5819775"/>
            <a:ext cx="114300" cy="11430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43" name="!!element.2.label">
            <a:extLst xmlns:a="http://schemas.openxmlformats.org/drawingml/2006/main">
              <a:ext uri="{FF2B5EF4-FFF2-40B4-BE49-F238E27FC236}">
                <a16:creationId xmlns:a16="http://schemas.microsoft.com/office/drawing/2014/main" id="{C0C73712-125E-4641-ABA0-5060C3606E45}"/>
              </a:ext>
            </a:extLst>
          </p:cNvPr>
          <p:cNvSpPr>
            <a:spLocks xmlns:a="http://schemas.openxmlformats.org/drawingml/2006/main" noGrp="1"/>
          </p:cNvSpPr>
          <p:nvPr/>
        </p:nvSpPr>
        <p:spPr>
          <a:xfrm xmlns:a="http://schemas.openxmlformats.org/drawingml/2006/main">
            <a:off x="7743825" y="5695950"/>
            <a:ext cx="18669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005A9C"/>
                </a:solidFill>
                <a:latin typeface="Arial"/>
                <a:ea typeface="Arial"/>
                <a:cs typeface="Arial"/>
              </a:defRPr>
            </a:defPPr>
            <a:lvl1pPr algn="l">
              <a:defRPr sz="1875" b="1">
                <a:solidFill>
                  <a:srgbClr val="005A9C"/>
                </a:solidFill>
                <a:latin typeface="Arial"/>
                <a:ea typeface="Arial"/>
                <a:cs typeface="Arial"/>
              </a:defRPr>
            </a:lvl1pPr>
            <a:lvl2pPr algn="l">
              <a:defRPr sz="1875" b="1">
                <a:solidFill>
                  <a:srgbClr val="005A9C"/>
                </a:solidFill>
                <a:latin typeface="Arial"/>
                <a:ea typeface="Arial"/>
                <a:cs typeface="Arial"/>
              </a:defRPr>
            </a:lvl2pPr>
            <a:lvl3pPr algn="l">
              <a:defRPr sz="1875" b="1">
                <a:solidFill>
                  <a:srgbClr val="005A9C"/>
                </a:solidFill>
                <a:latin typeface="Arial"/>
                <a:ea typeface="Arial"/>
                <a:cs typeface="Arial"/>
              </a:defRPr>
            </a:lvl3pPr>
            <a:lvl4pPr algn="l">
              <a:defRPr sz="1875" b="1">
                <a:solidFill>
                  <a:srgbClr val="005A9C"/>
                </a:solidFill>
                <a:latin typeface="Arial"/>
                <a:ea typeface="Arial"/>
                <a:cs typeface="Arial"/>
              </a:defRPr>
            </a:lvl4pPr>
            <a:lvl5pPr algn="l">
              <a:defRPr sz="1875" b="1">
                <a:solidFill>
                  <a:srgbClr val="005A9C"/>
                </a:solidFill>
                <a:latin typeface="Arial"/>
                <a:ea typeface="Arial"/>
                <a:cs typeface="Arial"/>
              </a:defRPr>
            </a:lvl5pPr>
            <a:lvl6pPr algn="l">
              <a:defRPr sz="1875" b="1">
                <a:solidFill>
                  <a:srgbClr val="005A9C"/>
                </a:solidFill>
                <a:latin typeface="Arial"/>
                <a:ea typeface="Arial"/>
                <a:cs typeface="Arial"/>
              </a:defRPr>
            </a:lvl6pPr>
            <a:lvl7pPr algn="l">
              <a:defRPr sz="1875" b="1">
                <a:solidFill>
                  <a:srgbClr val="005A9C"/>
                </a:solidFill>
                <a:latin typeface="Arial"/>
                <a:ea typeface="Arial"/>
                <a:cs typeface="Arial"/>
              </a:defRPr>
            </a:lvl7pPr>
            <a:lvl8pPr algn="l">
              <a:defRPr sz="1875" b="1">
                <a:solidFill>
                  <a:srgbClr val="005A9C"/>
                </a:solidFill>
                <a:latin typeface="Arial"/>
                <a:ea typeface="Arial"/>
                <a:cs typeface="Arial"/>
              </a:defRPr>
            </a:lvl8pPr>
            <a:lvl9pPr algn="l">
              <a:defRPr sz="1875" b="1">
                <a:solidFill>
                  <a:srgbClr val="005A9C"/>
                </a:solidFill>
                <a:latin typeface="Arial"/>
                <a:ea typeface="Arial"/>
                <a:cs typeface="Arial"/>
              </a:defRPr>
            </a:lvl9pPr>
          </a:lstStyle>
          <a:p xmlns:a="http://schemas.openxmlformats.org/drawingml/2006/main">
            <a:pPr algn="l">
              <a:defRPr sz="1875" b="1">
                <a:solidFill>
                  <a:srgbClr val="005A9C"/>
                </a:solidFill>
                <a:latin typeface="Arial"/>
                <a:ea typeface="Arial"/>
                <a:cs typeface="Arial"/>
              </a:defRPr>
            </a:pPr>
            <a:r>
              <a:rPr sz="1875" b="1">
                <a:solidFill>
                  <a:srgbClr val="005A9C"/>
                </a:solidFill>
                <a:latin typeface="Arial"/>
                <a:ea typeface="Arial"/>
                <a:cs typeface="Arial"/>
              </a:rPr>
              <a:t>Open question</a:t>
            </a:r>
          </a:p>
        </p:txBody>
      </p:sp>
      <p:sp>
        <p:nvSpPr>
          <p:cNvPr id="44" name="!!element.2.value">
            <a:extLst xmlns:a="http://schemas.openxmlformats.org/drawingml/2006/main">
              <a:ext uri="{FF2B5EF4-FFF2-40B4-BE49-F238E27FC236}">
                <a16:creationId xmlns:a16="http://schemas.microsoft.com/office/drawing/2014/main" id="{A0D1DDAD-AF63-4CBB-A678-52B85B67F8A9}"/>
              </a:ext>
            </a:extLst>
          </p:cNvPr>
          <p:cNvSpPr>
            <a:spLocks xmlns:a="http://schemas.openxmlformats.org/drawingml/2006/main" noGrp="1"/>
          </p:cNvSpPr>
          <p:nvPr/>
        </p:nvSpPr>
        <p:spPr>
          <a:xfrm xmlns:a="http://schemas.openxmlformats.org/drawingml/2006/main">
            <a:off x="9858375" y="5695950"/>
            <a:ext cx="4495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0262C"/>
                </a:solidFill>
                <a:latin typeface="Arial"/>
                <a:ea typeface="Arial"/>
                <a:cs typeface="Arial"/>
              </a:defRPr>
            </a:defPPr>
            <a:lvl1pPr algn="l">
              <a:defRPr sz="1950" b="0">
                <a:solidFill>
                  <a:srgbClr val="20262C"/>
                </a:solidFill>
                <a:latin typeface="Arial"/>
                <a:ea typeface="Arial"/>
                <a:cs typeface="Arial"/>
              </a:defRPr>
            </a:lvl1pPr>
            <a:lvl2pPr algn="l">
              <a:defRPr sz="1950" b="0">
                <a:solidFill>
                  <a:srgbClr val="20262C"/>
                </a:solidFill>
                <a:latin typeface="Arial"/>
                <a:ea typeface="Arial"/>
                <a:cs typeface="Arial"/>
              </a:defRPr>
            </a:lvl2pPr>
            <a:lvl3pPr algn="l">
              <a:defRPr sz="1950" b="0">
                <a:solidFill>
                  <a:srgbClr val="20262C"/>
                </a:solidFill>
                <a:latin typeface="Arial"/>
                <a:ea typeface="Arial"/>
                <a:cs typeface="Arial"/>
              </a:defRPr>
            </a:lvl3pPr>
            <a:lvl4pPr algn="l">
              <a:defRPr sz="1950" b="0">
                <a:solidFill>
                  <a:srgbClr val="20262C"/>
                </a:solidFill>
                <a:latin typeface="Arial"/>
                <a:ea typeface="Arial"/>
                <a:cs typeface="Arial"/>
              </a:defRPr>
            </a:lvl4pPr>
            <a:lvl5pPr algn="l">
              <a:defRPr sz="1950" b="0">
                <a:solidFill>
                  <a:srgbClr val="20262C"/>
                </a:solidFill>
                <a:latin typeface="Arial"/>
                <a:ea typeface="Arial"/>
                <a:cs typeface="Arial"/>
              </a:defRPr>
            </a:lvl5pPr>
            <a:lvl6pPr algn="l">
              <a:defRPr sz="1950" b="0">
                <a:solidFill>
                  <a:srgbClr val="20262C"/>
                </a:solidFill>
                <a:latin typeface="Arial"/>
                <a:ea typeface="Arial"/>
                <a:cs typeface="Arial"/>
              </a:defRPr>
            </a:lvl6pPr>
            <a:lvl7pPr algn="l">
              <a:defRPr sz="1950" b="0">
                <a:solidFill>
                  <a:srgbClr val="20262C"/>
                </a:solidFill>
                <a:latin typeface="Arial"/>
                <a:ea typeface="Arial"/>
                <a:cs typeface="Arial"/>
              </a:defRPr>
            </a:lvl7pPr>
            <a:lvl8pPr algn="l">
              <a:defRPr sz="1950" b="0">
                <a:solidFill>
                  <a:srgbClr val="20262C"/>
                </a:solidFill>
                <a:latin typeface="Arial"/>
                <a:ea typeface="Arial"/>
                <a:cs typeface="Arial"/>
              </a:defRPr>
            </a:lvl8pPr>
            <a:lvl9pPr algn="l">
              <a:defRPr sz="1950" b="0">
                <a:solidFill>
                  <a:srgbClr val="20262C"/>
                </a:solidFill>
                <a:latin typeface="Arial"/>
                <a:ea typeface="Arial"/>
                <a:cs typeface="Arial"/>
              </a:defRPr>
            </a:lvl9pPr>
          </a:lstStyle>
          <a:p xmlns:a="http://schemas.openxmlformats.org/drawingml/2006/main">
            <a:pPr algn="l">
              <a:defRPr sz="1950" b="0">
                <a:solidFill>
                  <a:srgbClr val="20262C"/>
                </a:solidFill>
                <a:latin typeface="Arial"/>
                <a:ea typeface="Arial"/>
                <a:cs typeface="Arial"/>
              </a:defRPr>
            </a:pPr>
            <a:r>
              <a:rPr sz="1950" b="0">
                <a:solidFill>
                  <a:srgbClr val="20262C"/>
                </a:solidFill>
                <a:latin typeface="Arial"/>
                <a:ea typeface="Arial"/>
                <a:cs typeface="Arial"/>
              </a:rPr>
              <a:t>Will the restocking cycle persist?</a:t>
            </a:r>
          </a:p>
        </p:txBody>
      </p:sp>
      <p:sp>
        <p:nvSpPr>
          <p:cNvPr id="45" name="!!element.2.rule">
            <a:extLst xmlns:a="http://schemas.openxmlformats.org/drawingml/2006/main">
              <a:ext uri="{FF2B5EF4-FFF2-40B4-BE49-F238E27FC236}">
                <a16:creationId xmlns:a16="http://schemas.microsoft.com/office/drawing/2014/main" id="{62989EF7-8164-479C-9F8B-45116B32BB7C}"/>
              </a:ext>
            </a:extLst>
          </p:cNvPr>
          <p:cNvSpPr>
            <a:spLocks xmlns:a="http://schemas.openxmlformats.org/drawingml/2006/main" noGrp="1"/>
          </p:cNvSpPr>
          <p:nvPr/>
        </p:nvSpPr>
        <p:spPr>
          <a:xfrm xmlns:a="http://schemas.openxmlformats.org/drawingml/2006/main" flipH="0" flipV="0">
            <a:off x="7524750" y="6315075"/>
            <a:ext cx="7067550" cy="953"/>
          </a:xfrm>
          <a:prstGeom xmlns:a="http://schemas.openxmlformats.org/drawingml/2006/main" prst="line">
            <a:avLst/>
          </a:prstGeom>
          <a:noFill xmlns:a="http://schemas.openxmlformats.org/drawingml/2006/main"/>
          <a:ln xmlns:a="http://schemas.openxmlformats.org/drawingml/2006/main" w="14288">
            <a:solidFill>
              <a:srgbClr val="BCC6CF"/>
            </a:solidFill>
            <a:prstDash val="solid"/>
          </a:ln>
        </p:spPr>
      </p:sp>
      <p:sp>
        <p:nvSpPr>
          <p:cNvPr id="46" name="!!elements.stat">
            <a:extLst xmlns:a="http://schemas.openxmlformats.org/drawingml/2006/main">
              <a:ext uri="{FF2B5EF4-FFF2-40B4-BE49-F238E27FC236}">
                <a16:creationId xmlns:a16="http://schemas.microsoft.com/office/drawing/2014/main" id="{A294837C-997C-4B86-96C9-DDA125307658}"/>
              </a:ext>
            </a:extLst>
          </p:cNvPr>
          <p:cNvSpPr>
            <a:spLocks xmlns:a="http://schemas.openxmlformats.org/drawingml/2006/main" noGrp="1"/>
          </p:cNvSpPr>
          <p:nvPr/>
        </p:nvSpPr>
        <p:spPr>
          <a:xfrm xmlns:a="http://schemas.openxmlformats.org/drawingml/2006/main">
            <a:off x="4057650" y="6734175"/>
            <a:ext cx="105346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005A9C"/>
                </a:solidFill>
                <a:latin typeface="Arial"/>
                <a:ea typeface="Arial"/>
                <a:cs typeface="Arial"/>
              </a:defRPr>
            </a:defPPr>
            <a:lvl1pPr algn="l">
              <a:defRPr sz="1950" b="1">
                <a:solidFill>
                  <a:srgbClr val="005A9C"/>
                </a:solidFill>
                <a:latin typeface="Arial"/>
                <a:ea typeface="Arial"/>
                <a:cs typeface="Arial"/>
              </a:defRPr>
            </a:lvl1pPr>
            <a:lvl2pPr algn="l">
              <a:defRPr sz="1950" b="1">
                <a:solidFill>
                  <a:srgbClr val="005A9C"/>
                </a:solidFill>
                <a:latin typeface="Arial"/>
                <a:ea typeface="Arial"/>
                <a:cs typeface="Arial"/>
              </a:defRPr>
            </a:lvl2pPr>
            <a:lvl3pPr algn="l">
              <a:defRPr sz="1950" b="1">
                <a:solidFill>
                  <a:srgbClr val="005A9C"/>
                </a:solidFill>
                <a:latin typeface="Arial"/>
                <a:ea typeface="Arial"/>
                <a:cs typeface="Arial"/>
              </a:defRPr>
            </a:lvl3pPr>
            <a:lvl4pPr algn="l">
              <a:defRPr sz="1950" b="1">
                <a:solidFill>
                  <a:srgbClr val="005A9C"/>
                </a:solidFill>
                <a:latin typeface="Arial"/>
                <a:ea typeface="Arial"/>
                <a:cs typeface="Arial"/>
              </a:defRPr>
            </a:lvl4pPr>
            <a:lvl5pPr algn="l">
              <a:defRPr sz="1950" b="1">
                <a:solidFill>
                  <a:srgbClr val="005A9C"/>
                </a:solidFill>
                <a:latin typeface="Arial"/>
                <a:ea typeface="Arial"/>
                <a:cs typeface="Arial"/>
              </a:defRPr>
            </a:lvl5pPr>
            <a:lvl6pPr algn="l">
              <a:defRPr sz="1950" b="1">
                <a:solidFill>
                  <a:srgbClr val="005A9C"/>
                </a:solidFill>
                <a:latin typeface="Arial"/>
                <a:ea typeface="Arial"/>
                <a:cs typeface="Arial"/>
              </a:defRPr>
            </a:lvl6pPr>
            <a:lvl7pPr algn="l">
              <a:defRPr sz="1950" b="1">
                <a:solidFill>
                  <a:srgbClr val="005A9C"/>
                </a:solidFill>
                <a:latin typeface="Arial"/>
                <a:ea typeface="Arial"/>
                <a:cs typeface="Arial"/>
              </a:defRPr>
            </a:lvl7pPr>
            <a:lvl8pPr algn="l">
              <a:defRPr sz="1950" b="1">
                <a:solidFill>
                  <a:srgbClr val="005A9C"/>
                </a:solidFill>
                <a:latin typeface="Arial"/>
                <a:ea typeface="Arial"/>
                <a:cs typeface="Arial"/>
              </a:defRPr>
            </a:lvl8pPr>
            <a:lvl9pPr algn="l">
              <a:defRPr sz="1950" b="1">
                <a:solidFill>
                  <a:srgbClr val="005A9C"/>
                </a:solidFill>
                <a:latin typeface="Arial"/>
                <a:ea typeface="Arial"/>
                <a:cs typeface="Arial"/>
              </a:defRPr>
            </a:lvl9pPr>
          </a:lstStyle>
          <a:p xmlns:a="http://schemas.openxmlformats.org/drawingml/2006/main">
            <a:pPr algn="l">
              <a:defRPr sz="1950" b="1">
                <a:solidFill>
                  <a:srgbClr val="005A9C"/>
                </a:solidFill>
                <a:latin typeface="Arial"/>
                <a:ea typeface="Arial"/>
                <a:cs typeface="Arial"/>
              </a:defRPr>
            </a:pPr>
            <a:r>
              <a:rPr sz="1950" b="1">
                <a:solidFill>
                  <a:srgbClr val="005A9C"/>
                </a:solidFill>
                <a:latin typeface="Arial"/>
                <a:ea typeface="Arial"/>
                <a:cs typeface="Arial"/>
              </a:rPr>
              <a:t>Reported ~50% improvement in research preparation efficiency (May 2026)</a:t>
            </a:r>
          </a:p>
        </p:txBody>
      </p:sp>
      <p:sp>
        <p:nvSpPr>
          <p:cNvPr id="47" name="!!elements.user">
            <a:extLst xmlns:a="http://schemas.openxmlformats.org/drawingml/2006/main">
              <a:ext uri="{FF2B5EF4-FFF2-40B4-BE49-F238E27FC236}">
                <a16:creationId xmlns:a16="http://schemas.microsoft.com/office/drawing/2014/main" id="{6357889D-0A83-4F06-A824-C0F5FC2F7A2A}"/>
              </a:ext>
            </a:extLst>
          </p:cNvPr>
          <p:cNvSpPr>
            <a:spLocks xmlns:a="http://schemas.openxmlformats.org/drawingml/2006/main" noGrp="1"/>
          </p:cNvSpPr>
          <p:nvPr/>
        </p:nvSpPr>
        <p:spPr>
          <a:xfrm xmlns:a="http://schemas.openxmlformats.org/drawingml/2006/main">
            <a:off x="4057650" y="7153275"/>
            <a:ext cx="105346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0262C"/>
                </a:solidFill>
                <a:latin typeface="Arial"/>
                <a:ea typeface="Arial"/>
                <a:cs typeface="Arial"/>
              </a:defRPr>
            </a:defPPr>
            <a:lvl1pPr algn="l">
              <a:defRPr sz="1875" b="0">
                <a:solidFill>
                  <a:srgbClr val="20262C"/>
                </a:solidFill>
                <a:latin typeface="Arial"/>
                <a:ea typeface="Arial"/>
                <a:cs typeface="Arial"/>
              </a:defRPr>
            </a:lvl1pPr>
            <a:lvl2pPr algn="l">
              <a:defRPr sz="1875" b="0">
                <a:solidFill>
                  <a:srgbClr val="20262C"/>
                </a:solidFill>
                <a:latin typeface="Arial"/>
                <a:ea typeface="Arial"/>
                <a:cs typeface="Arial"/>
              </a:defRPr>
            </a:lvl2pPr>
            <a:lvl3pPr algn="l">
              <a:defRPr sz="1875" b="0">
                <a:solidFill>
                  <a:srgbClr val="20262C"/>
                </a:solidFill>
                <a:latin typeface="Arial"/>
                <a:ea typeface="Arial"/>
                <a:cs typeface="Arial"/>
              </a:defRPr>
            </a:lvl3pPr>
            <a:lvl4pPr algn="l">
              <a:defRPr sz="1875" b="0">
                <a:solidFill>
                  <a:srgbClr val="20262C"/>
                </a:solidFill>
                <a:latin typeface="Arial"/>
                <a:ea typeface="Arial"/>
                <a:cs typeface="Arial"/>
              </a:defRPr>
            </a:lvl4pPr>
            <a:lvl5pPr algn="l">
              <a:defRPr sz="1875" b="0">
                <a:solidFill>
                  <a:srgbClr val="20262C"/>
                </a:solidFill>
                <a:latin typeface="Arial"/>
                <a:ea typeface="Arial"/>
                <a:cs typeface="Arial"/>
              </a:defRPr>
            </a:lvl5pPr>
            <a:lvl6pPr algn="l">
              <a:defRPr sz="1875" b="0">
                <a:solidFill>
                  <a:srgbClr val="20262C"/>
                </a:solidFill>
                <a:latin typeface="Arial"/>
                <a:ea typeface="Arial"/>
                <a:cs typeface="Arial"/>
              </a:defRPr>
            </a:lvl6pPr>
            <a:lvl7pPr algn="l">
              <a:defRPr sz="1875" b="0">
                <a:solidFill>
                  <a:srgbClr val="20262C"/>
                </a:solidFill>
                <a:latin typeface="Arial"/>
                <a:ea typeface="Arial"/>
                <a:cs typeface="Arial"/>
              </a:defRPr>
            </a:lvl7pPr>
            <a:lvl8pPr algn="l">
              <a:defRPr sz="1875" b="0">
                <a:solidFill>
                  <a:srgbClr val="20262C"/>
                </a:solidFill>
                <a:latin typeface="Arial"/>
                <a:ea typeface="Arial"/>
                <a:cs typeface="Arial"/>
              </a:defRPr>
            </a:lvl8pPr>
            <a:lvl9pPr algn="l">
              <a:defRPr sz="1875" b="0">
                <a:solidFill>
                  <a:srgbClr val="20262C"/>
                </a:solidFill>
                <a:latin typeface="Arial"/>
                <a:ea typeface="Arial"/>
                <a:cs typeface="Arial"/>
              </a:defRPr>
            </a:lvl9pPr>
          </a:lstStyle>
          <a:p xmlns:a="http://schemas.openxmlformats.org/drawingml/2006/main">
            <a:pPr algn="l">
              <a:defRPr sz="1875" b="0">
                <a:solidFill>
                  <a:srgbClr val="20262C"/>
                </a:solidFill>
                <a:latin typeface="Arial"/>
                <a:ea typeface="Arial"/>
                <a:cs typeface="Arial"/>
              </a:defRPr>
            </a:pPr>
            <a:r>
              <a:rPr sz="1875" b="0">
                <a:solidFill>
                  <a:srgbClr val="20262C"/>
                </a:solidFill>
                <a:latin typeface="Arial"/>
                <a:ea typeface="Arial"/>
                <a:cs typeface="Arial"/>
              </a:rPr>
              <a:t>Analysts check the entries and sources, then add their own assessment</a:t>
            </a:r>
          </a:p>
        </p:txBody>
      </p:sp>
      <p:sp>
        <p:nvSpPr>
          <p:cNvPr id="49" name="!!story.header.issuer.bar">
            <a:extLst xmlns:a="http://schemas.openxmlformats.org/drawingml/2006/main">
              <a:ext uri="{FF2B5EF4-FFF2-40B4-BE49-F238E27FC236}">
                <a16:creationId xmlns:a16="http://schemas.microsoft.com/office/drawing/2014/main" id="{17CA4EB3-F563-4DE8-B5C4-0F18686623BC}"/>
              </a:ext>
            </a:extLst>
          </p:cNvPr>
          <p:cNvSpPr>
            <a:spLocks xmlns:a="http://schemas.openxmlformats.org/drawingml/2006/main" noGrp="1"/>
          </p:cNvSpPr>
          <p:nvPr/>
        </p:nvSpPr>
        <p:spPr>
          <a:xfrm xmlns:a="http://schemas.openxmlformats.org/drawingml/2006/main">
            <a:off x="10668000" y="1257300"/>
            <a:ext cx="47625" cy="238125"/>
          </a:xfrm>
          <a:prstGeom xmlns:a="http://schemas.openxmlformats.org/drawingml/2006/main" prst="rect">
            <a:avLst/>
          </a:prstGeom>
          <a:solidFill xmlns:a="http://schemas.openxmlformats.org/drawingml/2006/main">
            <a:srgbClr val="317F7B"/>
          </a:solidFill>
          <a:ln xmlns:a="http://schemas.openxmlformats.org/drawingml/2006/main" w="0">
            <a:noFill/>
          </a:ln>
        </p:spPr>
      </p:sp>
      <p:sp>
        <p:nvSpPr>
          <p:cNvPr id="50" name="!!story.header.issuer.name">
            <a:extLst xmlns:a="http://schemas.openxmlformats.org/drawingml/2006/main">
              <a:ext uri="{FF2B5EF4-FFF2-40B4-BE49-F238E27FC236}">
                <a16:creationId xmlns:a16="http://schemas.microsoft.com/office/drawing/2014/main" id="{6B271510-E772-4D09-9CA5-4860E518D449}"/>
              </a:ext>
            </a:extLst>
          </p:cNvPr>
          <p:cNvSpPr>
            <a:spLocks xmlns:a="http://schemas.openxmlformats.org/drawingml/2006/main" noGrp="1"/>
          </p:cNvSpPr>
          <p:nvPr/>
        </p:nvSpPr>
        <p:spPr>
          <a:xfrm xmlns:a="http://schemas.openxmlformats.org/drawingml/2006/main">
            <a:off x="10801350" y="1190625"/>
            <a:ext cx="152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317F7B"/>
                </a:solidFill>
                <a:latin typeface="Arial"/>
                <a:ea typeface="Arial"/>
                <a:cs typeface="Arial"/>
              </a:defRPr>
            </a:defPPr>
            <a:lvl1pPr algn="l">
              <a:defRPr sz="1800" b="1">
                <a:solidFill>
                  <a:srgbClr val="317F7B"/>
                </a:solidFill>
                <a:latin typeface="Arial"/>
                <a:ea typeface="Arial"/>
                <a:cs typeface="Arial"/>
              </a:defRPr>
            </a:lvl1pPr>
            <a:lvl2pPr algn="l">
              <a:defRPr sz="1800" b="1">
                <a:solidFill>
                  <a:srgbClr val="317F7B"/>
                </a:solidFill>
                <a:latin typeface="Arial"/>
                <a:ea typeface="Arial"/>
                <a:cs typeface="Arial"/>
              </a:defRPr>
            </a:lvl2pPr>
            <a:lvl3pPr algn="l">
              <a:defRPr sz="1800" b="1">
                <a:solidFill>
                  <a:srgbClr val="317F7B"/>
                </a:solidFill>
                <a:latin typeface="Arial"/>
                <a:ea typeface="Arial"/>
                <a:cs typeface="Arial"/>
              </a:defRPr>
            </a:lvl3pPr>
            <a:lvl4pPr algn="l">
              <a:defRPr sz="1800" b="1">
                <a:solidFill>
                  <a:srgbClr val="317F7B"/>
                </a:solidFill>
                <a:latin typeface="Arial"/>
                <a:ea typeface="Arial"/>
                <a:cs typeface="Arial"/>
              </a:defRPr>
            </a:lvl4pPr>
            <a:lvl5pPr algn="l">
              <a:defRPr sz="1800" b="1">
                <a:solidFill>
                  <a:srgbClr val="317F7B"/>
                </a:solidFill>
                <a:latin typeface="Arial"/>
                <a:ea typeface="Arial"/>
                <a:cs typeface="Arial"/>
              </a:defRPr>
            </a:lvl5pPr>
            <a:lvl6pPr algn="l">
              <a:defRPr sz="1800" b="1">
                <a:solidFill>
                  <a:srgbClr val="317F7B"/>
                </a:solidFill>
                <a:latin typeface="Arial"/>
                <a:ea typeface="Arial"/>
                <a:cs typeface="Arial"/>
              </a:defRPr>
            </a:lvl6pPr>
            <a:lvl7pPr algn="l">
              <a:defRPr sz="1800" b="1">
                <a:solidFill>
                  <a:srgbClr val="317F7B"/>
                </a:solidFill>
                <a:latin typeface="Arial"/>
                <a:ea typeface="Arial"/>
                <a:cs typeface="Arial"/>
              </a:defRPr>
            </a:lvl7pPr>
            <a:lvl8pPr algn="l">
              <a:defRPr sz="1800" b="1">
                <a:solidFill>
                  <a:srgbClr val="317F7B"/>
                </a:solidFill>
                <a:latin typeface="Arial"/>
                <a:ea typeface="Arial"/>
                <a:cs typeface="Arial"/>
              </a:defRPr>
            </a:lvl8pPr>
            <a:lvl9pPr algn="l">
              <a:defRPr sz="1800" b="1">
                <a:solidFill>
                  <a:srgbClr val="317F7B"/>
                </a:solidFill>
                <a:latin typeface="Arial"/>
                <a:ea typeface="Arial"/>
                <a:cs typeface="Arial"/>
              </a:defRPr>
            </a:lvl9pPr>
          </a:lstStyle>
          <a:p xmlns:a="http://schemas.openxmlformats.org/drawingml/2006/main">
            <a:pPr algn="l">
              <a:defRPr sz="1800" b="1">
                <a:solidFill>
                  <a:srgbClr val="317F7B"/>
                </a:solidFill>
                <a:latin typeface="Arial"/>
                <a:ea typeface="Arial"/>
                <a:cs typeface="Arial"/>
              </a:defRPr>
            </a:pPr>
            <a:r>
              <a:rPr sz="1800" b="1">
                <a:solidFill>
                  <a:srgbClr val="317F7B"/>
                </a:solidFill>
                <a:latin typeface="Arial"/>
                <a:ea typeface="Arial"/>
                <a:cs typeface="Arial"/>
              </a:rPr>
              <a:t>Company A</a:t>
            </a:r>
          </a:p>
        </p:txBody>
      </p:sp>
      <p:sp>
        <p:nvSpPr>
          <p:cNvPr id="51" name="!!story.header.issuer.qualifier">
            <a:extLst xmlns:a="http://schemas.openxmlformats.org/drawingml/2006/main">
              <a:ext uri="{FF2B5EF4-FFF2-40B4-BE49-F238E27FC236}">
                <a16:creationId xmlns:a16="http://schemas.microsoft.com/office/drawing/2014/main" id="{991BE131-CDF1-4214-AF68-7C2CF44512B2}"/>
              </a:ext>
            </a:extLst>
          </p:cNvPr>
          <p:cNvSpPr>
            <a:spLocks xmlns:a="http://schemas.openxmlformats.org/drawingml/2006/main" noGrp="1"/>
          </p:cNvSpPr>
          <p:nvPr/>
        </p:nvSpPr>
        <p:spPr>
          <a:xfrm xmlns:a="http://schemas.openxmlformats.org/drawingml/2006/main">
            <a:off x="12430125" y="1238250"/>
            <a:ext cx="14001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707C88"/>
                </a:solidFill>
                <a:latin typeface="Arial"/>
                <a:ea typeface="Arial"/>
                <a:cs typeface="Arial"/>
              </a:defRPr>
            </a:defPPr>
            <a:lvl1pPr algn="l">
              <a:defRPr sz="1500" b="0">
                <a:solidFill>
                  <a:srgbClr val="707C88"/>
                </a:solidFill>
                <a:latin typeface="Arial"/>
                <a:ea typeface="Arial"/>
                <a:cs typeface="Arial"/>
              </a:defRPr>
            </a:lvl1pPr>
            <a:lvl2pPr algn="l">
              <a:defRPr sz="1500" b="0">
                <a:solidFill>
                  <a:srgbClr val="707C88"/>
                </a:solidFill>
                <a:latin typeface="Arial"/>
                <a:ea typeface="Arial"/>
                <a:cs typeface="Arial"/>
              </a:defRPr>
            </a:lvl2pPr>
            <a:lvl3pPr algn="l">
              <a:defRPr sz="1500" b="0">
                <a:solidFill>
                  <a:srgbClr val="707C88"/>
                </a:solidFill>
                <a:latin typeface="Arial"/>
                <a:ea typeface="Arial"/>
                <a:cs typeface="Arial"/>
              </a:defRPr>
            </a:lvl3pPr>
            <a:lvl4pPr algn="l">
              <a:defRPr sz="1500" b="0">
                <a:solidFill>
                  <a:srgbClr val="707C88"/>
                </a:solidFill>
                <a:latin typeface="Arial"/>
                <a:ea typeface="Arial"/>
                <a:cs typeface="Arial"/>
              </a:defRPr>
            </a:lvl4pPr>
            <a:lvl5pPr algn="l">
              <a:defRPr sz="1500" b="0">
                <a:solidFill>
                  <a:srgbClr val="707C88"/>
                </a:solidFill>
                <a:latin typeface="Arial"/>
                <a:ea typeface="Arial"/>
                <a:cs typeface="Arial"/>
              </a:defRPr>
            </a:lvl5pPr>
            <a:lvl6pPr algn="l">
              <a:defRPr sz="1500" b="0">
                <a:solidFill>
                  <a:srgbClr val="707C88"/>
                </a:solidFill>
                <a:latin typeface="Arial"/>
                <a:ea typeface="Arial"/>
                <a:cs typeface="Arial"/>
              </a:defRPr>
            </a:lvl6pPr>
            <a:lvl7pPr algn="l">
              <a:defRPr sz="1500" b="0">
                <a:solidFill>
                  <a:srgbClr val="707C88"/>
                </a:solidFill>
                <a:latin typeface="Arial"/>
                <a:ea typeface="Arial"/>
                <a:cs typeface="Arial"/>
              </a:defRPr>
            </a:lvl7pPr>
            <a:lvl8pPr algn="l">
              <a:defRPr sz="1500" b="0">
                <a:solidFill>
                  <a:srgbClr val="707C88"/>
                </a:solidFill>
                <a:latin typeface="Arial"/>
                <a:ea typeface="Arial"/>
                <a:cs typeface="Arial"/>
              </a:defRPr>
            </a:lvl8pPr>
            <a:lvl9pPr algn="l">
              <a:defRPr sz="1500" b="0">
                <a:solidFill>
                  <a:srgbClr val="707C88"/>
                </a:solidFill>
                <a:latin typeface="Arial"/>
                <a:ea typeface="Arial"/>
                <a:cs typeface="Arial"/>
              </a:defRPr>
            </a:lvl9pPr>
          </a:lstStyle>
          <a:p xmlns:a="http://schemas.openxmlformats.org/drawingml/2006/main">
            <a:pPr algn="l">
              <a:defRPr sz="1500" b="0">
                <a:solidFill>
                  <a:srgbClr val="707C88"/>
                </a:solidFill>
                <a:latin typeface="Arial"/>
                <a:ea typeface="Arial"/>
                <a:cs typeface="Arial"/>
              </a:defRPr>
            </a:pPr>
            <a:r>
              <a:rPr sz="1500" b="0">
                <a:solidFill>
                  <a:srgbClr val="707C88"/>
                </a:solidFill>
                <a:latin typeface="Arial"/>
                <a:ea typeface="Arial"/>
                <a:cs typeface="Arial"/>
              </a:rPr>
              <a:t>Reference</a:t>
            </a:r>
          </a:p>
        </p:txBody>
      </p:sp>
      <p:sp>
        <p:nvSpPr>
          <p:cNvPr id="52" name="!!story.issuer.source.row.0">
            <a:extLst xmlns:a="http://schemas.openxmlformats.org/drawingml/2006/main">
              <a:ext uri="{FF2B5EF4-FFF2-40B4-BE49-F238E27FC236}">
                <a16:creationId xmlns:a16="http://schemas.microsoft.com/office/drawing/2014/main" id="{641A5A07-4E20-49D4-B4AB-627E8D2F404F}"/>
              </a:ext>
            </a:extLst>
          </p:cNvPr>
          <p:cNvSpPr>
            <a:spLocks xmlns:a="http://schemas.openxmlformats.org/drawingml/2006/main" noGrp="1"/>
          </p:cNvSpPr>
          <p:nvPr/>
        </p:nvSpPr>
        <p:spPr>
          <a:xfrm xmlns:a="http://schemas.openxmlformats.org/drawingml/2006/main">
            <a:off x="3943350" y="3571875"/>
            <a:ext cx="57150" cy="685800"/>
          </a:xfrm>
          <a:prstGeom xmlns:a="http://schemas.openxmlformats.org/drawingml/2006/main" prst="rect">
            <a:avLst/>
          </a:prstGeom>
          <a:solidFill xmlns:a="http://schemas.openxmlformats.org/drawingml/2006/main">
            <a:srgbClr val="317F7B"/>
          </a:solidFill>
          <a:ln xmlns:a="http://schemas.openxmlformats.org/drawingml/2006/main" w="0">
            <a:noFill/>
          </a:ln>
        </p:spPr>
      </p:sp>
      <p:sp>
        <p:nvSpPr>
          <p:cNvPr id="53" name="!!story.issuer.analysis.row.0">
            <a:extLst xmlns:a="http://schemas.openxmlformats.org/drawingml/2006/main">
              <a:ext uri="{FF2B5EF4-FFF2-40B4-BE49-F238E27FC236}">
                <a16:creationId xmlns:a16="http://schemas.microsoft.com/office/drawing/2014/main" id="{72F82A63-9DC7-4E39-B5C3-6BA67101C40E}"/>
              </a:ext>
            </a:extLst>
          </p:cNvPr>
          <p:cNvSpPr>
            <a:spLocks xmlns:a="http://schemas.openxmlformats.org/drawingml/2006/main" noGrp="1"/>
          </p:cNvSpPr>
          <p:nvPr/>
        </p:nvSpPr>
        <p:spPr>
          <a:xfrm xmlns:a="http://schemas.openxmlformats.org/drawingml/2006/main">
            <a:off x="7410450" y="3571875"/>
            <a:ext cx="57150" cy="781050"/>
          </a:xfrm>
          <a:prstGeom xmlns:a="http://schemas.openxmlformats.org/drawingml/2006/main" prst="rect">
            <a:avLst/>
          </a:prstGeom>
          <a:solidFill xmlns:a="http://schemas.openxmlformats.org/drawingml/2006/main">
            <a:srgbClr val="317F7B"/>
          </a:solidFill>
          <a:ln xmlns:a="http://schemas.openxmlformats.org/drawingml/2006/main" w="0">
            <a:noFill/>
          </a:ln>
        </p:spPr>
      </p:sp>
      <p:sp>
        <p:nvSpPr>
          <p:cNvPr id="54" name="!!story.issuer.source.row.1">
            <a:extLst xmlns:a="http://schemas.openxmlformats.org/drawingml/2006/main">
              <a:ext uri="{FF2B5EF4-FFF2-40B4-BE49-F238E27FC236}">
                <a16:creationId xmlns:a16="http://schemas.microsoft.com/office/drawing/2014/main" id="{ACFFBCB7-2F69-444E-9D8C-3D210E3E8FA9}"/>
              </a:ext>
            </a:extLst>
          </p:cNvPr>
          <p:cNvSpPr>
            <a:spLocks xmlns:a="http://schemas.openxmlformats.org/drawingml/2006/main" noGrp="1"/>
          </p:cNvSpPr>
          <p:nvPr/>
        </p:nvSpPr>
        <p:spPr>
          <a:xfrm xmlns:a="http://schemas.openxmlformats.org/drawingml/2006/main">
            <a:off x="3943350" y="4552950"/>
            <a:ext cx="57150" cy="685800"/>
          </a:xfrm>
          <a:prstGeom xmlns:a="http://schemas.openxmlformats.org/drawingml/2006/main" prst="rect">
            <a:avLst/>
          </a:prstGeom>
          <a:solidFill xmlns:a="http://schemas.openxmlformats.org/drawingml/2006/main">
            <a:srgbClr val="317F7B"/>
          </a:solidFill>
          <a:ln xmlns:a="http://schemas.openxmlformats.org/drawingml/2006/main" w="0">
            <a:noFill/>
          </a:ln>
        </p:spPr>
      </p:sp>
      <p:sp>
        <p:nvSpPr>
          <p:cNvPr id="55" name="!!story.issuer.analysis.row.1">
            <a:extLst xmlns:a="http://schemas.openxmlformats.org/drawingml/2006/main">
              <a:ext uri="{FF2B5EF4-FFF2-40B4-BE49-F238E27FC236}">
                <a16:creationId xmlns:a16="http://schemas.microsoft.com/office/drawing/2014/main" id="{EAE34299-5273-4A57-B0C0-99F19019EEAC}"/>
              </a:ext>
            </a:extLst>
          </p:cNvPr>
          <p:cNvSpPr>
            <a:spLocks xmlns:a="http://schemas.openxmlformats.org/drawingml/2006/main" noGrp="1"/>
          </p:cNvSpPr>
          <p:nvPr/>
        </p:nvSpPr>
        <p:spPr>
          <a:xfrm xmlns:a="http://schemas.openxmlformats.org/drawingml/2006/main">
            <a:off x="7410450" y="4552950"/>
            <a:ext cx="57150" cy="781050"/>
          </a:xfrm>
          <a:prstGeom xmlns:a="http://schemas.openxmlformats.org/drawingml/2006/main" prst="rect">
            <a:avLst/>
          </a:prstGeom>
          <a:solidFill xmlns:a="http://schemas.openxmlformats.org/drawingml/2006/main">
            <a:srgbClr val="317F7B"/>
          </a:solidFill>
          <a:ln xmlns:a="http://schemas.openxmlformats.org/drawingml/2006/main" w="0">
            <a:noFill/>
          </a:ln>
        </p:spPr>
      </p:sp>
      <p:sp>
        <p:nvSpPr>
          <p:cNvPr id="56" name="!!story.issuer.source.row.2">
            <a:extLst xmlns:a="http://schemas.openxmlformats.org/drawingml/2006/main">
              <a:ext uri="{FF2B5EF4-FFF2-40B4-BE49-F238E27FC236}">
                <a16:creationId xmlns:a16="http://schemas.microsoft.com/office/drawing/2014/main" id="{28E8BDA7-E8BE-42B6-99D9-AB1A1F39A8F9}"/>
              </a:ext>
            </a:extLst>
          </p:cNvPr>
          <p:cNvSpPr>
            <a:spLocks xmlns:a="http://schemas.openxmlformats.org/drawingml/2006/main" noGrp="1"/>
          </p:cNvSpPr>
          <p:nvPr/>
        </p:nvSpPr>
        <p:spPr>
          <a:xfrm xmlns:a="http://schemas.openxmlformats.org/drawingml/2006/main">
            <a:off x="3943350" y="5534025"/>
            <a:ext cx="57150" cy="685800"/>
          </a:xfrm>
          <a:prstGeom xmlns:a="http://schemas.openxmlformats.org/drawingml/2006/main" prst="rect">
            <a:avLst/>
          </a:prstGeom>
          <a:solidFill xmlns:a="http://schemas.openxmlformats.org/drawingml/2006/main">
            <a:srgbClr val="317F7B"/>
          </a:solidFill>
          <a:ln xmlns:a="http://schemas.openxmlformats.org/drawingml/2006/main" w="0">
            <a:noFill/>
          </a:ln>
        </p:spPr>
      </p:sp>
      <p:sp>
        <p:nvSpPr>
          <p:cNvPr id="57" name="!!story.issuer.analysis.row.2">
            <a:extLst xmlns:a="http://schemas.openxmlformats.org/drawingml/2006/main">
              <a:ext uri="{FF2B5EF4-FFF2-40B4-BE49-F238E27FC236}">
                <a16:creationId xmlns:a16="http://schemas.microsoft.com/office/drawing/2014/main" id="{948EE24B-696C-4B6A-A015-FE829850DA33}"/>
              </a:ext>
            </a:extLst>
          </p:cNvPr>
          <p:cNvSpPr>
            <a:spLocks xmlns:a="http://schemas.openxmlformats.org/drawingml/2006/main" noGrp="1"/>
          </p:cNvSpPr>
          <p:nvPr/>
        </p:nvSpPr>
        <p:spPr>
          <a:xfrm xmlns:a="http://schemas.openxmlformats.org/drawingml/2006/main">
            <a:off x="7410450" y="5534025"/>
            <a:ext cx="57150" cy="781050"/>
          </a:xfrm>
          <a:prstGeom xmlns:a="http://schemas.openxmlformats.org/drawingml/2006/main" prst="rect">
            <a:avLst/>
          </a:prstGeom>
          <a:solidFill xmlns:a="http://schemas.openxmlformats.org/drawingml/2006/main">
            <a:srgbClr val="317F7B"/>
          </a:solidFill>
          <a:ln xmlns:a="http://schemas.openxmlformats.org/drawingml/2006/main" w="0">
            <a:noFill/>
          </a:ln>
        </p:spPr>
      </p:sp>
    </p:spTree>
    <p:extLst>
      <p:ext uri="{BB962C8B-B14F-4D97-AF65-F5344CB8AC3E}">
        <p14:creationId xmlns:p14="http://schemas.microsoft.com/office/powerpoint/2010/main" val="584005659"/>
      </p:ext>
    </p:extLst>
  </p:cSld>
  <mc:AlternateContent xmlns:mc="http://schemas.openxmlformats.org/markup-compatibility/2006">
    <mc:Choice xmlns:p159="http://schemas.microsoft.com/office/powerpoint/2015/09/main" Requires="p159">
      <p:transition xmlns:p14="http://schemas.microsoft.com/office/powerpoint/2010/main" spd="med" advClick="1" p14:dur="700">
        <p159:morph option="byObject"/>
      </p:transition>
    </mc:Choice>
    <mc:Fallback>
      <p:transition spd="fast" advClick="1">
        <p:fade/>
      </p:transition>
    </mc:Fallback>
  </mc:AlternateContent>
  <p:timing>
    <p:tnLst>
      <p:par>
        <p:cTn id="1" dur="indefinite" restart="never" nodeType="tmRoot">
          <p:childTnLst>
            <p:seq concurrent="1" nextAc="seek">
              <p:cTn id="2" dur="indefinite" nodeType="mainSeq">
                <p:childTnLst>
                  <p:par>
                    <p:cTn id="3" fill="hold">
                      <p:stCondLst>
                        <p:cond delay="0"/>
                      </p:stCondLst>
                      <p:childTnLst>
                        <p:par>
                          <p:cTn id="4" presetID="1" presetClass="entr" presetSubtype="0" fill="hold" nodeType="withEffect" grpId="0">
                            <p:stCondLst>
                              <p:cond delay="150"/>
                            </p:stCondLst>
                            <p:childTnLst>
                              <p:set>
                                <p:cBhvr>
                                  <p:cTn id="5" dur="1" fill="hold">
                                    <p:stCondLst>
                                      <p:cond delay="0"/>
                                    </p:stCondLst>
                                  </p:cTn>
                                  <p:tgtEl>
                                    <p:spTgt spid="28"/>
                                  </p:tgtEl>
                                  <p:attrNameLst>
                                    <p:attrName>style.visibility</p:attrName>
                                  </p:attrNameLst>
                                </p:cBhvr>
                                <p:to>
                                  <p:strVal val="visible"/>
                                </p:to>
                              </p:set>
                            </p:childTnLst>
                          </p:cTn>
                        </p:par>
                        <p:par>
                          <p:cTn id="6" presetID="1" presetClass="entr" presetSubtype="0" fill="hold" nodeType="withEffect" grpId="0">
                            <p:stCondLst>
                              <p:cond delay="150"/>
                            </p:stCondLst>
                            <p:childTnLst>
                              <p:set>
                                <p:cBhvr>
                                  <p:cTn id="7" dur="1" fill="hold">
                                    <p:stCondLst>
                                      <p:cond delay="0"/>
                                    </p:stCondLst>
                                  </p:cTn>
                                  <p:tgtEl>
                                    <p:spTgt spid="29"/>
                                  </p:tgtEl>
                                  <p:attrNameLst>
                                    <p:attrName>style.visibility</p:attrName>
                                  </p:attrNameLst>
                                </p:cBhvr>
                                <p:to>
                                  <p:strVal val="visible"/>
                                </p:to>
                              </p:set>
                            </p:childTnLst>
                          </p:cTn>
                        </p:par>
                        <p:par>
                          <p:cTn id="8" presetID="1" presetClass="entr" presetSubtype="0" fill="hold" nodeType="withEffect" grpId="0">
                            <p:stCondLst>
                              <p:cond delay="150"/>
                            </p:stCondLst>
                            <p:childTnLst>
                              <p:set>
                                <p:cBhvr>
                                  <p:cTn id="9" dur="1" fill="hold">
                                    <p:stCondLst>
                                      <p:cond delay="0"/>
                                    </p:stCondLst>
                                  </p:cTn>
                                  <p:tgtEl>
                                    <p:spTgt spid="30"/>
                                  </p:tgtEl>
                                  <p:attrNameLst>
                                    <p:attrName>style.visibility</p:attrName>
                                  </p:attrNameLst>
                                </p:cBhvr>
                                <p:to>
                                  <p:strVal val="visible"/>
                                </p:to>
                              </p:set>
                            </p:childTnLst>
                          </p:cTn>
                        </p:par>
                        <p:par>
                          <p:cTn id="10" presetID="1" presetClass="entr" presetSubtype="0" fill="hold" nodeType="withEffect" grpId="0">
                            <p:stCondLst>
                              <p:cond delay="150"/>
                            </p:stCondLst>
                            <p:childTnLst>
                              <p:set>
                                <p:cBhvr>
                                  <p:cTn id="11" dur="1" fill="hold">
                                    <p:stCondLst>
                                      <p:cond delay="0"/>
                                    </p:stCondLst>
                                  </p:cTn>
                                  <p:tgtEl>
                                    <p:spTgt spid="31"/>
                                  </p:tgtEl>
                                  <p:attrNameLst>
                                    <p:attrName>style.visibility</p:attrName>
                                  </p:attrNameLst>
                                </p:cBhvr>
                                <p:to>
                                  <p:strVal val="visible"/>
                                </p:to>
                              </p:set>
                            </p:childTnLst>
                          </p:cTn>
                        </p:par>
                        <p:par>
                          <p:cTn id="12" presetID="1" presetClass="entr" presetSubtype="0" fill="hold" nodeType="withEffect" grpId="0">
                            <p:stCondLst>
                              <p:cond delay="150"/>
                            </p:stCondLst>
                            <p:childTnLst>
                              <p:set>
                                <p:cBhvr>
                                  <p:cTn id="13" dur="1" fill="hold">
                                    <p:stCondLst>
                                      <p:cond delay="0"/>
                                    </p:stCondLst>
                                  </p:cTn>
                                  <p:tgtEl>
                                    <p:spTgt spid="32"/>
                                  </p:tgtEl>
                                  <p:attrNameLst>
                                    <p:attrName>style.visibility</p:attrName>
                                  </p:attrNameLst>
                                </p:cBhvr>
                                <p:to>
                                  <p:strVal val="visible"/>
                                </p:to>
                              </p:set>
                            </p:childTnLst>
                          </p:cTn>
                        </p:par>
                        <p:par>
                          <p:cTn id="14" presetID="1" presetClass="entr" presetSubtype="0" fill="hold" nodeType="withEffect" grpId="0">
                            <p:stCondLst>
                              <p:cond delay="150"/>
                            </p:stCondLst>
                            <p:childTnLst>
                              <p:set>
                                <p:cBhvr>
                                  <p:cTn id="15" dur="1" fill="hold">
                                    <p:stCondLst>
                                      <p:cond delay="0"/>
                                    </p:stCondLst>
                                  </p:cTn>
                                  <p:tgtEl>
                                    <p:spTgt spid="33"/>
                                  </p:tgtEl>
                                  <p:attrNameLst>
                                    <p:attrName>style.visibility</p:attrName>
                                  </p:attrNameLst>
                                </p:cBhvr>
                                <p:to>
                                  <p:strVal val="visible"/>
                                </p:to>
                              </p:set>
                            </p:childTnLst>
                          </p:cTn>
                        </p:par>
                        <p:par>
                          <p:cTn id="16" presetID="1" presetClass="entr" presetSubtype="0" fill="hold" nodeType="withEffect" grpId="0">
                            <p:stCondLst>
                              <p:cond delay="700"/>
                            </p:stCondLst>
                            <p:childTnLst>
                              <p:set>
                                <p:cBhvr>
                                  <p:cTn id="17" dur="1" fill="hold">
                                    <p:stCondLst>
                                      <p:cond delay="0"/>
                                    </p:stCondLst>
                                  </p:cTn>
                                  <p:tgtEl>
                                    <p:spTgt spid="34"/>
                                  </p:tgtEl>
                                  <p:attrNameLst>
                                    <p:attrName>style.visibility</p:attrName>
                                  </p:attrNameLst>
                                </p:cBhvr>
                                <p:to>
                                  <p:strVal val="visible"/>
                                </p:to>
                              </p:set>
                            </p:childTnLst>
                          </p:cTn>
                        </p:par>
                        <p:par>
                          <p:cTn id="18" presetID="1" presetClass="entr" presetSubtype="0" fill="hold" nodeType="withEffect" grpId="0">
                            <p:stCondLst>
                              <p:cond delay="700"/>
                            </p:stCondLst>
                            <p:childTnLst>
                              <p:set>
                                <p:cBhvr>
                                  <p:cTn id="19" dur="1" fill="hold">
                                    <p:stCondLst>
                                      <p:cond delay="0"/>
                                    </p:stCondLst>
                                  </p:cTn>
                                  <p:tgtEl>
                                    <p:spTgt spid="35"/>
                                  </p:tgtEl>
                                  <p:attrNameLst>
                                    <p:attrName>style.visibility</p:attrName>
                                  </p:attrNameLst>
                                </p:cBhvr>
                                <p:to>
                                  <p:strVal val="visible"/>
                                </p:to>
                              </p:set>
                            </p:childTnLst>
                          </p:cTn>
                        </p:par>
                        <p:par>
                          <p:cTn id="20" presetID="1" presetClass="entr" presetSubtype="0" fill="hold" nodeType="withEffect" grpId="0">
                            <p:stCondLst>
                              <p:cond delay="700"/>
                            </p:stCondLst>
                            <p:childTnLst>
                              <p:set>
                                <p:cBhvr>
                                  <p:cTn id="21" dur="1" fill="hold">
                                    <p:stCondLst>
                                      <p:cond delay="0"/>
                                    </p:stCondLst>
                                  </p:cTn>
                                  <p:tgtEl>
                                    <p:spTgt spid="36"/>
                                  </p:tgtEl>
                                  <p:attrNameLst>
                                    <p:attrName>style.visibility</p:attrName>
                                  </p:attrNameLst>
                                </p:cBhvr>
                                <p:to>
                                  <p:strVal val="visible"/>
                                </p:to>
                              </p:set>
                            </p:childTnLst>
                          </p:cTn>
                        </p:par>
                        <p:par>
                          <p:cTn id="22" presetID="1" presetClass="entr" presetSubtype="0" fill="hold" nodeType="withEffect" grpId="0">
                            <p:stCondLst>
                              <p:cond delay="700"/>
                            </p:stCondLst>
                            <p:childTnLst>
                              <p:set>
                                <p:cBhvr>
                                  <p:cTn id="23" dur="1" fill="hold">
                                    <p:stCondLst>
                                      <p:cond delay="0"/>
                                    </p:stCondLst>
                                  </p:cTn>
                                  <p:tgtEl>
                                    <p:spTgt spid="37"/>
                                  </p:tgtEl>
                                  <p:attrNameLst>
                                    <p:attrName>style.visibility</p:attrName>
                                  </p:attrNameLst>
                                </p:cBhvr>
                                <p:to>
                                  <p:strVal val="visible"/>
                                </p:to>
                              </p:set>
                            </p:childTnLst>
                          </p:cTn>
                        </p:par>
                        <p:par>
                          <p:cTn id="24" presetID="1" presetClass="entr" presetSubtype="0" fill="hold" nodeType="withEffect" grpId="0">
                            <p:stCondLst>
                              <p:cond delay="700"/>
                            </p:stCondLst>
                            <p:childTnLst>
                              <p:set>
                                <p:cBhvr>
                                  <p:cTn id="25" dur="1" fill="hold">
                                    <p:stCondLst>
                                      <p:cond delay="0"/>
                                    </p:stCondLst>
                                  </p:cTn>
                                  <p:tgtEl>
                                    <p:spTgt spid="38"/>
                                  </p:tgtEl>
                                  <p:attrNameLst>
                                    <p:attrName>style.visibility</p:attrName>
                                  </p:attrNameLst>
                                </p:cBhvr>
                                <p:to>
                                  <p:strVal val="visible"/>
                                </p:to>
                              </p:set>
                            </p:childTnLst>
                          </p:cTn>
                        </p:par>
                        <p:par>
                          <p:cTn id="26" presetID="1" presetClass="entr" presetSubtype="0" fill="hold" nodeType="withEffect" grpId="0">
                            <p:stCondLst>
                              <p:cond delay="700"/>
                            </p:stCondLst>
                            <p:childTnLst>
                              <p:set>
                                <p:cBhvr>
                                  <p:cTn id="27" dur="1" fill="hold">
                                    <p:stCondLst>
                                      <p:cond delay="0"/>
                                    </p:stCondLst>
                                  </p:cTn>
                                  <p:tgtEl>
                                    <p:spTgt spid="39"/>
                                  </p:tgtEl>
                                  <p:attrNameLst>
                                    <p:attrName>style.visibility</p:attrName>
                                  </p:attrNameLst>
                                </p:cBhvr>
                                <p:to>
                                  <p:strVal val="visible"/>
                                </p:to>
                              </p:set>
                            </p:childTnLst>
                          </p:cTn>
                        </p:par>
                        <p:par>
                          <p:cTn id="28" presetID="1" presetClass="entr" presetSubtype="0" fill="hold" nodeType="withEffect" grpId="0">
                            <p:stCondLst>
                              <p:cond delay="1250"/>
                            </p:stCondLst>
                            <p:childTnLst>
                              <p:set>
                                <p:cBhvr>
                                  <p:cTn id="29" dur="1" fill="hold">
                                    <p:stCondLst>
                                      <p:cond delay="0"/>
                                    </p:stCondLst>
                                  </p:cTn>
                                  <p:tgtEl>
                                    <p:spTgt spid="40"/>
                                  </p:tgtEl>
                                  <p:attrNameLst>
                                    <p:attrName>style.visibility</p:attrName>
                                  </p:attrNameLst>
                                </p:cBhvr>
                                <p:to>
                                  <p:strVal val="visible"/>
                                </p:to>
                              </p:set>
                            </p:childTnLst>
                          </p:cTn>
                        </p:par>
                        <p:par>
                          <p:cTn id="30" presetID="1" presetClass="entr" presetSubtype="0" fill="hold" nodeType="withEffect" grpId="0">
                            <p:stCondLst>
                              <p:cond delay="1250"/>
                            </p:stCondLst>
                            <p:childTnLst>
                              <p:set>
                                <p:cBhvr>
                                  <p:cTn id="31" dur="1" fill="hold">
                                    <p:stCondLst>
                                      <p:cond delay="0"/>
                                    </p:stCondLst>
                                  </p:cTn>
                                  <p:tgtEl>
                                    <p:spTgt spid="41"/>
                                  </p:tgtEl>
                                  <p:attrNameLst>
                                    <p:attrName>style.visibility</p:attrName>
                                  </p:attrNameLst>
                                </p:cBhvr>
                                <p:to>
                                  <p:strVal val="visible"/>
                                </p:to>
                              </p:set>
                            </p:childTnLst>
                          </p:cTn>
                        </p:par>
                        <p:par>
                          <p:cTn id="32" presetID="1" presetClass="entr" presetSubtype="0" fill="hold" nodeType="withEffect" grpId="0">
                            <p:stCondLst>
                              <p:cond delay="1250"/>
                            </p:stCondLst>
                            <p:childTnLst>
                              <p:set>
                                <p:cBhvr>
                                  <p:cTn id="33" dur="1" fill="hold">
                                    <p:stCondLst>
                                      <p:cond delay="0"/>
                                    </p:stCondLst>
                                  </p:cTn>
                                  <p:tgtEl>
                                    <p:spTgt spid="42"/>
                                  </p:tgtEl>
                                  <p:attrNameLst>
                                    <p:attrName>style.visibility</p:attrName>
                                  </p:attrNameLst>
                                </p:cBhvr>
                                <p:to>
                                  <p:strVal val="visible"/>
                                </p:to>
                              </p:set>
                            </p:childTnLst>
                          </p:cTn>
                        </p:par>
                        <p:par>
                          <p:cTn id="34" presetID="1" presetClass="entr" presetSubtype="0" fill="hold" nodeType="withEffect" grpId="0">
                            <p:stCondLst>
                              <p:cond delay="1250"/>
                            </p:stCondLst>
                            <p:childTnLst>
                              <p:set>
                                <p:cBhvr>
                                  <p:cTn id="35" dur="1" fill="hold">
                                    <p:stCondLst>
                                      <p:cond delay="0"/>
                                    </p:stCondLst>
                                  </p:cTn>
                                  <p:tgtEl>
                                    <p:spTgt spid="43"/>
                                  </p:tgtEl>
                                  <p:attrNameLst>
                                    <p:attrName>style.visibility</p:attrName>
                                  </p:attrNameLst>
                                </p:cBhvr>
                                <p:to>
                                  <p:strVal val="visible"/>
                                </p:to>
                              </p:set>
                            </p:childTnLst>
                          </p:cTn>
                        </p:par>
                        <p:par>
                          <p:cTn id="36" presetID="1" presetClass="entr" presetSubtype="0" fill="hold" nodeType="withEffect" grpId="0">
                            <p:stCondLst>
                              <p:cond delay="1250"/>
                            </p:stCondLst>
                            <p:childTnLst>
                              <p:set>
                                <p:cBhvr>
                                  <p:cTn id="37" dur="1" fill="hold">
                                    <p:stCondLst>
                                      <p:cond delay="0"/>
                                    </p:stCondLst>
                                  </p:cTn>
                                  <p:tgtEl>
                                    <p:spTgt spid="44"/>
                                  </p:tgtEl>
                                  <p:attrNameLst>
                                    <p:attrName>style.visibility</p:attrName>
                                  </p:attrNameLst>
                                </p:cBhvr>
                                <p:to>
                                  <p:strVal val="visible"/>
                                </p:to>
                              </p:set>
                            </p:childTnLst>
                          </p:cTn>
                        </p:par>
                        <p:par>
                          <p:cTn id="38" presetID="1" presetClass="entr" presetSubtype="0" fill="hold" nodeType="withEffect" grpId="0">
                            <p:stCondLst>
                              <p:cond delay="1250"/>
                            </p:stCondLst>
                            <p:childTnLst>
                              <p:set>
                                <p:cBhvr>
                                  <p:cTn id="39" dur="1" fill="hold">
                                    <p:stCondLst>
                                      <p:cond delay="0"/>
                                    </p:stCondLst>
                                  </p:cTn>
                                  <p:tgtEl>
                                    <p:spTgt spid="45"/>
                                  </p:tgtEl>
                                  <p:attrNameLst>
                                    <p:attrName>style.visibility</p:attrName>
                                  </p:attrNameLst>
                                </p:cBhvr>
                                <p:to>
                                  <p:strVal val="visible"/>
                                </p:to>
                              </p:set>
                            </p:childTnLst>
                          </p:cTn>
                        </p:par>
                        <p:par>
                          <p:cTn id="40" presetID="1" presetClass="entr" presetSubtype="0" fill="hold" nodeType="withEffect" grpId="0">
                            <p:stCondLst>
                              <p:cond delay="150"/>
                            </p:stCondLst>
                            <p:childTnLst>
                              <p:set>
                                <p:cBhvr>
                                  <p:cTn id="41" dur="1" fill="hold">
                                    <p:stCondLst>
                                      <p:cond delay="0"/>
                                    </p:stCondLst>
                                  </p:cTn>
                                  <p:tgtEl>
                                    <p:spTgt spid="52"/>
                                  </p:tgtEl>
                                  <p:attrNameLst>
                                    <p:attrName>style.visibility</p:attrName>
                                  </p:attrNameLst>
                                </p:cBhvr>
                                <p:to>
                                  <p:strVal val="visible"/>
                                </p:to>
                              </p:set>
                            </p:childTnLst>
                          </p:cTn>
                        </p:par>
                        <p:par>
                          <p:cTn id="42" presetID="1" presetClass="entr" presetSubtype="0" fill="hold" nodeType="withEffect" grpId="0">
                            <p:stCondLst>
                              <p:cond delay="150"/>
                            </p:stCondLst>
                            <p:childTnLst>
                              <p:set>
                                <p:cBhvr>
                                  <p:cTn id="43" dur="1" fill="hold">
                                    <p:stCondLst>
                                      <p:cond delay="0"/>
                                    </p:stCondLst>
                                  </p:cTn>
                                  <p:tgtEl>
                                    <p:spTgt spid="53"/>
                                  </p:tgtEl>
                                  <p:attrNameLst>
                                    <p:attrName>style.visibility</p:attrName>
                                  </p:attrNameLst>
                                </p:cBhvr>
                                <p:to>
                                  <p:strVal val="visible"/>
                                </p:to>
                              </p:set>
                            </p:childTnLst>
                          </p:cTn>
                        </p:par>
                        <p:par>
                          <p:cTn id="44" presetID="1" presetClass="entr" presetSubtype="0" fill="hold" nodeType="withEffect" grpId="0">
                            <p:stCondLst>
                              <p:cond delay="700"/>
                            </p:stCondLst>
                            <p:childTnLst>
                              <p:set>
                                <p:cBhvr>
                                  <p:cTn id="45" dur="1" fill="hold">
                                    <p:stCondLst>
                                      <p:cond delay="0"/>
                                    </p:stCondLst>
                                  </p:cTn>
                                  <p:tgtEl>
                                    <p:spTgt spid="54"/>
                                  </p:tgtEl>
                                  <p:attrNameLst>
                                    <p:attrName>style.visibility</p:attrName>
                                  </p:attrNameLst>
                                </p:cBhvr>
                                <p:to>
                                  <p:strVal val="visible"/>
                                </p:to>
                              </p:set>
                            </p:childTnLst>
                          </p:cTn>
                        </p:par>
                        <p:par>
                          <p:cTn id="46" presetID="1" presetClass="entr" presetSubtype="0" fill="hold" nodeType="withEffect" grpId="0">
                            <p:stCondLst>
                              <p:cond delay="700"/>
                            </p:stCondLst>
                            <p:childTnLst>
                              <p:set>
                                <p:cBhvr>
                                  <p:cTn id="47" dur="1" fill="hold">
                                    <p:stCondLst>
                                      <p:cond delay="0"/>
                                    </p:stCondLst>
                                  </p:cTn>
                                  <p:tgtEl>
                                    <p:spTgt spid="55"/>
                                  </p:tgtEl>
                                  <p:attrNameLst>
                                    <p:attrName>style.visibility</p:attrName>
                                  </p:attrNameLst>
                                </p:cBhvr>
                                <p:to>
                                  <p:strVal val="visible"/>
                                </p:to>
                              </p:set>
                            </p:childTnLst>
                          </p:cTn>
                        </p:par>
                        <p:par>
                          <p:cTn id="48" presetID="1" presetClass="entr" presetSubtype="0" fill="hold" nodeType="withEffect" grpId="0">
                            <p:stCondLst>
                              <p:cond delay="1250"/>
                            </p:stCondLst>
                            <p:childTnLst>
                              <p:set>
                                <p:cBhvr>
                                  <p:cTn id="49" dur="1" fill="hold">
                                    <p:stCondLst>
                                      <p:cond delay="0"/>
                                    </p:stCondLst>
                                  </p:cTn>
                                  <p:tgtEl>
                                    <p:spTgt spid="56"/>
                                  </p:tgtEl>
                                  <p:attrNameLst>
                                    <p:attrName>style.visibility</p:attrName>
                                  </p:attrNameLst>
                                </p:cBhvr>
                                <p:to>
                                  <p:strVal val="visible"/>
                                </p:to>
                              </p:set>
                            </p:childTnLst>
                          </p:cTn>
                        </p:par>
                        <p:par>
                          <p:cTn id="50" presetID="1" presetClass="entr" presetSubtype="0" fill="hold" nodeType="withEffect" grpId="0">
                            <p:stCondLst>
                              <p:cond delay="1250"/>
                            </p:stCondLst>
                            <p:childTnLst>
                              <p:set>
                                <p:cBhvr>
                                  <p:cTn id="51" dur="1" fill="hold">
                                    <p:stCondLst>
                                      <p:cond delay="0"/>
                                    </p:stCondLst>
                                  </p:cTn>
                                  <p:tgtEl>
                                    <p:spTgt spid="57"/>
                                  </p:tgtEl>
                                  <p:attrNameLst>
                                    <p:attrName>style.visibility</p:attrName>
                                  </p:attrNameLst>
                                </p:cBhvr>
                                <p:to>
                                  <p:strVal val="visible"/>
                                </p:to>
                              </p:set>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52" grpId="0" animBg="1"/>
      <p:bldP spid="53" grpId="0" animBg="1"/>
      <p:bldP spid="54" grpId="0" animBg="1"/>
      <p:bldP spid="55" grpId="0" animBg="1"/>
      <p:bldP spid="56" grpId="0" animBg="1"/>
      <p:bldP spid="57" grpId="0" animBg="1"/>
    </p:bldLst>
  </p:timing>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7" name="!!heading">
            <a:extLst xmlns:a="http://schemas.openxmlformats.org/drawingml/2006/main">
              <a:ext uri="{FF2B5EF4-FFF2-40B4-BE49-F238E27FC236}">
                <a16:creationId xmlns:a16="http://schemas.microsoft.com/office/drawing/2014/main" id="{E059F438-C185-4716-84A3-7B27611A6BE8}"/>
              </a:ext>
            </a:extLst>
          </p:cNvPr>
          <p:cNvSpPr>
            <a:spLocks xmlns:a="http://schemas.openxmlformats.org/drawingml/2006/main" noGrp="1"/>
          </p:cNvSpPr>
          <p:nvPr/>
        </p:nvSpPr>
        <p:spPr>
          <a:xfrm xmlns:a="http://schemas.openxmlformats.org/drawingml/2006/main">
            <a:off x="647700" y="428625"/>
            <a:ext cx="13944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0262C"/>
                </a:solidFill>
                <a:latin typeface="Arial"/>
                <a:ea typeface="Arial"/>
                <a:cs typeface="Arial"/>
              </a:defRPr>
            </a:defPPr>
            <a:lvl1pPr algn="l">
              <a:defRPr sz="3300" b="1">
                <a:solidFill>
                  <a:srgbClr val="20262C"/>
                </a:solidFill>
                <a:latin typeface="Arial"/>
                <a:ea typeface="Arial"/>
                <a:cs typeface="Arial"/>
              </a:defRPr>
            </a:lvl1pPr>
            <a:lvl2pPr algn="l">
              <a:defRPr sz="3300" b="1">
                <a:solidFill>
                  <a:srgbClr val="20262C"/>
                </a:solidFill>
                <a:latin typeface="Arial"/>
                <a:ea typeface="Arial"/>
                <a:cs typeface="Arial"/>
              </a:defRPr>
            </a:lvl2pPr>
            <a:lvl3pPr algn="l">
              <a:defRPr sz="3300" b="1">
                <a:solidFill>
                  <a:srgbClr val="20262C"/>
                </a:solidFill>
                <a:latin typeface="Arial"/>
                <a:ea typeface="Arial"/>
                <a:cs typeface="Arial"/>
              </a:defRPr>
            </a:lvl3pPr>
            <a:lvl4pPr algn="l">
              <a:defRPr sz="3300" b="1">
                <a:solidFill>
                  <a:srgbClr val="20262C"/>
                </a:solidFill>
                <a:latin typeface="Arial"/>
                <a:ea typeface="Arial"/>
                <a:cs typeface="Arial"/>
              </a:defRPr>
            </a:lvl4pPr>
            <a:lvl5pPr algn="l">
              <a:defRPr sz="3300" b="1">
                <a:solidFill>
                  <a:srgbClr val="20262C"/>
                </a:solidFill>
                <a:latin typeface="Arial"/>
                <a:ea typeface="Arial"/>
                <a:cs typeface="Arial"/>
              </a:defRPr>
            </a:lvl5pPr>
            <a:lvl6pPr algn="l">
              <a:defRPr sz="3300" b="1">
                <a:solidFill>
                  <a:srgbClr val="20262C"/>
                </a:solidFill>
                <a:latin typeface="Arial"/>
                <a:ea typeface="Arial"/>
                <a:cs typeface="Arial"/>
              </a:defRPr>
            </a:lvl6pPr>
            <a:lvl7pPr algn="l">
              <a:defRPr sz="3300" b="1">
                <a:solidFill>
                  <a:srgbClr val="20262C"/>
                </a:solidFill>
                <a:latin typeface="Arial"/>
                <a:ea typeface="Arial"/>
                <a:cs typeface="Arial"/>
              </a:defRPr>
            </a:lvl7pPr>
            <a:lvl8pPr algn="l">
              <a:defRPr sz="3300" b="1">
                <a:solidFill>
                  <a:srgbClr val="20262C"/>
                </a:solidFill>
                <a:latin typeface="Arial"/>
                <a:ea typeface="Arial"/>
                <a:cs typeface="Arial"/>
              </a:defRPr>
            </a:lvl8pPr>
            <a:lvl9pPr algn="l">
              <a:defRPr sz="3300" b="1">
                <a:solidFill>
                  <a:srgbClr val="20262C"/>
                </a:solidFill>
                <a:latin typeface="Arial"/>
                <a:ea typeface="Arial"/>
                <a:cs typeface="Arial"/>
              </a:defRPr>
            </a:lvl9pPr>
          </a:lstStyle>
          <a:p xmlns:a="http://schemas.openxmlformats.org/drawingml/2006/main">
            <a:pPr algn="l">
              <a:defRPr sz="3300" b="1">
                <a:solidFill>
                  <a:srgbClr val="20262C"/>
                </a:solidFill>
                <a:latin typeface="Arial"/>
                <a:ea typeface="Arial"/>
                <a:cs typeface="Arial"/>
              </a:defRPr>
            </a:pPr>
            <a:r>
              <a:rPr sz="3300" b="1">
                <a:solidFill>
                  <a:srgbClr val="20262C"/>
                </a:solidFill>
                <a:latin typeface="Arial"/>
                <a:ea typeface="Arial"/>
                <a:cs typeface="Arial"/>
              </a:rPr>
              <a:t>Proposed research workflow</a:t>
            </a:r>
          </a:p>
        </p:txBody>
      </p:sp>
      <p:sp>
        <p:nvSpPr>
          <p:cNvPr id="2" name="!!subtitle">
            <a:extLst xmlns:a="http://schemas.openxmlformats.org/drawingml/2006/main">
              <a:ext uri="{FF2B5EF4-FFF2-40B4-BE49-F238E27FC236}">
                <a16:creationId xmlns:a16="http://schemas.microsoft.com/office/drawing/2014/main" id="{F5A1E63A-F872-4939-908D-49419FB0618B}"/>
              </a:ext>
            </a:extLst>
          </p:cNvPr>
          <p:cNvSpPr>
            <a:spLocks xmlns:a="http://schemas.openxmlformats.org/drawingml/2006/main" noGrp="1"/>
          </p:cNvSpPr>
          <p:nvPr/>
        </p:nvSpPr>
        <p:spPr>
          <a:xfrm xmlns:a="http://schemas.openxmlformats.org/drawingml/2006/main">
            <a:off x="647700" y="1190625"/>
            <a:ext cx="139446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05A9C"/>
                </a:solidFill>
                <a:latin typeface="Arial"/>
                <a:ea typeface="Arial"/>
                <a:cs typeface="Arial"/>
              </a:defRPr>
            </a:defPPr>
            <a:lvl1pPr algn="l">
              <a:defRPr sz="1875" b="0">
                <a:solidFill>
                  <a:srgbClr val="005A9C"/>
                </a:solidFill>
                <a:latin typeface="Arial"/>
                <a:ea typeface="Arial"/>
                <a:cs typeface="Arial"/>
              </a:defRPr>
            </a:lvl1pPr>
            <a:lvl2pPr algn="l">
              <a:defRPr sz="1875" b="0">
                <a:solidFill>
                  <a:srgbClr val="005A9C"/>
                </a:solidFill>
                <a:latin typeface="Arial"/>
                <a:ea typeface="Arial"/>
                <a:cs typeface="Arial"/>
              </a:defRPr>
            </a:lvl2pPr>
            <a:lvl3pPr algn="l">
              <a:defRPr sz="1875" b="0">
                <a:solidFill>
                  <a:srgbClr val="005A9C"/>
                </a:solidFill>
                <a:latin typeface="Arial"/>
                <a:ea typeface="Arial"/>
                <a:cs typeface="Arial"/>
              </a:defRPr>
            </a:lvl3pPr>
            <a:lvl4pPr algn="l">
              <a:defRPr sz="1875" b="0">
                <a:solidFill>
                  <a:srgbClr val="005A9C"/>
                </a:solidFill>
                <a:latin typeface="Arial"/>
                <a:ea typeface="Arial"/>
                <a:cs typeface="Arial"/>
              </a:defRPr>
            </a:lvl4pPr>
            <a:lvl5pPr algn="l">
              <a:defRPr sz="1875" b="0">
                <a:solidFill>
                  <a:srgbClr val="005A9C"/>
                </a:solidFill>
                <a:latin typeface="Arial"/>
                <a:ea typeface="Arial"/>
                <a:cs typeface="Arial"/>
              </a:defRPr>
            </a:lvl5pPr>
            <a:lvl6pPr algn="l">
              <a:defRPr sz="1875" b="0">
                <a:solidFill>
                  <a:srgbClr val="005A9C"/>
                </a:solidFill>
                <a:latin typeface="Arial"/>
                <a:ea typeface="Arial"/>
                <a:cs typeface="Arial"/>
              </a:defRPr>
            </a:lvl6pPr>
            <a:lvl7pPr algn="l">
              <a:defRPr sz="1875" b="0">
                <a:solidFill>
                  <a:srgbClr val="005A9C"/>
                </a:solidFill>
                <a:latin typeface="Arial"/>
                <a:ea typeface="Arial"/>
                <a:cs typeface="Arial"/>
              </a:defRPr>
            </a:lvl7pPr>
            <a:lvl8pPr algn="l">
              <a:defRPr sz="1875" b="0">
                <a:solidFill>
                  <a:srgbClr val="005A9C"/>
                </a:solidFill>
                <a:latin typeface="Arial"/>
                <a:ea typeface="Arial"/>
                <a:cs typeface="Arial"/>
              </a:defRPr>
            </a:lvl8pPr>
            <a:lvl9pPr algn="l">
              <a:defRPr sz="1875" b="0">
                <a:solidFill>
                  <a:srgbClr val="005A9C"/>
                </a:solidFill>
                <a:latin typeface="Arial"/>
                <a:ea typeface="Arial"/>
                <a:cs typeface="Arial"/>
              </a:defRPr>
            </a:lvl9pPr>
          </a:lstStyle>
          <a:p xmlns:a="http://schemas.openxmlformats.org/drawingml/2006/main">
            <a:pPr algn="l">
              <a:defRPr sz="1875" b="0">
                <a:solidFill>
                  <a:srgbClr val="005A9C"/>
                </a:solidFill>
                <a:latin typeface="Arial"/>
                <a:ea typeface="Arial"/>
                <a:cs typeface="Arial"/>
              </a:defRPr>
            </a:pPr>
            <a:r>
              <a:rPr sz="1875" b="0">
                <a:solidFill>
                  <a:srgbClr val="005A9C"/>
                </a:solidFill>
                <a:latin typeface="Arial"/>
                <a:ea typeface="Arial"/>
                <a:cs typeface="Arial"/>
              </a:rPr>
              <a:t>Front office  /  Research  /  Proposed approach</a:t>
            </a:r>
          </a:p>
        </p:txBody>
      </p:sp>
      <p:sp>
        <p:nvSpPr>
          <p:cNvPr id="3" name="!!heading.rule">
            <a:extLst xmlns:a="http://schemas.openxmlformats.org/drawingml/2006/main">
              <a:ext uri="{FF2B5EF4-FFF2-40B4-BE49-F238E27FC236}">
                <a16:creationId xmlns:a16="http://schemas.microsoft.com/office/drawing/2014/main" id="{2DB1FB09-6DB7-4B9E-BC80-52FD4351447B}"/>
              </a:ext>
            </a:extLst>
          </p:cNvPr>
          <p:cNvSpPr>
            <a:spLocks xmlns:a="http://schemas.openxmlformats.org/drawingml/2006/main" noGrp="1"/>
          </p:cNvSpPr>
          <p:nvPr/>
        </p:nvSpPr>
        <p:spPr>
          <a:xfrm xmlns:a="http://schemas.openxmlformats.org/drawingml/2006/main" flipH="0" flipV="0">
            <a:off x="647700" y="1733550"/>
            <a:ext cx="13944600" cy="953"/>
          </a:xfrm>
          <a:prstGeom xmlns:a="http://schemas.openxmlformats.org/drawingml/2006/main" prst="line">
            <a:avLst/>
          </a:prstGeom>
          <a:noFill xmlns:a="http://schemas.openxmlformats.org/drawingml/2006/main"/>
          <a:ln xmlns:a="http://schemas.openxmlformats.org/drawingml/2006/main" w="11430">
            <a:solidFill>
              <a:srgbClr val="BCC6CF"/>
            </a:solidFill>
            <a:prstDash val="solid"/>
          </a:ln>
        </p:spPr>
      </p:sp>
      <p:sp>
        <p:nvSpPr>
          <p:cNvPr id="4" name="!!map.front">
            <a:extLst xmlns:a="http://schemas.openxmlformats.org/drawingml/2006/main">
              <a:ext uri="{FF2B5EF4-FFF2-40B4-BE49-F238E27FC236}">
                <a16:creationId xmlns:a16="http://schemas.microsoft.com/office/drawing/2014/main" id="{515E9394-8C7E-466B-A6FE-E7FD7C7B7903}"/>
              </a:ext>
            </a:extLst>
          </p:cNvPr>
          <p:cNvSpPr>
            <a:spLocks xmlns:a="http://schemas.openxmlformats.org/drawingml/2006/main" noGrp="1"/>
          </p:cNvSpPr>
          <p:nvPr/>
        </p:nvSpPr>
        <p:spPr>
          <a:xfrm xmlns:a="http://schemas.openxmlformats.org/drawingml/2006/main">
            <a:off x="647700" y="1990725"/>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5" name="!!nav.front">
            <ns0:hlinkClick xmlns:ns0="http://schemas.openxmlformats.org/drawingml/2006/main" xmlns:ns1="http://schemas.openxmlformats.org/officeDocument/2006/relationships" ns1:id="rIdNavSlide4" action="ppaction://hlinksldjump" tooltip="Slide 4: Preparing a company research assessment"/>
            <a:extLst xmlns:a="http://schemas.openxmlformats.org/drawingml/2006/main">
              <a:ext uri="{FF2B5EF4-FFF2-40B4-BE49-F238E27FC236}">
                <a16:creationId xmlns:a16="http://schemas.microsoft.com/office/drawing/2014/main" id="{1CAEDD96-E24B-4043-81B5-B88108CEB365}"/>
              </a:ext>
            </a:extLst>
          </p:cNvPr>
          <p:cNvSpPr>
            <a:spLocks xmlns:a="http://schemas.openxmlformats.org/drawingml/2006/main" noGrp="1"/>
          </p:cNvSpPr>
          <p:nvPr/>
        </p:nvSpPr>
        <p:spPr>
          <a:xfrm xmlns:a="http://schemas.openxmlformats.org/drawingml/2006/main">
            <a:off x="647700" y="1990725"/>
            <a:ext cx="2609850" cy="409575"/>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FFFFFF"/>
                </a:solidFill>
                <a:latin typeface="Arial"/>
                <a:ea typeface="Arial"/>
                <a:cs typeface="Arial"/>
              </a:defRPr>
            </a:defPPr>
            <a:lvl1pPr algn="ctr">
              <a:defRPr sz="2025" b="1">
                <a:solidFill>
                  <a:srgbClr val="FFFFFF"/>
                </a:solidFill>
                <a:latin typeface="Arial"/>
                <a:ea typeface="Arial"/>
                <a:cs typeface="Arial"/>
              </a:defRPr>
            </a:lvl1pPr>
            <a:lvl2pPr algn="ctr">
              <a:defRPr sz="2025" b="1">
                <a:solidFill>
                  <a:srgbClr val="FFFFFF"/>
                </a:solidFill>
                <a:latin typeface="Arial"/>
                <a:ea typeface="Arial"/>
                <a:cs typeface="Arial"/>
              </a:defRPr>
            </a:lvl2pPr>
            <a:lvl3pPr algn="ctr">
              <a:defRPr sz="2025" b="1">
                <a:solidFill>
                  <a:srgbClr val="FFFFFF"/>
                </a:solidFill>
                <a:latin typeface="Arial"/>
                <a:ea typeface="Arial"/>
                <a:cs typeface="Arial"/>
              </a:defRPr>
            </a:lvl3pPr>
            <a:lvl4pPr algn="ctr">
              <a:defRPr sz="2025" b="1">
                <a:solidFill>
                  <a:srgbClr val="FFFFFF"/>
                </a:solidFill>
                <a:latin typeface="Arial"/>
                <a:ea typeface="Arial"/>
                <a:cs typeface="Arial"/>
              </a:defRPr>
            </a:lvl4pPr>
            <a:lvl5pPr algn="ctr">
              <a:defRPr sz="2025" b="1">
                <a:solidFill>
                  <a:srgbClr val="FFFFFF"/>
                </a:solidFill>
                <a:latin typeface="Arial"/>
                <a:ea typeface="Arial"/>
                <a:cs typeface="Arial"/>
              </a:defRPr>
            </a:lvl5pPr>
            <a:lvl6pPr algn="ctr">
              <a:defRPr sz="2025" b="1">
                <a:solidFill>
                  <a:srgbClr val="FFFFFF"/>
                </a:solidFill>
                <a:latin typeface="Arial"/>
                <a:ea typeface="Arial"/>
                <a:cs typeface="Arial"/>
              </a:defRPr>
            </a:lvl6pPr>
            <a:lvl7pPr algn="ctr">
              <a:defRPr sz="2025" b="1">
                <a:solidFill>
                  <a:srgbClr val="FFFFFF"/>
                </a:solidFill>
                <a:latin typeface="Arial"/>
                <a:ea typeface="Arial"/>
                <a:cs typeface="Arial"/>
              </a:defRPr>
            </a:lvl7pPr>
            <a:lvl8pPr algn="ctr">
              <a:defRPr sz="2025" b="1">
                <a:solidFill>
                  <a:srgbClr val="FFFFFF"/>
                </a:solidFill>
                <a:latin typeface="Arial"/>
                <a:ea typeface="Arial"/>
                <a:cs typeface="Arial"/>
              </a:defRPr>
            </a:lvl8pPr>
            <a:lvl9pPr algn="ctr">
              <a:defRPr sz="2025" b="1">
                <a:solidFill>
                  <a:srgbClr val="FFFFFF"/>
                </a:solidFill>
                <a:latin typeface="Arial"/>
                <a:ea typeface="Arial"/>
                <a:cs typeface="Arial"/>
              </a:defRPr>
            </a:lvl9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Front office</a:t>
            </a:r>
          </a:p>
        </p:txBody>
      </p:sp>
      <p:sp>
        <p:nvSpPr>
          <p:cNvPr id="6" name="!!task.research">
            <ns0:hlinkClick xmlns:ns0="http://schemas.openxmlformats.org/drawingml/2006/main" xmlns:ns1="http://schemas.openxmlformats.org/officeDocument/2006/relationships" ns1:id="rIdNavSlide4" action="ppaction://hlinksldjump" tooltip="Slide 4: Preparing a company research assessment"/>
            <a:extLst xmlns:a="http://schemas.openxmlformats.org/drawingml/2006/main">
              <a:ext uri="{FF2B5EF4-FFF2-40B4-BE49-F238E27FC236}">
                <a16:creationId xmlns:a16="http://schemas.microsoft.com/office/drawing/2014/main" id="{735250D5-81C6-4F82-B4DF-F4DF453F53D6}"/>
              </a:ext>
            </a:extLst>
          </p:cNvPr>
          <p:cNvSpPr>
            <a:spLocks xmlns:a="http://schemas.openxmlformats.org/drawingml/2006/main" noGrp="1"/>
          </p:cNvSpPr>
          <p:nvPr/>
        </p:nvSpPr>
        <p:spPr>
          <a:xfrm xmlns:a="http://schemas.openxmlformats.org/drawingml/2006/main">
            <a:off x="762000" y="2495550"/>
            <a:ext cx="2381250" cy="304800"/>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1">
                <a:solidFill>
                  <a:srgbClr val="005A9C"/>
                </a:solidFill>
                <a:latin typeface="Arial"/>
                <a:ea typeface="Arial"/>
                <a:cs typeface="Arial"/>
              </a:defRPr>
            </a:defPPr>
            <a:lvl1pPr algn="ctr">
              <a:defRPr sz="1650" b="1">
                <a:solidFill>
                  <a:srgbClr val="005A9C"/>
                </a:solidFill>
                <a:latin typeface="Arial"/>
                <a:ea typeface="Arial"/>
                <a:cs typeface="Arial"/>
              </a:defRPr>
            </a:lvl1pPr>
            <a:lvl2pPr algn="ctr">
              <a:defRPr sz="1650" b="1">
                <a:solidFill>
                  <a:srgbClr val="005A9C"/>
                </a:solidFill>
                <a:latin typeface="Arial"/>
                <a:ea typeface="Arial"/>
                <a:cs typeface="Arial"/>
              </a:defRPr>
            </a:lvl2pPr>
            <a:lvl3pPr algn="ctr">
              <a:defRPr sz="1650" b="1">
                <a:solidFill>
                  <a:srgbClr val="005A9C"/>
                </a:solidFill>
                <a:latin typeface="Arial"/>
                <a:ea typeface="Arial"/>
                <a:cs typeface="Arial"/>
              </a:defRPr>
            </a:lvl3pPr>
            <a:lvl4pPr algn="ctr">
              <a:defRPr sz="1650" b="1">
                <a:solidFill>
                  <a:srgbClr val="005A9C"/>
                </a:solidFill>
                <a:latin typeface="Arial"/>
                <a:ea typeface="Arial"/>
                <a:cs typeface="Arial"/>
              </a:defRPr>
            </a:lvl4pPr>
            <a:lvl5pPr algn="ctr">
              <a:defRPr sz="1650" b="1">
                <a:solidFill>
                  <a:srgbClr val="005A9C"/>
                </a:solidFill>
                <a:latin typeface="Arial"/>
                <a:ea typeface="Arial"/>
                <a:cs typeface="Arial"/>
              </a:defRPr>
            </a:lvl5pPr>
            <a:lvl6pPr algn="ctr">
              <a:defRPr sz="1650" b="1">
                <a:solidFill>
                  <a:srgbClr val="005A9C"/>
                </a:solidFill>
                <a:latin typeface="Arial"/>
                <a:ea typeface="Arial"/>
                <a:cs typeface="Arial"/>
              </a:defRPr>
            </a:lvl6pPr>
            <a:lvl7pPr algn="ctr">
              <a:defRPr sz="1650" b="1">
                <a:solidFill>
                  <a:srgbClr val="005A9C"/>
                </a:solidFill>
                <a:latin typeface="Arial"/>
                <a:ea typeface="Arial"/>
                <a:cs typeface="Arial"/>
              </a:defRPr>
            </a:lvl7pPr>
            <a:lvl8pPr algn="ctr">
              <a:defRPr sz="1650" b="1">
                <a:solidFill>
                  <a:srgbClr val="005A9C"/>
                </a:solidFill>
                <a:latin typeface="Arial"/>
                <a:ea typeface="Arial"/>
                <a:cs typeface="Arial"/>
              </a:defRPr>
            </a:lvl8pPr>
            <a:lvl9pPr algn="ctr">
              <a:defRPr sz="1650" b="1">
                <a:solidFill>
                  <a:srgbClr val="005A9C"/>
                </a:solidFill>
                <a:latin typeface="Arial"/>
                <a:ea typeface="Arial"/>
                <a:cs typeface="Arial"/>
              </a:defRPr>
            </a:lvl9pPr>
          </a:lstStyle>
          <a:p xmlns:a="http://schemas.openxmlformats.org/drawingml/2006/main">
            <a:pPr algn="ctr">
              <a:defRPr sz="1650" b="1">
                <a:solidFill>
                  <a:srgbClr val="005A9C"/>
                </a:solidFill>
                <a:latin typeface="Arial"/>
                <a:ea typeface="Arial"/>
                <a:cs typeface="Arial"/>
              </a:defRPr>
            </a:pPr>
            <a:r>
              <a:rPr sz="1650" b="1">
                <a:solidFill>
                  <a:srgbClr val="005A9C"/>
                </a:solidFill>
                <a:latin typeface="Arial"/>
                <a:ea typeface="Arial"/>
                <a:cs typeface="Arial"/>
              </a:rPr>
              <a:t>Research</a:t>
            </a:r>
          </a:p>
        </p:txBody>
      </p:sp>
      <p:sp>
        <p:nvSpPr>
          <p:cNvPr id="7" name="!!task.trade">
            <ns0:hlinkClick xmlns:ns0="http://schemas.openxmlformats.org/drawingml/2006/main" xmlns:ns1="http://schemas.openxmlformats.org/officeDocument/2006/relationships" ns1:id="rIdNavSlide9" action="ppaction://hlinksldjump" tooltip="Slide 9: Preparing a bond quote request"/>
            <a:extLst xmlns:a="http://schemas.openxmlformats.org/drawingml/2006/main">
              <a:ext uri="{FF2B5EF4-FFF2-40B4-BE49-F238E27FC236}">
                <a16:creationId xmlns:a16="http://schemas.microsoft.com/office/drawing/2014/main" id="{167B60BC-6126-45E3-ACBC-A2D5D228F57B}"/>
              </a:ext>
            </a:extLst>
          </p:cNvPr>
          <p:cNvSpPr>
            <a:spLocks xmlns:a="http://schemas.openxmlformats.org/drawingml/2006/main" noGrp="1"/>
          </p:cNvSpPr>
          <p:nvPr/>
        </p:nvSpPr>
        <p:spPr>
          <a:xfrm xmlns:a="http://schemas.openxmlformats.org/drawingml/2006/main">
            <a:off x="762000" y="280987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Trading support</a:t>
            </a:r>
          </a:p>
        </p:txBody>
      </p:sp>
      <p:sp>
        <p:nvSpPr>
          <p:cNvPr id="8" name="!!task.client">
            <ns0:hlinkClick xmlns:ns0="http://schemas.openxmlformats.org/drawingml/2006/main" xmlns:ns1="http://schemas.openxmlformats.org/officeDocument/2006/relationships" ns1:id="rIdNavSlide12" action="ppaction://hlinksldjump" tooltip="Slide 12: Preparing a quarterly client update"/>
            <a:extLst xmlns:a="http://schemas.openxmlformats.org/drawingml/2006/main">
              <a:ext uri="{FF2B5EF4-FFF2-40B4-BE49-F238E27FC236}">
                <a16:creationId xmlns:a16="http://schemas.microsoft.com/office/drawing/2014/main" id="{A9866CA6-FDB5-4556-B1BC-8C8581F36A84}"/>
              </a:ext>
            </a:extLst>
          </p:cNvPr>
          <p:cNvSpPr>
            <a:spLocks xmlns:a="http://schemas.openxmlformats.org/drawingml/2006/main" noGrp="1"/>
          </p:cNvSpPr>
          <p:nvPr/>
        </p:nvSpPr>
        <p:spPr>
          <a:xfrm xmlns:a="http://schemas.openxmlformats.org/drawingml/2006/main">
            <a:off x="762000" y="312420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Client materials</a:t>
            </a:r>
          </a:p>
        </p:txBody>
      </p:sp>
      <p:sp>
        <p:nvSpPr>
          <p:cNvPr id="9" name="!!map.middle">
            <a:extLst xmlns:a="http://schemas.openxmlformats.org/drawingml/2006/main">
              <a:ext uri="{FF2B5EF4-FFF2-40B4-BE49-F238E27FC236}">
                <a16:creationId xmlns:a16="http://schemas.microsoft.com/office/drawing/2014/main" id="{17655F8A-3B9B-4301-BCFF-B4114C592D9E}"/>
              </a:ext>
            </a:extLst>
          </p:cNvPr>
          <p:cNvSpPr>
            <a:spLocks xmlns:a="http://schemas.openxmlformats.org/drawingml/2006/main" noGrp="1"/>
          </p:cNvSpPr>
          <p:nvPr/>
        </p:nvSpPr>
        <p:spPr>
          <a:xfrm xmlns:a="http://schemas.openxmlformats.org/drawingml/2006/main">
            <a:off x="647700" y="3657600"/>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10" name="!!nav.middle">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A30C8A88-ADCE-4CA2-A11D-1E7FAC675EB4}"/>
              </a:ext>
            </a:extLst>
          </p:cNvPr>
          <p:cNvSpPr>
            <a:spLocks xmlns:a="http://schemas.openxmlformats.org/drawingml/2006/main" noGrp="1"/>
          </p:cNvSpPr>
          <p:nvPr/>
        </p:nvSpPr>
        <p:spPr>
          <a:xfrm xmlns:a="http://schemas.openxmlformats.org/drawingml/2006/main">
            <a:off x="647700" y="3657600"/>
            <a:ext cx="2609850" cy="409575"/>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005A9C"/>
                </a:solidFill>
                <a:latin typeface="Arial"/>
                <a:ea typeface="Arial"/>
                <a:cs typeface="Arial"/>
              </a:defRPr>
            </a:defPPr>
            <a:lvl1pPr algn="ctr">
              <a:defRPr sz="2025" b="1">
                <a:solidFill>
                  <a:srgbClr val="005A9C"/>
                </a:solidFill>
                <a:latin typeface="Arial"/>
                <a:ea typeface="Arial"/>
                <a:cs typeface="Arial"/>
              </a:defRPr>
            </a:lvl1pPr>
            <a:lvl2pPr algn="ctr">
              <a:defRPr sz="2025" b="1">
                <a:solidFill>
                  <a:srgbClr val="005A9C"/>
                </a:solidFill>
                <a:latin typeface="Arial"/>
                <a:ea typeface="Arial"/>
                <a:cs typeface="Arial"/>
              </a:defRPr>
            </a:lvl2pPr>
            <a:lvl3pPr algn="ctr">
              <a:defRPr sz="2025" b="1">
                <a:solidFill>
                  <a:srgbClr val="005A9C"/>
                </a:solidFill>
                <a:latin typeface="Arial"/>
                <a:ea typeface="Arial"/>
                <a:cs typeface="Arial"/>
              </a:defRPr>
            </a:lvl3pPr>
            <a:lvl4pPr algn="ctr">
              <a:defRPr sz="2025" b="1">
                <a:solidFill>
                  <a:srgbClr val="005A9C"/>
                </a:solidFill>
                <a:latin typeface="Arial"/>
                <a:ea typeface="Arial"/>
                <a:cs typeface="Arial"/>
              </a:defRPr>
            </a:lvl4pPr>
            <a:lvl5pPr algn="ctr">
              <a:defRPr sz="2025" b="1">
                <a:solidFill>
                  <a:srgbClr val="005A9C"/>
                </a:solidFill>
                <a:latin typeface="Arial"/>
                <a:ea typeface="Arial"/>
                <a:cs typeface="Arial"/>
              </a:defRPr>
            </a:lvl5pPr>
            <a:lvl6pPr algn="ctr">
              <a:defRPr sz="2025" b="1">
                <a:solidFill>
                  <a:srgbClr val="005A9C"/>
                </a:solidFill>
                <a:latin typeface="Arial"/>
                <a:ea typeface="Arial"/>
                <a:cs typeface="Arial"/>
              </a:defRPr>
            </a:lvl6pPr>
            <a:lvl7pPr algn="ctr">
              <a:defRPr sz="2025" b="1">
                <a:solidFill>
                  <a:srgbClr val="005A9C"/>
                </a:solidFill>
                <a:latin typeface="Arial"/>
                <a:ea typeface="Arial"/>
                <a:cs typeface="Arial"/>
              </a:defRPr>
            </a:lvl7pPr>
            <a:lvl8pPr algn="ctr">
              <a:defRPr sz="2025" b="1">
                <a:solidFill>
                  <a:srgbClr val="005A9C"/>
                </a:solidFill>
                <a:latin typeface="Arial"/>
                <a:ea typeface="Arial"/>
                <a:cs typeface="Arial"/>
              </a:defRPr>
            </a:lvl8pPr>
            <a:lvl9pPr algn="ctr">
              <a:defRPr sz="2025" b="1">
                <a:solidFill>
                  <a:srgbClr val="005A9C"/>
                </a:solidFill>
                <a:latin typeface="Arial"/>
                <a:ea typeface="Arial"/>
                <a:cs typeface="Arial"/>
              </a:defRPr>
            </a:lvl9pPr>
          </a:lstStyle>
          <a:p xmlns:a="http://schemas.openxmlformats.org/drawingml/2006/main">
            <a:pPr algn="ctr">
              <a:defRPr sz="2025" b="1">
                <a:solidFill>
                  <a:srgbClr val="005A9C"/>
                </a:solidFill>
                <a:latin typeface="Arial"/>
                <a:ea typeface="Arial"/>
                <a:cs typeface="Arial"/>
              </a:defRPr>
            </a:pPr>
            <a:r>
              <a:rPr sz="2025" b="1">
                <a:solidFill>
                  <a:srgbClr val="005A9C"/>
                </a:solidFill>
                <a:latin typeface="Arial"/>
                <a:ea typeface="Arial"/>
                <a:cs typeface="Arial"/>
              </a:rPr>
              <a:t>Middle office</a:t>
            </a:r>
          </a:p>
        </p:txBody>
      </p:sp>
      <p:sp>
        <p:nvSpPr>
          <p:cNvPr id="11" name="!!task.review">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518DB30F-7998-4CF3-A734-CE45A62AACF2}"/>
              </a:ext>
            </a:extLst>
          </p:cNvPr>
          <p:cNvSpPr>
            <a:spLocks xmlns:a="http://schemas.openxmlformats.org/drawingml/2006/main" noGrp="1"/>
          </p:cNvSpPr>
          <p:nvPr/>
        </p:nvSpPr>
        <p:spPr>
          <a:xfrm xmlns:a="http://schemas.openxmlformats.org/drawingml/2006/main">
            <a:off x="762000" y="416242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Content review</a:t>
            </a:r>
          </a:p>
        </p:txBody>
      </p:sp>
      <p:sp>
        <p:nvSpPr>
          <p:cNvPr id="12" name="!!task.risk">
            <ns0:hlinkClick xmlns:ns0="http://schemas.openxmlformats.org/drawingml/2006/main" xmlns:ns1="http://schemas.openxmlformats.org/officeDocument/2006/relationships" ns1:id="rIdNavSlide19" action="ppaction://hlinksldjump" tooltip="Slide 19: Investigating a risk alert"/>
            <a:extLst xmlns:a="http://schemas.openxmlformats.org/drawingml/2006/main">
              <a:ext uri="{FF2B5EF4-FFF2-40B4-BE49-F238E27FC236}">
                <a16:creationId xmlns:a16="http://schemas.microsoft.com/office/drawing/2014/main" id="{1E5C6A00-BCC7-4034-A51B-585BBF393CE4}"/>
              </a:ext>
            </a:extLst>
          </p:cNvPr>
          <p:cNvSpPr>
            <a:spLocks xmlns:a="http://schemas.openxmlformats.org/drawingml/2006/main" noGrp="1"/>
          </p:cNvSpPr>
          <p:nvPr/>
        </p:nvSpPr>
        <p:spPr>
          <a:xfrm xmlns:a="http://schemas.openxmlformats.org/drawingml/2006/main">
            <a:off x="762000" y="447675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Risk analysis</a:t>
            </a:r>
          </a:p>
        </p:txBody>
      </p:sp>
      <p:sp>
        <p:nvSpPr>
          <p:cNvPr id="13" name="!!map.back">
            <a:extLst xmlns:a="http://schemas.openxmlformats.org/drawingml/2006/main">
              <a:ext uri="{FF2B5EF4-FFF2-40B4-BE49-F238E27FC236}">
                <a16:creationId xmlns:a16="http://schemas.microsoft.com/office/drawing/2014/main" id="{9D00F754-E848-44A2-B0F3-3DA59CEC0645}"/>
              </a:ext>
            </a:extLst>
          </p:cNvPr>
          <p:cNvSpPr>
            <a:spLocks xmlns:a="http://schemas.openxmlformats.org/drawingml/2006/main" noGrp="1"/>
          </p:cNvSpPr>
          <p:nvPr/>
        </p:nvSpPr>
        <p:spPr>
          <a:xfrm xmlns:a="http://schemas.openxmlformats.org/drawingml/2006/main">
            <a:off x="647700" y="5324475"/>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14" name="!!nav.back">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96C0F2F6-7328-49FB-BEE7-2FC05202534F}"/>
              </a:ext>
            </a:extLst>
          </p:cNvPr>
          <p:cNvSpPr>
            <a:spLocks xmlns:a="http://schemas.openxmlformats.org/drawingml/2006/main" noGrp="1"/>
          </p:cNvSpPr>
          <p:nvPr/>
        </p:nvSpPr>
        <p:spPr>
          <a:xfrm xmlns:a="http://schemas.openxmlformats.org/drawingml/2006/main">
            <a:off x="647700" y="5324475"/>
            <a:ext cx="2609850" cy="409575"/>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005A9C"/>
                </a:solidFill>
                <a:latin typeface="Arial"/>
                <a:ea typeface="Arial"/>
                <a:cs typeface="Arial"/>
              </a:defRPr>
            </a:defPPr>
            <a:lvl1pPr algn="ctr">
              <a:defRPr sz="2025" b="1">
                <a:solidFill>
                  <a:srgbClr val="005A9C"/>
                </a:solidFill>
                <a:latin typeface="Arial"/>
                <a:ea typeface="Arial"/>
                <a:cs typeface="Arial"/>
              </a:defRPr>
            </a:lvl1pPr>
            <a:lvl2pPr algn="ctr">
              <a:defRPr sz="2025" b="1">
                <a:solidFill>
                  <a:srgbClr val="005A9C"/>
                </a:solidFill>
                <a:latin typeface="Arial"/>
                <a:ea typeface="Arial"/>
                <a:cs typeface="Arial"/>
              </a:defRPr>
            </a:lvl2pPr>
            <a:lvl3pPr algn="ctr">
              <a:defRPr sz="2025" b="1">
                <a:solidFill>
                  <a:srgbClr val="005A9C"/>
                </a:solidFill>
                <a:latin typeface="Arial"/>
                <a:ea typeface="Arial"/>
                <a:cs typeface="Arial"/>
              </a:defRPr>
            </a:lvl3pPr>
            <a:lvl4pPr algn="ctr">
              <a:defRPr sz="2025" b="1">
                <a:solidFill>
                  <a:srgbClr val="005A9C"/>
                </a:solidFill>
                <a:latin typeface="Arial"/>
                <a:ea typeface="Arial"/>
                <a:cs typeface="Arial"/>
              </a:defRPr>
            </a:lvl4pPr>
            <a:lvl5pPr algn="ctr">
              <a:defRPr sz="2025" b="1">
                <a:solidFill>
                  <a:srgbClr val="005A9C"/>
                </a:solidFill>
                <a:latin typeface="Arial"/>
                <a:ea typeface="Arial"/>
                <a:cs typeface="Arial"/>
              </a:defRPr>
            </a:lvl5pPr>
            <a:lvl6pPr algn="ctr">
              <a:defRPr sz="2025" b="1">
                <a:solidFill>
                  <a:srgbClr val="005A9C"/>
                </a:solidFill>
                <a:latin typeface="Arial"/>
                <a:ea typeface="Arial"/>
                <a:cs typeface="Arial"/>
              </a:defRPr>
            </a:lvl6pPr>
            <a:lvl7pPr algn="ctr">
              <a:defRPr sz="2025" b="1">
                <a:solidFill>
                  <a:srgbClr val="005A9C"/>
                </a:solidFill>
                <a:latin typeface="Arial"/>
                <a:ea typeface="Arial"/>
                <a:cs typeface="Arial"/>
              </a:defRPr>
            </a:lvl7pPr>
            <a:lvl8pPr algn="ctr">
              <a:defRPr sz="2025" b="1">
                <a:solidFill>
                  <a:srgbClr val="005A9C"/>
                </a:solidFill>
                <a:latin typeface="Arial"/>
                <a:ea typeface="Arial"/>
                <a:cs typeface="Arial"/>
              </a:defRPr>
            </a:lvl8pPr>
            <a:lvl9pPr algn="ctr">
              <a:defRPr sz="2025" b="1">
                <a:solidFill>
                  <a:srgbClr val="005A9C"/>
                </a:solidFill>
                <a:latin typeface="Arial"/>
                <a:ea typeface="Arial"/>
                <a:cs typeface="Arial"/>
              </a:defRPr>
            </a:lvl9pPr>
          </a:lstStyle>
          <a:p xmlns:a="http://schemas.openxmlformats.org/drawingml/2006/main">
            <a:pPr algn="ctr">
              <a:defRPr sz="2025" b="1">
                <a:solidFill>
                  <a:srgbClr val="005A9C"/>
                </a:solidFill>
                <a:latin typeface="Arial"/>
                <a:ea typeface="Arial"/>
                <a:cs typeface="Arial"/>
              </a:defRPr>
            </a:pPr>
            <a:r>
              <a:rPr sz="2025" b="1">
                <a:solidFill>
                  <a:srgbClr val="005A9C"/>
                </a:solidFill>
                <a:latin typeface="Arial"/>
                <a:ea typeface="Arial"/>
                <a:cs typeface="Arial"/>
              </a:rPr>
              <a:t>Back office</a:t>
            </a:r>
          </a:p>
        </p:txBody>
      </p:sp>
      <p:sp>
        <p:nvSpPr>
          <p:cNvPr id="15" name="!!task.files">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3FD423BA-3834-4C0A-97D5-CEB43A549546}"/>
              </a:ext>
            </a:extLst>
          </p:cNvPr>
          <p:cNvSpPr>
            <a:spLocks xmlns:a="http://schemas.openxmlformats.org/drawingml/2006/main" noGrp="1"/>
          </p:cNvSpPr>
          <p:nvPr/>
        </p:nvSpPr>
        <p:spPr>
          <a:xfrm xmlns:a="http://schemas.openxmlformats.org/drawingml/2006/main">
            <a:off x="762000" y="582930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Document processing</a:t>
            </a:r>
          </a:p>
        </p:txBody>
      </p:sp>
      <p:sp>
        <p:nvSpPr>
          <p:cNvPr id="16" name="!!task.dev">
            <ns0:hlinkClick xmlns:ns0="http://schemas.openxmlformats.org/drawingml/2006/main" xmlns:ns1="http://schemas.openxmlformats.org/officeDocument/2006/relationships" ns1:id="rIdNavSlide25" action="ppaction://hlinksldjump" tooltip="Slide 25: Turning a business request into a working tool"/>
            <a:extLst xmlns:a="http://schemas.openxmlformats.org/drawingml/2006/main">
              <a:ext uri="{FF2B5EF4-FFF2-40B4-BE49-F238E27FC236}">
                <a16:creationId xmlns:a16="http://schemas.microsoft.com/office/drawing/2014/main" id="{2CC421B4-63BC-4D49-9C0F-C870B9C66541}"/>
              </a:ext>
            </a:extLst>
          </p:cNvPr>
          <p:cNvSpPr>
            <a:spLocks xmlns:a="http://schemas.openxmlformats.org/drawingml/2006/main" noGrp="1"/>
          </p:cNvSpPr>
          <p:nvPr/>
        </p:nvSpPr>
        <p:spPr>
          <a:xfrm xmlns:a="http://schemas.openxmlformats.org/drawingml/2006/main">
            <a:off x="762000" y="614362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Tool development</a:t>
            </a:r>
          </a:p>
        </p:txBody>
      </p:sp>
      <p:sp>
        <p:nvSpPr>
          <p:cNvPr id="17" name="!!map.separator">
            <a:extLst xmlns:a="http://schemas.openxmlformats.org/drawingml/2006/main">
              <a:ext uri="{FF2B5EF4-FFF2-40B4-BE49-F238E27FC236}">
                <a16:creationId xmlns:a16="http://schemas.microsoft.com/office/drawing/2014/main" id="{FFA3E4B3-2C3A-4FE2-AAC0-B2D2AEB7A3CA}"/>
              </a:ext>
            </a:extLst>
          </p:cNvPr>
          <p:cNvSpPr>
            <a:spLocks xmlns:a="http://schemas.openxmlformats.org/drawingml/2006/main" noGrp="1"/>
          </p:cNvSpPr>
          <p:nvPr/>
        </p:nvSpPr>
        <p:spPr>
          <a:xfrm xmlns:a="http://schemas.openxmlformats.org/drawingml/2006/main" flipH="0" flipV="0">
            <a:off x="3600450" y="1990725"/>
            <a:ext cx="953" cy="5076825"/>
          </a:xfrm>
          <a:prstGeom xmlns:a="http://schemas.openxmlformats.org/drawingml/2006/main" prst="line">
            <a:avLst/>
          </a:prstGeom>
          <a:noFill xmlns:a="http://schemas.openxmlformats.org/drawingml/2006/main"/>
          <a:ln xmlns:a="http://schemas.openxmlformats.org/drawingml/2006/main" w="9525">
            <a:solidFill>
              <a:srgbClr val="BCC6CF"/>
            </a:solidFill>
            <a:prstDash val="solid"/>
          </a:ln>
        </p:spPr>
      </p:sp>
      <p:sp>
        <p:nvSpPr>
          <p:cNvPr id="18" name="!!example">
            <a:extLst xmlns:a="http://schemas.openxmlformats.org/drawingml/2006/main">
              <a:ext uri="{FF2B5EF4-FFF2-40B4-BE49-F238E27FC236}">
                <a16:creationId xmlns:a16="http://schemas.microsoft.com/office/drawing/2014/main" id="{57DB129E-9F24-4E21-8D69-F6736666C625}"/>
              </a:ext>
            </a:extLst>
          </p:cNvPr>
          <p:cNvSpPr>
            <a:spLocks xmlns:a="http://schemas.openxmlformats.org/drawingml/2006/main" noGrp="1"/>
          </p:cNvSpPr>
          <p:nvPr/>
        </p:nvSpPr>
        <p:spPr>
          <a:xfrm xmlns:a="http://schemas.openxmlformats.org/drawingml/2006/main">
            <a:off x="13906500" y="1238250"/>
            <a:ext cx="685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707C88"/>
                </a:solidFill>
                <a:latin typeface="Arial"/>
                <a:ea typeface="Arial"/>
                <a:cs typeface="Arial"/>
              </a:defRPr>
            </a:defPPr>
            <a:lvl1pPr algn="r">
              <a:defRPr sz="1350" b="0">
                <a:solidFill>
                  <a:srgbClr val="707C88"/>
                </a:solidFill>
                <a:latin typeface="Arial"/>
                <a:ea typeface="Arial"/>
                <a:cs typeface="Arial"/>
              </a:defRPr>
            </a:lvl1pPr>
            <a:lvl2pPr algn="r">
              <a:defRPr sz="1350" b="0">
                <a:solidFill>
                  <a:srgbClr val="707C88"/>
                </a:solidFill>
                <a:latin typeface="Arial"/>
                <a:ea typeface="Arial"/>
                <a:cs typeface="Arial"/>
              </a:defRPr>
            </a:lvl2pPr>
            <a:lvl3pPr algn="r">
              <a:defRPr sz="1350" b="0">
                <a:solidFill>
                  <a:srgbClr val="707C88"/>
                </a:solidFill>
                <a:latin typeface="Arial"/>
                <a:ea typeface="Arial"/>
                <a:cs typeface="Arial"/>
              </a:defRPr>
            </a:lvl3pPr>
            <a:lvl4pPr algn="r">
              <a:defRPr sz="1350" b="0">
                <a:solidFill>
                  <a:srgbClr val="707C88"/>
                </a:solidFill>
                <a:latin typeface="Arial"/>
                <a:ea typeface="Arial"/>
                <a:cs typeface="Arial"/>
              </a:defRPr>
            </a:lvl4pPr>
            <a:lvl5pPr algn="r">
              <a:defRPr sz="1350" b="0">
                <a:solidFill>
                  <a:srgbClr val="707C88"/>
                </a:solidFill>
                <a:latin typeface="Arial"/>
                <a:ea typeface="Arial"/>
                <a:cs typeface="Arial"/>
              </a:defRPr>
            </a:lvl5pPr>
            <a:lvl6pPr algn="r">
              <a:defRPr sz="1350" b="0">
                <a:solidFill>
                  <a:srgbClr val="707C88"/>
                </a:solidFill>
                <a:latin typeface="Arial"/>
                <a:ea typeface="Arial"/>
                <a:cs typeface="Arial"/>
              </a:defRPr>
            </a:lvl6pPr>
            <a:lvl7pPr algn="r">
              <a:defRPr sz="1350" b="0">
                <a:solidFill>
                  <a:srgbClr val="707C88"/>
                </a:solidFill>
                <a:latin typeface="Arial"/>
                <a:ea typeface="Arial"/>
                <a:cs typeface="Arial"/>
              </a:defRPr>
            </a:lvl7pPr>
            <a:lvl8pPr algn="r">
              <a:defRPr sz="1350" b="0">
                <a:solidFill>
                  <a:srgbClr val="707C88"/>
                </a:solidFill>
                <a:latin typeface="Arial"/>
                <a:ea typeface="Arial"/>
                <a:cs typeface="Arial"/>
              </a:defRPr>
            </a:lvl8pPr>
            <a:lvl9pPr algn="r">
              <a:defRPr sz="1350" b="0">
                <a:solidFill>
                  <a:srgbClr val="707C88"/>
                </a:solidFill>
                <a:latin typeface="Arial"/>
                <a:ea typeface="Arial"/>
                <a:cs typeface="Arial"/>
              </a:defRPr>
            </a:lvl9pPr>
          </a:lstStyle>
          <a:p xmlns:a="http://schemas.openxmlformats.org/drawingml/2006/main">
            <a:pPr algn="r">
              <a:defRPr sz="1350" b="0">
                <a:solidFill>
                  <a:srgbClr val="707C88"/>
                </a:solidFill>
                <a:latin typeface="Arial"/>
                <a:ea typeface="Arial"/>
                <a:cs typeface="Arial"/>
              </a:defRPr>
            </a:pPr>
            <a:r>
              <a:rPr sz="1350" b="0">
                <a:solidFill>
                  <a:srgbClr val="707C88"/>
                </a:solidFill>
                <a:latin typeface="Arial"/>
                <a:ea typeface="Arial"/>
                <a:cs typeface="Arial"/>
              </a:rPr>
              <a:t>Example</a:t>
            </a:r>
          </a:p>
        </p:txBody>
      </p:sp>
      <p:sp>
        <p:nvSpPr>
          <p:cNvPr id="19" name="!!nav.home">
            <ns0:hlinkClick xmlns:ns0="http://schemas.openxmlformats.org/drawingml/2006/main" xmlns:ns1="http://schemas.openxmlformats.org/officeDocument/2006/relationships" ns1:id="rIdNavSlide3" action="ppaction://hlinksldjump" tooltip="Slide 3: Seven workflows across the firm"/>
            <a:extLst xmlns:a="http://schemas.openxmlformats.org/drawingml/2006/main">
              <a:ext uri="{FF2B5EF4-FFF2-40B4-BE49-F238E27FC236}">
                <a16:creationId xmlns:a16="http://schemas.microsoft.com/office/drawing/2014/main" id="{B706702D-D55B-4D04-93B9-84320F8E3BA4}"/>
              </a:ext>
            </a:extLst>
          </p:cNvPr>
          <p:cNvSpPr>
            <a:spLocks xmlns:a="http://schemas.openxmlformats.org/drawingml/2006/main" noGrp="1"/>
          </p:cNvSpPr>
          <p:nvPr/>
        </p:nvSpPr>
        <p:spPr>
          <a:xfrm xmlns:a="http://schemas.openxmlformats.org/drawingml/2006/main">
            <a:off x="647700" y="7496175"/>
            <a:ext cx="26098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BCC6CF"/>
            </a:solidFill>
            <a:prstDash val="solid"/>
          </a:ln>
        </p:spPr>
        <p:txBody>
          <a:bodyPr xmlns:a="http://schemas.openxmlformats.org/drawingml/2006/main" wrap="square" lIns="114300" tIns="0" rIns="114300" bIns="0" anchor="ctr">
            <a:noAutofit/>
          </a:bodyPr>
          <a:lstStyle xmlns:a="http://schemas.openxmlformats.org/drawingml/2006/main">
            <a:defPPr algn="ctr">
              <a:defRPr sz="1800" b="1">
                <a:solidFill>
                  <a:srgbClr val="005A9C"/>
                </a:solidFill>
                <a:latin typeface="Arial"/>
                <a:ea typeface="Arial"/>
                <a:cs typeface="Arial"/>
              </a:defRPr>
            </a:defPPr>
            <a:lvl1pPr algn="ctr">
              <a:defRPr sz="1800" b="1">
                <a:solidFill>
                  <a:srgbClr val="005A9C"/>
                </a:solidFill>
                <a:latin typeface="Arial"/>
                <a:ea typeface="Arial"/>
                <a:cs typeface="Arial"/>
              </a:defRPr>
            </a:lvl1pPr>
            <a:lvl2pPr algn="ctr">
              <a:defRPr sz="1800" b="1">
                <a:solidFill>
                  <a:srgbClr val="005A9C"/>
                </a:solidFill>
                <a:latin typeface="Arial"/>
                <a:ea typeface="Arial"/>
                <a:cs typeface="Arial"/>
              </a:defRPr>
            </a:lvl2pPr>
            <a:lvl3pPr algn="ctr">
              <a:defRPr sz="1800" b="1">
                <a:solidFill>
                  <a:srgbClr val="005A9C"/>
                </a:solidFill>
                <a:latin typeface="Arial"/>
                <a:ea typeface="Arial"/>
                <a:cs typeface="Arial"/>
              </a:defRPr>
            </a:lvl3pPr>
            <a:lvl4pPr algn="ctr">
              <a:defRPr sz="1800" b="1">
                <a:solidFill>
                  <a:srgbClr val="005A9C"/>
                </a:solidFill>
                <a:latin typeface="Arial"/>
                <a:ea typeface="Arial"/>
                <a:cs typeface="Arial"/>
              </a:defRPr>
            </a:lvl4pPr>
            <a:lvl5pPr algn="ctr">
              <a:defRPr sz="1800" b="1">
                <a:solidFill>
                  <a:srgbClr val="005A9C"/>
                </a:solidFill>
                <a:latin typeface="Arial"/>
                <a:ea typeface="Arial"/>
                <a:cs typeface="Arial"/>
              </a:defRPr>
            </a:lvl5pPr>
            <a:lvl6pPr algn="ctr">
              <a:defRPr sz="1800" b="1">
                <a:solidFill>
                  <a:srgbClr val="005A9C"/>
                </a:solidFill>
                <a:latin typeface="Arial"/>
                <a:ea typeface="Arial"/>
                <a:cs typeface="Arial"/>
              </a:defRPr>
            </a:lvl6pPr>
            <a:lvl7pPr algn="ctr">
              <a:defRPr sz="1800" b="1">
                <a:solidFill>
                  <a:srgbClr val="005A9C"/>
                </a:solidFill>
                <a:latin typeface="Arial"/>
                <a:ea typeface="Arial"/>
                <a:cs typeface="Arial"/>
              </a:defRPr>
            </a:lvl7pPr>
            <a:lvl8pPr algn="ctr">
              <a:defRPr sz="1800" b="1">
                <a:solidFill>
                  <a:srgbClr val="005A9C"/>
                </a:solidFill>
                <a:latin typeface="Arial"/>
                <a:ea typeface="Arial"/>
                <a:cs typeface="Arial"/>
              </a:defRPr>
            </a:lvl8pPr>
            <a:lvl9pPr algn="ctr">
              <a:defRPr sz="1800" b="1">
                <a:solidFill>
                  <a:srgbClr val="005A9C"/>
                </a:solidFill>
                <a:latin typeface="Arial"/>
                <a:ea typeface="Arial"/>
                <a:cs typeface="Arial"/>
              </a:defRPr>
            </a:lvl9pPr>
          </a:lstStyle>
          <a:p xmlns:a="http://schemas.openxmlformats.org/drawingml/2006/main">
            <a:pPr algn="ctr">
              <a:defRPr sz="1800" b="1">
                <a:solidFill>
                  <a:srgbClr val="005A9C"/>
                </a:solidFill>
                <a:latin typeface="Arial"/>
                <a:ea typeface="Arial"/>
                <a:cs typeface="Arial"/>
              </a:defRPr>
            </a:pPr>
            <a:r>
              <a:rPr sz="1800" b="1">
                <a:solidFill>
                  <a:srgbClr val="005A9C"/>
                </a:solidFill>
                <a:latin typeface="Arial"/>
                <a:ea typeface="Arial"/>
                <a:cs typeface="Arial"/>
              </a:rPr>
              <a:t>Firm overview</a:t>
            </a:r>
          </a:p>
        </p:txBody>
      </p:sp>
      <p:sp>
        <p:nvSpPr>
          <p:cNvPr id="20" name="!!page">
            <a:extLst xmlns:a="http://schemas.openxmlformats.org/drawingml/2006/main">
              <a:ext uri="{FF2B5EF4-FFF2-40B4-BE49-F238E27FC236}">
                <a16:creationId xmlns:a16="http://schemas.microsoft.com/office/drawing/2014/main" id="{C3E560CD-A9F6-4E20-A2EE-EEEF0F3C1DD8}"/>
              </a:ext>
            </a:extLst>
          </p:cNvPr>
          <p:cNvSpPr>
            <a:spLocks xmlns:a="http://schemas.openxmlformats.org/drawingml/2006/main" noGrp="1"/>
          </p:cNvSpPr>
          <p:nvPr/>
        </p:nvSpPr>
        <p:spPr>
          <a:xfrm xmlns:a="http://schemas.openxmlformats.org/drawingml/2006/main">
            <a:off x="11144250" y="7591425"/>
            <a:ext cx="904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650" b="0">
                <a:solidFill>
                  <a:srgbClr val="707C88"/>
                </a:solidFill>
                <a:latin typeface="Arial"/>
                <a:ea typeface="Arial"/>
                <a:cs typeface="Arial"/>
              </a:defRPr>
            </a:defPPr>
            <a:lvl1pPr algn="r">
              <a:defRPr sz="1650" b="0">
                <a:solidFill>
                  <a:srgbClr val="707C88"/>
                </a:solidFill>
                <a:latin typeface="Arial"/>
                <a:ea typeface="Arial"/>
                <a:cs typeface="Arial"/>
              </a:defRPr>
            </a:lvl1pPr>
            <a:lvl2pPr algn="r">
              <a:defRPr sz="1650" b="0">
                <a:solidFill>
                  <a:srgbClr val="707C88"/>
                </a:solidFill>
                <a:latin typeface="Arial"/>
                <a:ea typeface="Arial"/>
                <a:cs typeface="Arial"/>
              </a:defRPr>
            </a:lvl2pPr>
            <a:lvl3pPr algn="r">
              <a:defRPr sz="1650" b="0">
                <a:solidFill>
                  <a:srgbClr val="707C88"/>
                </a:solidFill>
                <a:latin typeface="Arial"/>
                <a:ea typeface="Arial"/>
                <a:cs typeface="Arial"/>
              </a:defRPr>
            </a:lvl3pPr>
            <a:lvl4pPr algn="r">
              <a:defRPr sz="1650" b="0">
                <a:solidFill>
                  <a:srgbClr val="707C88"/>
                </a:solidFill>
                <a:latin typeface="Arial"/>
                <a:ea typeface="Arial"/>
                <a:cs typeface="Arial"/>
              </a:defRPr>
            </a:lvl4pPr>
            <a:lvl5pPr algn="r">
              <a:defRPr sz="1650" b="0">
                <a:solidFill>
                  <a:srgbClr val="707C88"/>
                </a:solidFill>
                <a:latin typeface="Arial"/>
                <a:ea typeface="Arial"/>
                <a:cs typeface="Arial"/>
              </a:defRPr>
            </a:lvl5pPr>
            <a:lvl6pPr algn="r">
              <a:defRPr sz="1650" b="0">
                <a:solidFill>
                  <a:srgbClr val="707C88"/>
                </a:solidFill>
                <a:latin typeface="Arial"/>
                <a:ea typeface="Arial"/>
                <a:cs typeface="Arial"/>
              </a:defRPr>
            </a:lvl6pPr>
            <a:lvl7pPr algn="r">
              <a:defRPr sz="1650" b="0">
                <a:solidFill>
                  <a:srgbClr val="707C88"/>
                </a:solidFill>
                <a:latin typeface="Arial"/>
                <a:ea typeface="Arial"/>
                <a:cs typeface="Arial"/>
              </a:defRPr>
            </a:lvl7pPr>
            <a:lvl8pPr algn="r">
              <a:defRPr sz="1650" b="0">
                <a:solidFill>
                  <a:srgbClr val="707C88"/>
                </a:solidFill>
                <a:latin typeface="Arial"/>
                <a:ea typeface="Arial"/>
                <a:cs typeface="Arial"/>
              </a:defRPr>
            </a:lvl8pPr>
            <a:lvl9pPr algn="r">
              <a:defRPr sz="1650" b="0">
                <a:solidFill>
                  <a:srgbClr val="707C88"/>
                </a:solidFill>
                <a:latin typeface="Arial"/>
                <a:ea typeface="Arial"/>
                <a:cs typeface="Arial"/>
              </a:defRPr>
            </a:lvl9pPr>
          </a:lstStyle>
          <a:p xmlns:a="http://schemas.openxmlformats.org/drawingml/2006/main">
            <a:pPr algn="r">
              <a:defRPr sz="1650" b="0">
                <a:solidFill>
                  <a:srgbClr val="707C88"/>
                </a:solidFill>
                <a:latin typeface="Arial"/>
                <a:ea typeface="Arial"/>
                <a:cs typeface="Arial"/>
              </a:defRPr>
            </a:pPr>
            <a:r>
              <a:rPr sz="1650" b="0">
                <a:solidFill>
                  <a:srgbClr val="707C88"/>
                </a:solidFill>
                <a:latin typeface="Arial"/>
                <a:ea typeface="Arial"/>
                <a:cs typeface="Arial"/>
              </a:rPr>
              <a:t>8 / 33</a:t>
            </a:r>
          </a:p>
        </p:txBody>
      </p:sp>
      <p:sp>
        <p:nvSpPr>
          <p:cNvPr id="21" name="!!nav.prev">
            <ns0:hlinkClick xmlns:ns0="http://schemas.openxmlformats.org/drawingml/2006/main" xmlns:ns1="http://schemas.openxmlformats.org/officeDocument/2006/relationships" ns1:id="rIdNavSlide7" action="ppaction://hlinksldjump" tooltip="Slide 7: Zhong Ou: populating research templates"/>
            <a:extLst xmlns:a="http://schemas.openxmlformats.org/drawingml/2006/main">
              <a:ext uri="{FF2B5EF4-FFF2-40B4-BE49-F238E27FC236}">
                <a16:creationId xmlns:a16="http://schemas.microsoft.com/office/drawing/2014/main" id="{E18762E3-B466-4633-B0B1-54140495412E}"/>
              </a:ext>
            </a:extLst>
          </p:cNvPr>
          <p:cNvSpPr>
            <a:spLocks xmlns:a="http://schemas.openxmlformats.org/drawingml/2006/main" noGrp="1"/>
          </p:cNvSpPr>
          <p:nvPr/>
        </p:nvSpPr>
        <p:spPr>
          <a:xfrm xmlns:a="http://schemas.openxmlformats.org/drawingml/2006/main">
            <a:off x="12287250" y="7496175"/>
            <a:ext cx="1047750" cy="4572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725" b="1">
                <a:solidFill>
                  <a:srgbClr val="005A9C"/>
                </a:solidFill>
                <a:latin typeface="Arial"/>
                <a:ea typeface="Arial"/>
                <a:cs typeface="Arial"/>
              </a:defRPr>
            </a:defPPr>
            <a:lvl1pPr algn="ctr">
              <a:defRPr sz="1725" b="1">
                <a:solidFill>
                  <a:srgbClr val="005A9C"/>
                </a:solidFill>
                <a:latin typeface="Arial"/>
                <a:ea typeface="Arial"/>
                <a:cs typeface="Arial"/>
              </a:defRPr>
            </a:lvl1pPr>
            <a:lvl2pPr algn="ctr">
              <a:defRPr sz="1725" b="1">
                <a:solidFill>
                  <a:srgbClr val="005A9C"/>
                </a:solidFill>
                <a:latin typeface="Arial"/>
                <a:ea typeface="Arial"/>
                <a:cs typeface="Arial"/>
              </a:defRPr>
            </a:lvl2pPr>
            <a:lvl3pPr algn="ctr">
              <a:defRPr sz="1725" b="1">
                <a:solidFill>
                  <a:srgbClr val="005A9C"/>
                </a:solidFill>
                <a:latin typeface="Arial"/>
                <a:ea typeface="Arial"/>
                <a:cs typeface="Arial"/>
              </a:defRPr>
            </a:lvl3pPr>
            <a:lvl4pPr algn="ctr">
              <a:defRPr sz="1725" b="1">
                <a:solidFill>
                  <a:srgbClr val="005A9C"/>
                </a:solidFill>
                <a:latin typeface="Arial"/>
                <a:ea typeface="Arial"/>
                <a:cs typeface="Arial"/>
              </a:defRPr>
            </a:lvl4pPr>
            <a:lvl5pPr algn="ctr">
              <a:defRPr sz="1725" b="1">
                <a:solidFill>
                  <a:srgbClr val="005A9C"/>
                </a:solidFill>
                <a:latin typeface="Arial"/>
                <a:ea typeface="Arial"/>
                <a:cs typeface="Arial"/>
              </a:defRPr>
            </a:lvl5pPr>
            <a:lvl6pPr algn="ctr">
              <a:defRPr sz="1725" b="1">
                <a:solidFill>
                  <a:srgbClr val="005A9C"/>
                </a:solidFill>
                <a:latin typeface="Arial"/>
                <a:ea typeface="Arial"/>
                <a:cs typeface="Arial"/>
              </a:defRPr>
            </a:lvl6pPr>
            <a:lvl7pPr algn="ctr">
              <a:defRPr sz="1725" b="1">
                <a:solidFill>
                  <a:srgbClr val="005A9C"/>
                </a:solidFill>
                <a:latin typeface="Arial"/>
                <a:ea typeface="Arial"/>
                <a:cs typeface="Arial"/>
              </a:defRPr>
            </a:lvl7pPr>
            <a:lvl8pPr algn="ctr">
              <a:defRPr sz="1725" b="1">
                <a:solidFill>
                  <a:srgbClr val="005A9C"/>
                </a:solidFill>
                <a:latin typeface="Arial"/>
                <a:ea typeface="Arial"/>
                <a:cs typeface="Arial"/>
              </a:defRPr>
            </a:lvl8pPr>
            <a:lvl9pPr algn="ctr">
              <a:defRPr sz="1725" b="1">
                <a:solidFill>
                  <a:srgbClr val="005A9C"/>
                </a:solidFill>
                <a:latin typeface="Arial"/>
                <a:ea typeface="Arial"/>
                <a:cs typeface="Arial"/>
              </a:defRPr>
            </a:lvl9pPr>
          </a:lstStyle>
          <a:p xmlns:a="http://schemas.openxmlformats.org/drawingml/2006/main">
            <a:pPr algn="ctr">
              <a:defRPr sz="1725" b="1">
                <a:solidFill>
                  <a:srgbClr val="005A9C"/>
                </a:solidFill>
                <a:latin typeface="Arial"/>
                <a:ea typeface="Arial"/>
                <a:cs typeface="Arial"/>
              </a:defRPr>
            </a:pPr>
            <a:r>
              <a:rPr sz="1725" b="1">
                <a:solidFill>
                  <a:srgbClr val="005A9C"/>
                </a:solidFill>
                <a:latin typeface="Arial"/>
                <a:ea typeface="Arial"/>
                <a:cs typeface="Arial"/>
              </a:rPr>
              <a:t>Back</a:t>
            </a:r>
          </a:p>
        </p:txBody>
      </p:sp>
      <p:sp>
        <p:nvSpPr>
          <p:cNvPr id="22" name="!!nav.next">
            <ns0:hlinkClick xmlns:ns0="http://schemas.openxmlformats.org/drawingml/2006/main" xmlns:ns1="http://schemas.openxmlformats.org/officeDocument/2006/relationships" ns1:id="rIdNavSlide9" action="ppaction://hlinksldjump" tooltip="Slide 9: Preparing a bond quote request"/>
            <a:extLst xmlns:a="http://schemas.openxmlformats.org/drawingml/2006/main">
              <a:ext uri="{FF2B5EF4-FFF2-40B4-BE49-F238E27FC236}">
                <a16:creationId xmlns:a16="http://schemas.microsoft.com/office/drawing/2014/main" id="{F8D902BD-7EFB-4378-BE57-80DA149DC650}"/>
              </a:ext>
            </a:extLst>
          </p:cNvPr>
          <p:cNvSpPr>
            <a:spLocks xmlns:a="http://schemas.openxmlformats.org/drawingml/2006/main" noGrp="1"/>
          </p:cNvSpPr>
          <p:nvPr/>
        </p:nvSpPr>
        <p:spPr>
          <a:xfrm xmlns:a="http://schemas.openxmlformats.org/drawingml/2006/main">
            <a:off x="13506450" y="7496175"/>
            <a:ext cx="1085850" cy="45720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725" b="1">
                <a:solidFill>
                  <a:srgbClr val="FFFFFF"/>
                </a:solidFill>
                <a:latin typeface="Arial"/>
                <a:ea typeface="Arial"/>
                <a:cs typeface="Arial"/>
              </a:defRPr>
            </a:defPPr>
            <a:lvl1pPr algn="ctr">
              <a:defRPr sz="1725" b="1">
                <a:solidFill>
                  <a:srgbClr val="FFFFFF"/>
                </a:solidFill>
                <a:latin typeface="Arial"/>
                <a:ea typeface="Arial"/>
                <a:cs typeface="Arial"/>
              </a:defRPr>
            </a:lvl1pPr>
            <a:lvl2pPr algn="ctr">
              <a:defRPr sz="1725" b="1">
                <a:solidFill>
                  <a:srgbClr val="FFFFFF"/>
                </a:solidFill>
                <a:latin typeface="Arial"/>
                <a:ea typeface="Arial"/>
                <a:cs typeface="Arial"/>
              </a:defRPr>
            </a:lvl2pPr>
            <a:lvl3pPr algn="ctr">
              <a:defRPr sz="1725" b="1">
                <a:solidFill>
                  <a:srgbClr val="FFFFFF"/>
                </a:solidFill>
                <a:latin typeface="Arial"/>
                <a:ea typeface="Arial"/>
                <a:cs typeface="Arial"/>
              </a:defRPr>
            </a:lvl3pPr>
            <a:lvl4pPr algn="ctr">
              <a:defRPr sz="1725" b="1">
                <a:solidFill>
                  <a:srgbClr val="FFFFFF"/>
                </a:solidFill>
                <a:latin typeface="Arial"/>
                <a:ea typeface="Arial"/>
                <a:cs typeface="Arial"/>
              </a:defRPr>
            </a:lvl4pPr>
            <a:lvl5pPr algn="ctr">
              <a:defRPr sz="1725" b="1">
                <a:solidFill>
                  <a:srgbClr val="FFFFFF"/>
                </a:solidFill>
                <a:latin typeface="Arial"/>
                <a:ea typeface="Arial"/>
                <a:cs typeface="Arial"/>
              </a:defRPr>
            </a:lvl5pPr>
            <a:lvl6pPr algn="ctr">
              <a:defRPr sz="1725" b="1">
                <a:solidFill>
                  <a:srgbClr val="FFFFFF"/>
                </a:solidFill>
                <a:latin typeface="Arial"/>
                <a:ea typeface="Arial"/>
                <a:cs typeface="Arial"/>
              </a:defRPr>
            </a:lvl6pPr>
            <a:lvl7pPr algn="ctr">
              <a:defRPr sz="1725" b="1">
                <a:solidFill>
                  <a:srgbClr val="FFFFFF"/>
                </a:solidFill>
                <a:latin typeface="Arial"/>
                <a:ea typeface="Arial"/>
                <a:cs typeface="Arial"/>
              </a:defRPr>
            </a:lvl7pPr>
            <a:lvl8pPr algn="ctr">
              <a:defRPr sz="1725" b="1">
                <a:solidFill>
                  <a:srgbClr val="FFFFFF"/>
                </a:solidFill>
                <a:latin typeface="Arial"/>
                <a:ea typeface="Arial"/>
                <a:cs typeface="Arial"/>
              </a:defRPr>
            </a:lvl8pPr>
            <a:lvl9pPr algn="ctr">
              <a:defRPr sz="1725" b="1">
                <a:solidFill>
                  <a:srgbClr val="FFFFFF"/>
                </a:solidFill>
                <a:latin typeface="Arial"/>
                <a:ea typeface="Arial"/>
                <a:cs typeface="Arial"/>
              </a:defRPr>
            </a:lvl9pPr>
          </a:lstStyle>
          <a:p xmlns:a="http://schemas.openxmlformats.org/drawingml/2006/main">
            <a:pPr algn="ctr">
              <a:defRPr sz="1725" b="1">
                <a:solidFill>
                  <a:srgbClr val="FFFFFF"/>
                </a:solidFill>
                <a:latin typeface="Arial"/>
                <a:ea typeface="Arial"/>
                <a:cs typeface="Arial"/>
              </a:defRPr>
            </a:pPr>
            <a:r>
              <a:rPr sz="1725" b="1">
                <a:solidFill>
                  <a:srgbClr val="FFFFFF"/>
                </a:solidFill>
                <a:latin typeface="Arial"/>
                <a:ea typeface="Arial"/>
                <a:cs typeface="Arial"/>
              </a:rPr>
              <a:t>Next</a:t>
            </a:r>
          </a:p>
        </p:txBody>
      </p:sp>
      <p:sp>
        <p:nvSpPr>
          <p:cNvPr id="23" name="!!footer.rule">
            <a:extLst xmlns:a="http://schemas.openxmlformats.org/drawingml/2006/main">
              <a:ext uri="{FF2B5EF4-FFF2-40B4-BE49-F238E27FC236}">
                <a16:creationId xmlns:a16="http://schemas.microsoft.com/office/drawing/2014/main" id="{77F87DE7-94F1-46A4-AFD8-B1D0B2625A69}"/>
              </a:ext>
            </a:extLst>
          </p:cNvPr>
          <p:cNvSpPr>
            <a:spLocks xmlns:a="http://schemas.openxmlformats.org/drawingml/2006/main" noGrp="1"/>
          </p:cNvSpPr>
          <p:nvPr/>
        </p:nvSpPr>
        <p:spPr>
          <a:xfrm xmlns:a="http://schemas.openxmlformats.org/drawingml/2006/main" flipH="0" flipV="0">
            <a:off x="647700" y="8134350"/>
            <a:ext cx="13944600" cy="953"/>
          </a:xfrm>
          <a:prstGeom xmlns:a="http://schemas.openxmlformats.org/drawingml/2006/main" prst="line">
            <a:avLst/>
          </a:prstGeom>
          <a:noFill xmlns:a="http://schemas.openxmlformats.org/drawingml/2006/main"/>
          <a:ln xmlns:a="http://schemas.openxmlformats.org/drawingml/2006/main" w="9525">
            <a:solidFill>
              <a:srgbClr val="BCC6CF"/>
            </a:solidFill>
            <a:prstDash val="solid"/>
          </a:ln>
        </p:spPr>
      </p:sp>
      <p:sp>
        <p:nvSpPr>
          <p:cNvPr id="24" name="!!source">
            <a:extLst xmlns:a="http://schemas.openxmlformats.org/drawingml/2006/main">
              <a:ext uri="{FF2B5EF4-FFF2-40B4-BE49-F238E27FC236}">
                <a16:creationId xmlns:a16="http://schemas.microsoft.com/office/drawing/2014/main" id="{B5B5EA3D-B4E8-46F9-BC8D-66E30522E1E6}"/>
              </a:ext>
            </a:extLst>
          </p:cNvPr>
          <p:cNvSpPr>
            <a:spLocks xmlns:a="http://schemas.openxmlformats.org/drawingml/2006/main" noGrp="1"/>
          </p:cNvSpPr>
          <p:nvPr/>
        </p:nvSpPr>
        <p:spPr>
          <a:xfrm xmlns:a="http://schemas.openxmlformats.org/drawingml/2006/main">
            <a:off x="647700" y="8267700"/>
            <a:ext cx="13944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707C88"/>
                </a:solidFill>
                <a:latin typeface="Arial"/>
                <a:ea typeface="Arial"/>
                <a:cs typeface="Arial"/>
              </a:defRPr>
            </a:defPPr>
            <a:lvl1pPr algn="l">
              <a:defRPr sz="1050" b="0">
                <a:solidFill>
                  <a:srgbClr val="707C88"/>
                </a:solidFill>
                <a:latin typeface="Arial"/>
                <a:ea typeface="Arial"/>
                <a:cs typeface="Arial"/>
              </a:defRPr>
            </a:lvl1pPr>
            <a:lvl2pPr algn="l">
              <a:defRPr sz="1050" b="0">
                <a:solidFill>
                  <a:srgbClr val="707C88"/>
                </a:solidFill>
                <a:latin typeface="Arial"/>
                <a:ea typeface="Arial"/>
                <a:cs typeface="Arial"/>
              </a:defRPr>
            </a:lvl2pPr>
            <a:lvl3pPr algn="l">
              <a:defRPr sz="1050" b="0">
                <a:solidFill>
                  <a:srgbClr val="707C88"/>
                </a:solidFill>
                <a:latin typeface="Arial"/>
                <a:ea typeface="Arial"/>
                <a:cs typeface="Arial"/>
              </a:defRPr>
            </a:lvl3pPr>
            <a:lvl4pPr algn="l">
              <a:defRPr sz="1050" b="0">
                <a:solidFill>
                  <a:srgbClr val="707C88"/>
                </a:solidFill>
                <a:latin typeface="Arial"/>
                <a:ea typeface="Arial"/>
                <a:cs typeface="Arial"/>
              </a:defRPr>
            </a:lvl4pPr>
            <a:lvl5pPr algn="l">
              <a:defRPr sz="1050" b="0">
                <a:solidFill>
                  <a:srgbClr val="707C88"/>
                </a:solidFill>
                <a:latin typeface="Arial"/>
                <a:ea typeface="Arial"/>
                <a:cs typeface="Arial"/>
              </a:defRPr>
            </a:lvl5pPr>
            <a:lvl6pPr algn="l">
              <a:defRPr sz="1050" b="0">
                <a:solidFill>
                  <a:srgbClr val="707C88"/>
                </a:solidFill>
                <a:latin typeface="Arial"/>
                <a:ea typeface="Arial"/>
                <a:cs typeface="Arial"/>
              </a:defRPr>
            </a:lvl6pPr>
            <a:lvl7pPr algn="l">
              <a:defRPr sz="1050" b="0">
                <a:solidFill>
                  <a:srgbClr val="707C88"/>
                </a:solidFill>
                <a:latin typeface="Arial"/>
                <a:ea typeface="Arial"/>
                <a:cs typeface="Arial"/>
              </a:defRPr>
            </a:lvl7pPr>
            <a:lvl8pPr algn="l">
              <a:defRPr sz="1050" b="0">
                <a:solidFill>
                  <a:srgbClr val="707C88"/>
                </a:solidFill>
                <a:latin typeface="Arial"/>
                <a:ea typeface="Arial"/>
                <a:cs typeface="Arial"/>
              </a:defRPr>
            </a:lvl8pPr>
            <a:lvl9pPr algn="l">
              <a:defRPr sz="1050" b="0">
                <a:solidFill>
                  <a:srgbClr val="707C88"/>
                </a:solidFill>
                <a:latin typeface="Arial"/>
                <a:ea typeface="Arial"/>
                <a:cs typeface="Arial"/>
              </a:defRPr>
            </a:lvl9pPr>
          </a:lstStyle>
          <a:p xmlns:a="http://schemas.openxmlformats.org/drawingml/2006/main">
            <a:pPr algn="l">
              <a:defRPr sz="1050" b="0">
                <a:solidFill>
                  <a:srgbClr val="707C88"/>
                </a:solidFill>
                <a:latin typeface="Arial"/>
                <a:ea typeface="Arial"/>
                <a:cs typeface="Arial"/>
              </a:defRPr>
            </a:pPr>
            <a:r>
              <a:rPr sz="1050" b="0">
                <a:solidFill>
                  <a:srgbClr val="707C88"/>
                </a:solidFill>
                <a:latin typeface="Arial"/>
                <a:ea typeface="Arial"/>
                <a:cs typeface="Arial"/>
              </a:rPr>
              <a:t>Sources: Tianhong; Fullgoal; Zhong Ou; Aegon-Industrial</a:t>
            </a:r>
          </a:p>
        </p:txBody>
      </p:sp>
      <p:sp>
        <p:nvSpPr>
          <p:cNvPr id="25" name="!!research.question">
            <a:extLst xmlns:a="http://schemas.openxmlformats.org/drawingml/2006/main">
              <a:ext uri="{FF2B5EF4-FFF2-40B4-BE49-F238E27FC236}">
                <a16:creationId xmlns:a16="http://schemas.microsoft.com/office/drawing/2014/main" id="{0B6618EB-B285-4B12-8D04-CD6E08EBD3CE}"/>
              </a:ext>
            </a:extLst>
          </p:cNvPr>
          <p:cNvSpPr>
            <a:spLocks xmlns:a="http://schemas.openxmlformats.org/drawingml/2006/main" noGrp="1"/>
          </p:cNvSpPr>
          <p:nvPr/>
        </p:nvSpPr>
        <p:spPr>
          <a:xfrm xmlns:a="http://schemas.openxmlformats.org/drawingml/2006/main">
            <a:off x="4057650" y="2047875"/>
            <a:ext cx="10534650" cy="64770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250" b="1">
                <a:solidFill>
                  <a:srgbClr val="20262C"/>
                </a:solidFill>
                <a:latin typeface="Arial"/>
                <a:ea typeface="Arial"/>
                <a:cs typeface="Arial"/>
              </a:defRPr>
            </a:defPPr>
            <a:lvl1pPr algn="ctr">
              <a:defRPr sz="2250" b="1">
                <a:solidFill>
                  <a:srgbClr val="20262C"/>
                </a:solidFill>
                <a:latin typeface="Arial"/>
                <a:ea typeface="Arial"/>
                <a:cs typeface="Arial"/>
              </a:defRPr>
            </a:lvl1pPr>
            <a:lvl2pPr algn="ctr">
              <a:defRPr sz="2250" b="1">
                <a:solidFill>
                  <a:srgbClr val="20262C"/>
                </a:solidFill>
                <a:latin typeface="Arial"/>
                <a:ea typeface="Arial"/>
                <a:cs typeface="Arial"/>
              </a:defRPr>
            </a:lvl2pPr>
            <a:lvl3pPr algn="ctr">
              <a:defRPr sz="2250" b="1">
                <a:solidFill>
                  <a:srgbClr val="20262C"/>
                </a:solidFill>
                <a:latin typeface="Arial"/>
                <a:ea typeface="Arial"/>
                <a:cs typeface="Arial"/>
              </a:defRPr>
            </a:lvl3pPr>
            <a:lvl4pPr algn="ctr">
              <a:defRPr sz="2250" b="1">
                <a:solidFill>
                  <a:srgbClr val="20262C"/>
                </a:solidFill>
                <a:latin typeface="Arial"/>
                <a:ea typeface="Arial"/>
                <a:cs typeface="Arial"/>
              </a:defRPr>
            </a:lvl4pPr>
            <a:lvl5pPr algn="ctr">
              <a:defRPr sz="2250" b="1">
                <a:solidFill>
                  <a:srgbClr val="20262C"/>
                </a:solidFill>
                <a:latin typeface="Arial"/>
                <a:ea typeface="Arial"/>
                <a:cs typeface="Arial"/>
              </a:defRPr>
            </a:lvl5pPr>
            <a:lvl6pPr algn="ctr">
              <a:defRPr sz="2250" b="1">
                <a:solidFill>
                  <a:srgbClr val="20262C"/>
                </a:solidFill>
                <a:latin typeface="Arial"/>
                <a:ea typeface="Arial"/>
                <a:cs typeface="Arial"/>
              </a:defRPr>
            </a:lvl6pPr>
            <a:lvl7pPr algn="ctr">
              <a:defRPr sz="2250" b="1">
                <a:solidFill>
                  <a:srgbClr val="20262C"/>
                </a:solidFill>
                <a:latin typeface="Arial"/>
                <a:ea typeface="Arial"/>
                <a:cs typeface="Arial"/>
              </a:defRPr>
            </a:lvl7pPr>
            <a:lvl8pPr algn="ctr">
              <a:defRPr sz="2250" b="1">
                <a:solidFill>
                  <a:srgbClr val="20262C"/>
                </a:solidFill>
                <a:latin typeface="Arial"/>
                <a:ea typeface="Arial"/>
                <a:cs typeface="Arial"/>
              </a:defRPr>
            </a:lvl8pPr>
            <a:lvl9pPr algn="ctr">
              <a:defRPr sz="2250" b="1">
                <a:solidFill>
                  <a:srgbClr val="20262C"/>
                </a:solidFill>
                <a:latin typeface="Arial"/>
                <a:ea typeface="Arial"/>
                <a:cs typeface="Arial"/>
              </a:defRPr>
            </a:lvl9pPr>
          </a:lstStyle>
          <a:p xmlns:a="http://schemas.openxmlformats.org/drawingml/2006/main">
            <a:pPr algn="ctr">
              <a:defRPr sz="2250" b="1">
                <a:solidFill>
                  <a:srgbClr val="20262C"/>
                </a:solidFill>
                <a:latin typeface="Arial"/>
                <a:ea typeface="Arial"/>
                <a:cs typeface="Arial"/>
              </a:defRPr>
            </a:pPr>
            <a:r>
              <a:rPr sz="2250" b="1">
                <a:solidFill>
                  <a:srgbClr val="20262C"/>
                </a:solidFill>
                <a:latin typeface="Arial"/>
                <a:ea typeface="Arial"/>
                <a:cs typeface="Arial"/>
              </a:rPr>
              <a:t>Analyst: Why did revenue grow this quarter, and can it continue?</a:t>
            </a:r>
          </a:p>
        </p:txBody>
      </p:sp>
      <p:sp>
        <p:nvSpPr>
          <p:cNvPr id="26" name="!!research.evidence.1.rule">
            <a:extLst xmlns:a="http://schemas.openxmlformats.org/drawingml/2006/main">
              <a:ext uri="{FF2B5EF4-FFF2-40B4-BE49-F238E27FC236}">
                <a16:creationId xmlns:a16="http://schemas.microsoft.com/office/drawing/2014/main" id="{DDC32748-F651-4B12-A8FE-0EBE1989CC5E}"/>
              </a:ext>
            </a:extLst>
          </p:cNvPr>
          <p:cNvSpPr>
            <a:spLocks xmlns:a="http://schemas.openxmlformats.org/drawingml/2006/main" noGrp="1"/>
          </p:cNvSpPr>
          <p:nvPr/>
        </p:nvSpPr>
        <p:spPr>
          <a:xfrm xmlns:a="http://schemas.openxmlformats.org/drawingml/2006/main" flipH="0" flipV="0">
            <a:off x="4057650" y="2952750"/>
            <a:ext cx="2952750" cy="953"/>
          </a:xfrm>
          <a:prstGeom xmlns:a="http://schemas.openxmlformats.org/drawingml/2006/main" prst="line">
            <a:avLst/>
          </a:prstGeom>
          <a:noFill xmlns:a="http://schemas.openxmlformats.org/drawingml/2006/main"/>
          <a:ln xmlns:a="http://schemas.openxmlformats.org/drawingml/2006/main" w="14288">
            <a:solidFill>
              <a:srgbClr val="317F7B"/>
            </a:solidFill>
            <a:prstDash val="solid"/>
          </a:ln>
        </p:spPr>
      </p:sp>
      <p:sp>
        <p:nvSpPr>
          <p:cNvPr id="27" name="!!research.evidence.1.label">
            <a:extLst xmlns:a="http://schemas.openxmlformats.org/drawingml/2006/main">
              <a:ext uri="{FF2B5EF4-FFF2-40B4-BE49-F238E27FC236}">
                <a16:creationId xmlns:a16="http://schemas.microsoft.com/office/drawing/2014/main" id="{769DD3B5-6FB5-409B-B6A2-B33D70DF6F57}"/>
              </a:ext>
            </a:extLst>
          </p:cNvPr>
          <p:cNvSpPr>
            <a:spLocks xmlns:a="http://schemas.openxmlformats.org/drawingml/2006/main" noGrp="1"/>
          </p:cNvSpPr>
          <p:nvPr/>
        </p:nvSpPr>
        <p:spPr>
          <a:xfrm xmlns:a="http://schemas.openxmlformats.org/drawingml/2006/main">
            <a:off x="4057650" y="3048000"/>
            <a:ext cx="2952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317F7B"/>
                </a:solidFill>
                <a:latin typeface="Arial"/>
                <a:ea typeface="Arial"/>
                <a:cs typeface="Arial"/>
              </a:defRPr>
            </a:defPPr>
            <a:lvl1pPr algn="l">
              <a:defRPr sz="1575" b="1">
                <a:solidFill>
                  <a:srgbClr val="317F7B"/>
                </a:solidFill>
                <a:latin typeface="Arial"/>
                <a:ea typeface="Arial"/>
                <a:cs typeface="Arial"/>
              </a:defRPr>
            </a:lvl1pPr>
            <a:lvl2pPr algn="l">
              <a:defRPr sz="1575" b="1">
                <a:solidFill>
                  <a:srgbClr val="317F7B"/>
                </a:solidFill>
                <a:latin typeface="Arial"/>
                <a:ea typeface="Arial"/>
                <a:cs typeface="Arial"/>
              </a:defRPr>
            </a:lvl2pPr>
            <a:lvl3pPr algn="l">
              <a:defRPr sz="1575" b="1">
                <a:solidFill>
                  <a:srgbClr val="317F7B"/>
                </a:solidFill>
                <a:latin typeface="Arial"/>
                <a:ea typeface="Arial"/>
                <a:cs typeface="Arial"/>
              </a:defRPr>
            </a:lvl3pPr>
            <a:lvl4pPr algn="l">
              <a:defRPr sz="1575" b="1">
                <a:solidFill>
                  <a:srgbClr val="317F7B"/>
                </a:solidFill>
                <a:latin typeface="Arial"/>
                <a:ea typeface="Arial"/>
                <a:cs typeface="Arial"/>
              </a:defRPr>
            </a:lvl4pPr>
            <a:lvl5pPr algn="l">
              <a:defRPr sz="1575" b="1">
                <a:solidFill>
                  <a:srgbClr val="317F7B"/>
                </a:solidFill>
                <a:latin typeface="Arial"/>
                <a:ea typeface="Arial"/>
                <a:cs typeface="Arial"/>
              </a:defRPr>
            </a:lvl5pPr>
            <a:lvl6pPr algn="l">
              <a:defRPr sz="1575" b="1">
                <a:solidFill>
                  <a:srgbClr val="317F7B"/>
                </a:solidFill>
                <a:latin typeface="Arial"/>
                <a:ea typeface="Arial"/>
                <a:cs typeface="Arial"/>
              </a:defRPr>
            </a:lvl6pPr>
            <a:lvl7pPr algn="l">
              <a:defRPr sz="1575" b="1">
                <a:solidFill>
                  <a:srgbClr val="317F7B"/>
                </a:solidFill>
                <a:latin typeface="Arial"/>
                <a:ea typeface="Arial"/>
                <a:cs typeface="Arial"/>
              </a:defRPr>
            </a:lvl7pPr>
            <a:lvl8pPr algn="l">
              <a:defRPr sz="1575" b="1">
                <a:solidFill>
                  <a:srgbClr val="317F7B"/>
                </a:solidFill>
                <a:latin typeface="Arial"/>
                <a:ea typeface="Arial"/>
                <a:cs typeface="Arial"/>
              </a:defRPr>
            </a:lvl8pPr>
            <a:lvl9pPr algn="l">
              <a:defRPr sz="1575" b="1">
                <a:solidFill>
                  <a:srgbClr val="317F7B"/>
                </a:solidFill>
                <a:latin typeface="Arial"/>
                <a:ea typeface="Arial"/>
                <a:cs typeface="Arial"/>
              </a:defRPr>
            </a:lvl9pPr>
          </a:lstStyle>
          <a:p xmlns:a="http://schemas.openxmlformats.org/drawingml/2006/main">
            <a:pPr algn="l">
              <a:defRPr sz="1575" b="1">
                <a:solidFill>
                  <a:srgbClr val="317F7B"/>
                </a:solidFill>
                <a:latin typeface="Arial"/>
                <a:ea typeface="Arial"/>
                <a:cs typeface="Arial"/>
              </a:defRPr>
            </a:pPr>
            <a:r>
              <a:rPr sz="1575" b="1">
                <a:solidFill>
                  <a:srgbClr val="317F7B"/>
                </a:solidFill>
                <a:latin typeface="Arial"/>
                <a:ea typeface="Arial"/>
                <a:cs typeface="Arial"/>
              </a:rPr>
              <a:t>[1] Prior / current quarter</a:t>
            </a:r>
          </a:p>
        </p:txBody>
      </p:sp>
      <p:sp>
        <p:nvSpPr>
          <p:cNvPr id="28" name="!!research.evidence.1.text">
            <a:extLst xmlns:a="http://schemas.openxmlformats.org/drawingml/2006/main">
              <a:ext uri="{FF2B5EF4-FFF2-40B4-BE49-F238E27FC236}">
                <a16:creationId xmlns:a16="http://schemas.microsoft.com/office/drawing/2014/main" id="{7C125E5B-714F-4E1A-B488-DF77D325DA61}"/>
              </a:ext>
            </a:extLst>
          </p:cNvPr>
          <p:cNvSpPr>
            <a:spLocks xmlns:a="http://schemas.openxmlformats.org/drawingml/2006/main" noGrp="1"/>
          </p:cNvSpPr>
          <p:nvPr/>
        </p:nvSpPr>
        <p:spPr>
          <a:xfrm xmlns:a="http://schemas.openxmlformats.org/drawingml/2006/main">
            <a:off x="4057650" y="3390900"/>
            <a:ext cx="2952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20262C"/>
                </a:solidFill>
                <a:latin typeface="Arial"/>
                <a:ea typeface="Arial"/>
                <a:cs typeface="Arial"/>
              </a:defRPr>
            </a:defPPr>
            <a:lvl1pPr algn="l">
              <a:defRPr sz="1650" b="0">
                <a:solidFill>
                  <a:srgbClr val="20262C"/>
                </a:solidFill>
                <a:latin typeface="Arial"/>
                <a:ea typeface="Arial"/>
                <a:cs typeface="Arial"/>
              </a:defRPr>
            </a:lvl1pPr>
            <a:lvl2pPr algn="l">
              <a:defRPr sz="1650" b="0">
                <a:solidFill>
                  <a:srgbClr val="20262C"/>
                </a:solidFill>
                <a:latin typeface="Arial"/>
                <a:ea typeface="Arial"/>
                <a:cs typeface="Arial"/>
              </a:defRPr>
            </a:lvl2pPr>
            <a:lvl3pPr algn="l">
              <a:defRPr sz="1650" b="0">
                <a:solidFill>
                  <a:srgbClr val="20262C"/>
                </a:solidFill>
                <a:latin typeface="Arial"/>
                <a:ea typeface="Arial"/>
                <a:cs typeface="Arial"/>
              </a:defRPr>
            </a:lvl3pPr>
            <a:lvl4pPr algn="l">
              <a:defRPr sz="1650" b="0">
                <a:solidFill>
                  <a:srgbClr val="20262C"/>
                </a:solidFill>
                <a:latin typeface="Arial"/>
                <a:ea typeface="Arial"/>
                <a:cs typeface="Arial"/>
              </a:defRPr>
            </a:lvl4pPr>
            <a:lvl5pPr algn="l">
              <a:defRPr sz="1650" b="0">
                <a:solidFill>
                  <a:srgbClr val="20262C"/>
                </a:solidFill>
                <a:latin typeface="Arial"/>
                <a:ea typeface="Arial"/>
                <a:cs typeface="Arial"/>
              </a:defRPr>
            </a:lvl5pPr>
            <a:lvl6pPr algn="l">
              <a:defRPr sz="1650" b="0">
                <a:solidFill>
                  <a:srgbClr val="20262C"/>
                </a:solidFill>
                <a:latin typeface="Arial"/>
                <a:ea typeface="Arial"/>
                <a:cs typeface="Arial"/>
              </a:defRPr>
            </a:lvl6pPr>
            <a:lvl7pPr algn="l">
              <a:defRPr sz="1650" b="0">
                <a:solidFill>
                  <a:srgbClr val="20262C"/>
                </a:solidFill>
                <a:latin typeface="Arial"/>
                <a:ea typeface="Arial"/>
                <a:cs typeface="Arial"/>
              </a:defRPr>
            </a:lvl7pPr>
            <a:lvl8pPr algn="l">
              <a:defRPr sz="1650" b="0">
                <a:solidFill>
                  <a:srgbClr val="20262C"/>
                </a:solidFill>
                <a:latin typeface="Arial"/>
                <a:ea typeface="Arial"/>
                <a:cs typeface="Arial"/>
              </a:defRPr>
            </a:lvl8pPr>
            <a:lvl9pPr algn="l">
              <a:defRPr sz="1650" b="0">
                <a:solidFill>
                  <a:srgbClr val="20262C"/>
                </a:solidFill>
                <a:latin typeface="Arial"/>
                <a:ea typeface="Arial"/>
                <a:cs typeface="Arial"/>
              </a:defRPr>
            </a:lvl9pPr>
          </a:lstStyle>
          <a:p xmlns:a="http://schemas.openxmlformats.org/drawingml/2006/main">
            <a:pPr algn="l">
              <a:defRPr sz="1650" b="0">
                <a:solidFill>
                  <a:srgbClr val="20262C"/>
                </a:solidFill>
                <a:latin typeface="Arial"/>
                <a:ea typeface="Arial"/>
                <a:cs typeface="Arial"/>
              </a:defRPr>
            </a:pPr>
            <a:r>
              <a:rPr sz="1650" b="0">
                <a:solidFill>
                  <a:srgbClr val="20262C"/>
                </a:solidFill>
                <a:latin typeface="Arial"/>
                <a:ea typeface="Arial"/>
                <a:cs typeface="Arial"/>
              </a:rPr>
              <a:t>Revenue (RMB m): 100 / 110</a:t>
            </a:r>
          </a:p>
          <a:p xmlns:a="http://schemas.openxmlformats.org/drawingml/2006/main">
            <a:pPr algn="l">
              <a:defRPr sz="1650" b="0">
                <a:solidFill>
                  <a:srgbClr val="20262C"/>
                </a:solidFill>
                <a:latin typeface="Arial"/>
                <a:ea typeface="Arial"/>
                <a:cs typeface="Arial"/>
              </a:defRPr>
            </a:pPr>
            <a:r>
              <a:rPr sz="1650" b="0">
                <a:solidFill>
                  <a:srgbClr val="20262C"/>
                </a:solidFill>
                <a:latin typeface="Arial"/>
                <a:ea typeface="Arial"/>
                <a:cs typeface="Arial"/>
              </a:rPr>
              <a:t>Volume (m units): 1.0 / 1.1</a:t>
            </a:r>
          </a:p>
        </p:txBody>
      </p:sp>
      <p:sp>
        <p:nvSpPr>
          <p:cNvPr id="29" name="!!research.evidence.2.rule">
            <a:extLst xmlns:a="http://schemas.openxmlformats.org/drawingml/2006/main">
              <a:ext uri="{FF2B5EF4-FFF2-40B4-BE49-F238E27FC236}">
                <a16:creationId xmlns:a16="http://schemas.microsoft.com/office/drawing/2014/main" id="{F29FE20A-879B-4A38-9775-5FE4719B47C7}"/>
              </a:ext>
            </a:extLst>
          </p:cNvPr>
          <p:cNvSpPr>
            <a:spLocks xmlns:a="http://schemas.openxmlformats.org/drawingml/2006/main" noGrp="1"/>
          </p:cNvSpPr>
          <p:nvPr/>
        </p:nvSpPr>
        <p:spPr>
          <a:xfrm xmlns:a="http://schemas.openxmlformats.org/drawingml/2006/main" flipH="0" flipV="0">
            <a:off x="4057650" y="4057650"/>
            <a:ext cx="2952750" cy="953"/>
          </a:xfrm>
          <a:prstGeom xmlns:a="http://schemas.openxmlformats.org/drawingml/2006/main" prst="line">
            <a:avLst/>
          </a:prstGeom>
          <a:noFill xmlns:a="http://schemas.openxmlformats.org/drawingml/2006/main"/>
          <a:ln xmlns:a="http://schemas.openxmlformats.org/drawingml/2006/main" w="14288">
            <a:solidFill>
              <a:srgbClr val="317F7B"/>
            </a:solidFill>
            <a:prstDash val="solid"/>
          </a:ln>
        </p:spPr>
      </p:sp>
      <p:sp>
        <p:nvSpPr>
          <p:cNvPr id="30" name="!!research.evidence.2.label">
            <a:extLst xmlns:a="http://schemas.openxmlformats.org/drawingml/2006/main">
              <a:ext uri="{FF2B5EF4-FFF2-40B4-BE49-F238E27FC236}">
                <a16:creationId xmlns:a16="http://schemas.microsoft.com/office/drawing/2014/main" id="{14AC076A-BDAF-434B-80B8-D3DCC3EB424D}"/>
              </a:ext>
            </a:extLst>
          </p:cNvPr>
          <p:cNvSpPr>
            <a:spLocks xmlns:a="http://schemas.openxmlformats.org/drawingml/2006/main" noGrp="1"/>
          </p:cNvSpPr>
          <p:nvPr/>
        </p:nvSpPr>
        <p:spPr>
          <a:xfrm xmlns:a="http://schemas.openxmlformats.org/drawingml/2006/main">
            <a:off x="4057650" y="4152900"/>
            <a:ext cx="2952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317F7B"/>
                </a:solidFill>
                <a:latin typeface="Arial"/>
                <a:ea typeface="Arial"/>
                <a:cs typeface="Arial"/>
              </a:defRPr>
            </a:defPPr>
            <a:lvl1pPr algn="l">
              <a:defRPr sz="1650" b="1">
                <a:solidFill>
                  <a:srgbClr val="317F7B"/>
                </a:solidFill>
                <a:latin typeface="Arial"/>
                <a:ea typeface="Arial"/>
                <a:cs typeface="Arial"/>
              </a:defRPr>
            </a:lvl1pPr>
            <a:lvl2pPr algn="l">
              <a:defRPr sz="1650" b="1">
                <a:solidFill>
                  <a:srgbClr val="317F7B"/>
                </a:solidFill>
                <a:latin typeface="Arial"/>
                <a:ea typeface="Arial"/>
                <a:cs typeface="Arial"/>
              </a:defRPr>
            </a:lvl2pPr>
            <a:lvl3pPr algn="l">
              <a:defRPr sz="1650" b="1">
                <a:solidFill>
                  <a:srgbClr val="317F7B"/>
                </a:solidFill>
                <a:latin typeface="Arial"/>
                <a:ea typeface="Arial"/>
                <a:cs typeface="Arial"/>
              </a:defRPr>
            </a:lvl3pPr>
            <a:lvl4pPr algn="l">
              <a:defRPr sz="1650" b="1">
                <a:solidFill>
                  <a:srgbClr val="317F7B"/>
                </a:solidFill>
                <a:latin typeface="Arial"/>
                <a:ea typeface="Arial"/>
                <a:cs typeface="Arial"/>
              </a:defRPr>
            </a:lvl4pPr>
            <a:lvl5pPr algn="l">
              <a:defRPr sz="1650" b="1">
                <a:solidFill>
                  <a:srgbClr val="317F7B"/>
                </a:solidFill>
                <a:latin typeface="Arial"/>
                <a:ea typeface="Arial"/>
                <a:cs typeface="Arial"/>
              </a:defRPr>
            </a:lvl5pPr>
            <a:lvl6pPr algn="l">
              <a:defRPr sz="1650" b="1">
                <a:solidFill>
                  <a:srgbClr val="317F7B"/>
                </a:solidFill>
                <a:latin typeface="Arial"/>
                <a:ea typeface="Arial"/>
                <a:cs typeface="Arial"/>
              </a:defRPr>
            </a:lvl6pPr>
            <a:lvl7pPr algn="l">
              <a:defRPr sz="1650" b="1">
                <a:solidFill>
                  <a:srgbClr val="317F7B"/>
                </a:solidFill>
                <a:latin typeface="Arial"/>
                <a:ea typeface="Arial"/>
                <a:cs typeface="Arial"/>
              </a:defRPr>
            </a:lvl7pPr>
            <a:lvl8pPr algn="l">
              <a:defRPr sz="1650" b="1">
                <a:solidFill>
                  <a:srgbClr val="317F7B"/>
                </a:solidFill>
                <a:latin typeface="Arial"/>
                <a:ea typeface="Arial"/>
                <a:cs typeface="Arial"/>
              </a:defRPr>
            </a:lvl8pPr>
            <a:lvl9pPr algn="l">
              <a:defRPr sz="1650" b="1">
                <a:solidFill>
                  <a:srgbClr val="317F7B"/>
                </a:solidFill>
                <a:latin typeface="Arial"/>
                <a:ea typeface="Arial"/>
                <a:cs typeface="Arial"/>
              </a:defRPr>
            </a:lvl9pPr>
          </a:lstStyle>
          <a:p xmlns:a="http://schemas.openxmlformats.org/drawingml/2006/main">
            <a:pPr algn="l">
              <a:defRPr sz="1650" b="1">
                <a:solidFill>
                  <a:srgbClr val="317F7B"/>
                </a:solidFill>
                <a:latin typeface="Arial"/>
                <a:ea typeface="Arial"/>
                <a:cs typeface="Arial"/>
              </a:defRPr>
            </a:pPr>
            <a:r>
              <a:rPr sz="1650" b="1">
                <a:solidFill>
                  <a:srgbClr val="317F7B"/>
                </a:solidFill>
                <a:latin typeface="Arial"/>
                <a:ea typeface="Arial"/>
                <a:cs typeface="Arial"/>
              </a:rPr>
              <a:t>[2] Meeting notes</a:t>
            </a:r>
          </a:p>
        </p:txBody>
      </p:sp>
      <p:sp>
        <p:nvSpPr>
          <p:cNvPr id="31" name="!!research.evidence.2.text">
            <a:extLst xmlns:a="http://schemas.openxmlformats.org/drawingml/2006/main">
              <a:ext uri="{FF2B5EF4-FFF2-40B4-BE49-F238E27FC236}">
                <a16:creationId xmlns:a16="http://schemas.microsoft.com/office/drawing/2014/main" id="{BEFBA42D-2ABA-405C-B966-4D38ED0C5685}"/>
              </a:ext>
            </a:extLst>
          </p:cNvPr>
          <p:cNvSpPr>
            <a:spLocks xmlns:a="http://schemas.openxmlformats.org/drawingml/2006/main" noGrp="1"/>
          </p:cNvSpPr>
          <p:nvPr/>
        </p:nvSpPr>
        <p:spPr>
          <a:xfrm xmlns:a="http://schemas.openxmlformats.org/drawingml/2006/main">
            <a:off x="4057650" y="4495800"/>
            <a:ext cx="295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20262C"/>
                </a:solidFill>
                <a:latin typeface="Arial"/>
                <a:ea typeface="Arial"/>
                <a:cs typeface="Arial"/>
              </a:defRPr>
            </a:defPPr>
            <a:lvl1pPr algn="l">
              <a:defRPr sz="1725" b="0">
                <a:solidFill>
                  <a:srgbClr val="20262C"/>
                </a:solidFill>
                <a:latin typeface="Arial"/>
                <a:ea typeface="Arial"/>
                <a:cs typeface="Arial"/>
              </a:defRPr>
            </a:lvl1pPr>
            <a:lvl2pPr algn="l">
              <a:defRPr sz="1725" b="0">
                <a:solidFill>
                  <a:srgbClr val="20262C"/>
                </a:solidFill>
                <a:latin typeface="Arial"/>
                <a:ea typeface="Arial"/>
                <a:cs typeface="Arial"/>
              </a:defRPr>
            </a:lvl2pPr>
            <a:lvl3pPr algn="l">
              <a:defRPr sz="1725" b="0">
                <a:solidFill>
                  <a:srgbClr val="20262C"/>
                </a:solidFill>
                <a:latin typeface="Arial"/>
                <a:ea typeface="Arial"/>
                <a:cs typeface="Arial"/>
              </a:defRPr>
            </a:lvl3pPr>
            <a:lvl4pPr algn="l">
              <a:defRPr sz="1725" b="0">
                <a:solidFill>
                  <a:srgbClr val="20262C"/>
                </a:solidFill>
                <a:latin typeface="Arial"/>
                <a:ea typeface="Arial"/>
                <a:cs typeface="Arial"/>
              </a:defRPr>
            </a:lvl4pPr>
            <a:lvl5pPr algn="l">
              <a:defRPr sz="1725" b="0">
                <a:solidFill>
                  <a:srgbClr val="20262C"/>
                </a:solidFill>
                <a:latin typeface="Arial"/>
                <a:ea typeface="Arial"/>
                <a:cs typeface="Arial"/>
              </a:defRPr>
            </a:lvl5pPr>
            <a:lvl6pPr algn="l">
              <a:defRPr sz="1725" b="0">
                <a:solidFill>
                  <a:srgbClr val="20262C"/>
                </a:solidFill>
                <a:latin typeface="Arial"/>
                <a:ea typeface="Arial"/>
                <a:cs typeface="Arial"/>
              </a:defRPr>
            </a:lvl6pPr>
            <a:lvl7pPr algn="l">
              <a:defRPr sz="1725" b="0">
                <a:solidFill>
                  <a:srgbClr val="20262C"/>
                </a:solidFill>
                <a:latin typeface="Arial"/>
                <a:ea typeface="Arial"/>
                <a:cs typeface="Arial"/>
              </a:defRPr>
            </a:lvl7pPr>
            <a:lvl8pPr algn="l">
              <a:defRPr sz="1725" b="0">
                <a:solidFill>
                  <a:srgbClr val="20262C"/>
                </a:solidFill>
                <a:latin typeface="Arial"/>
                <a:ea typeface="Arial"/>
                <a:cs typeface="Arial"/>
              </a:defRPr>
            </a:lvl8pPr>
            <a:lvl9pPr algn="l">
              <a:defRPr sz="1725" b="0">
                <a:solidFill>
                  <a:srgbClr val="20262C"/>
                </a:solidFill>
                <a:latin typeface="Arial"/>
                <a:ea typeface="Arial"/>
                <a:cs typeface="Arial"/>
              </a:defRPr>
            </a:lvl9pPr>
          </a:lstStyle>
          <a:p xmlns:a="http://schemas.openxmlformats.org/drawingml/2006/main">
            <a:pPr algn="l">
              <a:defRPr sz="1725" b="0">
                <a:solidFill>
                  <a:srgbClr val="20262C"/>
                </a:solidFill>
                <a:latin typeface="Arial"/>
                <a:ea typeface="Arial"/>
                <a:cs typeface="Arial"/>
              </a:defRPr>
            </a:pPr>
            <a:r>
              <a:rPr sz="1725" b="0">
                <a:solidFill>
                  <a:srgbClr val="20262C"/>
                </a:solidFill>
                <a:latin typeface="Arial"/>
                <a:ea typeface="Arial"/>
                <a:cs typeface="Arial"/>
              </a:rPr>
              <a:t>Restocking lifted shipments</a:t>
            </a:r>
          </a:p>
        </p:txBody>
      </p:sp>
      <p:sp>
        <p:nvSpPr>
          <p:cNvPr id="32" name="!!research.evidence.3.rule">
            <a:extLst xmlns:a="http://schemas.openxmlformats.org/drawingml/2006/main">
              <a:ext uri="{FF2B5EF4-FFF2-40B4-BE49-F238E27FC236}">
                <a16:creationId xmlns:a16="http://schemas.microsoft.com/office/drawing/2014/main" id="{51828037-709A-49B0-A5A6-A0BAA05A8A8A}"/>
              </a:ext>
            </a:extLst>
          </p:cNvPr>
          <p:cNvSpPr>
            <a:spLocks xmlns:a="http://schemas.openxmlformats.org/drawingml/2006/main" noGrp="1"/>
          </p:cNvSpPr>
          <p:nvPr/>
        </p:nvSpPr>
        <p:spPr>
          <a:xfrm xmlns:a="http://schemas.openxmlformats.org/drawingml/2006/main" flipH="0" flipV="0">
            <a:off x="4057650" y="4876800"/>
            <a:ext cx="2952750" cy="953"/>
          </a:xfrm>
          <a:prstGeom xmlns:a="http://schemas.openxmlformats.org/drawingml/2006/main" prst="line">
            <a:avLst/>
          </a:prstGeom>
          <a:noFill xmlns:a="http://schemas.openxmlformats.org/drawingml/2006/main"/>
          <a:ln xmlns:a="http://schemas.openxmlformats.org/drawingml/2006/main" w="14288">
            <a:solidFill>
              <a:srgbClr val="317F7B"/>
            </a:solidFill>
            <a:prstDash val="solid"/>
          </a:ln>
        </p:spPr>
      </p:sp>
      <p:sp>
        <p:nvSpPr>
          <p:cNvPr id="33" name="!!research.evidence.3.label">
            <a:extLst xmlns:a="http://schemas.openxmlformats.org/drawingml/2006/main">
              <a:ext uri="{FF2B5EF4-FFF2-40B4-BE49-F238E27FC236}">
                <a16:creationId xmlns:a16="http://schemas.microsoft.com/office/drawing/2014/main" id="{F343E376-D275-44E7-A7D4-855B07C574BA}"/>
              </a:ext>
            </a:extLst>
          </p:cNvPr>
          <p:cNvSpPr>
            <a:spLocks xmlns:a="http://schemas.openxmlformats.org/drawingml/2006/main" noGrp="1"/>
          </p:cNvSpPr>
          <p:nvPr/>
        </p:nvSpPr>
        <p:spPr>
          <a:xfrm xmlns:a="http://schemas.openxmlformats.org/drawingml/2006/main">
            <a:off x="4057650" y="4972050"/>
            <a:ext cx="2952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317F7B"/>
                </a:solidFill>
                <a:latin typeface="Arial"/>
                <a:ea typeface="Arial"/>
                <a:cs typeface="Arial"/>
              </a:defRPr>
            </a:defPPr>
            <a:lvl1pPr algn="l">
              <a:defRPr sz="1650" b="1">
                <a:solidFill>
                  <a:srgbClr val="317F7B"/>
                </a:solidFill>
                <a:latin typeface="Arial"/>
                <a:ea typeface="Arial"/>
                <a:cs typeface="Arial"/>
              </a:defRPr>
            </a:lvl1pPr>
            <a:lvl2pPr algn="l">
              <a:defRPr sz="1650" b="1">
                <a:solidFill>
                  <a:srgbClr val="317F7B"/>
                </a:solidFill>
                <a:latin typeface="Arial"/>
                <a:ea typeface="Arial"/>
                <a:cs typeface="Arial"/>
              </a:defRPr>
            </a:lvl2pPr>
            <a:lvl3pPr algn="l">
              <a:defRPr sz="1650" b="1">
                <a:solidFill>
                  <a:srgbClr val="317F7B"/>
                </a:solidFill>
                <a:latin typeface="Arial"/>
                <a:ea typeface="Arial"/>
                <a:cs typeface="Arial"/>
              </a:defRPr>
            </a:lvl3pPr>
            <a:lvl4pPr algn="l">
              <a:defRPr sz="1650" b="1">
                <a:solidFill>
                  <a:srgbClr val="317F7B"/>
                </a:solidFill>
                <a:latin typeface="Arial"/>
                <a:ea typeface="Arial"/>
                <a:cs typeface="Arial"/>
              </a:defRPr>
            </a:lvl4pPr>
            <a:lvl5pPr algn="l">
              <a:defRPr sz="1650" b="1">
                <a:solidFill>
                  <a:srgbClr val="317F7B"/>
                </a:solidFill>
                <a:latin typeface="Arial"/>
                <a:ea typeface="Arial"/>
                <a:cs typeface="Arial"/>
              </a:defRPr>
            </a:lvl5pPr>
            <a:lvl6pPr algn="l">
              <a:defRPr sz="1650" b="1">
                <a:solidFill>
                  <a:srgbClr val="317F7B"/>
                </a:solidFill>
                <a:latin typeface="Arial"/>
                <a:ea typeface="Arial"/>
                <a:cs typeface="Arial"/>
              </a:defRPr>
            </a:lvl6pPr>
            <a:lvl7pPr algn="l">
              <a:defRPr sz="1650" b="1">
                <a:solidFill>
                  <a:srgbClr val="317F7B"/>
                </a:solidFill>
                <a:latin typeface="Arial"/>
                <a:ea typeface="Arial"/>
                <a:cs typeface="Arial"/>
              </a:defRPr>
            </a:lvl7pPr>
            <a:lvl8pPr algn="l">
              <a:defRPr sz="1650" b="1">
                <a:solidFill>
                  <a:srgbClr val="317F7B"/>
                </a:solidFill>
                <a:latin typeface="Arial"/>
                <a:ea typeface="Arial"/>
                <a:cs typeface="Arial"/>
              </a:defRPr>
            </a:lvl8pPr>
            <a:lvl9pPr algn="l">
              <a:defRPr sz="1650" b="1">
                <a:solidFill>
                  <a:srgbClr val="317F7B"/>
                </a:solidFill>
                <a:latin typeface="Arial"/>
                <a:ea typeface="Arial"/>
                <a:cs typeface="Arial"/>
              </a:defRPr>
            </a:lvl9pPr>
          </a:lstStyle>
          <a:p xmlns:a="http://schemas.openxmlformats.org/drawingml/2006/main">
            <a:pPr algn="l">
              <a:defRPr sz="1650" b="1">
                <a:solidFill>
                  <a:srgbClr val="317F7B"/>
                </a:solidFill>
                <a:latin typeface="Arial"/>
                <a:ea typeface="Arial"/>
                <a:cs typeface="Arial"/>
              </a:defRPr>
            </a:pPr>
            <a:r>
              <a:rPr sz="1650" b="1">
                <a:solidFill>
                  <a:srgbClr val="317F7B"/>
                </a:solidFill>
                <a:latin typeface="Arial"/>
                <a:ea typeface="Arial"/>
                <a:cs typeface="Arial"/>
              </a:rPr>
              <a:t>[3] Research reports</a:t>
            </a:r>
          </a:p>
        </p:txBody>
      </p:sp>
      <p:sp>
        <p:nvSpPr>
          <p:cNvPr id="34" name="!!research.evidence.3.text">
            <a:extLst xmlns:a="http://schemas.openxmlformats.org/drawingml/2006/main">
              <a:ext uri="{FF2B5EF4-FFF2-40B4-BE49-F238E27FC236}">
                <a16:creationId xmlns:a16="http://schemas.microsoft.com/office/drawing/2014/main" id="{EFA02339-5FF8-4BA8-81AC-F9CE415EAE21}"/>
              </a:ext>
            </a:extLst>
          </p:cNvPr>
          <p:cNvSpPr>
            <a:spLocks xmlns:a="http://schemas.openxmlformats.org/drawingml/2006/main" noGrp="1"/>
          </p:cNvSpPr>
          <p:nvPr/>
        </p:nvSpPr>
        <p:spPr>
          <a:xfrm xmlns:a="http://schemas.openxmlformats.org/drawingml/2006/main">
            <a:off x="4057650" y="5314950"/>
            <a:ext cx="295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20262C"/>
                </a:solidFill>
                <a:latin typeface="Arial"/>
                <a:ea typeface="Arial"/>
                <a:cs typeface="Arial"/>
              </a:defRPr>
            </a:defPPr>
            <a:lvl1pPr algn="l">
              <a:defRPr sz="1725" b="0">
                <a:solidFill>
                  <a:srgbClr val="20262C"/>
                </a:solidFill>
                <a:latin typeface="Arial"/>
                <a:ea typeface="Arial"/>
                <a:cs typeface="Arial"/>
              </a:defRPr>
            </a:lvl1pPr>
            <a:lvl2pPr algn="l">
              <a:defRPr sz="1725" b="0">
                <a:solidFill>
                  <a:srgbClr val="20262C"/>
                </a:solidFill>
                <a:latin typeface="Arial"/>
                <a:ea typeface="Arial"/>
                <a:cs typeface="Arial"/>
              </a:defRPr>
            </a:lvl2pPr>
            <a:lvl3pPr algn="l">
              <a:defRPr sz="1725" b="0">
                <a:solidFill>
                  <a:srgbClr val="20262C"/>
                </a:solidFill>
                <a:latin typeface="Arial"/>
                <a:ea typeface="Arial"/>
                <a:cs typeface="Arial"/>
              </a:defRPr>
            </a:lvl3pPr>
            <a:lvl4pPr algn="l">
              <a:defRPr sz="1725" b="0">
                <a:solidFill>
                  <a:srgbClr val="20262C"/>
                </a:solidFill>
                <a:latin typeface="Arial"/>
                <a:ea typeface="Arial"/>
                <a:cs typeface="Arial"/>
              </a:defRPr>
            </a:lvl4pPr>
            <a:lvl5pPr algn="l">
              <a:defRPr sz="1725" b="0">
                <a:solidFill>
                  <a:srgbClr val="20262C"/>
                </a:solidFill>
                <a:latin typeface="Arial"/>
                <a:ea typeface="Arial"/>
                <a:cs typeface="Arial"/>
              </a:defRPr>
            </a:lvl5pPr>
            <a:lvl6pPr algn="l">
              <a:defRPr sz="1725" b="0">
                <a:solidFill>
                  <a:srgbClr val="20262C"/>
                </a:solidFill>
                <a:latin typeface="Arial"/>
                <a:ea typeface="Arial"/>
                <a:cs typeface="Arial"/>
              </a:defRPr>
            </a:lvl6pPr>
            <a:lvl7pPr algn="l">
              <a:defRPr sz="1725" b="0">
                <a:solidFill>
                  <a:srgbClr val="20262C"/>
                </a:solidFill>
                <a:latin typeface="Arial"/>
                <a:ea typeface="Arial"/>
                <a:cs typeface="Arial"/>
              </a:defRPr>
            </a:lvl7pPr>
            <a:lvl8pPr algn="l">
              <a:defRPr sz="1725" b="0">
                <a:solidFill>
                  <a:srgbClr val="20262C"/>
                </a:solidFill>
                <a:latin typeface="Arial"/>
                <a:ea typeface="Arial"/>
                <a:cs typeface="Arial"/>
              </a:defRPr>
            </a:lvl8pPr>
            <a:lvl9pPr algn="l">
              <a:defRPr sz="1725" b="0">
                <a:solidFill>
                  <a:srgbClr val="20262C"/>
                </a:solidFill>
                <a:latin typeface="Arial"/>
                <a:ea typeface="Arial"/>
                <a:cs typeface="Arial"/>
              </a:defRPr>
            </a:lvl9pPr>
          </a:lstStyle>
          <a:p xmlns:a="http://schemas.openxmlformats.org/drawingml/2006/main">
            <a:pPr algn="l">
              <a:defRPr sz="1725" b="0">
                <a:solidFill>
                  <a:srgbClr val="20262C"/>
                </a:solidFill>
                <a:latin typeface="Arial"/>
                <a:ea typeface="Arial"/>
                <a:cs typeface="Arial"/>
              </a:defRPr>
            </a:pPr>
            <a:r>
              <a:rPr sz="1725" b="0">
                <a:solidFill>
                  <a:srgbClr val="20262C"/>
                </a:solidFill>
                <a:latin typeface="Arial"/>
                <a:ea typeface="Arial"/>
                <a:cs typeface="Arial"/>
              </a:rPr>
              <a:t>A: lasting demand recovery</a:t>
            </a:r>
          </a:p>
          <a:p xmlns:a="http://schemas.openxmlformats.org/drawingml/2006/main">
            <a:pPr algn="l">
              <a:defRPr sz="1725" b="0">
                <a:solidFill>
                  <a:srgbClr val="20262C"/>
                </a:solidFill>
                <a:latin typeface="Arial"/>
                <a:ea typeface="Arial"/>
                <a:cs typeface="Arial"/>
              </a:defRPr>
            </a:pPr>
            <a:r>
              <a:rPr sz="1725" b="0">
                <a:solidFill>
                  <a:srgbClr val="20262C"/>
                </a:solidFill>
                <a:latin typeface="Arial"/>
                <a:ea typeface="Arial"/>
                <a:cs typeface="Arial"/>
              </a:rPr>
              <a:t>B: restocking duration unclear</a:t>
            </a:r>
          </a:p>
        </p:txBody>
      </p:sp>
      <p:sp>
        <p:nvSpPr>
          <p:cNvPr id="35" name="!!research.llm">
            <a:extLst xmlns:a="http://schemas.openxmlformats.org/drawingml/2006/main">
              <a:ext uri="{FF2B5EF4-FFF2-40B4-BE49-F238E27FC236}">
                <a16:creationId xmlns:a16="http://schemas.microsoft.com/office/drawing/2014/main" id="{CA169769-C05F-4B5E-9375-86B2F63EEA09}"/>
              </a:ext>
            </a:extLst>
          </p:cNvPr>
          <p:cNvSpPr>
            <a:spLocks xmlns:a="http://schemas.openxmlformats.org/drawingml/2006/main" noGrp="1"/>
          </p:cNvSpPr>
          <p:nvPr/>
        </p:nvSpPr>
        <p:spPr>
          <a:xfrm xmlns:a="http://schemas.openxmlformats.org/drawingml/2006/main">
            <a:off x="7458075" y="2952750"/>
            <a:ext cx="3228975" cy="280035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36" name="!!research.llm.role">
            <a:extLst xmlns:a="http://schemas.openxmlformats.org/drawingml/2006/main">
              <a:ext uri="{FF2B5EF4-FFF2-40B4-BE49-F238E27FC236}">
                <a16:creationId xmlns:a16="http://schemas.microsoft.com/office/drawing/2014/main" id="{CF198306-B728-4812-97B4-AB9CBABBCBEA}"/>
              </a:ext>
            </a:extLst>
          </p:cNvPr>
          <p:cNvSpPr>
            <a:spLocks xmlns:a="http://schemas.openxmlformats.org/drawingml/2006/main" noGrp="1"/>
          </p:cNvSpPr>
          <p:nvPr/>
        </p:nvSpPr>
        <p:spPr>
          <a:xfrm xmlns:a="http://schemas.openxmlformats.org/drawingml/2006/main">
            <a:off x="7648575" y="3095625"/>
            <a:ext cx="28479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62C"/>
                </a:solidFill>
                <a:latin typeface="Arial"/>
                <a:ea typeface="Arial"/>
                <a:cs typeface="Arial"/>
              </a:defRPr>
            </a:defPPr>
            <a:lvl1pPr algn="l">
              <a:defRPr sz="1800" b="1">
                <a:solidFill>
                  <a:srgbClr val="20262C"/>
                </a:solidFill>
                <a:latin typeface="Arial"/>
                <a:ea typeface="Arial"/>
                <a:cs typeface="Arial"/>
              </a:defRPr>
            </a:lvl1pPr>
            <a:lvl2pPr algn="l">
              <a:defRPr sz="1800" b="1">
                <a:solidFill>
                  <a:srgbClr val="20262C"/>
                </a:solidFill>
                <a:latin typeface="Arial"/>
                <a:ea typeface="Arial"/>
                <a:cs typeface="Arial"/>
              </a:defRPr>
            </a:lvl2pPr>
            <a:lvl3pPr algn="l">
              <a:defRPr sz="1800" b="1">
                <a:solidFill>
                  <a:srgbClr val="20262C"/>
                </a:solidFill>
                <a:latin typeface="Arial"/>
                <a:ea typeface="Arial"/>
                <a:cs typeface="Arial"/>
              </a:defRPr>
            </a:lvl3pPr>
            <a:lvl4pPr algn="l">
              <a:defRPr sz="1800" b="1">
                <a:solidFill>
                  <a:srgbClr val="20262C"/>
                </a:solidFill>
                <a:latin typeface="Arial"/>
                <a:ea typeface="Arial"/>
                <a:cs typeface="Arial"/>
              </a:defRPr>
            </a:lvl4pPr>
            <a:lvl5pPr algn="l">
              <a:defRPr sz="1800" b="1">
                <a:solidFill>
                  <a:srgbClr val="20262C"/>
                </a:solidFill>
                <a:latin typeface="Arial"/>
                <a:ea typeface="Arial"/>
                <a:cs typeface="Arial"/>
              </a:defRPr>
            </a:lvl5pPr>
            <a:lvl6pPr algn="l">
              <a:defRPr sz="1800" b="1">
                <a:solidFill>
                  <a:srgbClr val="20262C"/>
                </a:solidFill>
                <a:latin typeface="Arial"/>
                <a:ea typeface="Arial"/>
                <a:cs typeface="Arial"/>
              </a:defRPr>
            </a:lvl6pPr>
            <a:lvl7pPr algn="l">
              <a:defRPr sz="1800" b="1">
                <a:solidFill>
                  <a:srgbClr val="20262C"/>
                </a:solidFill>
                <a:latin typeface="Arial"/>
                <a:ea typeface="Arial"/>
                <a:cs typeface="Arial"/>
              </a:defRPr>
            </a:lvl7pPr>
            <a:lvl8pPr algn="l">
              <a:defRPr sz="1800" b="1">
                <a:solidFill>
                  <a:srgbClr val="20262C"/>
                </a:solidFill>
                <a:latin typeface="Arial"/>
                <a:ea typeface="Arial"/>
                <a:cs typeface="Arial"/>
              </a:defRPr>
            </a:lvl8pPr>
            <a:lvl9pPr algn="l">
              <a:defRPr sz="1800" b="1">
                <a:solidFill>
                  <a:srgbClr val="20262C"/>
                </a:solidFill>
                <a:latin typeface="Arial"/>
                <a:ea typeface="Arial"/>
                <a:cs typeface="Arial"/>
              </a:defRPr>
            </a:lvl9pPr>
          </a:lstStyle>
          <a:p xmlns:a="http://schemas.openxmlformats.org/drawingml/2006/main">
            <a:pPr algn="l">
              <a:defRPr sz="1800" b="1">
                <a:solidFill>
                  <a:srgbClr val="20262C"/>
                </a:solidFill>
                <a:latin typeface="Arial"/>
                <a:ea typeface="Arial"/>
                <a:cs typeface="Arial"/>
              </a:defRPr>
            </a:pPr>
            <a:r>
              <a:rPr sz="1800" b="1">
                <a:solidFill>
                  <a:srgbClr val="20262C"/>
                </a:solidFill>
                <a:latin typeface="Arial"/>
                <a:ea typeface="Arial"/>
                <a:cs typeface="Arial"/>
              </a:rPr>
              <a:t>LLM analyzes the sources</a:t>
            </a:r>
          </a:p>
        </p:txBody>
      </p:sp>
      <p:sp>
        <p:nvSpPr>
          <p:cNvPr id="37" name="!!research.llm.body">
            <a:extLst xmlns:a="http://schemas.openxmlformats.org/drawingml/2006/main">
              <a:ext uri="{FF2B5EF4-FFF2-40B4-BE49-F238E27FC236}">
                <a16:creationId xmlns:a16="http://schemas.microsoft.com/office/drawing/2014/main" id="{D3DBD03D-F5D6-4806-91BB-6574F115CA40}"/>
              </a:ext>
            </a:extLst>
          </p:cNvPr>
          <p:cNvSpPr>
            <a:spLocks xmlns:a="http://schemas.openxmlformats.org/drawingml/2006/main" noGrp="1"/>
          </p:cNvSpPr>
          <p:nvPr/>
        </p:nvSpPr>
        <p:spPr>
          <a:xfrm xmlns:a="http://schemas.openxmlformats.org/drawingml/2006/main">
            <a:off x="7648575" y="3533775"/>
            <a:ext cx="2847975" cy="2152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0262C"/>
                </a:solidFill>
                <a:latin typeface="Arial"/>
                <a:ea typeface="Arial"/>
                <a:cs typeface="Arial"/>
              </a:defRPr>
            </a:defPPr>
            <a:lvl1pPr algn="l">
              <a:defRPr sz="1875" b="0">
                <a:solidFill>
                  <a:srgbClr val="20262C"/>
                </a:solidFill>
                <a:latin typeface="Arial"/>
                <a:ea typeface="Arial"/>
                <a:cs typeface="Arial"/>
              </a:defRPr>
            </a:lvl1pPr>
            <a:lvl2pPr algn="l">
              <a:defRPr sz="1875" b="0">
                <a:solidFill>
                  <a:srgbClr val="20262C"/>
                </a:solidFill>
                <a:latin typeface="Arial"/>
                <a:ea typeface="Arial"/>
                <a:cs typeface="Arial"/>
              </a:defRPr>
            </a:lvl2pPr>
            <a:lvl3pPr algn="l">
              <a:defRPr sz="1875" b="0">
                <a:solidFill>
                  <a:srgbClr val="20262C"/>
                </a:solidFill>
                <a:latin typeface="Arial"/>
                <a:ea typeface="Arial"/>
                <a:cs typeface="Arial"/>
              </a:defRPr>
            </a:lvl3pPr>
            <a:lvl4pPr algn="l">
              <a:defRPr sz="1875" b="0">
                <a:solidFill>
                  <a:srgbClr val="20262C"/>
                </a:solidFill>
                <a:latin typeface="Arial"/>
                <a:ea typeface="Arial"/>
                <a:cs typeface="Arial"/>
              </a:defRPr>
            </a:lvl4pPr>
            <a:lvl5pPr algn="l">
              <a:defRPr sz="1875" b="0">
                <a:solidFill>
                  <a:srgbClr val="20262C"/>
                </a:solidFill>
                <a:latin typeface="Arial"/>
                <a:ea typeface="Arial"/>
                <a:cs typeface="Arial"/>
              </a:defRPr>
            </a:lvl5pPr>
            <a:lvl6pPr algn="l">
              <a:defRPr sz="1875" b="0">
                <a:solidFill>
                  <a:srgbClr val="20262C"/>
                </a:solidFill>
                <a:latin typeface="Arial"/>
                <a:ea typeface="Arial"/>
                <a:cs typeface="Arial"/>
              </a:defRPr>
            </a:lvl6pPr>
            <a:lvl7pPr algn="l">
              <a:defRPr sz="1875" b="0">
                <a:solidFill>
                  <a:srgbClr val="20262C"/>
                </a:solidFill>
                <a:latin typeface="Arial"/>
                <a:ea typeface="Arial"/>
                <a:cs typeface="Arial"/>
              </a:defRPr>
            </a:lvl7pPr>
            <a:lvl8pPr algn="l">
              <a:defRPr sz="1875" b="0">
                <a:solidFill>
                  <a:srgbClr val="20262C"/>
                </a:solidFill>
                <a:latin typeface="Arial"/>
                <a:ea typeface="Arial"/>
                <a:cs typeface="Arial"/>
              </a:defRPr>
            </a:lvl8pPr>
            <a:lvl9pPr algn="l">
              <a:defRPr sz="1875" b="0">
                <a:solidFill>
                  <a:srgbClr val="20262C"/>
                </a:solidFill>
                <a:latin typeface="Arial"/>
                <a:ea typeface="Arial"/>
                <a:cs typeface="Arial"/>
              </a:defRPr>
            </a:lvl9pPr>
          </a:lstStyle>
          <a:p xmlns:a="http://schemas.openxmlformats.org/drawingml/2006/main">
            <a:pPr algn="l">
              <a:defRPr sz="1875" b="0">
                <a:solidFill>
                  <a:srgbClr val="20262C"/>
                </a:solidFill>
                <a:latin typeface="Arial"/>
                <a:ea typeface="Arial"/>
                <a:cs typeface="Arial"/>
              </a:defRPr>
            </a:pPr>
            <a:r>
              <a:rPr sz="1875" b="0">
                <a:solidFill>
                  <a:srgbClr val="20262C"/>
                </a:solidFill>
                <a:latin typeface="Arial"/>
                <a:ea typeface="Arial"/>
                <a:cs typeface="Arial"/>
              </a:rPr>
              <a:t>Compare revenue and volume</a:t>
            </a:r>
          </a:p>
          <a:p xmlns:a="http://schemas.openxmlformats.org/drawingml/2006/main">
            <a:pPr algn="l">
              <a:defRPr sz="1875" b="0">
                <a:solidFill>
                  <a:srgbClr val="20262C"/>
                </a:solidFill>
                <a:latin typeface="Arial"/>
                <a:ea typeface="Arial"/>
                <a:cs typeface="Arial"/>
              </a:defRPr>
            </a:pPr>
            <a:r>
              <a:rPr sz="1875" b="0">
                <a:solidFill>
                  <a:srgbClr val="20262C"/>
                </a:solidFill>
                <a:latin typeface="Arial"/>
                <a:ea typeface="Arial"/>
                <a:cs typeface="Arial"/>
              </a:rPr>
              <a:t>Link the operating explanation</a:t>
            </a:r>
          </a:p>
          <a:p xmlns:a="http://schemas.openxmlformats.org/drawingml/2006/main">
            <a:pPr algn="l">
              <a:defRPr sz="1875" b="0">
                <a:solidFill>
                  <a:srgbClr val="20262C"/>
                </a:solidFill>
                <a:latin typeface="Arial"/>
                <a:ea typeface="Arial"/>
                <a:cs typeface="Arial"/>
              </a:defRPr>
            </a:pPr>
            <a:r>
              <a:rPr sz="1875" b="0">
                <a:solidFill>
                  <a:srgbClr val="20262C"/>
                </a:solidFill>
                <a:latin typeface="Arial"/>
                <a:ea typeface="Arial"/>
                <a:cs typeface="Arial"/>
              </a:rPr>
              <a:t>Compare the research views</a:t>
            </a:r>
          </a:p>
        </p:txBody>
      </p:sp>
      <p:sp>
        <p:nvSpPr>
          <p:cNvPr id="38" name="!!research.tool">
            <a:extLst xmlns:a="http://schemas.openxmlformats.org/drawingml/2006/main">
              <a:ext uri="{FF2B5EF4-FFF2-40B4-BE49-F238E27FC236}">
                <a16:creationId xmlns:a16="http://schemas.microsoft.com/office/drawing/2014/main" id="{1DF0A006-1E31-4EAA-91B8-EA1A9C8A5790}"/>
              </a:ext>
            </a:extLst>
          </p:cNvPr>
          <p:cNvSpPr>
            <a:spLocks xmlns:a="http://schemas.openxmlformats.org/drawingml/2006/main" noGrp="1"/>
          </p:cNvSpPr>
          <p:nvPr/>
        </p:nvSpPr>
        <p:spPr>
          <a:xfrm xmlns:a="http://schemas.openxmlformats.org/drawingml/2006/main">
            <a:off x="11182350" y="2952750"/>
            <a:ext cx="3409950" cy="280035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39" name="!!research.tool.role">
            <a:extLst xmlns:a="http://schemas.openxmlformats.org/drawingml/2006/main">
              <a:ext uri="{FF2B5EF4-FFF2-40B4-BE49-F238E27FC236}">
                <a16:creationId xmlns:a16="http://schemas.microsoft.com/office/drawing/2014/main" id="{7CE7E68E-8EC1-41CE-A914-BAE62CC9EDE8}"/>
              </a:ext>
            </a:extLst>
          </p:cNvPr>
          <p:cNvSpPr>
            <a:spLocks xmlns:a="http://schemas.openxmlformats.org/drawingml/2006/main" noGrp="1"/>
          </p:cNvSpPr>
          <p:nvPr/>
        </p:nvSpPr>
        <p:spPr>
          <a:xfrm xmlns:a="http://schemas.openxmlformats.org/drawingml/2006/main">
            <a:off x="11372850" y="3095625"/>
            <a:ext cx="3028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62C"/>
                </a:solidFill>
                <a:latin typeface="Arial"/>
                <a:ea typeface="Arial"/>
                <a:cs typeface="Arial"/>
              </a:defRPr>
            </a:defPPr>
            <a:lvl1pPr algn="l">
              <a:defRPr sz="1800" b="1">
                <a:solidFill>
                  <a:srgbClr val="20262C"/>
                </a:solidFill>
                <a:latin typeface="Arial"/>
                <a:ea typeface="Arial"/>
                <a:cs typeface="Arial"/>
              </a:defRPr>
            </a:lvl1pPr>
            <a:lvl2pPr algn="l">
              <a:defRPr sz="1800" b="1">
                <a:solidFill>
                  <a:srgbClr val="20262C"/>
                </a:solidFill>
                <a:latin typeface="Arial"/>
                <a:ea typeface="Arial"/>
                <a:cs typeface="Arial"/>
              </a:defRPr>
            </a:lvl2pPr>
            <a:lvl3pPr algn="l">
              <a:defRPr sz="1800" b="1">
                <a:solidFill>
                  <a:srgbClr val="20262C"/>
                </a:solidFill>
                <a:latin typeface="Arial"/>
                <a:ea typeface="Arial"/>
                <a:cs typeface="Arial"/>
              </a:defRPr>
            </a:lvl3pPr>
            <a:lvl4pPr algn="l">
              <a:defRPr sz="1800" b="1">
                <a:solidFill>
                  <a:srgbClr val="20262C"/>
                </a:solidFill>
                <a:latin typeface="Arial"/>
                <a:ea typeface="Arial"/>
                <a:cs typeface="Arial"/>
              </a:defRPr>
            </a:lvl4pPr>
            <a:lvl5pPr algn="l">
              <a:defRPr sz="1800" b="1">
                <a:solidFill>
                  <a:srgbClr val="20262C"/>
                </a:solidFill>
                <a:latin typeface="Arial"/>
                <a:ea typeface="Arial"/>
                <a:cs typeface="Arial"/>
              </a:defRPr>
            </a:lvl5pPr>
            <a:lvl6pPr algn="l">
              <a:defRPr sz="1800" b="1">
                <a:solidFill>
                  <a:srgbClr val="20262C"/>
                </a:solidFill>
                <a:latin typeface="Arial"/>
                <a:ea typeface="Arial"/>
                <a:cs typeface="Arial"/>
              </a:defRPr>
            </a:lvl6pPr>
            <a:lvl7pPr algn="l">
              <a:defRPr sz="1800" b="1">
                <a:solidFill>
                  <a:srgbClr val="20262C"/>
                </a:solidFill>
                <a:latin typeface="Arial"/>
                <a:ea typeface="Arial"/>
                <a:cs typeface="Arial"/>
              </a:defRPr>
            </a:lvl7pPr>
            <a:lvl8pPr algn="l">
              <a:defRPr sz="1800" b="1">
                <a:solidFill>
                  <a:srgbClr val="20262C"/>
                </a:solidFill>
                <a:latin typeface="Arial"/>
                <a:ea typeface="Arial"/>
                <a:cs typeface="Arial"/>
              </a:defRPr>
            </a:lvl8pPr>
            <a:lvl9pPr algn="l">
              <a:defRPr sz="1800" b="1">
                <a:solidFill>
                  <a:srgbClr val="20262C"/>
                </a:solidFill>
                <a:latin typeface="Arial"/>
                <a:ea typeface="Arial"/>
                <a:cs typeface="Arial"/>
              </a:defRPr>
            </a:lvl9pPr>
          </a:lstStyle>
          <a:p xmlns:a="http://schemas.openxmlformats.org/drawingml/2006/main">
            <a:pPr algn="l">
              <a:defRPr sz="1800" b="1">
                <a:solidFill>
                  <a:srgbClr val="20262C"/>
                </a:solidFill>
                <a:latin typeface="Arial"/>
                <a:ea typeface="Arial"/>
                <a:cs typeface="Arial"/>
              </a:defRPr>
            </a:pPr>
            <a:r>
              <a:rPr sz="1800" b="1">
                <a:solidFill>
                  <a:srgbClr val="20262C"/>
                </a:solidFill>
                <a:latin typeface="Arial"/>
                <a:ea typeface="Arial"/>
                <a:cs typeface="Arial"/>
              </a:rPr>
              <a:t>Calculation tools return</a:t>
            </a:r>
          </a:p>
        </p:txBody>
      </p:sp>
      <p:sp>
        <p:nvSpPr>
          <p:cNvPr id="40" name="!!research.tool.body">
            <a:extLst xmlns:a="http://schemas.openxmlformats.org/drawingml/2006/main">
              <a:ext uri="{FF2B5EF4-FFF2-40B4-BE49-F238E27FC236}">
                <a16:creationId xmlns:a16="http://schemas.microsoft.com/office/drawing/2014/main" id="{AE11084A-CE6D-4B13-8A3A-88FC3DE13D42}"/>
              </a:ext>
            </a:extLst>
          </p:cNvPr>
          <p:cNvSpPr>
            <a:spLocks xmlns:a="http://schemas.openxmlformats.org/drawingml/2006/main" noGrp="1"/>
          </p:cNvSpPr>
          <p:nvPr/>
        </p:nvSpPr>
        <p:spPr>
          <a:xfrm xmlns:a="http://schemas.openxmlformats.org/drawingml/2006/main">
            <a:off x="11372850" y="3533775"/>
            <a:ext cx="3028950" cy="2152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20262C"/>
                </a:solidFill>
                <a:latin typeface="Arial"/>
                <a:ea typeface="Arial"/>
                <a:cs typeface="Arial"/>
              </a:defRPr>
            </a:defPPr>
            <a:lvl1pPr algn="l">
              <a:defRPr sz="2025" b="0">
                <a:solidFill>
                  <a:srgbClr val="20262C"/>
                </a:solidFill>
                <a:latin typeface="Arial"/>
                <a:ea typeface="Arial"/>
                <a:cs typeface="Arial"/>
              </a:defRPr>
            </a:lvl1pPr>
            <a:lvl2pPr algn="l">
              <a:defRPr sz="2025" b="0">
                <a:solidFill>
                  <a:srgbClr val="20262C"/>
                </a:solidFill>
                <a:latin typeface="Arial"/>
                <a:ea typeface="Arial"/>
                <a:cs typeface="Arial"/>
              </a:defRPr>
            </a:lvl2pPr>
            <a:lvl3pPr algn="l">
              <a:defRPr sz="2025" b="0">
                <a:solidFill>
                  <a:srgbClr val="20262C"/>
                </a:solidFill>
                <a:latin typeface="Arial"/>
                <a:ea typeface="Arial"/>
                <a:cs typeface="Arial"/>
              </a:defRPr>
            </a:lvl3pPr>
            <a:lvl4pPr algn="l">
              <a:defRPr sz="2025" b="0">
                <a:solidFill>
                  <a:srgbClr val="20262C"/>
                </a:solidFill>
                <a:latin typeface="Arial"/>
                <a:ea typeface="Arial"/>
                <a:cs typeface="Arial"/>
              </a:defRPr>
            </a:lvl4pPr>
            <a:lvl5pPr algn="l">
              <a:defRPr sz="2025" b="0">
                <a:solidFill>
                  <a:srgbClr val="20262C"/>
                </a:solidFill>
                <a:latin typeface="Arial"/>
                <a:ea typeface="Arial"/>
                <a:cs typeface="Arial"/>
              </a:defRPr>
            </a:lvl5pPr>
            <a:lvl6pPr algn="l">
              <a:defRPr sz="2025" b="0">
                <a:solidFill>
                  <a:srgbClr val="20262C"/>
                </a:solidFill>
                <a:latin typeface="Arial"/>
                <a:ea typeface="Arial"/>
                <a:cs typeface="Arial"/>
              </a:defRPr>
            </a:lvl6pPr>
            <a:lvl7pPr algn="l">
              <a:defRPr sz="2025" b="0">
                <a:solidFill>
                  <a:srgbClr val="20262C"/>
                </a:solidFill>
                <a:latin typeface="Arial"/>
                <a:ea typeface="Arial"/>
                <a:cs typeface="Arial"/>
              </a:defRPr>
            </a:lvl7pPr>
            <a:lvl8pPr algn="l">
              <a:defRPr sz="2025" b="0">
                <a:solidFill>
                  <a:srgbClr val="20262C"/>
                </a:solidFill>
                <a:latin typeface="Arial"/>
                <a:ea typeface="Arial"/>
                <a:cs typeface="Arial"/>
              </a:defRPr>
            </a:lvl8pPr>
            <a:lvl9pPr algn="l">
              <a:defRPr sz="2025" b="0">
                <a:solidFill>
                  <a:srgbClr val="20262C"/>
                </a:solidFill>
                <a:latin typeface="Arial"/>
                <a:ea typeface="Arial"/>
                <a:cs typeface="Arial"/>
              </a:defRPr>
            </a:lvl9pPr>
          </a:lstStyle>
          <a:p xmlns:a="http://schemas.openxmlformats.org/drawingml/2006/main">
            <a:pPr algn="l">
              <a:defRPr sz="2025" b="0">
                <a:solidFill>
                  <a:srgbClr val="20262C"/>
                </a:solidFill>
                <a:latin typeface="Arial"/>
                <a:ea typeface="Arial"/>
                <a:cs typeface="Arial"/>
              </a:defRPr>
            </a:pPr>
            <a:r>
              <a:rPr sz="2025" b="0">
                <a:solidFill>
                  <a:srgbClr val="20262C"/>
                </a:solidFill>
                <a:latin typeface="Arial"/>
                <a:ea typeface="Arial"/>
                <a:cs typeface="Arial"/>
              </a:rPr>
              <a:t>Revenue: +10%</a:t>
            </a:r>
          </a:p>
          <a:p xmlns:a="http://schemas.openxmlformats.org/drawingml/2006/main">
            <a:pPr algn="l">
              <a:defRPr sz="2025" b="0">
                <a:solidFill>
                  <a:srgbClr val="20262C"/>
                </a:solidFill>
                <a:latin typeface="Arial"/>
                <a:ea typeface="Arial"/>
                <a:cs typeface="Arial"/>
              </a:defRPr>
            </a:pPr>
            <a:r>
              <a:rPr sz="2025" b="0">
                <a:solidFill>
                  <a:srgbClr val="20262C"/>
                </a:solidFill>
                <a:latin typeface="Arial"/>
                <a:ea typeface="Arial"/>
                <a:cs typeface="Arial"/>
              </a:rPr>
              <a:t>Volume: +10%</a:t>
            </a:r>
          </a:p>
          <a:p xmlns:a="http://schemas.openxmlformats.org/drawingml/2006/main">
            <a:pPr algn="l">
              <a:defRPr sz="2025" b="0">
                <a:solidFill>
                  <a:srgbClr val="20262C"/>
                </a:solidFill>
                <a:latin typeface="Arial"/>
                <a:ea typeface="Arial"/>
                <a:cs typeface="Arial"/>
              </a:defRPr>
            </a:pPr>
            <a:r>
              <a:rPr sz="2025" b="0">
                <a:solidFill>
                  <a:srgbClr val="20262C"/>
                </a:solidFill>
                <a:latin typeface="Arial"/>
                <a:ea typeface="Arial"/>
                <a:cs typeface="Arial"/>
              </a:rPr>
              <a:t>Average selling price: unchanged</a:t>
            </a:r>
          </a:p>
        </p:txBody>
      </p:sp>
      <p:sp>
        <p:nvSpPr>
          <p:cNvPr id="41" name="!!research.material.bus">
            <a:extLst xmlns:a="http://schemas.openxmlformats.org/drawingml/2006/main">
              <a:ext uri="{FF2B5EF4-FFF2-40B4-BE49-F238E27FC236}">
                <a16:creationId xmlns:a16="http://schemas.microsoft.com/office/drawing/2014/main" id="{8C55191B-9860-46FB-8F8C-E113385A063D}"/>
              </a:ext>
            </a:extLst>
          </p:cNvPr>
          <p:cNvSpPr>
            <a:spLocks xmlns:a="http://schemas.openxmlformats.org/drawingml/2006/main" noGrp="1"/>
          </p:cNvSpPr>
          <p:nvPr/>
        </p:nvSpPr>
        <p:spPr>
          <a:xfrm xmlns:a="http://schemas.openxmlformats.org/drawingml/2006/main" flipH="0" flipV="0">
            <a:off x="7219950" y="3505200"/>
            <a:ext cx="953" cy="1809750"/>
          </a:xfrm>
          <a:prstGeom xmlns:a="http://schemas.openxmlformats.org/drawingml/2006/main" prst="line">
            <a:avLst/>
          </a:prstGeom>
          <a:noFill xmlns:a="http://schemas.openxmlformats.org/drawingml/2006/main"/>
          <a:ln xmlns:a="http://schemas.openxmlformats.org/drawingml/2006/main" w="17145">
            <a:solidFill>
              <a:srgbClr val="005A9C"/>
            </a:solidFill>
            <a:prstDash val="solid"/>
          </a:ln>
        </p:spPr>
      </p:sp>
      <p:sp>
        <p:nvSpPr>
          <p:cNvPr id="42" name="!!research.material.in0">
            <a:extLst xmlns:a="http://schemas.openxmlformats.org/drawingml/2006/main">
              <a:ext uri="{FF2B5EF4-FFF2-40B4-BE49-F238E27FC236}">
                <a16:creationId xmlns:a16="http://schemas.microsoft.com/office/drawing/2014/main" id="{48A78893-0154-4BAA-821C-7EC681560DED}"/>
              </a:ext>
            </a:extLst>
          </p:cNvPr>
          <p:cNvSpPr>
            <a:spLocks xmlns:a="http://schemas.openxmlformats.org/drawingml/2006/main" noGrp="1"/>
          </p:cNvSpPr>
          <p:nvPr/>
        </p:nvSpPr>
        <p:spPr>
          <a:xfrm xmlns:a="http://schemas.openxmlformats.org/drawingml/2006/main" flipH="0" flipV="0">
            <a:off x="7010400" y="3505200"/>
            <a:ext cx="209550" cy="953"/>
          </a:xfrm>
          <a:prstGeom xmlns:a="http://schemas.openxmlformats.org/drawingml/2006/main" prst="line">
            <a:avLst/>
          </a:prstGeom>
          <a:noFill xmlns:a="http://schemas.openxmlformats.org/drawingml/2006/main"/>
          <a:ln xmlns:a="http://schemas.openxmlformats.org/drawingml/2006/main" w="17145">
            <a:solidFill>
              <a:srgbClr val="005A9C"/>
            </a:solidFill>
            <a:prstDash val="solid"/>
          </a:ln>
        </p:spPr>
      </p:sp>
      <p:sp>
        <p:nvSpPr>
          <p:cNvPr id="43" name="!!research.material.in1">
            <a:extLst xmlns:a="http://schemas.openxmlformats.org/drawingml/2006/main">
              <a:ext uri="{FF2B5EF4-FFF2-40B4-BE49-F238E27FC236}">
                <a16:creationId xmlns:a16="http://schemas.microsoft.com/office/drawing/2014/main" id="{9D33C199-653A-4F44-AAC4-9AEBE74474F4}"/>
              </a:ext>
            </a:extLst>
          </p:cNvPr>
          <p:cNvSpPr>
            <a:spLocks xmlns:a="http://schemas.openxmlformats.org/drawingml/2006/main" noGrp="1"/>
          </p:cNvSpPr>
          <p:nvPr/>
        </p:nvSpPr>
        <p:spPr>
          <a:xfrm xmlns:a="http://schemas.openxmlformats.org/drawingml/2006/main" flipH="0" flipV="0">
            <a:off x="7010400" y="4371975"/>
            <a:ext cx="209550" cy="953"/>
          </a:xfrm>
          <a:prstGeom xmlns:a="http://schemas.openxmlformats.org/drawingml/2006/main" prst="line">
            <a:avLst/>
          </a:prstGeom>
          <a:noFill xmlns:a="http://schemas.openxmlformats.org/drawingml/2006/main"/>
          <a:ln xmlns:a="http://schemas.openxmlformats.org/drawingml/2006/main" w="17145">
            <a:solidFill>
              <a:srgbClr val="005A9C"/>
            </a:solidFill>
            <a:prstDash val="solid"/>
          </a:ln>
        </p:spPr>
      </p:sp>
      <p:sp>
        <p:nvSpPr>
          <p:cNvPr id="44" name="!!research.material.in2">
            <a:extLst xmlns:a="http://schemas.openxmlformats.org/drawingml/2006/main">
              <a:ext uri="{FF2B5EF4-FFF2-40B4-BE49-F238E27FC236}">
                <a16:creationId xmlns:a16="http://schemas.microsoft.com/office/drawing/2014/main" id="{EE61EC02-C697-4014-B996-D656DBF3F42A}"/>
              </a:ext>
            </a:extLst>
          </p:cNvPr>
          <p:cNvSpPr>
            <a:spLocks xmlns:a="http://schemas.openxmlformats.org/drawingml/2006/main" noGrp="1"/>
          </p:cNvSpPr>
          <p:nvPr/>
        </p:nvSpPr>
        <p:spPr>
          <a:xfrm xmlns:a="http://schemas.openxmlformats.org/drawingml/2006/main" flipH="0" flipV="0">
            <a:off x="7010400" y="5314950"/>
            <a:ext cx="209550" cy="953"/>
          </a:xfrm>
          <a:prstGeom xmlns:a="http://schemas.openxmlformats.org/drawingml/2006/main" prst="line">
            <a:avLst/>
          </a:prstGeom>
          <a:noFill xmlns:a="http://schemas.openxmlformats.org/drawingml/2006/main"/>
          <a:ln xmlns:a="http://schemas.openxmlformats.org/drawingml/2006/main" w="17145">
            <a:solidFill>
              <a:srgbClr val="005A9C"/>
            </a:solidFill>
            <a:prstDash val="solid"/>
          </a:ln>
        </p:spPr>
      </p:sp>
      <p:sp>
        <p:nvSpPr>
          <p:cNvPr id="45" name="!!research.evidence.in.line">
            <a:extLst xmlns:a="http://schemas.openxmlformats.org/drawingml/2006/main">
              <a:ext uri="{FF2B5EF4-FFF2-40B4-BE49-F238E27FC236}">
                <a16:creationId xmlns:a16="http://schemas.microsoft.com/office/drawing/2014/main" id="{06FD9996-2C42-48EA-B404-4D0B1C07C857}"/>
              </a:ext>
            </a:extLst>
          </p:cNvPr>
          <p:cNvSpPr>
            <a:spLocks xmlns:a="http://schemas.openxmlformats.org/drawingml/2006/main" noGrp="1"/>
          </p:cNvSpPr>
          <p:nvPr/>
        </p:nvSpPr>
        <p:spPr>
          <a:xfrm xmlns:a="http://schemas.openxmlformats.org/drawingml/2006/main" flipH="0" flipV="0">
            <a:off x="7219950" y="4362450"/>
            <a:ext cx="142875" cy="953"/>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46" name="!!research.evidence.in.tip">
            <a:extLst xmlns:a="http://schemas.openxmlformats.org/drawingml/2006/main">
              <a:ext uri="{FF2B5EF4-FFF2-40B4-BE49-F238E27FC236}">
                <a16:creationId xmlns:a16="http://schemas.microsoft.com/office/drawing/2014/main" id="{9AD7515D-B218-49C5-83FE-5790005E3EF0}"/>
              </a:ext>
            </a:extLst>
          </p:cNvPr>
          <p:cNvSpPr>
            <a:spLocks xmlns:a="http://schemas.openxmlformats.org/drawingml/2006/main" noGrp="1"/>
          </p:cNvSpPr>
          <p:nvPr/>
        </p:nvSpPr>
        <p:spPr>
          <a:xfrm xmlns:a="http://schemas.openxmlformats.org/drawingml/2006/main" rot="5400000">
            <a:off x="7305675" y="4305300"/>
            <a:ext cx="114300" cy="11430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47" name="!!research.call.line">
            <a:extLst xmlns:a="http://schemas.openxmlformats.org/drawingml/2006/main">
              <a:ext uri="{FF2B5EF4-FFF2-40B4-BE49-F238E27FC236}">
                <a16:creationId xmlns:a16="http://schemas.microsoft.com/office/drawing/2014/main" id="{12C409C5-04C1-421A-9B4E-6044E6A02B65}"/>
              </a:ext>
            </a:extLst>
          </p:cNvPr>
          <p:cNvSpPr>
            <a:spLocks xmlns:a="http://schemas.openxmlformats.org/drawingml/2006/main" noGrp="1"/>
          </p:cNvSpPr>
          <p:nvPr/>
        </p:nvSpPr>
        <p:spPr>
          <a:xfrm xmlns:a="http://schemas.openxmlformats.org/drawingml/2006/main" flipH="0" flipV="0">
            <a:off x="10782300" y="3886200"/>
            <a:ext cx="304800" cy="953"/>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48" name="!!research.call.tip">
            <a:extLst xmlns:a="http://schemas.openxmlformats.org/drawingml/2006/main">
              <a:ext uri="{FF2B5EF4-FFF2-40B4-BE49-F238E27FC236}">
                <a16:creationId xmlns:a16="http://schemas.microsoft.com/office/drawing/2014/main" id="{4C8DC686-F988-43A7-B22E-E27F52A4F101}"/>
              </a:ext>
            </a:extLst>
          </p:cNvPr>
          <p:cNvSpPr>
            <a:spLocks xmlns:a="http://schemas.openxmlformats.org/drawingml/2006/main" noGrp="1"/>
          </p:cNvSpPr>
          <p:nvPr/>
        </p:nvSpPr>
        <p:spPr>
          <a:xfrm xmlns:a="http://schemas.openxmlformats.org/drawingml/2006/main" rot="5400000">
            <a:off x="11029950" y="3829050"/>
            <a:ext cx="114300" cy="11430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49" name="!!research.return.line">
            <a:extLst xmlns:a="http://schemas.openxmlformats.org/drawingml/2006/main">
              <a:ext uri="{FF2B5EF4-FFF2-40B4-BE49-F238E27FC236}">
                <a16:creationId xmlns:a16="http://schemas.microsoft.com/office/drawing/2014/main" id="{97CFAD54-2011-46C6-A6E9-FE08BD1FA7AA}"/>
              </a:ext>
            </a:extLst>
          </p:cNvPr>
          <p:cNvSpPr>
            <a:spLocks xmlns:a="http://schemas.openxmlformats.org/drawingml/2006/main" noGrp="1"/>
          </p:cNvSpPr>
          <p:nvPr/>
        </p:nvSpPr>
        <p:spPr>
          <a:xfrm xmlns:a="http://schemas.openxmlformats.org/drawingml/2006/main" flipH="1" flipV="0">
            <a:off x="10782300" y="5114925"/>
            <a:ext cx="304800" cy="953"/>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50" name="!!research.return.tip">
            <a:extLst xmlns:a="http://schemas.openxmlformats.org/drawingml/2006/main">
              <a:ext uri="{FF2B5EF4-FFF2-40B4-BE49-F238E27FC236}">
                <a16:creationId xmlns:a16="http://schemas.microsoft.com/office/drawing/2014/main" id="{9D69BC24-6E78-44E1-9F04-ECDB836B7DA2}"/>
              </a:ext>
            </a:extLst>
          </p:cNvPr>
          <p:cNvSpPr>
            <a:spLocks xmlns:a="http://schemas.openxmlformats.org/drawingml/2006/main" noGrp="1"/>
          </p:cNvSpPr>
          <p:nvPr/>
        </p:nvSpPr>
        <p:spPr>
          <a:xfrm xmlns:a="http://schemas.openxmlformats.org/drawingml/2006/main" rot="16200000">
            <a:off x="10725150" y="5057775"/>
            <a:ext cx="114300" cy="11430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51" name="!!research.toResult.line">
            <a:extLst xmlns:a="http://schemas.openxmlformats.org/drawingml/2006/main">
              <a:ext uri="{FF2B5EF4-FFF2-40B4-BE49-F238E27FC236}">
                <a16:creationId xmlns:a16="http://schemas.microsoft.com/office/drawing/2014/main" id="{62E6A14C-58B4-4EB3-9140-B9F6E1E52077}"/>
              </a:ext>
            </a:extLst>
          </p:cNvPr>
          <p:cNvSpPr>
            <a:spLocks xmlns:a="http://schemas.openxmlformats.org/drawingml/2006/main" noGrp="1"/>
          </p:cNvSpPr>
          <p:nvPr/>
        </p:nvSpPr>
        <p:spPr>
          <a:xfrm xmlns:a="http://schemas.openxmlformats.org/drawingml/2006/main" flipH="0" flipV="0">
            <a:off x="9067800" y="5819775"/>
            <a:ext cx="953" cy="133350"/>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52" name="!!research.toResult.tip">
            <a:extLst xmlns:a="http://schemas.openxmlformats.org/drawingml/2006/main">
              <a:ext uri="{FF2B5EF4-FFF2-40B4-BE49-F238E27FC236}">
                <a16:creationId xmlns:a16="http://schemas.microsoft.com/office/drawing/2014/main" id="{FF0B373E-FDF9-48A9-9FB4-296283BE7D21}"/>
              </a:ext>
            </a:extLst>
          </p:cNvPr>
          <p:cNvSpPr>
            <a:spLocks xmlns:a="http://schemas.openxmlformats.org/drawingml/2006/main" noGrp="1"/>
          </p:cNvSpPr>
          <p:nvPr/>
        </p:nvSpPr>
        <p:spPr>
          <a:xfrm xmlns:a="http://schemas.openxmlformats.org/drawingml/2006/main" rot="10800000">
            <a:off x="9010650" y="5895975"/>
            <a:ext cx="114300" cy="11430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53" name="!!research.result">
            <a:extLst xmlns:a="http://schemas.openxmlformats.org/drawingml/2006/main">
              <a:ext uri="{FF2B5EF4-FFF2-40B4-BE49-F238E27FC236}">
                <a16:creationId xmlns:a16="http://schemas.microsoft.com/office/drawing/2014/main" id="{45F451CE-2E7E-4206-8E7E-12CB1EF92E95}"/>
              </a:ext>
            </a:extLst>
          </p:cNvPr>
          <p:cNvSpPr>
            <a:spLocks xmlns:a="http://schemas.openxmlformats.org/drawingml/2006/main" noGrp="1"/>
          </p:cNvSpPr>
          <p:nvPr/>
        </p:nvSpPr>
        <p:spPr>
          <a:xfrm xmlns:a="http://schemas.openxmlformats.org/drawingml/2006/main">
            <a:off x="4057650" y="6029325"/>
            <a:ext cx="10534650" cy="885825"/>
          </a:xfrm>
          <a:prstGeom xmlns:a="http://schemas.openxmlformats.org/drawingml/2006/main" prst="rect">
            <a:avLst/>
          </a:prstGeom>
          <a:solidFill xmlns:a="http://schemas.openxmlformats.org/drawingml/2006/main">
            <a:srgbClr val="FFFFFF"/>
          </a:solidFill>
          <a:ln xmlns:a="http://schemas.openxmlformats.org/drawingml/2006/main" w="9525">
            <a:solidFill>
              <a:srgbClr val="317F7B"/>
            </a:solidFill>
            <a:prstDash val="solid"/>
          </a:ln>
        </p:spPr>
      </p:sp>
      <p:sp>
        <p:nvSpPr>
          <p:cNvPr id="54" name="!!research.result.title">
            <a:extLst xmlns:a="http://schemas.openxmlformats.org/drawingml/2006/main">
              <a:ext uri="{FF2B5EF4-FFF2-40B4-BE49-F238E27FC236}">
                <a16:creationId xmlns:a16="http://schemas.microsoft.com/office/drawing/2014/main" id="{82C690E6-0CBD-40FA-A941-66ADBEB70F87}"/>
              </a:ext>
            </a:extLst>
          </p:cNvPr>
          <p:cNvSpPr>
            <a:spLocks xmlns:a="http://schemas.openxmlformats.org/drawingml/2006/main" noGrp="1"/>
          </p:cNvSpPr>
          <p:nvPr/>
        </p:nvSpPr>
        <p:spPr>
          <a:xfrm xmlns:a="http://schemas.openxmlformats.org/drawingml/2006/main">
            <a:off x="4248150" y="6210300"/>
            <a:ext cx="19335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62C"/>
                </a:solidFill>
                <a:latin typeface="Arial"/>
                <a:ea typeface="Arial"/>
                <a:cs typeface="Arial"/>
              </a:defRPr>
            </a:defPPr>
            <a:lvl1pPr algn="l">
              <a:defRPr sz="1950" b="1">
                <a:solidFill>
                  <a:srgbClr val="20262C"/>
                </a:solidFill>
                <a:latin typeface="Arial"/>
                <a:ea typeface="Arial"/>
                <a:cs typeface="Arial"/>
              </a:defRPr>
            </a:lvl1pPr>
            <a:lvl2pPr algn="l">
              <a:defRPr sz="1950" b="1">
                <a:solidFill>
                  <a:srgbClr val="20262C"/>
                </a:solidFill>
                <a:latin typeface="Arial"/>
                <a:ea typeface="Arial"/>
                <a:cs typeface="Arial"/>
              </a:defRPr>
            </a:lvl2pPr>
            <a:lvl3pPr algn="l">
              <a:defRPr sz="1950" b="1">
                <a:solidFill>
                  <a:srgbClr val="20262C"/>
                </a:solidFill>
                <a:latin typeface="Arial"/>
                <a:ea typeface="Arial"/>
                <a:cs typeface="Arial"/>
              </a:defRPr>
            </a:lvl3pPr>
            <a:lvl4pPr algn="l">
              <a:defRPr sz="1950" b="1">
                <a:solidFill>
                  <a:srgbClr val="20262C"/>
                </a:solidFill>
                <a:latin typeface="Arial"/>
                <a:ea typeface="Arial"/>
                <a:cs typeface="Arial"/>
              </a:defRPr>
            </a:lvl4pPr>
            <a:lvl5pPr algn="l">
              <a:defRPr sz="1950" b="1">
                <a:solidFill>
                  <a:srgbClr val="20262C"/>
                </a:solidFill>
                <a:latin typeface="Arial"/>
                <a:ea typeface="Arial"/>
                <a:cs typeface="Arial"/>
              </a:defRPr>
            </a:lvl5pPr>
            <a:lvl6pPr algn="l">
              <a:defRPr sz="1950" b="1">
                <a:solidFill>
                  <a:srgbClr val="20262C"/>
                </a:solidFill>
                <a:latin typeface="Arial"/>
                <a:ea typeface="Arial"/>
                <a:cs typeface="Arial"/>
              </a:defRPr>
            </a:lvl6pPr>
            <a:lvl7pPr algn="l">
              <a:defRPr sz="1950" b="1">
                <a:solidFill>
                  <a:srgbClr val="20262C"/>
                </a:solidFill>
                <a:latin typeface="Arial"/>
                <a:ea typeface="Arial"/>
                <a:cs typeface="Arial"/>
              </a:defRPr>
            </a:lvl7pPr>
            <a:lvl8pPr algn="l">
              <a:defRPr sz="1950" b="1">
                <a:solidFill>
                  <a:srgbClr val="20262C"/>
                </a:solidFill>
                <a:latin typeface="Arial"/>
                <a:ea typeface="Arial"/>
                <a:cs typeface="Arial"/>
              </a:defRPr>
            </a:lvl8pPr>
            <a:lvl9pPr algn="l">
              <a:defRPr sz="1950" b="1">
                <a:solidFill>
                  <a:srgbClr val="20262C"/>
                </a:solidFill>
                <a:latin typeface="Arial"/>
                <a:ea typeface="Arial"/>
                <a:cs typeface="Arial"/>
              </a:defRPr>
            </a:lvl9pPr>
          </a:lstStyle>
          <a:p xmlns:a="http://schemas.openxmlformats.org/drawingml/2006/main">
            <a:pPr algn="l">
              <a:defRPr sz="1950" b="1">
                <a:solidFill>
                  <a:srgbClr val="20262C"/>
                </a:solidFill>
                <a:latin typeface="Arial"/>
                <a:ea typeface="Arial"/>
                <a:cs typeface="Arial"/>
              </a:defRPr>
            </a:pPr>
            <a:r>
              <a:rPr sz="1950" b="1">
                <a:solidFill>
                  <a:srgbClr val="20262C"/>
                </a:solidFill>
                <a:latin typeface="Arial"/>
                <a:ea typeface="Arial"/>
                <a:cs typeface="Arial"/>
              </a:rPr>
              <a:t>LLM analysis</a:t>
            </a:r>
          </a:p>
        </p:txBody>
      </p:sp>
      <p:sp>
        <p:nvSpPr>
          <p:cNvPr id="55" name="!!research.result.text">
            <a:extLst xmlns:a="http://schemas.openxmlformats.org/drawingml/2006/main">
              <a:ext uri="{FF2B5EF4-FFF2-40B4-BE49-F238E27FC236}">
                <a16:creationId xmlns:a16="http://schemas.microsoft.com/office/drawing/2014/main" id="{0E243B72-9B4A-492A-A093-1D2DC1EE69E1}"/>
              </a:ext>
            </a:extLst>
          </p:cNvPr>
          <p:cNvSpPr>
            <a:spLocks xmlns:a="http://schemas.openxmlformats.org/drawingml/2006/main" noGrp="1"/>
          </p:cNvSpPr>
          <p:nvPr/>
        </p:nvSpPr>
        <p:spPr>
          <a:xfrm xmlns:a="http://schemas.openxmlformats.org/drawingml/2006/main">
            <a:off x="6448425" y="6181725"/>
            <a:ext cx="79057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0262C"/>
                </a:solidFill>
                <a:latin typeface="Arial"/>
                <a:ea typeface="Arial"/>
                <a:cs typeface="Arial"/>
              </a:defRPr>
            </a:defPPr>
            <a:lvl1pPr algn="l">
              <a:defRPr sz="1875" b="0">
                <a:solidFill>
                  <a:srgbClr val="20262C"/>
                </a:solidFill>
                <a:latin typeface="Arial"/>
                <a:ea typeface="Arial"/>
                <a:cs typeface="Arial"/>
              </a:defRPr>
            </a:lvl1pPr>
            <a:lvl2pPr algn="l">
              <a:defRPr sz="1875" b="0">
                <a:solidFill>
                  <a:srgbClr val="20262C"/>
                </a:solidFill>
                <a:latin typeface="Arial"/>
                <a:ea typeface="Arial"/>
                <a:cs typeface="Arial"/>
              </a:defRPr>
            </a:lvl2pPr>
            <a:lvl3pPr algn="l">
              <a:defRPr sz="1875" b="0">
                <a:solidFill>
                  <a:srgbClr val="20262C"/>
                </a:solidFill>
                <a:latin typeface="Arial"/>
                <a:ea typeface="Arial"/>
                <a:cs typeface="Arial"/>
              </a:defRPr>
            </a:lvl3pPr>
            <a:lvl4pPr algn="l">
              <a:defRPr sz="1875" b="0">
                <a:solidFill>
                  <a:srgbClr val="20262C"/>
                </a:solidFill>
                <a:latin typeface="Arial"/>
                <a:ea typeface="Arial"/>
                <a:cs typeface="Arial"/>
              </a:defRPr>
            </a:lvl4pPr>
            <a:lvl5pPr algn="l">
              <a:defRPr sz="1875" b="0">
                <a:solidFill>
                  <a:srgbClr val="20262C"/>
                </a:solidFill>
                <a:latin typeface="Arial"/>
                <a:ea typeface="Arial"/>
                <a:cs typeface="Arial"/>
              </a:defRPr>
            </a:lvl5pPr>
            <a:lvl6pPr algn="l">
              <a:defRPr sz="1875" b="0">
                <a:solidFill>
                  <a:srgbClr val="20262C"/>
                </a:solidFill>
                <a:latin typeface="Arial"/>
                <a:ea typeface="Arial"/>
                <a:cs typeface="Arial"/>
              </a:defRPr>
            </a:lvl6pPr>
            <a:lvl7pPr algn="l">
              <a:defRPr sz="1875" b="0">
                <a:solidFill>
                  <a:srgbClr val="20262C"/>
                </a:solidFill>
                <a:latin typeface="Arial"/>
                <a:ea typeface="Arial"/>
                <a:cs typeface="Arial"/>
              </a:defRPr>
            </a:lvl7pPr>
            <a:lvl8pPr algn="l">
              <a:defRPr sz="1875" b="0">
                <a:solidFill>
                  <a:srgbClr val="20262C"/>
                </a:solidFill>
                <a:latin typeface="Arial"/>
                <a:ea typeface="Arial"/>
                <a:cs typeface="Arial"/>
              </a:defRPr>
            </a:lvl8pPr>
            <a:lvl9pPr algn="l">
              <a:defRPr sz="1875" b="0">
                <a:solidFill>
                  <a:srgbClr val="20262C"/>
                </a:solidFill>
                <a:latin typeface="Arial"/>
                <a:ea typeface="Arial"/>
                <a:cs typeface="Arial"/>
              </a:defRPr>
            </a:lvl9pPr>
          </a:lstStyle>
          <a:p xmlns:a="http://schemas.openxmlformats.org/drawingml/2006/main">
            <a:pPr algn="l">
              <a:defRPr sz="1875" b="0">
                <a:solidFill>
                  <a:srgbClr val="20262C"/>
                </a:solidFill>
                <a:latin typeface="Arial"/>
                <a:ea typeface="Arial"/>
                <a:cs typeface="Arial"/>
              </a:defRPr>
            </a:pPr>
            <a:r>
              <a:rPr sz="1875" b="0">
                <a:solidFill>
                  <a:srgbClr val="20262C"/>
                </a:solidFill>
                <a:latin typeface="Arial"/>
                <a:ea typeface="Arial"/>
                <a:cs typeface="Arial"/>
              </a:rPr>
              <a:t>Volume drove revenue growth [1], supported by channel restocking [2].</a:t>
            </a:r>
          </a:p>
          <a:p xmlns:a="http://schemas.openxmlformats.org/drawingml/2006/main">
            <a:pPr algn="l">
              <a:defRPr sz="1875" b="0">
                <a:solidFill>
                  <a:srgbClr val="20262C"/>
                </a:solidFill>
                <a:latin typeface="Arial"/>
                <a:ea typeface="Arial"/>
                <a:cs typeface="Arial"/>
              </a:defRPr>
            </a:pPr>
            <a:r>
              <a:rPr sz="1875" b="0">
                <a:solidFill>
                  <a:srgbClr val="20262C"/>
                </a:solidFill>
                <a:latin typeface="Arial"/>
                <a:ea typeface="Arial"/>
                <a:cs typeface="Arial"/>
              </a:rPr>
              <a:t>Views differ on persistence [3]. Track demand and input costs.</a:t>
            </a:r>
          </a:p>
        </p:txBody>
      </p:sp>
      <p:sp>
        <p:nvSpPr>
          <p:cNvPr id="56" name="!!research.user">
            <a:extLst xmlns:a="http://schemas.openxmlformats.org/drawingml/2006/main">
              <a:ext uri="{FF2B5EF4-FFF2-40B4-BE49-F238E27FC236}">
                <a16:creationId xmlns:a16="http://schemas.microsoft.com/office/drawing/2014/main" id="{0DDA0DF8-E86F-41EC-98F5-AFD53CCA5A42}"/>
              </a:ext>
            </a:extLst>
          </p:cNvPr>
          <p:cNvSpPr>
            <a:spLocks xmlns:a="http://schemas.openxmlformats.org/drawingml/2006/main" noGrp="1"/>
          </p:cNvSpPr>
          <p:nvPr/>
        </p:nvSpPr>
        <p:spPr>
          <a:xfrm xmlns:a="http://schemas.openxmlformats.org/drawingml/2006/main">
            <a:off x="4057650" y="7115175"/>
            <a:ext cx="105346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0262C"/>
                </a:solidFill>
                <a:latin typeface="Arial"/>
                <a:ea typeface="Arial"/>
                <a:cs typeface="Arial"/>
              </a:defRPr>
            </a:defPPr>
            <a:lvl1pPr algn="l">
              <a:defRPr sz="1950" b="0">
                <a:solidFill>
                  <a:srgbClr val="20262C"/>
                </a:solidFill>
                <a:latin typeface="Arial"/>
                <a:ea typeface="Arial"/>
                <a:cs typeface="Arial"/>
              </a:defRPr>
            </a:lvl1pPr>
            <a:lvl2pPr algn="l">
              <a:defRPr sz="1950" b="0">
                <a:solidFill>
                  <a:srgbClr val="20262C"/>
                </a:solidFill>
                <a:latin typeface="Arial"/>
                <a:ea typeface="Arial"/>
                <a:cs typeface="Arial"/>
              </a:defRPr>
            </a:lvl2pPr>
            <a:lvl3pPr algn="l">
              <a:defRPr sz="1950" b="0">
                <a:solidFill>
                  <a:srgbClr val="20262C"/>
                </a:solidFill>
                <a:latin typeface="Arial"/>
                <a:ea typeface="Arial"/>
                <a:cs typeface="Arial"/>
              </a:defRPr>
            </a:lvl3pPr>
            <a:lvl4pPr algn="l">
              <a:defRPr sz="1950" b="0">
                <a:solidFill>
                  <a:srgbClr val="20262C"/>
                </a:solidFill>
                <a:latin typeface="Arial"/>
                <a:ea typeface="Arial"/>
                <a:cs typeface="Arial"/>
              </a:defRPr>
            </a:lvl4pPr>
            <a:lvl5pPr algn="l">
              <a:defRPr sz="1950" b="0">
                <a:solidFill>
                  <a:srgbClr val="20262C"/>
                </a:solidFill>
                <a:latin typeface="Arial"/>
                <a:ea typeface="Arial"/>
                <a:cs typeface="Arial"/>
              </a:defRPr>
            </a:lvl5pPr>
            <a:lvl6pPr algn="l">
              <a:defRPr sz="1950" b="0">
                <a:solidFill>
                  <a:srgbClr val="20262C"/>
                </a:solidFill>
                <a:latin typeface="Arial"/>
                <a:ea typeface="Arial"/>
                <a:cs typeface="Arial"/>
              </a:defRPr>
            </a:lvl6pPr>
            <a:lvl7pPr algn="l">
              <a:defRPr sz="1950" b="0">
                <a:solidFill>
                  <a:srgbClr val="20262C"/>
                </a:solidFill>
                <a:latin typeface="Arial"/>
                <a:ea typeface="Arial"/>
                <a:cs typeface="Arial"/>
              </a:defRPr>
            </a:lvl7pPr>
            <a:lvl8pPr algn="l">
              <a:defRPr sz="1950" b="0">
                <a:solidFill>
                  <a:srgbClr val="20262C"/>
                </a:solidFill>
                <a:latin typeface="Arial"/>
                <a:ea typeface="Arial"/>
                <a:cs typeface="Arial"/>
              </a:defRPr>
            </a:lvl8pPr>
            <a:lvl9pPr algn="l">
              <a:defRPr sz="1950" b="0">
                <a:solidFill>
                  <a:srgbClr val="20262C"/>
                </a:solidFill>
                <a:latin typeface="Arial"/>
                <a:ea typeface="Arial"/>
                <a:cs typeface="Arial"/>
              </a:defRPr>
            </a:lvl9pPr>
          </a:lstStyle>
          <a:p xmlns:a="http://schemas.openxmlformats.org/drawingml/2006/main">
            <a:pPr algn="l">
              <a:defRPr sz="1950" b="0">
                <a:solidFill>
                  <a:srgbClr val="20262C"/>
                </a:solidFill>
                <a:latin typeface="Arial"/>
                <a:ea typeface="Arial"/>
                <a:cs typeface="Arial"/>
              </a:defRPr>
            </a:pPr>
            <a:r>
              <a:rPr sz="1950" b="0">
                <a:solidFill>
                  <a:srgbClr val="20262C"/>
                </a:solidFill>
                <a:latin typeface="Arial"/>
                <a:ea typeface="Arial"/>
                <a:cs typeface="Arial"/>
              </a:rPr>
              <a:t>The analyst checks the sources, tests the restocking thesis and forms a view</a:t>
            </a:r>
          </a:p>
        </p:txBody>
      </p:sp>
      <p:sp>
        <p:nvSpPr>
          <p:cNvPr id="58" name="!!story.header.issuer.bar">
            <a:extLst xmlns:a="http://schemas.openxmlformats.org/drawingml/2006/main">
              <a:ext uri="{FF2B5EF4-FFF2-40B4-BE49-F238E27FC236}">
                <a16:creationId xmlns:a16="http://schemas.microsoft.com/office/drawing/2014/main" id="{067CB86D-947A-4797-B638-6B0257702BBA}"/>
              </a:ext>
            </a:extLst>
          </p:cNvPr>
          <p:cNvSpPr>
            <a:spLocks xmlns:a="http://schemas.openxmlformats.org/drawingml/2006/main" noGrp="1"/>
          </p:cNvSpPr>
          <p:nvPr/>
        </p:nvSpPr>
        <p:spPr>
          <a:xfrm xmlns:a="http://schemas.openxmlformats.org/drawingml/2006/main">
            <a:off x="10668000" y="1257300"/>
            <a:ext cx="47625" cy="238125"/>
          </a:xfrm>
          <a:prstGeom xmlns:a="http://schemas.openxmlformats.org/drawingml/2006/main" prst="rect">
            <a:avLst/>
          </a:prstGeom>
          <a:solidFill xmlns:a="http://schemas.openxmlformats.org/drawingml/2006/main">
            <a:srgbClr val="317F7B"/>
          </a:solidFill>
          <a:ln xmlns:a="http://schemas.openxmlformats.org/drawingml/2006/main" w="0">
            <a:noFill/>
          </a:ln>
        </p:spPr>
      </p:sp>
      <p:sp>
        <p:nvSpPr>
          <p:cNvPr id="59" name="!!story.header.issuer.name">
            <a:extLst xmlns:a="http://schemas.openxmlformats.org/drawingml/2006/main">
              <a:ext uri="{FF2B5EF4-FFF2-40B4-BE49-F238E27FC236}">
                <a16:creationId xmlns:a16="http://schemas.microsoft.com/office/drawing/2014/main" id="{A1CE3D01-E167-4EA3-8350-6480B17F44E5}"/>
              </a:ext>
            </a:extLst>
          </p:cNvPr>
          <p:cNvSpPr>
            <a:spLocks xmlns:a="http://schemas.openxmlformats.org/drawingml/2006/main" noGrp="1"/>
          </p:cNvSpPr>
          <p:nvPr/>
        </p:nvSpPr>
        <p:spPr>
          <a:xfrm xmlns:a="http://schemas.openxmlformats.org/drawingml/2006/main">
            <a:off x="10801350" y="1190625"/>
            <a:ext cx="152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317F7B"/>
                </a:solidFill>
                <a:latin typeface="Arial"/>
                <a:ea typeface="Arial"/>
                <a:cs typeface="Arial"/>
              </a:defRPr>
            </a:defPPr>
            <a:lvl1pPr algn="l">
              <a:defRPr sz="1800" b="1">
                <a:solidFill>
                  <a:srgbClr val="317F7B"/>
                </a:solidFill>
                <a:latin typeface="Arial"/>
                <a:ea typeface="Arial"/>
                <a:cs typeface="Arial"/>
              </a:defRPr>
            </a:lvl1pPr>
            <a:lvl2pPr algn="l">
              <a:defRPr sz="1800" b="1">
                <a:solidFill>
                  <a:srgbClr val="317F7B"/>
                </a:solidFill>
                <a:latin typeface="Arial"/>
                <a:ea typeface="Arial"/>
                <a:cs typeface="Arial"/>
              </a:defRPr>
            </a:lvl2pPr>
            <a:lvl3pPr algn="l">
              <a:defRPr sz="1800" b="1">
                <a:solidFill>
                  <a:srgbClr val="317F7B"/>
                </a:solidFill>
                <a:latin typeface="Arial"/>
                <a:ea typeface="Arial"/>
                <a:cs typeface="Arial"/>
              </a:defRPr>
            </a:lvl3pPr>
            <a:lvl4pPr algn="l">
              <a:defRPr sz="1800" b="1">
                <a:solidFill>
                  <a:srgbClr val="317F7B"/>
                </a:solidFill>
                <a:latin typeface="Arial"/>
                <a:ea typeface="Arial"/>
                <a:cs typeface="Arial"/>
              </a:defRPr>
            </a:lvl4pPr>
            <a:lvl5pPr algn="l">
              <a:defRPr sz="1800" b="1">
                <a:solidFill>
                  <a:srgbClr val="317F7B"/>
                </a:solidFill>
                <a:latin typeface="Arial"/>
                <a:ea typeface="Arial"/>
                <a:cs typeface="Arial"/>
              </a:defRPr>
            </a:lvl5pPr>
            <a:lvl6pPr algn="l">
              <a:defRPr sz="1800" b="1">
                <a:solidFill>
                  <a:srgbClr val="317F7B"/>
                </a:solidFill>
                <a:latin typeface="Arial"/>
                <a:ea typeface="Arial"/>
                <a:cs typeface="Arial"/>
              </a:defRPr>
            </a:lvl6pPr>
            <a:lvl7pPr algn="l">
              <a:defRPr sz="1800" b="1">
                <a:solidFill>
                  <a:srgbClr val="317F7B"/>
                </a:solidFill>
                <a:latin typeface="Arial"/>
                <a:ea typeface="Arial"/>
                <a:cs typeface="Arial"/>
              </a:defRPr>
            </a:lvl7pPr>
            <a:lvl8pPr algn="l">
              <a:defRPr sz="1800" b="1">
                <a:solidFill>
                  <a:srgbClr val="317F7B"/>
                </a:solidFill>
                <a:latin typeface="Arial"/>
                <a:ea typeface="Arial"/>
                <a:cs typeface="Arial"/>
              </a:defRPr>
            </a:lvl8pPr>
            <a:lvl9pPr algn="l">
              <a:defRPr sz="1800" b="1">
                <a:solidFill>
                  <a:srgbClr val="317F7B"/>
                </a:solidFill>
                <a:latin typeface="Arial"/>
                <a:ea typeface="Arial"/>
                <a:cs typeface="Arial"/>
              </a:defRPr>
            </a:lvl9pPr>
          </a:lstStyle>
          <a:p xmlns:a="http://schemas.openxmlformats.org/drawingml/2006/main">
            <a:pPr algn="l">
              <a:defRPr sz="1800" b="1">
                <a:solidFill>
                  <a:srgbClr val="317F7B"/>
                </a:solidFill>
                <a:latin typeface="Arial"/>
                <a:ea typeface="Arial"/>
                <a:cs typeface="Arial"/>
              </a:defRPr>
            </a:pPr>
            <a:r>
              <a:rPr sz="1800" b="1">
                <a:solidFill>
                  <a:srgbClr val="317F7B"/>
                </a:solidFill>
                <a:latin typeface="Arial"/>
                <a:ea typeface="Arial"/>
                <a:cs typeface="Arial"/>
              </a:rPr>
              <a:t>Company A</a:t>
            </a:r>
          </a:p>
        </p:txBody>
      </p:sp>
      <p:sp>
        <p:nvSpPr>
          <p:cNvPr id="60" name="!!story.issuer.source.group">
            <a:extLst xmlns:a="http://schemas.openxmlformats.org/drawingml/2006/main">
              <a:ext uri="{FF2B5EF4-FFF2-40B4-BE49-F238E27FC236}">
                <a16:creationId xmlns:a16="http://schemas.microsoft.com/office/drawing/2014/main" id="{0EE029EE-AE56-4529-A709-4EE3A6258CA6}"/>
              </a:ext>
            </a:extLst>
          </p:cNvPr>
          <p:cNvSpPr>
            <a:spLocks xmlns:a="http://schemas.openxmlformats.org/drawingml/2006/main" noGrp="1"/>
          </p:cNvSpPr>
          <p:nvPr/>
        </p:nvSpPr>
        <p:spPr>
          <a:xfrm xmlns:a="http://schemas.openxmlformats.org/drawingml/2006/main">
            <a:off x="3943350" y="2952750"/>
            <a:ext cx="57150" cy="2952750"/>
          </a:xfrm>
          <a:prstGeom xmlns:a="http://schemas.openxmlformats.org/drawingml/2006/main" prst="rect">
            <a:avLst/>
          </a:prstGeom>
          <a:solidFill xmlns:a="http://schemas.openxmlformats.org/drawingml/2006/main">
            <a:srgbClr val="317F7B"/>
          </a:solidFill>
          <a:ln xmlns:a="http://schemas.openxmlformats.org/drawingml/2006/main" w="0">
            <a:noFill/>
          </a:ln>
        </p:spPr>
      </p:sp>
      <p:sp>
        <p:nvSpPr>
          <p:cNvPr id="61" name="!!story.issuer.analysis">
            <a:extLst xmlns:a="http://schemas.openxmlformats.org/drawingml/2006/main">
              <a:ext uri="{FF2B5EF4-FFF2-40B4-BE49-F238E27FC236}">
                <a16:creationId xmlns:a16="http://schemas.microsoft.com/office/drawing/2014/main" id="{8A539DDE-E4B4-4EE0-A90D-9B2D6C659C73}"/>
              </a:ext>
            </a:extLst>
          </p:cNvPr>
          <p:cNvSpPr>
            <a:spLocks xmlns:a="http://schemas.openxmlformats.org/drawingml/2006/main" noGrp="1"/>
          </p:cNvSpPr>
          <p:nvPr/>
        </p:nvSpPr>
        <p:spPr>
          <a:xfrm xmlns:a="http://schemas.openxmlformats.org/drawingml/2006/main">
            <a:off x="4000500" y="6029325"/>
            <a:ext cx="57150" cy="885825"/>
          </a:xfrm>
          <a:prstGeom xmlns:a="http://schemas.openxmlformats.org/drawingml/2006/main" prst="rect">
            <a:avLst/>
          </a:prstGeom>
          <a:solidFill xmlns:a="http://schemas.openxmlformats.org/drawingml/2006/main">
            <a:srgbClr val="317F7B"/>
          </a:solidFill>
          <a:ln xmlns:a="http://schemas.openxmlformats.org/drawingml/2006/main" w="0">
            <a:noFill/>
          </a:ln>
        </p:spPr>
      </p:sp>
    </p:spTree>
    <p:extLst>
      <p:ext uri="{BB962C8B-B14F-4D97-AF65-F5344CB8AC3E}">
        <p14:creationId xmlns:p14="http://schemas.microsoft.com/office/powerpoint/2010/main" val="951790950"/>
      </p:ext>
    </p:extLst>
  </p:cSld>
  <mc:AlternateContent xmlns:mc="http://schemas.openxmlformats.org/markup-compatibility/2006">
    <mc:Choice xmlns:p159="http://schemas.microsoft.com/office/powerpoint/2015/09/main" Requires="p159">
      <p:transition xmlns:p14="http://schemas.microsoft.com/office/powerpoint/2010/main" spd="med" advClick="1" p14:dur="700">
        <p159:morph option="byObject"/>
      </p:transition>
    </mc:Choice>
    <mc:Fallback>
      <p:transition spd="fast" advClick="1">
        <p:fade/>
      </p:transition>
    </mc:Fallback>
  </mc:AlternateContent>
  <p:timing>
    <p:tnLst>
      <p:par>
        <p:cTn id="1" dur="indefinite" restart="never" nodeType="tmRoot">
          <p:childTnLst>
            <p:seq concurrent="1" nextAc="seek">
              <p:cTn id="2" dur="indefinite" nodeType="mainSeq">
                <p:childTnLst>
                  <p:par>
                    <p:cTn id="3" fill="hold">
                      <p:stCondLst>
                        <p:cond delay="0"/>
                      </p:stCondLst>
                      <p:childTnLst>
                        <p:par>
                          <p:cTn id="4" presetID="1" presetClass="entr" presetSubtype="0" fill="hold" nodeType="withEffect" grpId="0">
                            <p:stCondLst>
                              <p:cond delay="150"/>
                            </p:stCondLst>
                            <p:childTnLst>
                              <p:set>
                                <p:cBhvr>
                                  <p:cTn id="5" dur="1" fill="hold">
                                    <p:stCondLst>
                                      <p:cond delay="0"/>
                                    </p:stCondLst>
                                  </p:cTn>
                                  <p:tgtEl>
                                    <p:spTgt spid="35"/>
                                  </p:tgtEl>
                                  <p:attrNameLst>
                                    <p:attrName>style.visibility</p:attrName>
                                  </p:attrNameLst>
                                </p:cBhvr>
                                <p:to>
                                  <p:strVal val="visible"/>
                                </p:to>
                              </p:set>
                            </p:childTnLst>
                          </p:cTn>
                        </p:par>
                        <p:par>
                          <p:cTn id="6" presetID="1" presetClass="entr" presetSubtype="0" fill="hold" nodeType="withEffect" grpId="0">
                            <p:stCondLst>
                              <p:cond delay="150"/>
                            </p:stCondLst>
                            <p:childTnLst>
                              <p:set>
                                <p:cBhvr>
                                  <p:cTn id="7" dur="1" fill="hold">
                                    <p:stCondLst>
                                      <p:cond delay="0"/>
                                    </p:stCondLst>
                                  </p:cTn>
                                  <p:tgtEl>
                                    <p:spTgt spid="36"/>
                                  </p:tgtEl>
                                  <p:attrNameLst>
                                    <p:attrName>style.visibility</p:attrName>
                                  </p:attrNameLst>
                                </p:cBhvr>
                                <p:to>
                                  <p:strVal val="visible"/>
                                </p:to>
                              </p:set>
                            </p:childTnLst>
                          </p:cTn>
                        </p:par>
                        <p:par>
                          <p:cTn id="8" presetID="1" presetClass="entr" presetSubtype="0" fill="hold" nodeType="withEffect" grpId="0">
                            <p:stCondLst>
                              <p:cond delay="150"/>
                            </p:stCondLst>
                            <p:childTnLst>
                              <p:set>
                                <p:cBhvr>
                                  <p:cTn id="9" dur="1" fill="hold">
                                    <p:stCondLst>
                                      <p:cond delay="0"/>
                                    </p:stCondLst>
                                  </p:cTn>
                                  <p:tgtEl>
                                    <p:spTgt spid="37"/>
                                  </p:tgtEl>
                                  <p:attrNameLst>
                                    <p:attrName>style.visibility</p:attrName>
                                  </p:attrNameLst>
                                </p:cBhvr>
                                <p:to>
                                  <p:strVal val="visible"/>
                                </p:to>
                              </p:set>
                            </p:childTnLst>
                          </p:cTn>
                        </p:par>
                        <p:par>
                          <p:cTn id="10" presetID="1" presetClass="entr" presetSubtype="0" fill="hold" nodeType="withEffect" grpId="0">
                            <p:stCondLst>
                              <p:cond delay="700"/>
                            </p:stCondLst>
                            <p:childTnLst>
                              <p:set>
                                <p:cBhvr>
                                  <p:cTn id="11" dur="1" fill="hold">
                                    <p:stCondLst>
                                      <p:cond delay="0"/>
                                    </p:stCondLst>
                                  </p:cTn>
                                  <p:tgtEl>
                                    <p:spTgt spid="38"/>
                                  </p:tgtEl>
                                  <p:attrNameLst>
                                    <p:attrName>style.visibility</p:attrName>
                                  </p:attrNameLst>
                                </p:cBhvr>
                                <p:to>
                                  <p:strVal val="visible"/>
                                </p:to>
                              </p:set>
                            </p:childTnLst>
                          </p:cTn>
                        </p:par>
                        <p:par>
                          <p:cTn id="12" presetID="1" presetClass="entr" presetSubtype="0" fill="hold" nodeType="withEffect" grpId="0">
                            <p:stCondLst>
                              <p:cond delay="700"/>
                            </p:stCondLst>
                            <p:childTnLst>
                              <p:set>
                                <p:cBhvr>
                                  <p:cTn id="13" dur="1" fill="hold">
                                    <p:stCondLst>
                                      <p:cond delay="0"/>
                                    </p:stCondLst>
                                  </p:cTn>
                                  <p:tgtEl>
                                    <p:spTgt spid="39"/>
                                  </p:tgtEl>
                                  <p:attrNameLst>
                                    <p:attrName>style.visibility</p:attrName>
                                  </p:attrNameLst>
                                </p:cBhvr>
                                <p:to>
                                  <p:strVal val="visible"/>
                                </p:to>
                              </p:set>
                            </p:childTnLst>
                          </p:cTn>
                        </p:par>
                        <p:par>
                          <p:cTn id="14" presetID="1" presetClass="entr" presetSubtype="0" fill="hold" nodeType="withEffect" grpId="0">
                            <p:stCondLst>
                              <p:cond delay="700"/>
                            </p:stCondLst>
                            <p:childTnLst>
                              <p:set>
                                <p:cBhvr>
                                  <p:cTn id="15" dur="1" fill="hold">
                                    <p:stCondLst>
                                      <p:cond delay="0"/>
                                    </p:stCondLst>
                                  </p:cTn>
                                  <p:tgtEl>
                                    <p:spTgt spid="40"/>
                                  </p:tgtEl>
                                  <p:attrNameLst>
                                    <p:attrName>style.visibility</p:attrName>
                                  </p:attrNameLst>
                                </p:cBhvr>
                                <p:to>
                                  <p:strVal val="visible"/>
                                </p:to>
                              </p:set>
                            </p:childTnLst>
                          </p:cTn>
                        </p:par>
                        <p:par>
                          <p:cTn id="16" presetID="1" presetClass="entr" presetSubtype="0" fill="hold" nodeType="withEffect" grpId="0">
                            <p:stCondLst>
                              <p:cond delay="1250"/>
                            </p:stCondLst>
                            <p:childTnLst>
                              <p:set>
                                <p:cBhvr>
                                  <p:cTn id="17" dur="1" fill="hold">
                                    <p:stCondLst>
                                      <p:cond delay="0"/>
                                    </p:stCondLst>
                                  </p:cTn>
                                  <p:tgtEl>
                                    <p:spTgt spid="53"/>
                                  </p:tgtEl>
                                  <p:attrNameLst>
                                    <p:attrName>style.visibility</p:attrName>
                                  </p:attrNameLst>
                                </p:cBhvr>
                                <p:to>
                                  <p:strVal val="visible"/>
                                </p:to>
                              </p:set>
                            </p:childTnLst>
                          </p:cTn>
                        </p:par>
                        <p:par>
                          <p:cTn id="18" presetID="1" presetClass="entr" presetSubtype="0" fill="hold" nodeType="withEffect" grpId="0">
                            <p:stCondLst>
                              <p:cond delay="1250"/>
                            </p:stCondLst>
                            <p:childTnLst>
                              <p:set>
                                <p:cBhvr>
                                  <p:cTn id="19" dur="1" fill="hold">
                                    <p:stCondLst>
                                      <p:cond delay="0"/>
                                    </p:stCondLst>
                                  </p:cTn>
                                  <p:tgtEl>
                                    <p:spTgt spid="54"/>
                                  </p:tgtEl>
                                  <p:attrNameLst>
                                    <p:attrName>style.visibility</p:attrName>
                                  </p:attrNameLst>
                                </p:cBhvr>
                                <p:to>
                                  <p:strVal val="visible"/>
                                </p:to>
                              </p:set>
                            </p:childTnLst>
                          </p:cTn>
                        </p:par>
                        <p:par>
                          <p:cTn id="20" presetID="1" presetClass="entr" presetSubtype="0" fill="hold" nodeType="withEffect" grpId="0">
                            <p:stCondLst>
                              <p:cond delay="1250"/>
                            </p:stCondLst>
                            <p:childTnLst>
                              <p:set>
                                <p:cBhvr>
                                  <p:cTn id="21" dur="1" fill="hold">
                                    <p:stCondLst>
                                      <p:cond delay="0"/>
                                    </p:stCondLst>
                                  </p:cTn>
                                  <p:tgtEl>
                                    <p:spTgt spid="55"/>
                                  </p:tgtEl>
                                  <p:attrNameLst>
                                    <p:attrName>style.visibility</p:attrName>
                                  </p:attrNameLst>
                                </p:cBhvr>
                                <p:to>
                                  <p:strVal val="visible"/>
                                </p:to>
                              </p:set>
                            </p:childTnLst>
                          </p:cTn>
                        </p:par>
                        <p:par>
                          <p:cTn id="22" presetID="1" presetClass="entr" presetSubtype="0" fill="hold" nodeType="withEffect" grpId="0">
                            <p:stCondLst>
                              <p:cond delay="1250"/>
                            </p:stCondLst>
                            <p:childTnLst>
                              <p:set>
                                <p:cBhvr>
                                  <p:cTn id="23" dur="1" fill="hold">
                                    <p:stCondLst>
                                      <p:cond delay="0"/>
                                    </p:stCondLst>
                                  </p:cTn>
                                  <p:tgtEl>
                                    <p:spTgt spid="61"/>
                                  </p:tgtEl>
                                  <p:attrNameLst>
                                    <p:attrName>style.visibility</p:attrName>
                                  </p:attrNameLst>
                                </p:cBhvr>
                                <p:to>
                                  <p:strVal val="visible"/>
                                </p:to>
                              </p:set>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36" grpId="0" animBg="1"/>
      <p:bldP spid="37" grpId="0" animBg="1"/>
      <p:bldP spid="38" grpId="0" animBg="1"/>
      <p:bldP spid="39" grpId="0" animBg="1"/>
      <p:bldP spid="40" grpId="0" animBg="1"/>
      <p:bldP spid="53" grpId="0" animBg="1"/>
      <p:bldP spid="54" grpId="0" animBg="1"/>
      <p:bldP spid="55" grpId="0" animBg="1"/>
      <p:bldP spid="61" grpId="0" animBg="1"/>
    </p:bldLst>
  </p:timing>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3" name="!!heading">
            <a:extLst xmlns:a="http://schemas.openxmlformats.org/drawingml/2006/main">
              <a:ext uri="{FF2B5EF4-FFF2-40B4-BE49-F238E27FC236}">
                <a16:creationId xmlns:a16="http://schemas.microsoft.com/office/drawing/2014/main" id="{E28AFFCA-1990-4D86-9AE9-22D0DE35F606}"/>
              </a:ext>
            </a:extLst>
          </p:cNvPr>
          <p:cNvSpPr>
            <a:spLocks xmlns:a="http://schemas.openxmlformats.org/drawingml/2006/main" noGrp="1"/>
          </p:cNvSpPr>
          <p:nvPr/>
        </p:nvSpPr>
        <p:spPr>
          <a:xfrm xmlns:a="http://schemas.openxmlformats.org/drawingml/2006/main">
            <a:off x="647700" y="428625"/>
            <a:ext cx="13944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0262C"/>
                </a:solidFill>
                <a:latin typeface="Arial"/>
                <a:ea typeface="Arial"/>
                <a:cs typeface="Arial"/>
              </a:defRPr>
            </a:defPPr>
            <a:lvl1pPr algn="l">
              <a:defRPr sz="3300" b="1">
                <a:solidFill>
                  <a:srgbClr val="20262C"/>
                </a:solidFill>
                <a:latin typeface="Arial"/>
                <a:ea typeface="Arial"/>
                <a:cs typeface="Arial"/>
              </a:defRPr>
            </a:lvl1pPr>
            <a:lvl2pPr algn="l">
              <a:defRPr sz="3300" b="1">
                <a:solidFill>
                  <a:srgbClr val="20262C"/>
                </a:solidFill>
                <a:latin typeface="Arial"/>
                <a:ea typeface="Arial"/>
                <a:cs typeface="Arial"/>
              </a:defRPr>
            </a:lvl2pPr>
            <a:lvl3pPr algn="l">
              <a:defRPr sz="3300" b="1">
                <a:solidFill>
                  <a:srgbClr val="20262C"/>
                </a:solidFill>
                <a:latin typeface="Arial"/>
                <a:ea typeface="Arial"/>
                <a:cs typeface="Arial"/>
              </a:defRPr>
            </a:lvl3pPr>
            <a:lvl4pPr algn="l">
              <a:defRPr sz="3300" b="1">
                <a:solidFill>
                  <a:srgbClr val="20262C"/>
                </a:solidFill>
                <a:latin typeface="Arial"/>
                <a:ea typeface="Arial"/>
                <a:cs typeface="Arial"/>
              </a:defRPr>
            </a:lvl4pPr>
            <a:lvl5pPr algn="l">
              <a:defRPr sz="3300" b="1">
                <a:solidFill>
                  <a:srgbClr val="20262C"/>
                </a:solidFill>
                <a:latin typeface="Arial"/>
                <a:ea typeface="Arial"/>
                <a:cs typeface="Arial"/>
              </a:defRPr>
            </a:lvl5pPr>
            <a:lvl6pPr algn="l">
              <a:defRPr sz="3300" b="1">
                <a:solidFill>
                  <a:srgbClr val="20262C"/>
                </a:solidFill>
                <a:latin typeface="Arial"/>
                <a:ea typeface="Arial"/>
                <a:cs typeface="Arial"/>
              </a:defRPr>
            </a:lvl6pPr>
            <a:lvl7pPr algn="l">
              <a:defRPr sz="3300" b="1">
                <a:solidFill>
                  <a:srgbClr val="20262C"/>
                </a:solidFill>
                <a:latin typeface="Arial"/>
                <a:ea typeface="Arial"/>
                <a:cs typeface="Arial"/>
              </a:defRPr>
            </a:lvl7pPr>
            <a:lvl8pPr algn="l">
              <a:defRPr sz="3300" b="1">
                <a:solidFill>
                  <a:srgbClr val="20262C"/>
                </a:solidFill>
                <a:latin typeface="Arial"/>
                <a:ea typeface="Arial"/>
                <a:cs typeface="Arial"/>
              </a:defRPr>
            </a:lvl8pPr>
            <a:lvl9pPr algn="l">
              <a:defRPr sz="3300" b="1">
                <a:solidFill>
                  <a:srgbClr val="20262C"/>
                </a:solidFill>
                <a:latin typeface="Arial"/>
                <a:ea typeface="Arial"/>
                <a:cs typeface="Arial"/>
              </a:defRPr>
            </a:lvl9pPr>
          </a:lstStyle>
          <a:p xmlns:a="http://schemas.openxmlformats.org/drawingml/2006/main">
            <a:pPr algn="l">
              <a:defRPr sz="3300" b="1">
                <a:solidFill>
                  <a:srgbClr val="20262C"/>
                </a:solidFill>
                <a:latin typeface="Arial"/>
                <a:ea typeface="Arial"/>
                <a:cs typeface="Arial"/>
              </a:defRPr>
            </a:pPr>
            <a:r>
              <a:rPr sz="3300" b="1">
                <a:solidFill>
                  <a:srgbClr val="20262C"/>
                </a:solidFill>
                <a:latin typeface="Arial"/>
                <a:ea typeface="Arial"/>
                <a:cs typeface="Arial"/>
              </a:rPr>
              <a:t>Preparing a bond quote request</a:t>
            </a:r>
          </a:p>
        </p:txBody>
      </p:sp>
      <p:sp>
        <p:nvSpPr>
          <p:cNvPr id="2" name="!!subtitle">
            <a:extLst xmlns:a="http://schemas.openxmlformats.org/drawingml/2006/main">
              <a:ext uri="{FF2B5EF4-FFF2-40B4-BE49-F238E27FC236}">
                <a16:creationId xmlns:a16="http://schemas.microsoft.com/office/drawing/2014/main" id="{FE7DE297-CDA4-41BE-8A41-7FC0F417B7CE}"/>
              </a:ext>
            </a:extLst>
          </p:cNvPr>
          <p:cNvSpPr>
            <a:spLocks xmlns:a="http://schemas.openxmlformats.org/drawingml/2006/main" noGrp="1"/>
          </p:cNvSpPr>
          <p:nvPr/>
        </p:nvSpPr>
        <p:spPr>
          <a:xfrm xmlns:a="http://schemas.openxmlformats.org/drawingml/2006/main">
            <a:off x="647700" y="1190625"/>
            <a:ext cx="139446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05A9C"/>
                </a:solidFill>
                <a:latin typeface="Arial"/>
                <a:ea typeface="Arial"/>
                <a:cs typeface="Arial"/>
              </a:defRPr>
            </a:defPPr>
            <a:lvl1pPr algn="l">
              <a:defRPr sz="1875" b="0">
                <a:solidFill>
                  <a:srgbClr val="005A9C"/>
                </a:solidFill>
                <a:latin typeface="Arial"/>
                <a:ea typeface="Arial"/>
                <a:cs typeface="Arial"/>
              </a:defRPr>
            </a:lvl1pPr>
            <a:lvl2pPr algn="l">
              <a:defRPr sz="1875" b="0">
                <a:solidFill>
                  <a:srgbClr val="005A9C"/>
                </a:solidFill>
                <a:latin typeface="Arial"/>
                <a:ea typeface="Arial"/>
                <a:cs typeface="Arial"/>
              </a:defRPr>
            </a:lvl2pPr>
            <a:lvl3pPr algn="l">
              <a:defRPr sz="1875" b="0">
                <a:solidFill>
                  <a:srgbClr val="005A9C"/>
                </a:solidFill>
                <a:latin typeface="Arial"/>
                <a:ea typeface="Arial"/>
                <a:cs typeface="Arial"/>
              </a:defRPr>
            </a:lvl3pPr>
            <a:lvl4pPr algn="l">
              <a:defRPr sz="1875" b="0">
                <a:solidFill>
                  <a:srgbClr val="005A9C"/>
                </a:solidFill>
                <a:latin typeface="Arial"/>
                <a:ea typeface="Arial"/>
                <a:cs typeface="Arial"/>
              </a:defRPr>
            </a:lvl4pPr>
            <a:lvl5pPr algn="l">
              <a:defRPr sz="1875" b="0">
                <a:solidFill>
                  <a:srgbClr val="005A9C"/>
                </a:solidFill>
                <a:latin typeface="Arial"/>
                <a:ea typeface="Arial"/>
                <a:cs typeface="Arial"/>
              </a:defRPr>
            </a:lvl5pPr>
            <a:lvl6pPr algn="l">
              <a:defRPr sz="1875" b="0">
                <a:solidFill>
                  <a:srgbClr val="005A9C"/>
                </a:solidFill>
                <a:latin typeface="Arial"/>
                <a:ea typeface="Arial"/>
                <a:cs typeface="Arial"/>
              </a:defRPr>
            </a:lvl6pPr>
            <a:lvl7pPr algn="l">
              <a:defRPr sz="1875" b="0">
                <a:solidFill>
                  <a:srgbClr val="005A9C"/>
                </a:solidFill>
                <a:latin typeface="Arial"/>
                <a:ea typeface="Arial"/>
                <a:cs typeface="Arial"/>
              </a:defRPr>
            </a:lvl7pPr>
            <a:lvl8pPr algn="l">
              <a:defRPr sz="1875" b="0">
                <a:solidFill>
                  <a:srgbClr val="005A9C"/>
                </a:solidFill>
                <a:latin typeface="Arial"/>
                <a:ea typeface="Arial"/>
                <a:cs typeface="Arial"/>
              </a:defRPr>
            </a:lvl8pPr>
            <a:lvl9pPr algn="l">
              <a:defRPr sz="1875" b="0">
                <a:solidFill>
                  <a:srgbClr val="005A9C"/>
                </a:solidFill>
                <a:latin typeface="Arial"/>
                <a:ea typeface="Arial"/>
                <a:cs typeface="Arial"/>
              </a:defRPr>
            </a:lvl9pPr>
          </a:lstStyle>
          <a:p xmlns:a="http://schemas.openxmlformats.org/drawingml/2006/main">
            <a:pPr algn="l">
              <a:defRPr sz="1875" b="0">
                <a:solidFill>
                  <a:srgbClr val="005A9C"/>
                </a:solidFill>
                <a:latin typeface="Arial"/>
                <a:ea typeface="Arial"/>
                <a:cs typeface="Arial"/>
              </a:defRPr>
            </a:pPr>
            <a:r>
              <a:rPr sz="1875" b="0">
                <a:solidFill>
                  <a:srgbClr val="005A9C"/>
                </a:solidFill>
                <a:latin typeface="Arial"/>
                <a:ea typeface="Arial"/>
                <a:cs typeface="Arial"/>
              </a:rPr>
              <a:t>Front office  /  Trading support  /  Workflow</a:t>
            </a:r>
          </a:p>
        </p:txBody>
      </p:sp>
      <p:sp>
        <p:nvSpPr>
          <p:cNvPr id="3" name="!!heading.rule">
            <a:extLst xmlns:a="http://schemas.openxmlformats.org/drawingml/2006/main">
              <a:ext uri="{FF2B5EF4-FFF2-40B4-BE49-F238E27FC236}">
                <a16:creationId xmlns:a16="http://schemas.microsoft.com/office/drawing/2014/main" id="{3F431E3B-7FCF-4A27-B707-5BCDF01DCA68}"/>
              </a:ext>
            </a:extLst>
          </p:cNvPr>
          <p:cNvSpPr>
            <a:spLocks xmlns:a="http://schemas.openxmlformats.org/drawingml/2006/main" noGrp="1"/>
          </p:cNvSpPr>
          <p:nvPr/>
        </p:nvSpPr>
        <p:spPr>
          <a:xfrm xmlns:a="http://schemas.openxmlformats.org/drawingml/2006/main" flipH="0" flipV="0">
            <a:off x="647700" y="1733550"/>
            <a:ext cx="13944600" cy="953"/>
          </a:xfrm>
          <a:prstGeom xmlns:a="http://schemas.openxmlformats.org/drawingml/2006/main" prst="line">
            <a:avLst/>
          </a:prstGeom>
          <a:noFill xmlns:a="http://schemas.openxmlformats.org/drawingml/2006/main"/>
          <a:ln xmlns:a="http://schemas.openxmlformats.org/drawingml/2006/main" w="11430">
            <a:solidFill>
              <a:srgbClr val="BCC6CF"/>
            </a:solidFill>
            <a:prstDash val="solid"/>
          </a:ln>
        </p:spPr>
      </p:sp>
      <p:sp>
        <p:nvSpPr>
          <p:cNvPr id="4" name="!!map.front">
            <a:extLst xmlns:a="http://schemas.openxmlformats.org/drawingml/2006/main">
              <a:ext uri="{FF2B5EF4-FFF2-40B4-BE49-F238E27FC236}">
                <a16:creationId xmlns:a16="http://schemas.microsoft.com/office/drawing/2014/main" id="{0F60722D-C7A3-4B42-8340-2ABA9404F5EE}"/>
              </a:ext>
            </a:extLst>
          </p:cNvPr>
          <p:cNvSpPr>
            <a:spLocks xmlns:a="http://schemas.openxmlformats.org/drawingml/2006/main" noGrp="1"/>
          </p:cNvSpPr>
          <p:nvPr/>
        </p:nvSpPr>
        <p:spPr>
          <a:xfrm xmlns:a="http://schemas.openxmlformats.org/drawingml/2006/main">
            <a:off x="647700" y="1990725"/>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5" name="!!nav.front">
            <ns0:hlinkClick xmlns:ns0="http://schemas.openxmlformats.org/drawingml/2006/main" xmlns:ns1="http://schemas.openxmlformats.org/officeDocument/2006/relationships" ns1:id="rIdNavSlide4" action="ppaction://hlinksldjump" tooltip="Slide 4: Preparing a company research assessment"/>
            <a:extLst xmlns:a="http://schemas.openxmlformats.org/drawingml/2006/main">
              <a:ext uri="{FF2B5EF4-FFF2-40B4-BE49-F238E27FC236}">
                <a16:creationId xmlns:a16="http://schemas.microsoft.com/office/drawing/2014/main" id="{F49B1357-599A-4FE4-9AF4-94FB4F462993}"/>
              </a:ext>
            </a:extLst>
          </p:cNvPr>
          <p:cNvSpPr>
            <a:spLocks xmlns:a="http://schemas.openxmlformats.org/drawingml/2006/main" noGrp="1"/>
          </p:cNvSpPr>
          <p:nvPr/>
        </p:nvSpPr>
        <p:spPr>
          <a:xfrm xmlns:a="http://schemas.openxmlformats.org/drawingml/2006/main">
            <a:off x="647700" y="1990725"/>
            <a:ext cx="2609850" cy="409575"/>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FFFFFF"/>
                </a:solidFill>
                <a:latin typeface="Arial"/>
                <a:ea typeface="Arial"/>
                <a:cs typeface="Arial"/>
              </a:defRPr>
            </a:defPPr>
            <a:lvl1pPr algn="ctr">
              <a:defRPr sz="2025" b="1">
                <a:solidFill>
                  <a:srgbClr val="FFFFFF"/>
                </a:solidFill>
                <a:latin typeface="Arial"/>
                <a:ea typeface="Arial"/>
                <a:cs typeface="Arial"/>
              </a:defRPr>
            </a:lvl1pPr>
            <a:lvl2pPr algn="ctr">
              <a:defRPr sz="2025" b="1">
                <a:solidFill>
                  <a:srgbClr val="FFFFFF"/>
                </a:solidFill>
                <a:latin typeface="Arial"/>
                <a:ea typeface="Arial"/>
                <a:cs typeface="Arial"/>
              </a:defRPr>
            </a:lvl2pPr>
            <a:lvl3pPr algn="ctr">
              <a:defRPr sz="2025" b="1">
                <a:solidFill>
                  <a:srgbClr val="FFFFFF"/>
                </a:solidFill>
                <a:latin typeface="Arial"/>
                <a:ea typeface="Arial"/>
                <a:cs typeface="Arial"/>
              </a:defRPr>
            </a:lvl3pPr>
            <a:lvl4pPr algn="ctr">
              <a:defRPr sz="2025" b="1">
                <a:solidFill>
                  <a:srgbClr val="FFFFFF"/>
                </a:solidFill>
                <a:latin typeface="Arial"/>
                <a:ea typeface="Arial"/>
                <a:cs typeface="Arial"/>
              </a:defRPr>
            </a:lvl4pPr>
            <a:lvl5pPr algn="ctr">
              <a:defRPr sz="2025" b="1">
                <a:solidFill>
                  <a:srgbClr val="FFFFFF"/>
                </a:solidFill>
                <a:latin typeface="Arial"/>
                <a:ea typeface="Arial"/>
                <a:cs typeface="Arial"/>
              </a:defRPr>
            </a:lvl5pPr>
            <a:lvl6pPr algn="ctr">
              <a:defRPr sz="2025" b="1">
                <a:solidFill>
                  <a:srgbClr val="FFFFFF"/>
                </a:solidFill>
                <a:latin typeface="Arial"/>
                <a:ea typeface="Arial"/>
                <a:cs typeface="Arial"/>
              </a:defRPr>
            </a:lvl6pPr>
            <a:lvl7pPr algn="ctr">
              <a:defRPr sz="2025" b="1">
                <a:solidFill>
                  <a:srgbClr val="FFFFFF"/>
                </a:solidFill>
                <a:latin typeface="Arial"/>
                <a:ea typeface="Arial"/>
                <a:cs typeface="Arial"/>
              </a:defRPr>
            </a:lvl7pPr>
            <a:lvl8pPr algn="ctr">
              <a:defRPr sz="2025" b="1">
                <a:solidFill>
                  <a:srgbClr val="FFFFFF"/>
                </a:solidFill>
                <a:latin typeface="Arial"/>
                <a:ea typeface="Arial"/>
                <a:cs typeface="Arial"/>
              </a:defRPr>
            </a:lvl8pPr>
            <a:lvl9pPr algn="ctr">
              <a:defRPr sz="2025" b="1">
                <a:solidFill>
                  <a:srgbClr val="FFFFFF"/>
                </a:solidFill>
                <a:latin typeface="Arial"/>
                <a:ea typeface="Arial"/>
                <a:cs typeface="Arial"/>
              </a:defRPr>
            </a:lvl9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Front office</a:t>
            </a:r>
          </a:p>
        </p:txBody>
      </p:sp>
      <p:sp>
        <p:nvSpPr>
          <p:cNvPr id="6" name="!!task.research">
            <ns0:hlinkClick xmlns:ns0="http://schemas.openxmlformats.org/drawingml/2006/main" xmlns:ns1="http://schemas.openxmlformats.org/officeDocument/2006/relationships" ns1:id="rIdNavSlide4" action="ppaction://hlinksldjump" tooltip="Slide 4: Preparing a company research assessment"/>
            <a:extLst xmlns:a="http://schemas.openxmlformats.org/drawingml/2006/main">
              <a:ext uri="{FF2B5EF4-FFF2-40B4-BE49-F238E27FC236}">
                <a16:creationId xmlns:a16="http://schemas.microsoft.com/office/drawing/2014/main" id="{9E181146-9270-4168-8067-0CD7235BDB22}"/>
              </a:ext>
            </a:extLst>
          </p:cNvPr>
          <p:cNvSpPr>
            <a:spLocks xmlns:a="http://schemas.openxmlformats.org/drawingml/2006/main" noGrp="1"/>
          </p:cNvSpPr>
          <p:nvPr/>
        </p:nvSpPr>
        <p:spPr>
          <a:xfrm xmlns:a="http://schemas.openxmlformats.org/drawingml/2006/main">
            <a:off x="762000" y="249555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Research</a:t>
            </a:r>
          </a:p>
        </p:txBody>
      </p:sp>
      <p:sp>
        <p:nvSpPr>
          <p:cNvPr id="7" name="!!task.trade">
            <ns0:hlinkClick xmlns:ns0="http://schemas.openxmlformats.org/drawingml/2006/main" xmlns:ns1="http://schemas.openxmlformats.org/officeDocument/2006/relationships" ns1:id="rIdNavSlide9" action="ppaction://hlinksldjump" tooltip="Slide 9: Preparing a bond quote request"/>
            <a:extLst xmlns:a="http://schemas.openxmlformats.org/drawingml/2006/main">
              <a:ext uri="{FF2B5EF4-FFF2-40B4-BE49-F238E27FC236}">
                <a16:creationId xmlns:a16="http://schemas.microsoft.com/office/drawing/2014/main" id="{9D29968D-C70F-45C9-8AA0-D2226485DDF8}"/>
              </a:ext>
            </a:extLst>
          </p:cNvPr>
          <p:cNvSpPr>
            <a:spLocks xmlns:a="http://schemas.openxmlformats.org/drawingml/2006/main" noGrp="1"/>
          </p:cNvSpPr>
          <p:nvPr/>
        </p:nvSpPr>
        <p:spPr>
          <a:xfrm xmlns:a="http://schemas.openxmlformats.org/drawingml/2006/main">
            <a:off x="762000" y="2809875"/>
            <a:ext cx="2381250" cy="304800"/>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1">
                <a:solidFill>
                  <a:srgbClr val="005A9C"/>
                </a:solidFill>
                <a:latin typeface="Arial"/>
                <a:ea typeface="Arial"/>
                <a:cs typeface="Arial"/>
              </a:defRPr>
            </a:defPPr>
            <a:lvl1pPr algn="ctr">
              <a:defRPr sz="1650" b="1">
                <a:solidFill>
                  <a:srgbClr val="005A9C"/>
                </a:solidFill>
                <a:latin typeface="Arial"/>
                <a:ea typeface="Arial"/>
                <a:cs typeface="Arial"/>
              </a:defRPr>
            </a:lvl1pPr>
            <a:lvl2pPr algn="ctr">
              <a:defRPr sz="1650" b="1">
                <a:solidFill>
                  <a:srgbClr val="005A9C"/>
                </a:solidFill>
                <a:latin typeface="Arial"/>
                <a:ea typeface="Arial"/>
                <a:cs typeface="Arial"/>
              </a:defRPr>
            </a:lvl2pPr>
            <a:lvl3pPr algn="ctr">
              <a:defRPr sz="1650" b="1">
                <a:solidFill>
                  <a:srgbClr val="005A9C"/>
                </a:solidFill>
                <a:latin typeface="Arial"/>
                <a:ea typeface="Arial"/>
                <a:cs typeface="Arial"/>
              </a:defRPr>
            </a:lvl3pPr>
            <a:lvl4pPr algn="ctr">
              <a:defRPr sz="1650" b="1">
                <a:solidFill>
                  <a:srgbClr val="005A9C"/>
                </a:solidFill>
                <a:latin typeface="Arial"/>
                <a:ea typeface="Arial"/>
                <a:cs typeface="Arial"/>
              </a:defRPr>
            </a:lvl4pPr>
            <a:lvl5pPr algn="ctr">
              <a:defRPr sz="1650" b="1">
                <a:solidFill>
                  <a:srgbClr val="005A9C"/>
                </a:solidFill>
                <a:latin typeface="Arial"/>
                <a:ea typeface="Arial"/>
                <a:cs typeface="Arial"/>
              </a:defRPr>
            </a:lvl5pPr>
            <a:lvl6pPr algn="ctr">
              <a:defRPr sz="1650" b="1">
                <a:solidFill>
                  <a:srgbClr val="005A9C"/>
                </a:solidFill>
                <a:latin typeface="Arial"/>
                <a:ea typeface="Arial"/>
                <a:cs typeface="Arial"/>
              </a:defRPr>
            </a:lvl6pPr>
            <a:lvl7pPr algn="ctr">
              <a:defRPr sz="1650" b="1">
                <a:solidFill>
                  <a:srgbClr val="005A9C"/>
                </a:solidFill>
                <a:latin typeface="Arial"/>
                <a:ea typeface="Arial"/>
                <a:cs typeface="Arial"/>
              </a:defRPr>
            </a:lvl7pPr>
            <a:lvl8pPr algn="ctr">
              <a:defRPr sz="1650" b="1">
                <a:solidFill>
                  <a:srgbClr val="005A9C"/>
                </a:solidFill>
                <a:latin typeface="Arial"/>
                <a:ea typeface="Arial"/>
                <a:cs typeface="Arial"/>
              </a:defRPr>
            </a:lvl8pPr>
            <a:lvl9pPr algn="ctr">
              <a:defRPr sz="1650" b="1">
                <a:solidFill>
                  <a:srgbClr val="005A9C"/>
                </a:solidFill>
                <a:latin typeface="Arial"/>
                <a:ea typeface="Arial"/>
                <a:cs typeface="Arial"/>
              </a:defRPr>
            </a:lvl9pPr>
          </a:lstStyle>
          <a:p xmlns:a="http://schemas.openxmlformats.org/drawingml/2006/main">
            <a:pPr algn="ctr">
              <a:defRPr sz="1650" b="1">
                <a:solidFill>
                  <a:srgbClr val="005A9C"/>
                </a:solidFill>
                <a:latin typeface="Arial"/>
                <a:ea typeface="Arial"/>
                <a:cs typeface="Arial"/>
              </a:defRPr>
            </a:pPr>
            <a:r>
              <a:rPr sz="1650" b="1">
                <a:solidFill>
                  <a:srgbClr val="005A9C"/>
                </a:solidFill>
                <a:latin typeface="Arial"/>
                <a:ea typeface="Arial"/>
                <a:cs typeface="Arial"/>
              </a:rPr>
              <a:t>Trading support</a:t>
            </a:r>
          </a:p>
        </p:txBody>
      </p:sp>
      <p:sp>
        <p:nvSpPr>
          <p:cNvPr id="8" name="!!task.client">
            <ns0:hlinkClick xmlns:ns0="http://schemas.openxmlformats.org/drawingml/2006/main" xmlns:ns1="http://schemas.openxmlformats.org/officeDocument/2006/relationships" ns1:id="rIdNavSlide12" action="ppaction://hlinksldjump" tooltip="Slide 12: Preparing a quarterly client update"/>
            <a:extLst xmlns:a="http://schemas.openxmlformats.org/drawingml/2006/main">
              <a:ext uri="{FF2B5EF4-FFF2-40B4-BE49-F238E27FC236}">
                <a16:creationId xmlns:a16="http://schemas.microsoft.com/office/drawing/2014/main" id="{A7CBDA28-6F1F-464D-9A57-1CBC6B2078B7}"/>
              </a:ext>
            </a:extLst>
          </p:cNvPr>
          <p:cNvSpPr>
            <a:spLocks xmlns:a="http://schemas.openxmlformats.org/drawingml/2006/main" noGrp="1"/>
          </p:cNvSpPr>
          <p:nvPr/>
        </p:nvSpPr>
        <p:spPr>
          <a:xfrm xmlns:a="http://schemas.openxmlformats.org/drawingml/2006/main">
            <a:off x="762000" y="312420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Client materials</a:t>
            </a:r>
          </a:p>
        </p:txBody>
      </p:sp>
      <p:sp>
        <p:nvSpPr>
          <p:cNvPr id="9" name="!!map.middle">
            <a:extLst xmlns:a="http://schemas.openxmlformats.org/drawingml/2006/main">
              <a:ext uri="{FF2B5EF4-FFF2-40B4-BE49-F238E27FC236}">
                <a16:creationId xmlns:a16="http://schemas.microsoft.com/office/drawing/2014/main" id="{5683F048-E4B7-46C2-B1AF-5501F8366B3C}"/>
              </a:ext>
            </a:extLst>
          </p:cNvPr>
          <p:cNvSpPr>
            <a:spLocks xmlns:a="http://schemas.openxmlformats.org/drawingml/2006/main" noGrp="1"/>
          </p:cNvSpPr>
          <p:nvPr/>
        </p:nvSpPr>
        <p:spPr>
          <a:xfrm xmlns:a="http://schemas.openxmlformats.org/drawingml/2006/main">
            <a:off x="647700" y="3657600"/>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10" name="!!nav.middle">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3878C10A-D396-41B6-A5C0-3A1F5E3B55B1}"/>
              </a:ext>
            </a:extLst>
          </p:cNvPr>
          <p:cNvSpPr>
            <a:spLocks xmlns:a="http://schemas.openxmlformats.org/drawingml/2006/main" noGrp="1"/>
          </p:cNvSpPr>
          <p:nvPr/>
        </p:nvSpPr>
        <p:spPr>
          <a:xfrm xmlns:a="http://schemas.openxmlformats.org/drawingml/2006/main">
            <a:off x="647700" y="3657600"/>
            <a:ext cx="2609850" cy="409575"/>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005A9C"/>
                </a:solidFill>
                <a:latin typeface="Arial"/>
                <a:ea typeface="Arial"/>
                <a:cs typeface="Arial"/>
              </a:defRPr>
            </a:defPPr>
            <a:lvl1pPr algn="ctr">
              <a:defRPr sz="2025" b="1">
                <a:solidFill>
                  <a:srgbClr val="005A9C"/>
                </a:solidFill>
                <a:latin typeface="Arial"/>
                <a:ea typeface="Arial"/>
                <a:cs typeface="Arial"/>
              </a:defRPr>
            </a:lvl1pPr>
            <a:lvl2pPr algn="ctr">
              <a:defRPr sz="2025" b="1">
                <a:solidFill>
                  <a:srgbClr val="005A9C"/>
                </a:solidFill>
                <a:latin typeface="Arial"/>
                <a:ea typeface="Arial"/>
                <a:cs typeface="Arial"/>
              </a:defRPr>
            </a:lvl2pPr>
            <a:lvl3pPr algn="ctr">
              <a:defRPr sz="2025" b="1">
                <a:solidFill>
                  <a:srgbClr val="005A9C"/>
                </a:solidFill>
                <a:latin typeface="Arial"/>
                <a:ea typeface="Arial"/>
                <a:cs typeface="Arial"/>
              </a:defRPr>
            </a:lvl3pPr>
            <a:lvl4pPr algn="ctr">
              <a:defRPr sz="2025" b="1">
                <a:solidFill>
                  <a:srgbClr val="005A9C"/>
                </a:solidFill>
                <a:latin typeface="Arial"/>
                <a:ea typeface="Arial"/>
                <a:cs typeface="Arial"/>
              </a:defRPr>
            </a:lvl4pPr>
            <a:lvl5pPr algn="ctr">
              <a:defRPr sz="2025" b="1">
                <a:solidFill>
                  <a:srgbClr val="005A9C"/>
                </a:solidFill>
                <a:latin typeface="Arial"/>
                <a:ea typeface="Arial"/>
                <a:cs typeface="Arial"/>
              </a:defRPr>
            </a:lvl5pPr>
            <a:lvl6pPr algn="ctr">
              <a:defRPr sz="2025" b="1">
                <a:solidFill>
                  <a:srgbClr val="005A9C"/>
                </a:solidFill>
                <a:latin typeface="Arial"/>
                <a:ea typeface="Arial"/>
                <a:cs typeface="Arial"/>
              </a:defRPr>
            </a:lvl6pPr>
            <a:lvl7pPr algn="ctr">
              <a:defRPr sz="2025" b="1">
                <a:solidFill>
                  <a:srgbClr val="005A9C"/>
                </a:solidFill>
                <a:latin typeface="Arial"/>
                <a:ea typeface="Arial"/>
                <a:cs typeface="Arial"/>
              </a:defRPr>
            </a:lvl7pPr>
            <a:lvl8pPr algn="ctr">
              <a:defRPr sz="2025" b="1">
                <a:solidFill>
                  <a:srgbClr val="005A9C"/>
                </a:solidFill>
                <a:latin typeface="Arial"/>
                <a:ea typeface="Arial"/>
                <a:cs typeface="Arial"/>
              </a:defRPr>
            </a:lvl8pPr>
            <a:lvl9pPr algn="ctr">
              <a:defRPr sz="2025" b="1">
                <a:solidFill>
                  <a:srgbClr val="005A9C"/>
                </a:solidFill>
                <a:latin typeface="Arial"/>
                <a:ea typeface="Arial"/>
                <a:cs typeface="Arial"/>
              </a:defRPr>
            </a:lvl9pPr>
          </a:lstStyle>
          <a:p xmlns:a="http://schemas.openxmlformats.org/drawingml/2006/main">
            <a:pPr algn="ctr">
              <a:defRPr sz="2025" b="1">
                <a:solidFill>
                  <a:srgbClr val="005A9C"/>
                </a:solidFill>
                <a:latin typeface="Arial"/>
                <a:ea typeface="Arial"/>
                <a:cs typeface="Arial"/>
              </a:defRPr>
            </a:pPr>
            <a:r>
              <a:rPr sz="2025" b="1">
                <a:solidFill>
                  <a:srgbClr val="005A9C"/>
                </a:solidFill>
                <a:latin typeface="Arial"/>
                <a:ea typeface="Arial"/>
                <a:cs typeface="Arial"/>
              </a:rPr>
              <a:t>Middle office</a:t>
            </a:r>
          </a:p>
        </p:txBody>
      </p:sp>
      <p:sp>
        <p:nvSpPr>
          <p:cNvPr id="11" name="!!task.review">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2110388E-EC55-4695-80EC-23736D23506A}"/>
              </a:ext>
            </a:extLst>
          </p:cNvPr>
          <p:cNvSpPr>
            <a:spLocks xmlns:a="http://schemas.openxmlformats.org/drawingml/2006/main" noGrp="1"/>
          </p:cNvSpPr>
          <p:nvPr/>
        </p:nvSpPr>
        <p:spPr>
          <a:xfrm xmlns:a="http://schemas.openxmlformats.org/drawingml/2006/main">
            <a:off x="762000" y="416242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Content review</a:t>
            </a:r>
          </a:p>
        </p:txBody>
      </p:sp>
      <p:sp>
        <p:nvSpPr>
          <p:cNvPr id="12" name="!!task.risk">
            <ns0:hlinkClick xmlns:ns0="http://schemas.openxmlformats.org/drawingml/2006/main" xmlns:ns1="http://schemas.openxmlformats.org/officeDocument/2006/relationships" ns1:id="rIdNavSlide19" action="ppaction://hlinksldjump" tooltip="Slide 19: Investigating a risk alert"/>
            <a:extLst xmlns:a="http://schemas.openxmlformats.org/drawingml/2006/main">
              <a:ext uri="{FF2B5EF4-FFF2-40B4-BE49-F238E27FC236}">
                <a16:creationId xmlns:a16="http://schemas.microsoft.com/office/drawing/2014/main" id="{65EF0CD5-7054-4AE8-96B1-FF64E6513926}"/>
              </a:ext>
            </a:extLst>
          </p:cNvPr>
          <p:cNvSpPr>
            <a:spLocks xmlns:a="http://schemas.openxmlformats.org/drawingml/2006/main" noGrp="1"/>
          </p:cNvSpPr>
          <p:nvPr/>
        </p:nvSpPr>
        <p:spPr>
          <a:xfrm xmlns:a="http://schemas.openxmlformats.org/drawingml/2006/main">
            <a:off x="762000" y="447675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Risk analysis</a:t>
            </a:r>
          </a:p>
        </p:txBody>
      </p:sp>
      <p:sp>
        <p:nvSpPr>
          <p:cNvPr id="13" name="!!map.back">
            <a:extLst xmlns:a="http://schemas.openxmlformats.org/drawingml/2006/main">
              <a:ext uri="{FF2B5EF4-FFF2-40B4-BE49-F238E27FC236}">
                <a16:creationId xmlns:a16="http://schemas.microsoft.com/office/drawing/2014/main" id="{1C9FA4D4-82BD-48B8-B95C-2EFF456BB153}"/>
              </a:ext>
            </a:extLst>
          </p:cNvPr>
          <p:cNvSpPr>
            <a:spLocks xmlns:a="http://schemas.openxmlformats.org/drawingml/2006/main" noGrp="1"/>
          </p:cNvSpPr>
          <p:nvPr/>
        </p:nvSpPr>
        <p:spPr>
          <a:xfrm xmlns:a="http://schemas.openxmlformats.org/drawingml/2006/main">
            <a:off x="647700" y="5324475"/>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14" name="!!nav.back">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704F2ED1-DFFF-4799-8108-D9FA27973BE6}"/>
              </a:ext>
            </a:extLst>
          </p:cNvPr>
          <p:cNvSpPr>
            <a:spLocks xmlns:a="http://schemas.openxmlformats.org/drawingml/2006/main" noGrp="1"/>
          </p:cNvSpPr>
          <p:nvPr/>
        </p:nvSpPr>
        <p:spPr>
          <a:xfrm xmlns:a="http://schemas.openxmlformats.org/drawingml/2006/main">
            <a:off x="647700" y="5324475"/>
            <a:ext cx="2609850" cy="409575"/>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005A9C"/>
                </a:solidFill>
                <a:latin typeface="Arial"/>
                <a:ea typeface="Arial"/>
                <a:cs typeface="Arial"/>
              </a:defRPr>
            </a:defPPr>
            <a:lvl1pPr algn="ctr">
              <a:defRPr sz="2025" b="1">
                <a:solidFill>
                  <a:srgbClr val="005A9C"/>
                </a:solidFill>
                <a:latin typeface="Arial"/>
                <a:ea typeface="Arial"/>
                <a:cs typeface="Arial"/>
              </a:defRPr>
            </a:lvl1pPr>
            <a:lvl2pPr algn="ctr">
              <a:defRPr sz="2025" b="1">
                <a:solidFill>
                  <a:srgbClr val="005A9C"/>
                </a:solidFill>
                <a:latin typeface="Arial"/>
                <a:ea typeface="Arial"/>
                <a:cs typeface="Arial"/>
              </a:defRPr>
            </a:lvl2pPr>
            <a:lvl3pPr algn="ctr">
              <a:defRPr sz="2025" b="1">
                <a:solidFill>
                  <a:srgbClr val="005A9C"/>
                </a:solidFill>
                <a:latin typeface="Arial"/>
                <a:ea typeface="Arial"/>
                <a:cs typeface="Arial"/>
              </a:defRPr>
            </a:lvl3pPr>
            <a:lvl4pPr algn="ctr">
              <a:defRPr sz="2025" b="1">
                <a:solidFill>
                  <a:srgbClr val="005A9C"/>
                </a:solidFill>
                <a:latin typeface="Arial"/>
                <a:ea typeface="Arial"/>
                <a:cs typeface="Arial"/>
              </a:defRPr>
            </a:lvl4pPr>
            <a:lvl5pPr algn="ctr">
              <a:defRPr sz="2025" b="1">
                <a:solidFill>
                  <a:srgbClr val="005A9C"/>
                </a:solidFill>
                <a:latin typeface="Arial"/>
                <a:ea typeface="Arial"/>
                <a:cs typeface="Arial"/>
              </a:defRPr>
            </a:lvl5pPr>
            <a:lvl6pPr algn="ctr">
              <a:defRPr sz="2025" b="1">
                <a:solidFill>
                  <a:srgbClr val="005A9C"/>
                </a:solidFill>
                <a:latin typeface="Arial"/>
                <a:ea typeface="Arial"/>
                <a:cs typeface="Arial"/>
              </a:defRPr>
            </a:lvl6pPr>
            <a:lvl7pPr algn="ctr">
              <a:defRPr sz="2025" b="1">
                <a:solidFill>
                  <a:srgbClr val="005A9C"/>
                </a:solidFill>
                <a:latin typeface="Arial"/>
                <a:ea typeface="Arial"/>
                <a:cs typeface="Arial"/>
              </a:defRPr>
            </a:lvl7pPr>
            <a:lvl8pPr algn="ctr">
              <a:defRPr sz="2025" b="1">
                <a:solidFill>
                  <a:srgbClr val="005A9C"/>
                </a:solidFill>
                <a:latin typeface="Arial"/>
                <a:ea typeface="Arial"/>
                <a:cs typeface="Arial"/>
              </a:defRPr>
            </a:lvl8pPr>
            <a:lvl9pPr algn="ctr">
              <a:defRPr sz="2025" b="1">
                <a:solidFill>
                  <a:srgbClr val="005A9C"/>
                </a:solidFill>
                <a:latin typeface="Arial"/>
                <a:ea typeface="Arial"/>
                <a:cs typeface="Arial"/>
              </a:defRPr>
            </a:lvl9pPr>
          </a:lstStyle>
          <a:p xmlns:a="http://schemas.openxmlformats.org/drawingml/2006/main">
            <a:pPr algn="ctr">
              <a:defRPr sz="2025" b="1">
                <a:solidFill>
                  <a:srgbClr val="005A9C"/>
                </a:solidFill>
                <a:latin typeface="Arial"/>
                <a:ea typeface="Arial"/>
                <a:cs typeface="Arial"/>
              </a:defRPr>
            </a:pPr>
            <a:r>
              <a:rPr sz="2025" b="1">
                <a:solidFill>
                  <a:srgbClr val="005A9C"/>
                </a:solidFill>
                <a:latin typeface="Arial"/>
                <a:ea typeface="Arial"/>
                <a:cs typeface="Arial"/>
              </a:rPr>
              <a:t>Back office</a:t>
            </a:r>
          </a:p>
        </p:txBody>
      </p:sp>
      <p:sp>
        <p:nvSpPr>
          <p:cNvPr id="15" name="!!task.files">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DE060DCC-A5F2-4DE7-B676-B53479DDED2A}"/>
              </a:ext>
            </a:extLst>
          </p:cNvPr>
          <p:cNvSpPr>
            <a:spLocks xmlns:a="http://schemas.openxmlformats.org/drawingml/2006/main" noGrp="1"/>
          </p:cNvSpPr>
          <p:nvPr/>
        </p:nvSpPr>
        <p:spPr>
          <a:xfrm xmlns:a="http://schemas.openxmlformats.org/drawingml/2006/main">
            <a:off x="762000" y="582930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Document processing</a:t>
            </a:r>
          </a:p>
        </p:txBody>
      </p:sp>
      <p:sp>
        <p:nvSpPr>
          <p:cNvPr id="16" name="!!task.dev">
            <ns0:hlinkClick xmlns:ns0="http://schemas.openxmlformats.org/drawingml/2006/main" xmlns:ns1="http://schemas.openxmlformats.org/officeDocument/2006/relationships" ns1:id="rIdNavSlide25" action="ppaction://hlinksldjump" tooltip="Slide 25: Turning a business request into a working tool"/>
            <a:extLst xmlns:a="http://schemas.openxmlformats.org/drawingml/2006/main">
              <a:ext uri="{FF2B5EF4-FFF2-40B4-BE49-F238E27FC236}">
                <a16:creationId xmlns:a16="http://schemas.microsoft.com/office/drawing/2014/main" id="{AC1BAAE0-9145-43E1-BE29-731CE8D2FA24}"/>
              </a:ext>
            </a:extLst>
          </p:cNvPr>
          <p:cNvSpPr>
            <a:spLocks xmlns:a="http://schemas.openxmlformats.org/drawingml/2006/main" noGrp="1"/>
          </p:cNvSpPr>
          <p:nvPr/>
        </p:nvSpPr>
        <p:spPr>
          <a:xfrm xmlns:a="http://schemas.openxmlformats.org/drawingml/2006/main">
            <a:off x="762000" y="614362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Tool development</a:t>
            </a:r>
          </a:p>
        </p:txBody>
      </p:sp>
      <p:sp>
        <p:nvSpPr>
          <p:cNvPr id="17" name="!!map.separator">
            <a:extLst xmlns:a="http://schemas.openxmlformats.org/drawingml/2006/main">
              <a:ext uri="{FF2B5EF4-FFF2-40B4-BE49-F238E27FC236}">
                <a16:creationId xmlns:a16="http://schemas.microsoft.com/office/drawing/2014/main" id="{EF791F43-60E3-43F6-8AB1-11CF4A0DD1ED}"/>
              </a:ext>
            </a:extLst>
          </p:cNvPr>
          <p:cNvSpPr>
            <a:spLocks xmlns:a="http://schemas.openxmlformats.org/drawingml/2006/main" noGrp="1"/>
          </p:cNvSpPr>
          <p:nvPr/>
        </p:nvSpPr>
        <p:spPr>
          <a:xfrm xmlns:a="http://schemas.openxmlformats.org/drawingml/2006/main" flipH="0" flipV="0">
            <a:off x="3600450" y="1990725"/>
            <a:ext cx="953" cy="5076825"/>
          </a:xfrm>
          <a:prstGeom xmlns:a="http://schemas.openxmlformats.org/drawingml/2006/main" prst="line">
            <a:avLst/>
          </a:prstGeom>
          <a:noFill xmlns:a="http://schemas.openxmlformats.org/drawingml/2006/main"/>
          <a:ln xmlns:a="http://schemas.openxmlformats.org/drawingml/2006/main" w="9525">
            <a:solidFill>
              <a:srgbClr val="BCC6CF"/>
            </a:solidFill>
            <a:prstDash val="solid"/>
          </a:ln>
        </p:spPr>
      </p:sp>
      <p:sp>
        <p:nvSpPr>
          <p:cNvPr id="18" name="!!example">
            <a:extLst xmlns:a="http://schemas.openxmlformats.org/drawingml/2006/main">
              <a:ext uri="{FF2B5EF4-FFF2-40B4-BE49-F238E27FC236}">
                <a16:creationId xmlns:a16="http://schemas.microsoft.com/office/drawing/2014/main" id="{53660ADE-A30E-44A5-93D7-0641EC256AEE}"/>
              </a:ext>
            </a:extLst>
          </p:cNvPr>
          <p:cNvSpPr>
            <a:spLocks xmlns:a="http://schemas.openxmlformats.org/drawingml/2006/main" noGrp="1"/>
          </p:cNvSpPr>
          <p:nvPr/>
        </p:nvSpPr>
        <p:spPr>
          <a:xfrm xmlns:a="http://schemas.openxmlformats.org/drawingml/2006/main">
            <a:off x="13906500" y="1238250"/>
            <a:ext cx="685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707C88"/>
                </a:solidFill>
                <a:latin typeface="Arial"/>
                <a:ea typeface="Arial"/>
                <a:cs typeface="Arial"/>
              </a:defRPr>
            </a:defPPr>
            <a:lvl1pPr algn="r">
              <a:defRPr sz="1350" b="0">
                <a:solidFill>
                  <a:srgbClr val="707C88"/>
                </a:solidFill>
                <a:latin typeface="Arial"/>
                <a:ea typeface="Arial"/>
                <a:cs typeface="Arial"/>
              </a:defRPr>
            </a:lvl1pPr>
            <a:lvl2pPr algn="r">
              <a:defRPr sz="1350" b="0">
                <a:solidFill>
                  <a:srgbClr val="707C88"/>
                </a:solidFill>
                <a:latin typeface="Arial"/>
                <a:ea typeface="Arial"/>
                <a:cs typeface="Arial"/>
              </a:defRPr>
            </a:lvl2pPr>
            <a:lvl3pPr algn="r">
              <a:defRPr sz="1350" b="0">
                <a:solidFill>
                  <a:srgbClr val="707C88"/>
                </a:solidFill>
                <a:latin typeface="Arial"/>
                <a:ea typeface="Arial"/>
                <a:cs typeface="Arial"/>
              </a:defRPr>
            </a:lvl3pPr>
            <a:lvl4pPr algn="r">
              <a:defRPr sz="1350" b="0">
                <a:solidFill>
                  <a:srgbClr val="707C88"/>
                </a:solidFill>
                <a:latin typeface="Arial"/>
                <a:ea typeface="Arial"/>
                <a:cs typeface="Arial"/>
              </a:defRPr>
            </a:lvl4pPr>
            <a:lvl5pPr algn="r">
              <a:defRPr sz="1350" b="0">
                <a:solidFill>
                  <a:srgbClr val="707C88"/>
                </a:solidFill>
                <a:latin typeface="Arial"/>
                <a:ea typeface="Arial"/>
                <a:cs typeface="Arial"/>
              </a:defRPr>
            </a:lvl5pPr>
            <a:lvl6pPr algn="r">
              <a:defRPr sz="1350" b="0">
                <a:solidFill>
                  <a:srgbClr val="707C88"/>
                </a:solidFill>
                <a:latin typeface="Arial"/>
                <a:ea typeface="Arial"/>
                <a:cs typeface="Arial"/>
              </a:defRPr>
            </a:lvl6pPr>
            <a:lvl7pPr algn="r">
              <a:defRPr sz="1350" b="0">
                <a:solidFill>
                  <a:srgbClr val="707C88"/>
                </a:solidFill>
                <a:latin typeface="Arial"/>
                <a:ea typeface="Arial"/>
                <a:cs typeface="Arial"/>
              </a:defRPr>
            </a:lvl7pPr>
            <a:lvl8pPr algn="r">
              <a:defRPr sz="1350" b="0">
                <a:solidFill>
                  <a:srgbClr val="707C88"/>
                </a:solidFill>
                <a:latin typeface="Arial"/>
                <a:ea typeface="Arial"/>
                <a:cs typeface="Arial"/>
              </a:defRPr>
            </a:lvl8pPr>
            <a:lvl9pPr algn="r">
              <a:defRPr sz="1350" b="0">
                <a:solidFill>
                  <a:srgbClr val="707C88"/>
                </a:solidFill>
                <a:latin typeface="Arial"/>
                <a:ea typeface="Arial"/>
                <a:cs typeface="Arial"/>
              </a:defRPr>
            </a:lvl9pPr>
          </a:lstStyle>
          <a:p xmlns:a="http://schemas.openxmlformats.org/drawingml/2006/main">
            <a:pPr algn="r">
              <a:defRPr sz="1350" b="0">
                <a:solidFill>
                  <a:srgbClr val="707C88"/>
                </a:solidFill>
                <a:latin typeface="Arial"/>
                <a:ea typeface="Arial"/>
                <a:cs typeface="Arial"/>
              </a:defRPr>
            </a:pPr>
            <a:r>
              <a:rPr sz="1350" b="0">
                <a:solidFill>
                  <a:srgbClr val="707C88"/>
                </a:solidFill>
                <a:latin typeface="Arial"/>
                <a:ea typeface="Arial"/>
                <a:cs typeface="Arial"/>
              </a:rPr>
              <a:t>Example</a:t>
            </a:r>
          </a:p>
        </p:txBody>
      </p:sp>
      <p:sp>
        <p:nvSpPr>
          <p:cNvPr id="19" name="!!nav.home">
            <ns0:hlinkClick xmlns:ns0="http://schemas.openxmlformats.org/drawingml/2006/main" xmlns:ns1="http://schemas.openxmlformats.org/officeDocument/2006/relationships" ns1:id="rIdNavSlide3" action="ppaction://hlinksldjump" tooltip="Slide 3: Seven workflows across the firm"/>
            <a:extLst xmlns:a="http://schemas.openxmlformats.org/drawingml/2006/main">
              <a:ext uri="{FF2B5EF4-FFF2-40B4-BE49-F238E27FC236}">
                <a16:creationId xmlns:a16="http://schemas.microsoft.com/office/drawing/2014/main" id="{340731C3-7CCA-4460-A6EF-B7F6A6E8D8E7}"/>
              </a:ext>
            </a:extLst>
          </p:cNvPr>
          <p:cNvSpPr>
            <a:spLocks xmlns:a="http://schemas.openxmlformats.org/drawingml/2006/main" noGrp="1"/>
          </p:cNvSpPr>
          <p:nvPr/>
        </p:nvSpPr>
        <p:spPr>
          <a:xfrm xmlns:a="http://schemas.openxmlformats.org/drawingml/2006/main">
            <a:off x="647700" y="7496175"/>
            <a:ext cx="26098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BCC6CF"/>
            </a:solidFill>
            <a:prstDash val="solid"/>
          </a:ln>
        </p:spPr>
        <p:txBody>
          <a:bodyPr xmlns:a="http://schemas.openxmlformats.org/drawingml/2006/main" wrap="square" lIns="114300" tIns="0" rIns="114300" bIns="0" anchor="ctr">
            <a:noAutofit/>
          </a:bodyPr>
          <a:lstStyle xmlns:a="http://schemas.openxmlformats.org/drawingml/2006/main">
            <a:defPPr algn="ctr">
              <a:defRPr sz="1800" b="1">
                <a:solidFill>
                  <a:srgbClr val="005A9C"/>
                </a:solidFill>
                <a:latin typeface="Arial"/>
                <a:ea typeface="Arial"/>
                <a:cs typeface="Arial"/>
              </a:defRPr>
            </a:defPPr>
            <a:lvl1pPr algn="ctr">
              <a:defRPr sz="1800" b="1">
                <a:solidFill>
                  <a:srgbClr val="005A9C"/>
                </a:solidFill>
                <a:latin typeface="Arial"/>
                <a:ea typeface="Arial"/>
                <a:cs typeface="Arial"/>
              </a:defRPr>
            </a:lvl1pPr>
            <a:lvl2pPr algn="ctr">
              <a:defRPr sz="1800" b="1">
                <a:solidFill>
                  <a:srgbClr val="005A9C"/>
                </a:solidFill>
                <a:latin typeface="Arial"/>
                <a:ea typeface="Arial"/>
                <a:cs typeface="Arial"/>
              </a:defRPr>
            </a:lvl2pPr>
            <a:lvl3pPr algn="ctr">
              <a:defRPr sz="1800" b="1">
                <a:solidFill>
                  <a:srgbClr val="005A9C"/>
                </a:solidFill>
                <a:latin typeface="Arial"/>
                <a:ea typeface="Arial"/>
                <a:cs typeface="Arial"/>
              </a:defRPr>
            </a:lvl3pPr>
            <a:lvl4pPr algn="ctr">
              <a:defRPr sz="1800" b="1">
                <a:solidFill>
                  <a:srgbClr val="005A9C"/>
                </a:solidFill>
                <a:latin typeface="Arial"/>
                <a:ea typeface="Arial"/>
                <a:cs typeface="Arial"/>
              </a:defRPr>
            </a:lvl4pPr>
            <a:lvl5pPr algn="ctr">
              <a:defRPr sz="1800" b="1">
                <a:solidFill>
                  <a:srgbClr val="005A9C"/>
                </a:solidFill>
                <a:latin typeface="Arial"/>
                <a:ea typeface="Arial"/>
                <a:cs typeface="Arial"/>
              </a:defRPr>
            </a:lvl5pPr>
            <a:lvl6pPr algn="ctr">
              <a:defRPr sz="1800" b="1">
                <a:solidFill>
                  <a:srgbClr val="005A9C"/>
                </a:solidFill>
                <a:latin typeface="Arial"/>
                <a:ea typeface="Arial"/>
                <a:cs typeface="Arial"/>
              </a:defRPr>
            </a:lvl6pPr>
            <a:lvl7pPr algn="ctr">
              <a:defRPr sz="1800" b="1">
                <a:solidFill>
                  <a:srgbClr val="005A9C"/>
                </a:solidFill>
                <a:latin typeface="Arial"/>
                <a:ea typeface="Arial"/>
                <a:cs typeface="Arial"/>
              </a:defRPr>
            </a:lvl7pPr>
            <a:lvl8pPr algn="ctr">
              <a:defRPr sz="1800" b="1">
                <a:solidFill>
                  <a:srgbClr val="005A9C"/>
                </a:solidFill>
                <a:latin typeface="Arial"/>
                <a:ea typeface="Arial"/>
                <a:cs typeface="Arial"/>
              </a:defRPr>
            </a:lvl8pPr>
            <a:lvl9pPr algn="ctr">
              <a:defRPr sz="1800" b="1">
                <a:solidFill>
                  <a:srgbClr val="005A9C"/>
                </a:solidFill>
                <a:latin typeface="Arial"/>
                <a:ea typeface="Arial"/>
                <a:cs typeface="Arial"/>
              </a:defRPr>
            </a:lvl9pPr>
          </a:lstStyle>
          <a:p xmlns:a="http://schemas.openxmlformats.org/drawingml/2006/main">
            <a:pPr algn="ctr">
              <a:defRPr sz="1800" b="1">
                <a:solidFill>
                  <a:srgbClr val="005A9C"/>
                </a:solidFill>
                <a:latin typeface="Arial"/>
                <a:ea typeface="Arial"/>
                <a:cs typeface="Arial"/>
              </a:defRPr>
            </a:pPr>
            <a:r>
              <a:rPr sz="1800" b="1">
                <a:solidFill>
                  <a:srgbClr val="005A9C"/>
                </a:solidFill>
                <a:latin typeface="Arial"/>
                <a:ea typeface="Arial"/>
                <a:cs typeface="Arial"/>
              </a:rPr>
              <a:t>Firm overview</a:t>
            </a:r>
          </a:p>
        </p:txBody>
      </p:sp>
      <p:sp>
        <p:nvSpPr>
          <p:cNvPr id="20" name="!!page">
            <a:extLst xmlns:a="http://schemas.openxmlformats.org/drawingml/2006/main">
              <a:ext uri="{FF2B5EF4-FFF2-40B4-BE49-F238E27FC236}">
                <a16:creationId xmlns:a16="http://schemas.microsoft.com/office/drawing/2014/main" id="{DDDD6E0F-C580-4DAB-A137-622FCA76638A}"/>
              </a:ext>
            </a:extLst>
          </p:cNvPr>
          <p:cNvSpPr>
            <a:spLocks xmlns:a="http://schemas.openxmlformats.org/drawingml/2006/main" noGrp="1"/>
          </p:cNvSpPr>
          <p:nvPr/>
        </p:nvSpPr>
        <p:spPr>
          <a:xfrm xmlns:a="http://schemas.openxmlformats.org/drawingml/2006/main">
            <a:off x="11144250" y="7591425"/>
            <a:ext cx="904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650" b="0">
                <a:solidFill>
                  <a:srgbClr val="707C88"/>
                </a:solidFill>
                <a:latin typeface="Arial"/>
                <a:ea typeface="Arial"/>
                <a:cs typeface="Arial"/>
              </a:defRPr>
            </a:defPPr>
            <a:lvl1pPr algn="r">
              <a:defRPr sz="1650" b="0">
                <a:solidFill>
                  <a:srgbClr val="707C88"/>
                </a:solidFill>
                <a:latin typeface="Arial"/>
                <a:ea typeface="Arial"/>
                <a:cs typeface="Arial"/>
              </a:defRPr>
            </a:lvl1pPr>
            <a:lvl2pPr algn="r">
              <a:defRPr sz="1650" b="0">
                <a:solidFill>
                  <a:srgbClr val="707C88"/>
                </a:solidFill>
                <a:latin typeface="Arial"/>
                <a:ea typeface="Arial"/>
                <a:cs typeface="Arial"/>
              </a:defRPr>
            </a:lvl2pPr>
            <a:lvl3pPr algn="r">
              <a:defRPr sz="1650" b="0">
                <a:solidFill>
                  <a:srgbClr val="707C88"/>
                </a:solidFill>
                <a:latin typeface="Arial"/>
                <a:ea typeface="Arial"/>
                <a:cs typeface="Arial"/>
              </a:defRPr>
            </a:lvl3pPr>
            <a:lvl4pPr algn="r">
              <a:defRPr sz="1650" b="0">
                <a:solidFill>
                  <a:srgbClr val="707C88"/>
                </a:solidFill>
                <a:latin typeface="Arial"/>
                <a:ea typeface="Arial"/>
                <a:cs typeface="Arial"/>
              </a:defRPr>
            </a:lvl4pPr>
            <a:lvl5pPr algn="r">
              <a:defRPr sz="1650" b="0">
                <a:solidFill>
                  <a:srgbClr val="707C88"/>
                </a:solidFill>
                <a:latin typeface="Arial"/>
                <a:ea typeface="Arial"/>
                <a:cs typeface="Arial"/>
              </a:defRPr>
            </a:lvl5pPr>
            <a:lvl6pPr algn="r">
              <a:defRPr sz="1650" b="0">
                <a:solidFill>
                  <a:srgbClr val="707C88"/>
                </a:solidFill>
                <a:latin typeface="Arial"/>
                <a:ea typeface="Arial"/>
                <a:cs typeface="Arial"/>
              </a:defRPr>
            </a:lvl6pPr>
            <a:lvl7pPr algn="r">
              <a:defRPr sz="1650" b="0">
                <a:solidFill>
                  <a:srgbClr val="707C88"/>
                </a:solidFill>
                <a:latin typeface="Arial"/>
                <a:ea typeface="Arial"/>
                <a:cs typeface="Arial"/>
              </a:defRPr>
            </a:lvl7pPr>
            <a:lvl8pPr algn="r">
              <a:defRPr sz="1650" b="0">
                <a:solidFill>
                  <a:srgbClr val="707C88"/>
                </a:solidFill>
                <a:latin typeface="Arial"/>
                <a:ea typeface="Arial"/>
                <a:cs typeface="Arial"/>
              </a:defRPr>
            </a:lvl8pPr>
            <a:lvl9pPr algn="r">
              <a:defRPr sz="1650" b="0">
                <a:solidFill>
                  <a:srgbClr val="707C88"/>
                </a:solidFill>
                <a:latin typeface="Arial"/>
                <a:ea typeface="Arial"/>
                <a:cs typeface="Arial"/>
              </a:defRPr>
            </a:lvl9pPr>
          </a:lstStyle>
          <a:p xmlns:a="http://schemas.openxmlformats.org/drawingml/2006/main">
            <a:pPr algn="r">
              <a:defRPr sz="1650" b="0">
                <a:solidFill>
                  <a:srgbClr val="707C88"/>
                </a:solidFill>
                <a:latin typeface="Arial"/>
                <a:ea typeface="Arial"/>
                <a:cs typeface="Arial"/>
              </a:defRPr>
            </a:pPr>
            <a:r>
              <a:rPr sz="1650" b="0">
                <a:solidFill>
                  <a:srgbClr val="707C88"/>
                </a:solidFill>
                <a:latin typeface="Arial"/>
                <a:ea typeface="Arial"/>
                <a:cs typeface="Arial"/>
              </a:rPr>
              <a:t>9 / 33</a:t>
            </a:r>
          </a:p>
        </p:txBody>
      </p:sp>
      <p:sp>
        <p:nvSpPr>
          <p:cNvPr id="21" name="!!nav.prev">
            <ns0:hlinkClick xmlns:ns0="http://schemas.openxmlformats.org/drawingml/2006/main" xmlns:ns1="http://schemas.openxmlformats.org/officeDocument/2006/relationships" ns1:id="rIdNavSlide8" action="ppaction://hlinksldjump" tooltip="Slide 8: Proposed research workflow"/>
            <a:extLst xmlns:a="http://schemas.openxmlformats.org/drawingml/2006/main">
              <a:ext uri="{FF2B5EF4-FFF2-40B4-BE49-F238E27FC236}">
                <a16:creationId xmlns:a16="http://schemas.microsoft.com/office/drawing/2014/main" id="{FC017776-DAFB-42E6-8161-322C248F5B50}"/>
              </a:ext>
            </a:extLst>
          </p:cNvPr>
          <p:cNvSpPr>
            <a:spLocks xmlns:a="http://schemas.openxmlformats.org/drawingml/2006/main" noGrp="1"/>
          </p:cNvSpPr>
          <p:nvPr/>
        </p:nvSpPr>
        <p:spPr>
          <a:xfrm xmlns:a="http://schemas.openxmlformats.org/drawingml/2006/main">
            <a:off x="12287250" y="7496175"/>
            <a:ext cx="1047750" cy="4572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725" b="1">
                <a:solidFill>
                  <a:srgbClr val="005A9C"/>
                </a:solidFill>
                <a:latin typeface="Arial"/>
                <a:ea typeface="Arial"/>
                <a:cs typeface="Arial"/>
              </a:defRPr>
            </a:defPPr>
            <a:lvl1pPr algn="ctr">
              <a:defRPr sz="1725" b="1">
                <a:solidFill>
                  <a:srgbClr val="005A9C"/>
                </a:solidFill>
                <a:latin typeface="Arial"/>
                <a:ea typeface="Arial"/>
                <a:cs typeface="Arial"/>
              </a:defRPr>
            </a:lvl1pPr>
            <a:lvl2pPr algn="ctr">
              <a:defRPr sz="1725" b="1">
                <a:solidFill>
                  <a:srgbClr val="005A9C"/>
                </a:solidFill>
                <a:latin typeface="Arial"/>
                <a:ea typeface="Arial"/>
                <a:cs typeface="Arial"/>
              </a:defRPr>
            </a:lvl2pPr>
            <a:lvl3pPr algn="ctr">
              <a:defRPr sz="1725" b="1">
                <a:solidFill>
                  <a:srgbClr val="005A9C"/>
                </a:solidFill>
                <a:latin typeface="Arial"/>
                <a:ea typeface="Arial"/>
                <a:cs typeface="Arial"/>
              </a:defRPr>
            </a:lvl3pPr>
            <a:lvl4pPr algn="ctr">
              <a:defRPr sz="1725" b="1">
                <a:solidFill>
                  <a:srgbClr val="005A9C"/>
                </a:solidFill>
                <a:latin typeface="Arial"/>
                <a:ea typeface="Arial"/>
                <a:cs typeface="Arial"/>
              </a:defRPr>
            </a:lvl4pPr>
            <a:lvl5pPr algn="ctr">
              <a:defRPr sz="1725" b="1">
                <a:solidFill>
                  <a:srgbClr val="005A9C"/>
                </a:solidFill>
                <a:latin typeface="Arial"/>
                <a:ea typeface="Arial"/>
                <a:cs typeface="Arial"/>
              </a:defRPr>
            </a:lvl5pPr>
            <a:lvl6pPr algn="ctr">
              <a:defRPr sz="1725" b="1">
                <a:solidFill>
                  <a:srgbClr val="005A9C"/>
                </a:solidFill>
                <a:latin typeface="Arial"/>
                <a:ea typeface="Arial"/>
                <a:cs typeface="Arial"/>
              </a:defRPr>
            </a:lvl6pPr>
            <a:lvl7pPr algn="ctr">
              <a:defRPr sz="1725" b="1">
                <a:solidFill>
                  <a:srgbClr val="005A9C"/>
                </a:solidFill>
                <a:latin typeface="Arial"/>
                <a:ea typeface="Arial"/>
                <a:cs typeface="Arial"/>
              </a:defRPr>
            </a:lvl7pPr>
            <a:lvl8pPr algn="ctr">
              <a:defRPr sz="1725" b="1">
                <a:solidFill>
                  <a:srgbClr val="005A9C"/>
                </a:solidFill>
                <a:latin typeface="Arial"/>
                <a:ea typeface="Arial"/>
                <a:cs typeface="Arial"/>
              </a:defRPr>
            </a:lvl8pPr>
            <a:lvl9pPr algn="ctr">
              <a:defRPr sz="1725" b="1">
                <a:solidFill>
                  <a:srgbClr val="005A9C"/>
                </a:solidFill>
                <a:latin typeface="Arial"/>
                <a:ea typeface="Arial"/>
                <a:cs typeface="Arial"/>
              </a:defRPr>
            </a:lvl9pPr>
          </a:lstStyle>
          <a:p xmlns:a="http://schemas.openxmlformats.org/drawingml/2006/main">
            <a:pPr algn="ctr">
              <a:defRPr sz="1725" b="1">
                <a:solidFill>
                  <a:srgbClr val="005A9C"/>
                </a:solidFill>
                <a:latin typeface="Arial"/>
                <a:ea typeface="Arial"/>
                <a:cs typeface="Arial"/>
              </a:defRPr>
            </a:pPr>
            <a:r>
              <a:rPr sz="1725" b="1">
                <a:solidFill>
                  <a:srgbClr val="005A9C"/>
                </a:solidFill>
                <a:latin typeface="Arial"/>
                <a:ea typeface="Arial"/>
                <a:cs typeface="Arial"/>
              </a:rPr>
              <a:t>Back</a:t>
            </a:r>
          </a:p>
        </p:txBody>
      </p:sp>
      <p:sp>
        <p:nvSpPr>
          <p:cNvPr id="22" name="!!nav.next">
            <ns0:hlinkClick xmlns:ns0="http://schemas.openxmlformats.org/drawingml/2006/main" xmlns:ns1="http://schemas.openxmlformats.org/officeDocument/2006/relationships" ns1:id="rIdNavSlide10" action="ppaction://hlinksldjump" tooltip="Slide 10: Trading applications at Southern and Aegon-Industrial"/>
            <a:extLst xmlns:a="http://schemas.openxmlformats.org/drawingml/2006/main">
              <a:ext uri="{FF2B5EF4-FFF2-40B4-BE49-F238E27FC236}">
                <a16:creationId xmlns:a16="http://schemas.microsoft.com/office/drawing/2014/main" id="{B9DE0953-FB68-4FC5-8068-8511CE6E6497}"/>
              </a:ext>
            </a:extLst>
          </p:cNvPr>
          <p:cNvSpPr>
            <a:spLocks xmlns:a="http://schemas.openxmlformats.org/drawingml/2006/main" noGrp="1"/>
          </p:cNvSpPr>
          <p:nvPr/>
        </p:nvSpPr>
        <p:spPr>
          <a:xfrm xmlns:a="http://schemas.openxmlformats.org/drawingml/2006/main">
            <a:off x="13506450" y="7496175"/>
            <a:ext cx="1085850" cy="45720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725" b="1">
                <a:solidFill>
                  <a:srgbClr val="FFFFFF"/>
                </a:solidFill>
                <a:latin typeface="Arial"/>
                <a:ea typeface="Arial"/>
                <a:cs typeface="Arial"/>
              </a:defRPr>
            </a:defPPr>
            <a:lvl1pPr algn="ctr">
              <a:defRPr sz="1725" b="1">
                <a:solidFill>
                  <a:srgbClr val="FFFFFF"/>
                </a:solidFill>
                <a:latin typeface="Arial"/>
                <a:ea typeface="Arial"/>
                <a:cs typeface="Arial"/>
              </a:defRPr>
            </a:lvl1pPr>
            <a:lvl2pPr algn="ctr">
              <a:defRPr sz="1725" b="1">
                <a:solidFill>
                  <a:srgbClr val="FFFFFF"/>
                </a:solidFill>
                <a:latin typeface="Arial"/>
                <a:ea typeface="Arial"/>
                <a:cs typeface="Arial"/>
              </a:defRPr>
            </a:lvl2pPr>
            <a:lvl3pPr algn="ctr">
              <a:defRPr sz="1725" b="1">
                <a:solidFill>
                  <a:srgbClr val="FFFFFF"/>
                </a:solidFill>
                <a:latin typeface="Arial"/>
                <a:ea typeface="Arial"/>
                <a:cs typeface="Arial"/>
              </a:defRPr>
            </a:lvl3pPr>
            <a:lvl4pPr algn="ctr">
              <a:defRPr sz="1725" b="1">
                <a:solidFill>
                  <a:srgbClr val="FFFFFF"/>
                </a:solidFill>
                <a:latin typeface="Arial"/>
                <a:ea typeface="Arial"/>
                <a:cs typeface="Arial"/>
              </a:defRPr>
            </a:lvl4pPr>
            <a:lvl5pPr algn="ctr">
              <a:defRPr sz="1725" b="1">
                <a:solidFill>
                  <a:srgbClr val="FFFFFF"/>
                </a:solidFill>
                <a:latin typeface="Arial"/>
                <a:ea typeface="Arial"/>
                <a:cs typeface="Arial"/>
              </a:defRPr>
            </a:lvl5pPr>
            <a:lvl6pPr algn="ctr">
              <a:defRPr sz="1725" b="1">
                <a:solidFill>
                  <a:srgbClr val="FFFFFF"/>
                </a:solidFill>
                <a:latin typeface="Arial"/>
                <a:ea typeface="Arial"/>
                <a:cs typeface="Arial"/>
              </a:defRPr>
            </a:lvl6pPr>
            <a:lvl7pPr algn="ctr">
              <a:defRPr sz="1725" b="1">
                <a:solidFill>
                  <a:srgbClr val="FFFFFF"/>
                </a:solidFill>
                <a:latin typeface="Arial"/>
                <a:ea typeface="Arial"/>
                <a:cs typeface="Arial"/>
              </a:defRPr>
            </a:lvl7pPr>
            <a:lvl8pPr algn="ctr">
              <a:defRPr sz="1725" b="1">
                <a:solidFill>
                  <a:srgbClr val="FFFFFF"/>
                </a:solidFill>
                <a:latin typeface="Arial"/>
                <a:ea typeface="Arial"/>
                <a:cs typeface="Arial"/>
              </a:defRPr>
            </a:lvl8pPr>
            <a:lvl9pPr algn="ctr">
              <a:defRPr sz="1725" b="1">
                <a:solidFill>
                  <a:srgbClr val="FFFFFF"/>
                </a:solidFill>
                <a:latin typeface="Arial"/>
                <a:ea typeface="Arial"/>
                <a:cs typeface="Arial"/>
              </a:defRPr>
            </a:lvl9pPr>
          </a:lstStyle>
          <a:p xmlns:a="http://schemas.openxmlformats.org/drawingml/2006/main">
            <a:pPr algn="ctr">
              <a:defRPr sz="1725" b="1">
                <a:solidFill>
                  <a:srgbClr val="FFFFFF"/>
                </a:solidFill>
                <a:latin typeface="Arial"/>
                <a:ea typeface="Arial"/>
                <a:cs typeface="Arial"/>
              </a:defRPr>
            </a:pPr>
            <a:r>
              <a:rPr sz="1725" b="1">
                <a:solidFill>
                  <a:srgbClr val="FFFFFF"/>
                </a:solidFill>
                <a:latin typeface="Arial"/>
                <a:ea typeface="Arial"/>
                <a:cs typeface="Arial"/>
              </a:rPr>
              <a:t>Next</a:t>
            </a:r>
          </a:p>
        </p:txBody>
      </p:sp>
      <p:sp>
        <p:nvSpPr>
          <p:cNvPr id="23" name="!!footer.rule">
            <a:extLst xmlns:a="http://schemas.openxmlformats.org/drawingml/2006/main">
              <a:ext uri="{FF2B5EF4-FFF2-40B4-BE49-F238E27FC236}">
                <a16:creationId xmlns:a16="http://schemas.microsoft.com/office/drawing/2014/main" id="{DC729A8D-1A05-4F0E-A6BE-B6E5DB207E6A}"/>
              </a:ext>
            </a:extLst>
          </p:cNvPr>
          <p:cNvSpPr>
            <a:spLocks xmlns:a="http://schemas.openxmlformats.org/drawingml/2006/main" noGrp="1"/>
          </p:cNvSpPr>
          <p:nvPr/>
        </p:nvSpPr>
        <p:spPr>
          <a:xfrm xmlns:a="http://schemas.openxmlformats.org/drawingml/2006/main" flipH="0" flipV="0">
            <a:off x="647700" y="8134350"/>
            <a:ext cx="13944600" cy="953"/>
          </a:xfrm>
          <a:prstGeom xmlns:a="http://schemas.openxmlformats.org/drawingml/2006/main" prst="line">
            <a:avLst/>
          </a:prstGeom>
          <a:noFill xmlns:a="http://schemas.openxmlformats.org/drawingml/2006/main"/>
          <a:ln xmlns:a="http://schemas.openxmlformats.org/drawingml/2006/main" w="9525">
            <a:solidFill>
              <a:srgbClr val="BCC6CF"/>
            </a:solidFill>
            <a:prstDash val="solid"/>
          </a:ln>
        </p:spPr>
      </p:sp>
      <p:sp>
        <p:nvSpPr>
          <p:cNvPr id="24" name="!!source">
            <a:extLst xmlns:a="http://schemas.openxmlformats.org/drawingml/2006/main">
              <a:ext uri="{FF2B5EF4-FFF2-40B4-BE49-F238E27FC236}">
                <a16:creationId xmlns:a16="http://schemas.microsoft.com/office/drawing/2014/main" id="{736D5E5F-809B-4F74-A62F-27258C9276D5}"/>
              </a:ext>
            </a:extLst>
          </p:cNvPr>
          <p:cNvSpPr>
            <a:spLocks xmlns:a="http://schemas.openxmlformats.org/drawingml/2006/main" noGrp="1"/>
          </p:cNvSpPr>
          <p:nvPr/>
        </p:nvSpPr>
        <p:spPr>
          <a:xfrm xmlns:a="http://schemas.openxmlformats.org/drawingml/2006/main">
            <a:off x="647700" y="8267700"/>
            <a:ext cx="13944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707C88"/>
                </a:solidFill>
                <a:latin typeface="Arial"/>
                <a:ea typeface="Arial"/>
                <a:cs typeface="Arial"/>
              </a:defRPr>
            </a:defPPr>
            <a:lvl1pPr algn="l">
              <a:defRPr sz="1050" b="0">
                <a:solidFill>
                  <a:srgbClr val="707C88"/>
                </a:solidFill>
                <a:latin typeface="Arial"/>
                <a:ea typeface="Arial"/>
                <a:cs typeface="Arial"/>
              </a:defRPr>
            </a:lvl1pPr>
            <a:lvl2pPr algn="l">
              <a:defRPr sz="1050" b="0">
                <a:solidFill>
                  <a:srgbClr val="707C88"/>
                </a:solidFill>
                <a:latin typeface="Arial"/>
                <a:ea typeface="Arial"/>
                <a:cs typeface="Arial"/>
              </a:defRPr>
            </a:lvl2pPr>
            <a:lvl3pPr algn="l">
              <a:defRPr sz="1050" b="0">
                <a:solidFill>
                  <a:srgbClr val="707C88"/>
                </a:solidFill>
                <a:latin typeface="Arial"/>
                <a:ea typeface="Arial"/>
                <a:cs typeface="Arial"/>
              </a:defRPr>
            </a:lvl3pPr>
            <a:lvl4pPr algn="l">
              <a:defRPr sz="1050" b="0">
                <a:solidFill>
                  <a:srgbClr val="707C88"/>
                </a:solidFill>
                <a:latin typeface="Arial"/>
                <a:ea typeface="Arial"/>
                <a:cs typeface="Arial"/>
              </a:defRPr>
            </a:lvl4pPr>
            <a:lvl5pPr algn="l">
              <a:defRPr sz="1050" b="0">
                <a:solidFill>
                  <a:srgbClr val="707C88"/>
                </a:solidFill>
                <a:latin typeface="Arial"/>
                <a:ea typeface="Arial"/>
                <a:cs typeface="Arial"/>
              </a:defRPr>
            </a:lvl5pPr>
            <a:lvl6pPr algn="l">
              <a:defRPr sz="1050" b="0">
                <a:solidFill>
                  <a:srgbClr val="707C88"/>
                </a:solidFill>
                <a:latin typeface="Arial"/>
                <a:ea typeface="Arial"/>
                <a:cs typeface="Arial"/>
              </a:defRPr>
            </a:lvl6pPr>
            <a:lvl7pPr algn="l">
              <a:defRPr sz="1050" b="0">
                <a:solidFill>
                  <a:srgbClr val="707C88"/>
                </a:solidFill>
                <a:latin typeface="Arial"/>
                <a:ea typeface="Arial"/>
                <a:cs typeface="Arial"/>
              </a:defRPr>
            </a:lvl7pPr>
            <a:lvl8pPr algn="l">
              <a:defRPr sz="1050" b="0">
                <a:solidFill>
                  <a:srgbClr val="707C88"/>
                </a:solidFill>
                <a:latin typeface="Arial"/>
                <a:ea typeface="Arial"/>
                <a:cs typeface="Arial"/>
              </a:defRPr>
            </a:lvl8pPr>
            <a:lvl9pPr algn="l">
              <a:defRPr sz="1050" b="0">
                <a:solidFill>
                  <a:srgbClr val="707C88"/>
                </a:solidFill>
                <a:latin typeface="Arial"/>
                <a:ea typeface="Arial"/>
                <a:cs typeface="Arial"/>
              </a:defRPr>
            </a:lvl9pPr>
          </a:lstStyle>
          <a:p xmlns:a="http://schemas.openxmlformats.org/drawingml/2006/main">
            <a:r>
              <a:t/>
            </a:r>
          </a:p>
        </p:txBody>
      </p:sp>
      <p:sp>
        <p:nvSpPr>
          <p:cNvPr id="25" name="!!trade.task">
            <a:extLst xmlns:a="http://schemas.openxmlformats.org/drawingml/2006/main">
              <a:ext uri="{FF2B5EF4-FFF2-40B4-BE49-F238E27FC236}">
                <a16:creationId xmlns:a16="http://schemas.microsoft.com/office/drawing/2014/main" id="{B9ADF215-5381-4EED-9391-057456D5DBB2}"/>
              </a:ext>
            </a:extLst>
          </p:cNvPr>
          <p:cNvSpPr>
            <a:spLocks xmlns:a="http://schemas.openxmlformats.org/drawingml/2006/main" noGrp="1"/>
          </p:cNvSpPr>
          <p:nvPr/>
        </p:nvSpPr>
        <p:spPr>
          <a:xfrm xmlns:a="http://schemas.openxmlformats.org/drawingml/2006/main">
            <a:off x="4057650" y="2047875"/>
            <a:ext cx="105346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5A9C"/>
                </a:solidFill>
                <a:latin typeface="Arial"/>
                <a:ea typeface="Arial"/>
                <a:cs typeface="Arial"/>
              </a:defRPr>
            </a:defPPr>
            <a:lvl1pPr algn="l">
              <a:defRPr sz="2400" b="1">
                <a:solidFill>
                  <a:srgbClr val="005A9C"/>
                </a:solidFill>
                <a:latin typeface="Arial"/>
                <a:ea typeface="Arial"/>
                <a:cs typeface="Arial"/>
              </a:defRPr>
            </a:lvl1pPr>
            <a:lvl2pPr algn="l">
              <a:defRPr sz="2400" b="1">
                <a:solidFill>
                  <a:srgbClr val="005A9C"/>
                </a:solidFill>
                <a:latin typeface="Arial"/>
                <a:ea typeface="Arial"/>
                <a:cs typeface="Arial"/>
              </a:defRPr>
            </a:lvl2pPr>
            <a:lvl3pPr algn="l">
              <a:defRPr sz="2400" b="1">
                <a:solidFill>
                  <a:srgbClr val="005A9C"/>
                </a:solidFill>
                <a:latin typeface="Arial"/>
                <a:ea typeface="Arial"/>
                <a:cs typeface="Arial"/>
              </a:defRPr>
            </a:lvl3pPr>
            <a:lvl4pPr algn="l">
              <a:defRPr sz="2400" b="1">
                <a:solidFill>
                  <a:srgbClr val="005A9C"/>
                </a:solidFill>
                <a:latin typeface="Arial"/>
                <a:ea typeface="Arial"/>
                <a:cs typeface="Arial"/>
              </a:defRPr>
            </a:lvl4pPr>
            <a:lvl5pPr algn="l">
              <a:defRPr sz="2400" b="1">
                <a:solidFill>
                  <a:srgbClr val="005A9C"/>
                </a:solidFill>
                <a:latin typeface="Arial"/>
                <a:ea typeface="Arial"/>
                <a:cs typeface="Arial"/>
              </a:defRPr>
            </a:lvl5pPr>
            <a:lvl6pPr algn="l">
              <a:defRPr sz="2400" b="1">
                <a:solidFill>
                  <a:srgbClr val="005A9C"/>
                </a:solidFill>
                <a:latin typeface="Arial"/>
                <a:ea typeface="Arial"/>
                <a:cs typeface="Arial"/>
              </a:defRPr>
            </a:lvl6pPr>
            <a:lvl7pPr algn="l">
              <a:defRPr sz="2400" b="1">
                <a:solidFill>
                  <a:srgbClr val="005A9C"/>
                </a:solidFill>
                <a:latin typeface="Arial"/>
                <a:ea typeface="Arial"/>
                <a:cs typeface="Arial"/>
              </a:defRPr>
            </a:lvl7pPr>
            <a:lvl8pPr algn="l">
              <a:defRPr sz="2400" b="1">
                <a:solidFill>
                  <a:srgbClr val="005A9C"/>
                </a:solidFill>
                <a:latin typeface="Arial"/>
                <a:ea typeface="Arial"/>
                <a:cs typeface="Arial"/>
              </a:defRPr>
            </a:lvl8pPr>
            <a:lvl9pPr algn="l">
              <a:defRPr sz="2400" b="1">
                <a:solidFill>
                  <a:srgbClr val="005A9C"/>
                </a:solidFill>
                <a:latin typeface="Arial"/>
                <a:ea typeface="Arial"/>
                <a:cs typeface="Arial"/>
              </a:defRPr>
            </a:lvl9pPr>
          </a:lstStyle>
          <a:p xmlns:a="http://schemas.openxmlformats.org/drawingml/2006/main">
            <a:pPr algn="l">
              <a:defRPr sz="2400" b="1">
                <a:solidFill>
                  <a:srgbClr val="005A9C"/>
                </a:solidFill>
                <a:latin typeface="Arial"/>
                <a:ea typeface="Arial"/>
                <a:cs typeface="Arial"/>
              </a:defRPr>
            </a:pPr>
            <a:r>
              <a:rPr sz="2400" b="1">
                <a:solidFill>
                  <a:srgbClr val="005A9C"/>
                </a:solidFill>
                <a:latin typeface="Arial"/>
                <a:ea typeface="Arial"/>
                <a:cs typeface="Arial"/>
              </a:rPr>
              <a:t>Task: request offers for Company A bonds maturing within two years</a:t>
            </a:r>
          </a:p>
        </p:txBody>
      </p:sp>
      <p:sp>
        <p:nvSpPr>
          <p:cNvPr id="26" name="!!trade.intent">
            <a:extLst xmlns:a="http://schemas.openxmlformats.org/drawingml/2006/main">
              <a:ext uri="{FF2B5EF4-FFF2-40B4-BE49-F238E27FC236}">
                <a16:creationId xmlns:a16="http://schemas.microsoft.com/office/drawing/2014/main" id="{71CFDA4D-B41D-48E5-9D40-BF1B283C3DF8}"/>
              </a:ext>
            </a:extLst>
          </p:cNvPr>
          <p:cNvSpPr>
            <a:spLocks xmlns:a="http://schemas.openxmlformats.org/drawingml/2006/main" noGrp="1"/>
          </p:cNvSpPr>
          <p:nvPr/>
        </p:nvSpPr>
        <p:spPr>
          <a:xfrm xmlns:a="http://schemas.openxmlformats.org/drawingml/2006/main">
            <a:off x="4057650" y="2952750"/>
            <a:ext cx="2419350" cy="1952625"/>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27" name="!!trade.intent.role">
            <a:extLst xmlns:a="http://schemas.openxmlformats.org/drawingml/2006/main">
              <a:ext uri="{FF2B5EF4-FFF2-40B4-BE49-F238E27FC236}">
                <a16:creationId xmlns:a16="http://schemas.microsoft.com/office/drawing/2014/main" id="{D58C03F2-2897-4FD3-9C00-87AE9411B678}"/>
              </a:ext>
            </a:extLst>
          </p:cNvPr>
          <p:cNvSpPr>
            <a:spLocks xmlns:a="http://schemas.openxmlformats.org/drawingml/2006/main" noGrp="1"/>
          </p:cNvSpPr>
          <p:nvPr/>
        </p:nvSpPr>
        <p:spPr>
          <a:xfrm xmlns:a="http://schemas.openxmlformats.org/drawingml/2006/main">
            <a:off x="4248150" y="3095625"/>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20262C"/>
                </a:solidFill>
                <a:latin typeface="Arial"/>
                <a:ea typeface="Arial"/>
                <a:cs typeface="Arial"/>
              </a:defRPr>
            </a:defPPr>
            <a:lvl1pPr algn="l">
              <a:defRPr sz="1650" b="1">
                <a:solidFill>
                  <a:srgbClr val="20262C"/>
                </a:solidFill>
                <a:latin typeface="Arial"/>
                <a:ea typeface="Arial"/>
                <a:cs typeface="Arial"/>
              </a:defRPr>
            </a:lvl1pPr>
            <a:lvl2pPr algn="l">
              <a:defRPr sz="1650" b="1">
                <a:solidFill>
                  <a:srgbClr val="20262C"/>
                </a:solidFill>
                <a:latin typeface="Arial"/>
                <a:ea typeface="Arial"/>
                <a:cs typeface="Arial"/>
              </a:defRPr>
            </a:lvl2pPr>
            <a:lvl3pPr algn="l">
              <a:defRPr sz="1650" b="1">
                <a:solidFill>
                  <a:srgbClr val="20262C"/>
                </a:solidFill>
                <a:latin typeface="Arial"/>
                <a:ea typeface="Arial"/>
                <a:cs typeface="Arial"/>
              </a:defRPr>
            </a:lvl3pPr>
            <a:lvl4pPr algn="l">
              <a:defRPr sz="1650" b="1">
                <a:solidFill>
                  <a:srgbClr val="20262C"/>
                </a:solidFill>
                <a:latin typeface="Arial"/>
                <a:ea typeface="Arial"/>
                <a:cs typeface="Arial"/>
              </a:defRPr>
            </a:lvl4pPr>
            <a:lvl5pPr algn="l">
              <a:defRPr sz="1650" b="1">
                <a:solidFill>
                  <a:srgbClr val="20262C"/>
                </a:solidFill>
                <a:latin typeface="Arial"/>
                <a:ea typeface="Arial"/>
                <a:cs typeface="Arial"/>
              </a:defRPr>
            </a:lvl5pPr>
            <a:lvl6pPr algn="l">
              <a:defRPr sz="1650" b="1">
                <a:solidFill>
                  <a:srgbClr val="20262C"/>
                </a:solidFill>
                <a:latin typeface="Arial"/>
                <a:ea typeface="Arial"/>
                <a:cs typeface="Arial"/>
              </a:defRPr>
            </a:lvl6pPr>
            <a:lvl7pPr algn="l">
              <a:defRPr sz="1650" b="1">
                <a:solidFill>
                  <a:srgbClr val="20262C"/>
                </a:solidFill>
                <a:latin typeface="Arial"/>
                <a:ea typeface="Arial"/>
                <a:cs typeface="Arial"/>
              </a:defRPr>
            </a:lvl7pPr>
            <a:lvl8pPr algn="l">
              <a:defRPr sz="1650" b="1">
                <a:solidFill>
                  <a:srgbClr val="20262C"/>
                </a:solidFill>
                <a:latin typeface="Arial"/>
                <a:ea typeface="Arial"/>
                <a:cs typeface="Arial"/>
              </a:defRPr>
            </a:lvl8pPr>
            <a:lvl9pPr algn="l">
              <a:defRPr sz="1650" b="1">
                <a:solidFill>
                  <a:srgbClr val="20262C"/>
                </a:solidFill>
                <a:latin typeface="Arial"/>
                <a:ea typeface="Arial"/>
                <a:cs typeface="Arial"/>
              </a:defRPr>
            </a:lvl9pPr>
          </a:lstStyle>
          <a:p xmlns:a="http://schemas.openxmlformats.org/drawingml/2006/main">
            <a:pPr algn="l">
              <a:defRPr sz="1650" b="1">
                <a:solidFill>
                  <a:srgbClr val="20262C"/>
                </a:solidFill>
                <a:latin typeface="Arial"/>
                <a:ea typeface="Arial"/>
                <a:cs typeface="Arial"/>
              </a:defRPr>
            </a:pPr>
            <a:r>
              <a:rPr sz="1650" b="1">
                <a:solidFill>
                  <a:srgbClr val="20262C"/>
                </a:solidFill>
                <a:latin typeface="Arial"/>
                <a:ea typeface="Arial"/>
                <a:cs typeface="Arial"/>
              </a:rPr>
              <a:t>1  Portfolio manager</a:t>
            </a:r>
          </a:p>
        </p:txBody>
      </p:sp>
      <p:sp>
        <p:nvSpPr>
          <p:cNvPr id="28" name="!!trade.intent.body">
            <a:extLst xmlns:a="http://schemas.openxmlformats.org/drawingml/2006/main">
              <a:ext uri="{FF2B5EF4-FFF2-40B4-BE49-F238E27FC236}">
                <a16:creationId xmlns:a16="http://schemas.microsoft.com/office/drawing/2014/main" id="{02F5ABCA-47CE-4196-AAC2-6F68BEE98415}"/>
              </a:ext>
            </a:extLst>
          </p:cNvPr>
          <p:cNvSpPr>
            <a:spLocks xmlns:a="http://schemas.openxmlformats.org/drawingml/2006/main" noGrp="1"/>
          </p:cNvSpPr>
          <p:nvPr/>
        </p:nvSpPr>
        <p:spPr>
          <a:xfrm xmlns:a="http://schemas.openxmlformats.org/drawingml/2006/main">
            <a:off x="4248150" y="3533775"/>
            <a:ext cx="2038350" cy="1304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62" b="0">
                <a:solidFill>
                  <a:srgbClr val="20262C"/>
                </a:solidFill>
                <a:latin typeface="Arial"/>
                <a:ea typeface="Arial"/>
                <a:cs typeface="Arial"/>
              </a:defRPr>
            </a:defPPr>
            <a:lvl1pPr algn="l">
              <a:defRPr sz="1762" b="0">
                <a:solidFill>
                  <a:srgbClr val="20262C"/>
                </a:solidFill>
                <a:latin typeface="Arial"/>
                <a:ea typeface="Arial"/>
                <a:cs typeface="Arial"/>
              </a:defRPr>
            </a:lvl1pPr>
            <a:lvl2pPr algn="l">
              <a:defRPr sz="1762" b="0">
                <a:solidFill>
                  <a:srgbClr val="20262C"/>
                </a:solidFill>
                <a:latin typeface="Arial"/>
                <a:ea typeface="Arial"/>
                <a:cs typeface="Arial"/>
              </a:defRPr>
            </a:lvl2pPr>
            <a:lvl3pPr algn="l">
              <a:defRPr sz="1762" b="0">
                <a:solidFill>
                  <a:srgbClr val="20262C"/>
                </a:solidFill>
                <a:latin typeface="Arial"/>
                <a:ea typeface="Arial"/>
                <a:cs typeface="Arial"/>
              </a:defRPr>
            </a:lvl3pPr>
            <a:lvl4pPr algn="l">
              <a:defRPr sz="1762" b="0">
                <a:solidFill>
                  <a:srgbClr val="20262C"/>
                </a:solidFill>
                <a:latin typeface="Arial"/>
                <a:ea typeface="Arial"/>
                <a:cs typeface="Arial"/>
              </a:defRPr>
            </a:lvl4pPr>
            <a:lvl5pPr algn="l">
              <a:defRPr sz="1762" b="0">
                <a:solidFill>
                  <a:srgbClr val="20262C"/>
                </a:solidFill>
                <a:latin typeface="Arial"/>
                <a:ea typeface="Arial"/>
                <a:cs typeface="Arial"/>
              </a:defRPr>
            </a:lvl5pPr>
            <a:lvl6pPr algn="l">
              <a:defRPr sz="1762" b="0">
                <a:solidFill>
                  <a:srgbClr val="20262C"/>
                </a:solidFill>
                <a:latin typeface="Arial"/>
                <a:ea typeface="Arial"/>
                <a:cs typeface="Arial"/>
              </a:defRPr>
            </a:lvl6pPr>
            <a:lvl7pPr algn="l">
              <a:defRPr sz="1762" b="0">
                <a:solidFill>
                  <a:srgbClr val="20262C"/>
                </a:solidFill>
                <a:latin typeface="Arial"/>
                <a:ea typeface="Arial"/>
                <a:cs typeface="Arial"/>
              </a:defRPr>
            </a:lvl7pPr>
            <a:lvl8pPr algn="l">
              <a:defRPr sz="1762" b="0">
                <a:solidFill>
                  <a:srgbClr val="20262C"/>
                </a:solidFill>
                <a:latin typeface="Arial"/>
                <a:ea typeface="Arial"/>
                <a:cs typeface="Arial"/>
              </a:defRPr>
            </a:lvl8pPr>
            <a:lvl9pPr algn="l">
              <a:defRPr sz="1762" b="0">
                <a:solidFill>
                  <a:srgbClr val="20262C"/>
                </a:solidFill>
                <a:latin typeface="Arial"/>
                <a:ea typeface="Arial"/>
                <a:cs typeface="Arial"/>
              </a:defRPr>
            </a:lvl9pPr>
          </a:lstStyle>
          <a:p xmlns:a="http://schemas.openxmlformats.org/drawingml/2006/main">
            <a:pPr algn="l">
              <a:defRPr sz="1762" b="0">
                <a:solidFill>
                  <a:srgbClr val="20262C"/>
                </a:solidFill>
                <a:latin typeface="Arial"/>
                <a:ea typeface="Arial"/>
                <a:cs typeface="Arial"/>
              </a:defRPr>
            </a:pPr>
            <a:r>
              <a:rPr sz="1762" b="0">
                <a:solidFill>
                  <a:srgbClr val="20262C"/>
                </a:solidFill>
                <a:latin typeface="Arial"/>
                <a:ea typeface="Arial"/>
                <a:cs typeface="Arial"/>
              </a:rPr>
              <a:t>Company A bonds</a:t>
            </a:r>
          </a:p>
          <a:p xmlns:a="http://schemas.openxmlformats.org/drawingml/2006/main">
            <a:pPr algn="l">
              <a:defRPr sz="1762" b="0">
                <a:solidFill>
                  <a:srgbClr val="20262C"/>
                </a:solidFill>
                <a:latin typeface="Arial"/>
                <a:ea typeface="Arial"/>
                <a:cs typeface="Arial"/>
              </a:defRPr>
            </a:pPr>
            <a:r>
              <a:rPr sz="1762" b="0">
                <a:solidFill>
                  <a:srgbClr val="20262C"/>
                </a:solidFill>
                <a:latin typeface="Arial"/>
                <a:ea typeface="Arial"/>
                <a:cs typeface="Arial"/>
              </a:rPr>
              <a:t>Due within 2 years</a:t>
            </a:r>
          </a:p>
          <a:p xmlns:a="http://schemas.openxmlformats.org/drawingml/2006/main">
            <a:pPr algn="l">
              <a:defRPr sz="1762" b="0">
                <a:solidFill>
                  <a:srgbClr val="20262C"/>
                </a:solidFill>
                <a:latin typeface="Arial"/>
                <a:ea typeface="Arial"/>
                <a:cs typeface="Arial"/>
              </a:defRPr>
            </a:pPr>
            <a:r>
              <a:rPr sz="1762" b="0">
                <a:solidFill>
                  <a:srgbClr val="20262C"/>
                </a:solidFill>
                <a:latin typeface="Arial"/>
                <a:ea typeface="Arial"/>
                <a:cs typeface="Arial"/>
              </a:rPr>
              <a:t>Check current holdings</a:t>
            </a:r>
          </a:p>
          <a:p xmlns:a="http://schemas.openxmlformats.org/drawingml/2006/main">
            <a:pPr algn="l">
              <a:defRPr sz="1762" b="0">
                <a:solidFill>
                  <a:srgbClr val="20262C"/>
                </a:solidFill>
                <a:latin typeface="Arial"/>
                <a:ea typeface="Arial"/>
                <a:cs typeface="Arial"/>
              </a:defRPr>
            </a:pPr>
            <a:r>
              <a:rPr sz="1762" b="0">
                <a:solidFill>
                  <a:srgbClr val="20262C"/>
                </a:solidFill>
                <a:latin typeface="Arial"/>
                <a:ea typeface="Arial"/>
                <a:cs typeface="Arial"/>
              </a:rPr>
              <a:t>Collect offer quotes</a:t>
            </a:r>
          </a:p>
        </p:txBody>
      </p:sp>
      <p:sp>
        <p:nvSpPr>
          <p:cNvPr id="29" name="!!trade.query">
            <a:extLst xmlns:a="http://schemas.openxmlformats.org/drawingml/2006/main">
              <a:ext uri="{FF2B5EF4-FFF2-40B4-BE49-F238E27FC236}">
                <a16:creationId xmlns:a16="http://schemas.microsoft.com/office/drawing/2014/main" id="{480BD335-CB04-4B05-8335-89DD606C308A}"/>
              </a:ext>
            </a:extLst>
          </p:cNvPr>
          <p:cNvSpPr>
            <a:spLocks xmlns:a="http://schemas.openxmlformats.org/drawingml/2006/main" noGrp="1"/>
          </p:cNvSpPr>
          <p:nvPr/>
        </p:nvSpPr>
        <p:spPr>
          <a:xfrm xmlns:a="http://schemas.openxmlformats.org/drawingml/2006/main">
            <a:off x="6762750" y="2952750"/>
            <a:ext cx="2419350" cy="1952625"/>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30" name="!!trade.query.role">
            <a:extLst xmlns:a="http://schemas.openxmlformats.org/drawingml/2006/main">
              <a:ext uri="{FF2B5EF4-FFF2-40B4-BE49-F238E27FC236}">
                <a16:creationId xmlns:a16="http://schemas.microsoft.com/office/drawing/2014/main" id="{A7767F99-1E06-473B-A628-4444EE81AC29}"/>
              </a:ext>
            </a:extLst>
          </p:cNvPr>
          <p:cNvSpPr>
            <a:spLocks xmlns:a="http://schemas.openxmlformats.org/drawingml/2006/main" noGrp="1"/>
          </p:cNvSpPr>
          <p:nvPr/>
        </p:nvSpPr>
        <p:spPr>
          <a:xfrm xmlns:a="http://schemas.openxmlformats.org/drawingml/2006/main">
            <a:off x="6953250" y="3095625"/>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62C"/>
                </a:solidFill>
                <a:latin typeface="Arial"/>
                <a:ea typeface="Arial"/>
                <a:cs typeface="Arial"/>
              </a:defRPr>
            </a:defPPr>
            <a:lvl1pPr algn="l">
              <a:defRPr sz="1800" b="1">
                <a:solidFill>
                  <a:srgbClr val="20262C"/>
                </a:solidFill>
                <a:latin typeface="Arial"/>
                <a:ea typeface="Arial"/>
                <a:cs typeface="Arial"/>
              </a:defRPr>
            </a:lvl1pPr>
            <a:lvl2pPr algn="l">
              <a:defRPr sz="1800" b="1">
                <a:solidFill>
                  <a:srgbClr val="20262C"/>
                </a:solidFill>
                <a:latin typeface="Arial"/>
                <a:ea typeface="Arial"/>
                <a:cs typeface="Arial"/>
              </a:defRPr>
            </a:lvl2pPr>
            <a:lvl3pPr algn="l">
              <a:defRPr sz="1800" b="1">
                <a:solidFill>
                  <a:srgbClr val="20262C"/>
                </a:solidFill>
                <a:latin typeface="Arial"/>
                <a:ea typeface="Arial"/>
                <a:cs typeface="Arial"/>
              </a:defRPr>
            </a:lvl3pPr>
            <a:lvl4pPr algn="l">
              <a:defRPr sz="1800" b="1">
                <a:solidFill>
                  <a:srgbClr val="20262C"/>
                </a:solidFill>
                <a:latin typeface="Arial"/>
                <a:ea typeface="Arial"/>
                <a:cs typeface="Arial"/>
              </a:defRPr>
            </a:lvl4pPr>
            <a:lvl5pPr algn="l">
              <a:defRPr sz="1800" b="1">
                <a:solidFill>
                  <a:srgbClr val="20262C"/>
                </a:solidFill>
                <a:latin typeface="Arial"/>
                <a:ea typeface="Arial"/>
                <a:cs typeface="Arial"/>
              </a:defRPr>
            </a:lvl5pPr>
            <a:lvl6pPr algn="l">
              <a:defRPr sz="1800" b="1">
                <a:solidFill>
                  <a:srgbClr val="20262C"/>
                </a:solidFill>
                <a:latin typeface="Arial"/>
                <a:ea typeface="Arial"/>
                <a:cs typeface="Arial"/>
              </a:defRPr>
            </a:lvl6pPr>
            <a:lvl7pPr algn="l">
              <a:defRPr sz="1800" b="1">
                <a:solidFill>
                  <a:srgbClr val="20262C"/>
                </a:solidFill>
                <a:latin typeface="Arial"/>
                <a:ea typeface="Arial"/>
                <a:cs typeface="Arial"/>
              </a:defRPr>
            </a:lvl7pPr>
            <a:lvl8pPr algn="l">
              <a:defRPr sz="1800" b="1">
                <a:solidFill>
                  <a:srgbClr val="20262C"/>
                </a:solidFill>
                <a:latin typeface="Arial"/>
                <a:ea typeface="Arial"/>
                <a:cs typeface="Arial"/>
              </a:defRPr>
            </a:lvl8pPr>
            <a:lvl9pPr algn="l">
              <a:defRPr sz="1800" b="1">
                <a:solidFill>
                  <a:srgbClr val="20262C"/>
                </a:solidFill>
                <a:latin typeface="Arial"/>
                <a:ea typeface="Arial"/>
                <a:cs typeface="Arial"/>
              </a:defRPr>
            </a:lvl9pPr>
          </a:lstStyle>
          <a:p xmlns:a="http://schemas.openxmlformats.org/drawingml/2006/main">
            <a:pPr algn="l">
              <a:defRPr sz="1800" b="1">
                <a:solidFill>
                  <a:srgbClr val="20262C"/>
                </a:solidFill>
                <a:latin typeface="Arial"/>
                <a:ea typeface="Arial"/>
                <a:cs typeface="Arial"/>
              </a:defRPr>
            </a:pPr>
            <a:r>
              <a:rPr sz="1800" b="1">
                <a:solidFill>
                  <a:srgbClr val="20262C"/>
                </a:solidFill>
                <a:latin typeface="Arial"/>
                <a:ea typeface="Arial"/>
                <a:cs typeface="Arial"/>
              </a:rPr>
              <a:t>2  Trader: query</a:t>
            </a:r>
          </a:p>
        </p:txBody>
      </p:sp>
      <p:sp>
        <p:nvSpPr>
          <p:cNvPr id="31" name="!!trade.query.body">
            <a:extLst xmlns:a="http://schemas.openxmlformats.org/drawingml/2006/main">
              <a:ext uri="{FF2B5EF4-FFF2-40B4-BE49-F238E27FC236}">
                <a16:creationId xmlns:a16="http://schemas.microsoft.com/office/drawing/2014/main" id="{6A1E30D4-1628-415D-97F6-CFED288FD0C0}"/>
              </a:ext>
            </a:extLst>
          </p:cNvPr>
          <p:cNvSpPr>
            <a:spLocks xmlns:a="http://schemas.openxmlformats.org/drawingml/2006/main" noGrp="1"/>
          </p:cNvSpPr>
          <p:nvPr/>
        </p:nvSpPr>
        <p:spPr>
          <a:xfrm xmlns:a="http://schemas.openxmlformats.org/drawingml/2006/main">
            <a:off x="6953250" y="3533775"/>
            <a:ext cx="2038350" cy="1304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0262C"/>
                </a:solidFill>
                <a:latin typeface="Arial"/>
                <a:ea typeface="Arial"/>
                <a:cs typeface="Arial"/>
              </a:defRPr>
            </a:defPPr>
            <a:lvl1pPr algn="l">
              <a:defRPr sz="1800" b="0">
                <a:solidFill>
                  <a:srgbClr val="20262C"/>
                </a:solidFill>
                <a:latin typeface="Arial"/>
                <a:ea typeface="Arial"/>
                <a:cs typeface="Arial"/>
              </a:defRPr>
            </a:lvl1pPr>
            <a:lvl2pPr algn="l">
              <a:defRPr sz="1800" b="0">
                <a:solidFill>
                  <a:srgbClr val="20262C"/>
                </a:solidFill>
                <a:latin typeface="Arial"/>
                <a:ea typeface="Arial"/>
                <a:cs typeface="Arial"/>
              </a:defRPr>
            </a:lvl2pPr>
            <a:lvl3pPr algn="l">
              <a:defRPr sz="1800" b="0">
                <a:solidFill>
                  <a:srgbClr val="20262C"/>
                </a:solidFill>
                <a:latin typeface="Arial"/>
                <a:ea typeface="Arial"/>
                <a:cs typeface="Arial"/>
              </a:defRPr>
            </a:lvl3pPr>
            <a:lvl4pPr algn="l">
              <a:defRPr sz="1800" b="0">
                <a:solidFill>
                  <a:srgbClr val="20262C"/>
                </a:solidFill>
                <a:latin typeface="Arial"/>
                <a:ea typeface="Arial"/>
                <a:cs typeface="Arial"/>
              </a:defRPr>
            </a:lvl4pPr>
            <a:lvl5pPr algn="l">
              <a:defRPr sz="1800" b="0">
                <a:solidFill>
                  <a:srgbClr val="20262C"/>
                </a:solidFill>
                <a:latin typeface="Arial"/>
                <a:ea typeface="Arial"/>
                <a:cs typeface="Arial"/>
              </a:defRPr>
            </a:lvl5pPr>
            <a:lvl6pPr algn="l">
              <a:defRPr sz="1800" b="0">
                <a:solidFill>
                  <a:srgbClr val="20262C"/>
                </a:solidFill>
                <a:latin typeface="Arial"/>
                <a:ea typeface="Arial"/>
                <a:cs typeface="Arial"/>
              </a:defRPr>
            </a:lvl6pPr>
            <a:lvl7pPr algn="l">
              <a:defRPr sz="1800" b="0">
                <a:solidFill>
                  <a:srgbClr val="20262C"/>
                </a:solidFill>
                <a:latin typeface="Arial"/>
                <a:ea typeface="Arial"/>
                <a:cs typeface="Arial"/>
              </a:defRPr>
            </a:lvl7pPr>
            <a:lvl8pPr algn="l">
              <a:defRPr sz="1800" b="0">
                <a:solidFill>
                  <a:srgbClr val="20262C"/>
                </a:solidFill>
                <a:latin typeface="Arial"/>
                <a:ea typeface="Arial"/>
                <a:cs typeface="Arial"/>
              </a:defRPr>
            </a:lvl8pPr>
            <a:lvl9pPr algn="l">
              <a:defRPr sz="1800" b="0">
                <a:solidFill>
                  <a:srgbClr val="20262C"/>
                </a:solidFill>
                <a:latin typeface="Arial"/>
                <a:ea typeface="Arial"/>
                <a:cs typeface="Arial"/>
              </a:defRPr>
            </a:lvl9pPr>
          </a:lstStyle>
          <a:p xmlns:a="http://schemas.openxmlformats.org/drawingml/2006/main">
            <a:pPr algn="l">
              <a:defRPr sz="1800" b="0">
                <a:solidFill>
                  <a:srgbClr val="20262C"/>
                </a:solidFill>
                <a:latin typeface="Arial"/>
                <a:ea typeface="Arial"/>
                <a:cs typeface="Arial"/>
              </a:defRPr>
            </a:pPr>
            <a:r>
              <a:rPr sz="1800" b="0">
                <a:solidFill>
                  <a:srgbClr val="20262C"/>
                </a:solidFill>
                <a:latin typeface="Arial"/>
                <a:ea typeface="Arial"/>
                <a:cs typeface="Arial"/>
              </a:rPr>
              <a:t>Find bonds and holdings</a:t>
            </a:r>
          </a:p>
          <a:p xmlns:a="http://schemas.openxmlformats.org/drawingml/2006/main">
            <a:pPr algn="l">
              <a:defRPr sz="1800" b="0">
                <a:solidFill>
                  <a:srgbClr val="20262C"/>
                </a:solidFill>
                <a:latin typeface="Arial"/>
                <a:ea typeface="Arial"/>
                <a:cs typeface="Arial"/>
              </a:defRPr>
            </a:pPr>
            <a:r>
              <a:rPr sz="1800" b="0">
                <a:solidFill>
                  <a:srgbClr val="20262C"/>
                </a:solidFill>
                <a:latin typeface="Arial"/>
                <a:ea typeface="Arial"/>
                <a:cs typeface="Arial"/>
              </a:rPr>
              <a:t>Record the data timestamp</a:t>
            </a:r>
          </a:p>
        </p:txBody>
      </p:sp>
      <p:sp>
        <p:nvSpPr>
          <p:cNvPr id="32" name="!!trade.inquire">
            <a:extLst xmlns:a="http://schemas.openxmlformats.org/drawingml/2006/main">
              <a:ext uri="{FF2B5EF4-FFF2-40B4-BE49-F238E27FC236}">
                <a16:creationId xmlns:a16="http://schemas.microsoft.com/office/drawing/2014/main" id="{7943DF55-D88D-453E-A6FB-6D1E37925D27}"/>
              </a:ext>
            </a:extLst>
          </p:cNvPr>
          <p:cNvSpPr>
            <a:spLocks xmlns:a="http://schemas.openxmlformats.org/drawingml/2006/main" noGrp="1"/>
          </p:cNvSpPr>
          <p:nvPr/>
        </p:nvSpPr>
        <p:spPr>
          <a:xfrm xmlns:a="http://schemas.openxmlformats.org/drawingml/2006/main">
            <a:off x="9467850" y="2952750"/>
            <a:ext cx="2419350" cy="1952625"/>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33" name="!!trade.inquire.role">
            <a:extLst xmlns:a="http://schemas.openxmlformats.org/drawingml/2006/main">
              <a:ext uri="{FF2B5EF4-FFF2-40B4-BE49-F238E27FC236}">
                <a16:creationId xmlns:a16="http://schemas.microsoft.com/office/drawing/2014/main" id="{109B9637-DE04-43C9-808D-E8811D0CC9DF}"/>
              </a:ext>
            </a:extLst>
          </p:cNvPr>
          <p:cNvSpPr>
            <a:spLocks xmlns:a="http://schemas.openxmlformats.org/drawingml/2006/main" noGrp="1"/>
          </p:cNvSpPr>
          <p:nvPr/>
        </p:nvSpPr>
        <p:spPr>
          <a:xfrm xmlns:a="http://schemas.openxmlformats.org/drawingml/2006/main">
            <a:off x="9658350" y="3095625"/>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62C"/>
                </a:solidFill>
                <a:latin typeface="Arial"/>
                <a:ea typeface="Arial"/>
                <a:cs typeface="Arial"/>
              </a:defRPr>
            </a:defPPr>
            <a:lvl1pPr algn="l">
              <a:defRPr sz="1800" b="1">
                <a:solidFill>
                  <a:srgbClr val="20262C"/>
                </a:solidFill>
                <a:latin typeface="Arial"/>
                <a:ea typeface="Arial"/>
                <a:cs typeface="Arial"/>
              </a:defRPr>
            </a:lvl1pPr>
            <a:lvl2pPr algn="l">
              <a:defRPr sz="1800" b="1">
                <a:solidFill>
                  <a:srgbClr val="20262C"/>
                </a:solidFill>
                <a:latin typeface="Arial"/>
                <a:ea typeface="Arial"/>
                <a:cs typeface="Arial"/>
              </a:defRPr>
            </a:lvl2pPr>
            <a:lvl3pPr algn="l">
              <a:defRPr sz="1800" b="1">
                <a:solidFill>
                  <a:srgbClr val="20262C"/>
                </a:solidFill>
                <a:latin typeface="Arial"/>
                <a:ea typeface="Arial"/>
                <a:cs typeface="Arial"/>
              </a:defRPr>
            </a:lvl3pPr>
            <a:lvl4pPr algn="l">
              <a:defRPr sz="1800" b="1">
                <a:solidFill>
                  <a:srgbClr val="20262C"/>
                </a:solidFill>
                <a:latin typeface="Arial"/>
                <a:ea typeface="Arial"/>
                <a:cs typeface="Arial"/>
              </a:defRPr>
            </a:lvl4pPr>
            <a:lvl5pPr algn="l">
              <a:defRPr sz="1800" b="1">
                <a:solidFill>
                  <a:srgbClr val="20262C"/>
                </a:solidFill>
                <a:latin typeface="Arial"/>
                <a:ea typeface="Arial"/>
                <a:cs typeface="Arial"/>
              </a:defRPr>
            </a:lvl5pPr>
            <a:lvl6pPr algn="l">
              <a:defRPr sz="1800" b="1">
                <a:solidFill>
                  <a:srgbClr val="20262C"/>
                </a:solidFill>
                <a:latin typeface="Arial"/>
                <a:ea typeface="Arial"/>
                <a:cs typeface="Arial"/>
              </a:defRPr>
            </a:lvl6pPr>
            <a:lvl7pPr algn="l">
              <a:defRPr sz="1800" b="1">
                <a:solidFill>
                  <a:srgbClr val="20262C"/>
                </a:solidFill>
                <a:latin typeface="Arial"/>
                <a:ea typeface="Arial"/>
                <a:cs typeface="Arial"/>
              </a:defRPr>
            </a:lvl7pPr>
            <a:lvl8pPr algn="l">
              <a:defRPr sz="1800" b="1">
                <a:solidFill>
                  <a:srgbClr val="20262C"/>
                </a:solidFill>
                <a:latin typeface="Arial"/>
                <a:ea typeface="Arial"/>
                <a:cs typeface="Arial"/>
              </a:defRPr>
            </a:lvl8pPr>
            <a:lvl9pPr algn="l">
              <a:defRPr sz="1800" b="1">
                <a:solidFill>
                  <a:srgbClr val="20262C"/>
                </a:solidFill>
                <a:latin typeface="Arial"/>
                <a:ea typeface="Arial"/>
                <a:cs typeface="Arial"/>
              </a:defRPr>
            </a:lvl9pPr>
          </a:lstStyle>
          <a:p xmlns:a="http://schemas.openxmlformats.org/drawingml/2006/main">
            <a:pPr algn="l">
              <a:defRPr sz="1800" b="1">
                <a:solidFill>
                  <a:srgbClr val="20262C"/>
                </a:solidFill>
                <a:latin typeface="Arial"/>
                <a:ea typeface="Arial"/>
                <a:cs typeface="Arial"/>
              </a:defRPr>
            </a:pPr>
            <a:r>
              <a:rPr sz="1800" b="1">
                <a:solidFill>
                  <a:srgbClr val="20262C"/>
                </a:solidFill>
                <a:latin typeface="Arial"/>
                <a:ea typeface="Arial"/>
                <a:cs typeface="Arial"/>
              </a:rPr>
              <a:t>3  Trader: quotes</a:t>
            </a:r>
          </a:p>
        </p:txBody>
      </p:sp>
      <p:sp>
        <p:nvSpPr>
          <p:cNvPr id="34" name="!!trade.inquire.body">
            <a:extLst xmlns:a="http://schemas.openxmlformats.org/drawingml/2006/main">
              <a:ext uri="{FF2B5EF4-FFF2-40B4-BE49-F238E27FC236}">
                <a16:creationId xmlns:a16="http://schemas.microsoft.com/office/drawing/2014/main" id="{683C8C60-7DEE-446A-9752-926134188184}"/>
              </a:ext>
            </a:extLst>
          </p:cNvPr>
          <p:cNvSpPr>
            <a:spLocks xmlns:a="http://schemas.openxmlformats.org/drawingml/2006/main" noGrp="1"/>
          </p:cNvSpPr>
          <p:nvPr/>
        </p:nvSpPr>
        <p:spPr>
          <a:xfrm xmlns:a="http://schemas.openxmlformats.org/drawingml/2006/main">
            <a:off x="9658350" y="3533775"/>
            <a:ext cx="2038350" cy="1304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20262C"/>
                </a:solidFill>
                <a:latin typeface="Arial"/>
                <a:ea typeface="Arial"/>
                <a:cs typeface="Arial"/>
              </a:defRPr>
            </a:defPPr>
            <a:lvl1pPr algn="l">
              <a:defRPr sz="1725" b="0">
                <a:solidFill>
                  <a:srgbClr val="20262C"/>
                </a:solidFill>
                <a:latin typeface="Arial"/>
                <a:ea typeface="Arial"/>
                <a:cs typeface="Arial"/>
              </a:defRPr>
            </a:lvl1pPr>
            <a:lvl2pPr algn="l">
              <a:defRPr sz="1725" b="0">
                <a:solidFill>
                  <a:srgbClr val="20262C"/>
                </a:solidFill>
                <a:latin typeface="Arial"/>
                <a:ea typeface="Arial"/>
                <a:cs typeface="Arial"/>
              </a:defRPr>
            </a:lvl2pPr>
            <a:lvl3pPr algn="l">
              <a:defRPr sz="1725" b="0">
                <a:solidFill>
                  <a:srgbClr val="20262C"/>
                </a:solidFill>
                <a:latin typeface="Arial"/>
                <a:ea typeface="Arial"/>
                <a:cs typeface="Arial"/>
              </a:defRPr>
            </a:lvl3pPr>
            <a:lvl4pPr algn="l">
              <a:defRPr sz="1725" b="0">
                <a:solidFill>
                  <a:srgbClr val="20262C"/>
                </a:solidFill>
                <a:latin typeface="Arial"/>
                <a:ea typeface="Arial"/>
                <a:cs typeface="Arial"/>
              </a:defRPr>
            </a:lvl4pPr>
            <a:lvl5pPr algn="l">
              <a:defRPr sz="1725" b="0">
                <a:solidFill>
                  <a:srgbClr val="20262C"/>
                </a:solidFill>
                <a:latin typeface="Arial"/>
                <a:ea typeface="Arial"/>
                <a:cs typeface="Arial"/>
              </a:defRPr>
            </a:lvl5pPr>
            <a:lvl6pPr algn="l">
              <a:defRPr sz="1725" b="0">
                <a:solidFill>
                  <a:srgbClr val="20262C"/>
                </a:solidFill>
                <a:latin typeface="Arial"/>
                <a:ea typeface="Arial"/>
                <a:cs typeface="Arial"/>
              </a:defRPr>
            </a:lvl6pPr>
            <a:lvl7pPr algn="l">
              <a:defRPr sz="1725" b="0">
                <a:solidFill>
                  <a:srgbClr val="20262C"/>
                </a:solidFill>
                <a:latin typeface="Arial"/>
                <a:ea typeface="Arial"/>
                <a:cs typeface="Arial"/>
              </a:defRPr>
            </a:lvl7pPr>
            <a:lvl8pPr algn="l">
              <a:defRPr sz="1725" b="0">
                <a:solidFill>
                  <a:srgbClr val="20262C"/>
                </a:solidFill>
                <a:latin typeface="Arial"/>
                <a:ea typeface="Arial"/>
                <a:cs typeface="Arial"/>
              </a:defRPr>
            </a:lvl8pPr>
            <a:lvl9pPr algn="l">
              <a:defRPr sz="1725" b="0">
                <a:solidFill>
                  <a:srgbClr val="20262C"/>
                </a:solidFill>
                <a:latin typeface="Arial"/>
                <a:ea typeface="Arial"/>
                <a:cs typeface="Arial"/>
              </a:defRPr>
            </a:lvl9pPr>
          </a:lstStyle>
          <a:p xmlns:a="http://schemas.openxmlformats.org/drawingml/2006/main">
            <a:pPr algn="l">
              <a:defRPr sz="1725" b="0">
                <a:solidFill>
                  <a:srgbClr val="20262C"/>
                </a:solidFill>
                <a:latin typeface="Arial"/>
                <a:ea typeface="Arial"/>
                <a:cs typeface="Arial"/>
              </a:defRPr>
            </a:pPr>
            <a:r>
              <a:rPr sz="1725" b="0">
                <a:solidFill>
                  <a:srgbClr val="20262C"/>
                </a:solidFill>
                <a:latin typeface="Arial"/>
                <a:ea typeface="Arial"/>
                <a:cs typeface="Arial"/>
              </a:rPr>
              <a:t>Name the bonds</a:t>
            </a:r>
          </a:p>
          <a:p xmlns:a="http://schemas.openxmlformats.org/drawingml/2006/main">
            <a:pPr algn="l">
              <a:defRPr sz="1725" b="0">
                <a:solidFill>
                  <a:srgbClr val="20262C"/>
                </a:solidFill>
                <a:latin typeface="Arial"/>
                <a:ea typeface="Arial"/>
                <a:cs typeface="Arial"/>
              </a:defRPr>
            </a:pPr>
            <a:r>
              <a:rPr sz="1725" b="0">
                <a:solidFill>
                  <a:srgbClr val="20262C"/>
                </a:solidFill>
                <a:latin typeface="Arial"/>
                <a:ea typeface="Arial"/>
                <a:cs typeface="Arial"/>
              </a:rPr>
              <a:t>State buying interest</a:t>
            </a:r>
          </a:p>
          <a:p xmlns:a="http://schemas.openxmlformats.org/drawingml/2006/main">
            <a:pPr algn="l">
              <a:defRPr sz="1725" b="0">
                <a:solidFill>
                  <a:srgbClr val="20262C"/>
                </a:solidFill>
                <a:latin typeface="Arial"/>
                <a:ea typeface="Arial"/>
                <a:cs typeface="Arial"/>
              </a:defRPr>
            </a:pPr>
            <a:r>
              <a:rPr sz="1725" b="0">
                <a:solidFill>
                  <a:srgbClr val="20262C"/>
                </a:solidFill>
                <a:latin typeface="Arial"/>
                <a:ea typeface="Arial"/>
                <a:cs typeface="Arial"/>
              </a:rPr>
              <a:t>Ask for price and size</a:t>
            </a:r>
          </a:p>
          <a:p xmlns:a="http://schemas.openxmlformats.org/drawingml/2006/main">
            <a:pPr algn="l">
              <a:defRPr sz="1725" b="0">
                <a:solidFill>
                  <a:srgbClr val="20262C"/>
                </a:solidFill>
                <a:latin typeface="Arial"/>
                <a:ea typeface="Arial"/>
                <a:cs typeface="Arial"/>
              </a:defRPr>
            </a:pPr>
            <a:r>
              <a:rPr sz="1725" b="0">
                <a:solidFill>
                  <a:srgbClr val="20262C"/>
                </a:solidFill>
                <a:latin typeface="Arial"/>
                <a:ea typeface="Arial"/>
                <a:cs typeface="Arial"/>
              </a:rPr>
              <a:t>Receive quotes</a:t>
            </a:r>
          </a:p>
        </p:txBody>
      </p:sp>
      <p:sp>
        <p:nvSpPr>
          <p:cNvPr id="35" name="!!trade.compare">
            <a:extLst xmlns:a="http://schemas.openxmlformats.org/drawingml/2006/main">
              <a:ext uri="{FF2B5EF4-FFF2-40B4-BE49-F238E27FC236}">
                <a16:creationId xmlns:a16="http://schemas.microsoft.com/office/drawing/2014/main" id="{F58E86D2-5ADA-4E1B-8D56-147BEF91014A}"/>
              </a:ext>
            </a:extLst>
          </p:cNvPr>
          <p:cNvSpPr>
            <a:spLocks xmlns:a="http://schemas.openxmlformats.org/drawingml/2006/main" noGrp="1"/>
          </p:cNvSpPr>
          <p:nvPr/>
        </p:nvSpPr>
        <p:spPr>
          <a:xfrm xmlns:a="http://schemas.openxmlformats.org/drawingml/2006/main">
            <a:off x="12172950" y="2952750"/>
            <a:ext cx="2419350" cy="1952625"/>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36" name="!!trade.compare.role">
            <a:extLst xmlns:a="http://schemas.openxmlformats.org/drawingml/2006/main">
              <a:ext uri="{FF2B5EF4-FFF2-40B4-BE49-F238E27FC236}">
                <a16:creationId xmlns:a16="http://schemas.microsoft.com/office/drawing/2014/main" id="{51979C2A-8E78-414F-A141-7D8583209AD1}"/>
              </a:ext>
            </a:extLst>
          </p:cNvPr>
          <p:cNvSpPr>
            <a:spLocks xmlns:a="http://schemas.openxmlformats.org/drawingml/2006/main" noGrp="1"/>
          </p:cNvSpPr>
          <p:nvPr/>
        </p:nvSpPr>
        <p:spPr>
          <a:xfrm xmlns:a="http://schemas.openxmlformats.org/drawingml/2006/main">
            <a:off x="12363450" y="3095625"/>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20262C"/>
                </a:solidFill>
                <a:latin typeface="Arial"/>
                <a:ea typeface="Arial"/>
                <a:cs typeface="Arial"/>
              </a:defRPr>
            </a:defPPr>
            <a:lvl1pPr algn="l">
              <a:defRPr sz="1650" b="1">
                <a:solidFill>
                  <a:srgbClr val="20262C"/>
                </a:solidFill>
                <a:latin typeface="Arial"/>
                <a:ea typeface="Arial"/>
                <a:cs typeface="Arial"/>
              </a:defRPr>
            </a:lvl1pPr>
            <a:lvl2pPr algn="l">
              <a:defRPr sz="1650" b="1">
                <a:solidFill>
                  <a:srgbClr val="20262C"/>
                </a:solidFill>
                <a:latin typeface="Arial"/>
                <a:ea typeface="Arial"/>
                <a:cs typeface="Arial"/>
              </a:defRPr>
            </a:lvl2pPr>
            <a:lvl3pPr algn="l">
              <a:defRPr sz="1650" b="1">
                <a:solidFill>
                  <a:srgbClr val="20262C"/>
                </a:solidFill>
                <a:latin typeface="Arial"/>
                <a:ea typeface="Arial"/>
                <a:cs typeface="Arial"/>
              </a:defRPr>
            </a:lvl3pPr>
            <a:lvl4pPr algn="l">
              <a:defRPr sz="1650" b="1">
                <a:solidFill>
                  <a:srgbClr val="20262C"/>
                </a:solidFill>
                <a:latin typeface="Arial"/>
                <a:ea typeface="Arial"/>
                <a:cs typeface="Arial"/>
              </a:defRPr>
            </a:lvl4pPr>
            <a:lvl5pPr algn="l">
              <a:defRPr sz="1650" b="1">
                <a:solidFill>
                  <a:srgbClr val="20262C"/>
                </a:solidFill>
                <a:latin typeface="Arial"/>
                <a:ea typeface="Arial"/>
                <a:cs typeface="Arial"/>
              </a:defRPr>
            </a:lvl5pPr>
            <a:lvl6pPr algn="l">
              <a:defRPr sz="1650" b="1">
                <a:solidFill>
                  <a:srgbClr val="20262C"/>
                </a:solidFill>
                <a:latin typeface="Arial"/>
                <a:ea typeface="Arial"/>
                <a:cs typeface="Arial"/>
              </a:defRPr>
            </a:lvl6pPr>
            <a:lvl7pPr algn="l">
              <a:defRPr sz="1650" b="1">
                <a:solidFill>
                  <a:srgbClr val="20262C"/>
                </a:solidFill>
                <a:latin typeface="Arial"/>
                <a:ea typeface="Arial"/>
                <a:cs typeface="Arial"/>
              </a:defRPr>
            </a:lvl7pPr>
            <a:lvl8pPr algn="l">
              <a:defRPr sz="1650" b="1">
                <a:solidFill>
                  <a:srgbClr val="20262C"/>
                </a:solidFill>
                <a:latin typeface="Arial"/>
                <a:ea typeface="Arial"/>
                <a:cs typeface="Arial"/>
              </a:defRPr>
            </a:lvl8pPr>
            <a:lvl9pPr algn="l">
              <a:defRPr sz="1650" b="1">
                <a:solidFill>
                  <a:srgbClr val="20262C"/>
                </a:solidFill>
                <a:latin typeface="Arial"/>
                <a:ea typeface="Arial"/>
                <a:cs typeface="Arial"/>
              </a:defRPr>
            </a:lvl9pPr>
          </a:lstStyle>
          <a:p xmlns:a="http://schemas.openxmlformats.org/drawingml/2006/main">
            <a:pPr algn="l">
              <a:defRPr sz="1650" b="1">
                <a:solidFill>
                  <a:srgbClr val="20262C"/>
                </a:solidFill>
                <a:latin typeface="Arial"/>
                <a:ea typeface="Arial"/>
                <a:cs typeface="Arial"/>
              </a:defRPr>
            </a:pPr>
            <a:r>
              <a:rPr sz="1650" b="1">
                <a:solidFill>
                  <a:srgbClr val="20262C"/>
                </a:solidFill>
                <a:latin typeface="Arial"/>
                <a:ea typeface="Arial"/>
                <a:cs typeface="Arial"/>
              </a:rPr>
              <a:t>4  Trader summary</a:t>
            </a:r>
          </a:p>
        </p:txBody>
      </p:sp>
      <p:sp>
        <p:nvSpPr>
          <p:cNvPr id="37" name="!!trade.compare.body">
            <a:extLst xmlns:a="http://schemas.openxmlformats.org/drawingml/2006/main">
              <a:ext uri="{FF2B5EF4-FFF2-40B4-BE49-F238E27FC236}">
                <a16:creationId xmlns:a16="http://schemas.microsoft.com/office/drawing/2014/main" id="{FF0D6D4C-D2F8-41DD-AB56-F50AC826E710}"/>
              </a:ext>
            </a:extLst>
          </p:cNvPr>
          <p:cNvSpPr>
            <a:spLocks xmlns:a="http://schemas.openxmlformats.org/drawingml/2006/main" noGrp="1"/>
          </p:cNvSpPr>
          <p:nvPr/>
        </p:nvSpPr>
        <p:spPr>
          <a:xfrm xmlns:a="http://schemas.openxmlformats.org/drawingml/2006/main">
            <a:off x="12363450" y="3533775"/>
            <a:ext cx="2038350" cy="1304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62" b="0">
                <a:solidFill>
                  <a:srgbClr val="20262C"/>
                </a:solidFill>
                <a:latin typeface="Arial"/>
                <a:ea typeface="Arial"/>
                <a:cs typeface="Arial"/>
              </a:defRPr>
            </a:defPPr>
            <a:lvl1pPr algn="l">
              <a:defRPr sz="1762" b="0">
                <a:solidFill>
                  <a:srgbClr val="20262C"/>
                </a:solidFill>
                <a:latin typeface="Arial"/>
                <a:ea typeface="Arial"/>
                <a:cs typeface="Arial"/>
              </a:defRPr>
            </a:lvl1pPr>
            <a:lvl2pPr algn="l">
              <a:defRPr sz="1762" b="0">
                <a:solidFill>
                  <a:srgbClr val="20262C"/>
                </a:solidFill>
                <a:latin typeface="Arial"/>
                <a:ea typeface="Arial"/>
                <a:cs typeface="Arial"/>
              </a:defRPr>
            </a:lvl2pPr>
            <a:lvl3pPr algn="l">
              <a:defRPr sz="1762" b="0">
                <a:solidFill>
                  <a:srgbClr val="20262C"/>
                </a:solidFill>
                <a:latin typeface="Arial"/>
                <a:ea typeface="Arial"/>
                <a:cs typeface="Arial"/>
              </a:defRPr>
            </a:lvl3pPr>
            <a:lvl4pPr algn="l">
              <a:defRPr sz="1762" b="0">
                <a:solidFill>
                  <a:srgbClr val="20262C"/>
                </a:solidFill>
                <a:latin typeface="Arial"/>
                <a:ea typeface="Arial"/>
                <a:cs typeface="Arial"/>
              </a:defRPr>
            </a:lvl4pPr>
            <a:lvl5pPr algn="l">
              <a:defRPr sz="1762" b="0">
                <a:solidFill>
                  <a:srgbClr val="20262C"/>
                </a:solidFill>
                <a:latin typeface="Arial"/>
                <a:ea typeface="Arial"/>
                <a:cs typeface="Arial"/>
              </a:defRPr>
            </a:lvl5pPr>
            <a:lvl6pPr algn="l">
              <a:defRPr sz="1762" b="0">
                <a:solidFill>
                  <a:srgbClr val="20262C"/>
                </a:solidFill>
                <a:latin typeface="Arial"/>
                <a:ea typeface="Arial"/>
                <a:cs typeface="Arial"/>
              </a:defRPr>
            </a:lvl6pPr>
            <a:lvl7pPr algn="l">
              <a:defRPr sz="1762" b="0">
                <a:solidFill>
                  <a:srgbClr val="20262C"/>
                </a:solidFill>
                <a:latin typeface="Arial"/>
                <a:ea typeface="Arial"/>
                <a:cs typeface="Arial"/>
              </a:defRPr>
            </a:lvl7pPr>
            <a:lvl8pPr algn="l">
              <a:defRPr sz="1762" b="0">
                <a:solidFill>
                  <a:srgbClr val="20262C"/>
                </a:solidFill>
                <a:latin typeface="Arial"/>
                <a:ea typeface="Arial"/>
                <a:cs typeface="Arial"/>
              </a:defRPr>
            </a:lvl8pPr>
            <a:lvl9pPr algn="l">
              <a:defRPr sz="1762" b="0">
                <a:solidFill>
                  <a:srgbClr val="20262C"/>
                </a:solidFill>
                <a:latin typeface="Arial"/>
                <a:ea typeface="Arial"/>
                <a:cs typeface="Arial"/>
              </a:defRPr>
            </a:lvl9pPr>
          </a:lstStyle>
          <a:p xmlns:a="http://schemas.openxmlformats.org/drawingml/2006/main">
            <a:pPr algn="l">
              <a:defRPr sz="1762" b="0">
                <a:solidFill>
                  <a:srgbClr val="20262C"/>
                </a:solidFill>
                <a:latin typeface="Arial"/>
                <a:ea typeface="Arial"/>
                <a:cs typeface="Arial"/>
              </a:defRPr>
            </a:pPr>
            <a:r>
              <a:rPr sz="1762" b="0">
                <a:solidFill>
                  <a:srgbClr val="20262C"/>
                </a:solidFill>
                <a:latin typeface="Arial"/>
                <a:ea typeface="Arial"/>
                <a:cs typeface="Arial"/>
              </a:rPr>
              <a:t>Summarize bonds and quotes</a:t>
            </a:r>
          </a:p>
          <a:p xmlns:a="http://schemas.openxmlformats.org/drawingml/2006/main">
            <a:pPr algn="l">
              <a:defRPr sz="1762" b="0">
                <a:solidFill>
                  <a:srgbClr val="20262C"/>
                </a:solidFill>
                <a:latin typeface="Arial"/>
                <a:ea typeface="Arial"/>
                <a:cs typeface="Arial"/>
              </a:defRPr>
            </a:pPr>
            <a:r>
              <a:rPr sz="1762" b="0">
                <a:solidFill>
                  <a:srgbClr val="20262C"/>
                </a:solidFill>
                <a:latin typeface="Arial"/>
                <a:ea typeface="Arial"/>
                <a:cs typeface="Arial"/>
              </a:rPr>
              <a:t>Discuss next steps</a:t>
            </a:r>
          </a:p>
          <a:p xmlns:a="http://schemas.openxmlformats.org/drawingml/2006/main">
            <a:pPr algn="l">
              <a:defRPr sz="1762" b="0">
                <a:solidFill>
                  <a:srgbClr val="20262C"/>
                </a:solidFill>
                <a:latin typeface="Arial"/>
                <a:ea typeface="Arial"/>
                <a:cs typeface="Arial"/>
              </a:defRPr>
            </a:pPr>
            <a:r>
              <a:rPr sz="1762" b="0">
                <a:solidFill>
                  <a:srgbClr val="20262C"/>
                </a:solidFill>
                <a:latin typeface="Arial"/>
                <a:ea typeface="Arial"/>
                <a:cs typeface="Arial"/>
              </a:rPr>
              <a:t>with the portfolio manager</a:t>
            </a:r>
          </a:p>
        </p:txBody>
      </p:sp>
      <p:sp>
        <p:nvSpPr>
          <p:cNvPr id="38" name="!!trade.sequence0.line">
            <a:extLst xmlns:a="http://schemas.openxmlformats.org/drawingml/2006/main">
              <a:ext uri="{FF2B5EF4-FFF2-40B4-BE49-F238E27FC236}">
                <a16:creationId xmlns:a16="http://schemas.microsoft.com/office/drawing/2014/main" id="{F531A159-71BC-4250-9C1D-EE76D141950D}"/>
              </a:ext>
            </a:extLst>
          </p:cNvPr>
          <p:cNvSpPr>
            <a:spLocks xmlns:a="http://schemas.openxmlformats.org/drawingml/2006/main" noGrp="1"/>
          </p:cNvSpPr>
          <p:nvPr/>
        </p:nvSpPr>
        <p:spPr>
          <a:xfrm xmlns:a="http://schemas.openxmlformats.org/drawingml/2006/main" flipH="0" flipV="0">
            <a:off x="6524625" y="3886200"/>
            <a:ext cx="152400" cy="953"/>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39" name="!!trade.sequence0.tip">
            <a:extLst xmlns:a="http://schemas.openxmlformats.org/drawingml/2006/main">
              <a:ext uri="{FF2B5EF4-FFF2-40B4-BE49-F238E27FC236}">
                <a16:creationId xmlns:a16="http://schemas.microsoft.com/office/drawing/2014/main" id="{7CB796BE-E83D-459D-86A2-091F3E66730B}"/>
              </a:ext>
            </a:extLst>
          </p:cNvPr>
          <p:cNvSpPr>
            <a:spLocks xmlns:a="http://schemas.openxmlformats.org/drawingml/2006/main" noGrp="1"/>
          </p:cNvSpPr>
          <p:nvPr/>
        </p:nvSpPr>
        <p:spPr>
          <a:xfrm xmlns:a="http://schemas.openxmlformats.org/drawingml/2006/main" rot="5400000">
            <a:off x="6619875" y="3829050"/>
            <a:ext cx="114300" cy="11430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40" name="!!trade.sequence0.label">
            <a:extLst xmlns:a="http://schemas.openxmlformats.org/drawingml/2006/main">
              <a:ext uri="{FF2B5EF4-FFF2-40B4-BE49-F238E27FC236}">
                <a16:creationId xmlns:a16="http://schemas.microsoft.com/office/drawing/2014/main" id="{7DC974EA-D6D4-49F2-837B-D26D85409640}"/>
              </a:ext>
            </a:extLst>
          </p:cNvPr>
          <p:cNvSpPr>
            <a:spLocks xmlns:a="http://schemas.openxmlformats.org/drawingml/2006/main" noGrp="1"/>
          </p:cNvSpPr>
          <p:nvPr/>
        </p:nvSpPr>
        <p:spPr>
          <a:xfrm xmlns:a="http://schemas.openxmlformats.org/drawingml/2006/main">
            <a:off x="6143625" y="2562225"/>
            <a:ext cx="952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75" b="0">
                <a:solidFill>
                  <a:srgbClr val="707C88"/>
                </a:solidFill>
                <a:latin typeface="Arial"/>
                <a:ea typeface="Arial"/>
                <a:cs typeface="Arial"/>
              </a:defRPr>
            </a:defPPr>
            <a:lvl1pPr algn="ctr">
              <a:defRPr sz="1575" b="0">
                <a:solidFill>
                  <a:srgbClr val="707C88"/>
                </a:solidFill>
                <a:latin typeface="Arial"/>
                <a:ea typeface="Arial"/>
                <a:cs typeface="Arial"/>
              </a:defRPr>
            </a:lvl1pPr>
            <a:lvl2pPr algn="ctr">
              <a:defRPr sz="1575" b="0">
                <a:solidFill>
                  <a:srgbClr val="707C88"/>
                </a:solidFill>
                <a:latin typeface="Arial"/>
                <a:ea typeface="Arial"/>
                <a:cs typeface="Arial"/>
              </a:defRPr>
            </a:lvl2pPr>
            <a:lvl3pPr algn="ctr">
              <a:defRPr sz="1575" b="0">
                <a:solidFill>
                  <a:srgbClr val="707C88"/>
                </a:solidFill>
                <a:latin typeface="Arial"/>
                <a:ea typeface="Arial"/>
                <a:cs typeface="Arial"/>
              </a:defRPr>
            </a:lvl3pPr>
            <a:lvl4pPr algn="ctr">
              <a:defRPr sz="1575" b="0">
                <a:solidFill>
                  <a:srgbClr val="707C88"/>
                </a:solidFill>
                <a:latin typeface="Arial"/>
                <a:ea typeface="Arial"/>
                <a:cs typeface="Arial"/>
              </a:defRPr>
            </a:lvl4pPr>
            <a:lvl5pPr algn="ctr">
              <a:defRPr sz="1575" b="0">
                <a:solidFill>
                  <a:srgbClr val="707C88"/>
                </a:solidFill>
                <a:latin typeface="Arial"/>
                <a:ea typeface="Arial"/>
                <a:cs typeface="Arial"/>
              </a:defRPr>
            </a:lvl5pPr>
            <a:lvl6pPr algn="ctr">
              <a:defRPr sz="1575" b="0">
                <a:solidFill>
                  <a:srgbClr val="707C88"/>
                </a:solidFill>
                <a:latin typeface="Arial"/>
                <a:ea typeface="Arial"/>
                <a:cs typeface="Arial"/>
              </a:defRPr>
            </a:lvl6pPr>
            <a:lvl7pPr algn="ctr">
              <a:defRPr sz="1575" b="0">
                <a:solidFill>
                  <a:srgbClr val="707C88"/>
                </a:solidFill>
                <a:latin typeface="Arial"/>
                <a:ea typeface="Arial"/>
                <a:cs typeface="Arial"/>
              </a:defRPr>
            </a:lvl7pPr>
            <a:lvl8pPr algn="ctr">
              <a:defRPr sz="1575" b="0">
                <a:solidFill>
                  <a:srgbClr val="707C88"/>
                </a:solidFill>
                <a:latin typeface="Arial"/>
                <a:ea typeface="Arial"/>
                <a:cs typeface="Arial"/>
              </a:defRPr>
            </a:lvl8pPr>
            <a:lvl9pPr algn="ctr">
              <a:defRPr sz="1575" b="0">
                <a:solidFill>
                  <a:srgbClr val="707C88"/>
                </a:solidFill>
                <a:latin typeface="Arial"/>
                <a:ea typeface="Arial"/>
                <a:cs typeface="Arial"/>
              </a:defRPr>
            </a:lvl9pPr>
          </a:lstStyle>
          <a:p xmlns:a="http://schemas.openxmlformats.org/drawingml/2006/main">
            <a:pPr algn="ctr">
              <a:defRPr sz="1575" b="0">
                <a:solidFill>
                  <a:srgbClr val="707C88"/>
                </a:solidFill>
                <a:latin typeface="Arial"/>
                <a:ea typeface="Arial"/>
                <a:cs typeface="Arial"/>
              </a:defRPr>
            </a:pPr>
            <a:r>
              <a:rPr sz="1575" b="0">
                <a:solidFill>
                  <a:srgbClr val="707C88"/>
                </a:solidFill>
                <a:latin typeface="Arial"/>
                <a:ea typeface="Arial"/>
                <a:cs typeface="Arial"/>
              </a:rPr>
              <a:t>Request</a:t>
            </a:r>
          </a:p>
        </p:txBody>
      </p:sp>
      <p:sp>
        <p:nvSpPr>
          <p:cNvPr id="41" name="!!trade.sequence1.line">
            <a:extLst xmlns:a="http://schemas.openxmlformats.org/drawingml/2006/main">
              <a:ext uri="{FF2B5EF4-FFF2-40B4-BE49-F238E27FC236}">
                <a16:creationId xmlns:a16="http://schemas.microsoft.com/office/drawing/2014/main" id="{6F5E1F5D-B9C9-4789-9AFE-7B72E7A562DE}"/>
              </a:ext>
            </a:extLst>
          </p:cNvPr>
          <p:cNvSpPr>
            <a:spLocks xmlns:a="http://schemas.openxmlformats.org/drawingml/2006/main" noGrp="1"/>
          </p:cNvSpPr>
          <p:nvPr/>
        </p:nvSpPr>
        <p:spPr>
          <a:xfrm xmlns:a="http://schemas.openxmlformats.org/drawingml/2006/main" flipH="0" flipV="0">
            <a:off x="9229725" y="3886200"/>
            <a:ext cx="152400" cy="953"/>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42" name="!!trade.sequence1.tip">
            <a:extLst xmlns:a="http://schemas.openxmlformats.org/drawingml/2006/main">
              <a:ext uri="{FF2B5EF4-FFF2-40B4-BE49-F238E27FC236}">
                <a16:creationId xmlns:a16="http://schemas.microsoft.com/office/drawing/2014/main" id="{86C0DAD4-DB46-4C38-A445-5B8E68FBF2EF}"/>
              </a:ext>
            </a:extLst>
          </p:cNvPr>
          <p:cNvSpPr>
            <a:spLocks xmlns:a="http://schemas.openxmlformats.org/drawingml/2006/main" noGrp="1"/>
          </p:cNvSpPr>
          <p:nvPr/>
        </p:nvSpPr>
        <p:spPr>
          <a:xfrm xmlns:a="http://schemas.openxmlformats.org/drawingml/2006/main" rot="5400000">
            <a:off x="9324975" y="3829050"/>
            <a:ext cx="114300" cy="11430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43" name="!!trade.sequence1.label">
            <a:extLst xmlns:a="http://schemas.openxmlformats.org/drawingml/2006/main">
              <a:ext uri="{FF2B5EF4-FFF2-40B4-BE49-F238E27FC236}">
                <a16:creationId xmlns:a16="http://schemas.microsoft.com/office/drawing/2014/main" id="{F8C8ADA0-3BBB-4E2E-9259-98CE38C5D212}"/>
              </a:ext>
            </a:extLst>
          </p:cNvPr>
          <p:cNvSpPr>
            <a:spLocks xmlns:a="http://schemas.openxmlformats.org/drawingml/2006/main" noGrp="1"/>
          </p:cNvSpPr>
          <p:nvPr/>
        </p:nvSpPr>
        <p:spPr>
          <a:xfrm xmlns:a="http://schemas.openxmlformats.org/drawingml/2006/main">
            <a:off x="8848725" y="2562225"/>
            <a:ext cx="952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75" b="0">
                <a:solidFill>
                  <a:srgbClr val="707C88"/>
                </a:solidFill>
                <a:latin typeface="Arial"/>
                <a:ea typeface="Arial"/>
                <a:cs typeface="Arial"/>
              </a:defRPr>
            </a:defPPr>
            <a:lvl1pPr algn="ctr">
              <a:defRPr sz="1575" b="0">
                <a:solidFill>
                  <a:srgbClr val="707C88"/>
                </a:solidFill>
                <a:latin typeface="Arial"/>
                <a:ea typeface="Arial"/>
                <a:cs typeface="Arial"/>
              </a:defRPr>
            </a:lvl1pPr>
            <a:lvl2pPr algn="ctr">
              <a:defRPr sz="1575" b="0">
                <a:solidFill>
                  <a:srgbClr val="707C88"/>
                </a:solidFill>
                <a:latin typeface="Arial"/>
                <a:ea typeface="Arial"/>
                <a:cs typeface="Arial"/>
              </a:defRPr>
            </a:lvl2pPr>
            <a:lvl3pPr algn="ctr">
              <a:defRPr sz="1575" b="0">
                <a:solidFill>
                  <a:srgbClr val="707C88"/>
                </a:solidFill>
                <a:latin typeface="Arial"/>
                <a:ea typeface="Arial"/>
                <a:cs typeface="Arial"/>
              </a:defRPr>
            </a:lvl3pPr>
            <a:lvl4pPr algn="ctr">
              <a:defRPr sz="1575" b="0">
                <a:solidFill>
                  <a:srgbClr val="707C88"/>
                </a:solidFill>
                <a:latin typeface="Arial"/>
                <a:ea typeface="Arial"/>
                <a:cs typeface="Arial"/>
              </a:defRPr>
            </a:lvl4pPr>
            <a:lvl5pPr algn="ctr">
              <a:defRPr sz="1575" b="0">
                <a:solidFill>
                  <a:srgbClr val="707C88"/>
                </a:solidFill>
                <a:latin typeface="Arial"/>
                <a:ea typeface="Arial"/>
                <a:cs typeface="Arial"/>
              </a:defRPr>
            </a:lvl5pPr>
            <a:lvl6pPr algn="ctr">
              <a:defRPr sz="1575" b="0">
                <a:solidFill>
                  <a:srgbClr val="707C88"/>
                </a:solidFill>
                <a:latin typeface="Arial"/>
                <a:ea typeface="Arial"/>
                <a:cs typeface="Arial"/>
              </a:defRPr>
            </a:lvl6pPr>
            <a:lvl7pPr algn="ctr">
              <a:defRPr sz="1575" b="0">
                <a:solidFill>
                  <a:srgbClr val="707C88"/>
                </a:solidFill>
                <a:latin typeface="Arial"/>
                <a:ea typeface="Arial"/>
                <a:cs typeface="Arial"/>
              </a:defRPr>
            </a:lvl7pPr>
            <a:lvl8pPr algn="ctr">
              <a:defRPr sz="1575" b="0">
                <a:solidFill>
                  <a:srgbClr val="707C88"/>
                </a:solidFill>
                <a:latin typeface="Arial"/>
                <a:ea typeface="Arial"/>
                <a:cs typeface="Arial"/>
              </a:defRPr>
            </a:lvl8pPr>
            <a:lvl9pPr algn="ctr">
              <a:defRPr sz="1575" b="0">
                <a:solidFill>
                  <a:srgbClr val="707C88"/>
                </a:solidFill>
                <a:latin typeface="Arial"/>
                <a:ea typeface="Arial"/>
                <a:cs typeface="Arial"/>
              </a:defRPr>
            </a:lvl9pPr>
          </a:lstStyle>
          <a:p xmlns:a="http://schemas.openxmlformats.org/drawingml/2006/main">
            <a:pPr algn="ctr">
              <a:defRPr sz="1575" b="0">
                <a:solidFill>
                  <a:srgbClr val="707C88"/>
                </a:solidFill>
                <a:latin typeface="Arial"/>
                <a:ea typeface="Arial"/>
                <a:cs typeface="Arial"/>
              </a:defRPr>
            </a:pPr>
            <a:r>
              <a:rPr sz="1575" b="0">
                <a:solidFill>
                  <a:srgbClr val="707C88"/>
                </a:solidFill>
                <a:latin typeface="Arial"/>
                <a:ea typeface="Arial"/>
                <a:cs typeface="Arial"/>
              </a:rPr>
              <a:t>Bonds</a:t>
            </a:r>
          </a:p>
        </p:txBody>
      </p:sp>
      <p:sp>
        <p:nvSpPr>
          <p:cNvPr id="44" name="!!trade.sequence2.line">
            <a:extLst xmlns:a="http://schemas.openxmlformats.org/drawingml/2006/main">
              <a:ext uri="{FF2B5EF4-FFF2-40B4-BE49-F238E27FC236}">
                <a16:creationId xmlns:a16="http://schemas.microsoft.com/office/drawing/2014/main" id="{2451F067-A1FD-4E92-9060-1980F7A4378B}"/>
              </a:ext>
            </a:extLst>
          </p:cNvPr>
          <p:cNvSpPr>
            <a:spLocks xmlns:a="http://schemas.openxmlformats.org/drawingml/2006/main" noGrp="1"/>
          </p:cNvSpPr>
          <p:nvPr/>
        </p:nvSpPr>
        <p:spPr>
          <a:xfrm xmlns:a="http://schemas.openxmlformats.org/drawingml/2006/main" flipH="0" flipV="0">
            <a:off x="11934825" y="3886200"/>
            <a:ext cx="152400" cy="953"/>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45" name="!!trade.sequence2.tip">
            <a:extLst xmlns:a="http://schemas.openxmlformats.org/drawingml/2006/main">
              <a:ext uri="{FF2B5EF4-FFF2-40B4-BE49-F238E27FC236}">
                <a16:creationId xmlns:a16="http://schemas.microsoft.com/office/drawing/2014/main" id="{92A9F678-17F4-4D55-B227-9E6847157104}"/>
              </a:ext>
            </a:extLst>
          </p:cNvPr>
          <p:cNvSpPr>
            <a:spLocks xmlns:a="http://schemas.openxmlformats.org/drawingml/2006/main" noGrp="1"/>
          </p:cNvSpPr>
          <p:nvPr/>
        </p:nvSpPr>
        <p:spPr>
          <a:xfrm xmlns:a="http://schemas.openxmlformats.org/drawingml/2006/main" rot="5400000">
            <a:off x="12030075" y="3829050"/>
            <a:ext cx="114300" cy="11430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46" name="!!trade.sequence2.label">
            <a:extLst xmlns:a="http://schemas.openxmlformats.org/drawingml/2006/main">
              <a:ext uri="{FF2B5EF4-FFF2-40B4-BE49-F238E27FC236}">
                <a16:creationId xmlns:a16="http://schemas.microsoft.com/office/drawing/2014/main" id="{597171DE-AE2C-4176-922E-2B8D105A34BD}"/>
              </a:ext>
            </a:extLst>
          </p:cNvPr>
          <p:cNvSpPr>
            <a:spLocks xmlns:a="http://schemas.openxmlformats.org/drawingml/2006/main" noGrp="1"/>
          </p:cNvSpPr>
          <p:nvPr/>
        </p:nvSpPr>
        <p:spPr>
          <a:xfrm xmlns:a="http://schemas.openxmlformats.org/drawingml/2006/main">
            <a:off x="11553825" y="2562225"/>
            <a:ext cx="952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75" b="0">
                <a:solidFill>
                  <a:srgbClr val="707C88"/>
                </a:solidFill>
                <a:latin typeface="Arial"/>
                <a:ea typeface="Arial"/>
                <a:cs typeface="Arial"/>
              </a:defRPr>
            </a:defPPr>
            <a:lvl1pPr algn="ctr">
              <a:defRPr sz="1575" b="0">
                <a:solidFill>
                  <a:srgbClr val="707C88"/>
                </a:solidFill>
                <a:latin typeface="Arial"/>
                <a:ea typeface="Arial"/>
                <a:cs typeface="Arial"/>
              </a:defRPr>
            </a:lvl1pPr>
            <a:lvl2pPr algn="ctr">
              <a:defRPr sz="1575" b="0">
                <a:solidFill>
                  <a:srgbClr val="707C88"/>
                </a:solidFill>
                <a:latin typeface="Arial"/>
                <a:ea typeface="Arial"/>
                <a:cs typeface="Arial"/>
              </a:defRPr>
            </a:lvl2pPr>
            <a:lvl3pPr algn="ctr">
              <a:defRPr sz="1575" b="0">
                <a:solidFill>
                  <a:srgbClr val="707C88"/>
                </a:solidFill>
                <a:latin typeface="Arial"/>
                <a:ea typeface="Arial"/>
                <a:cs typeface="Arial"/>
              </a:defRPr>
            </a:lvl3pPr>
            <a:lvl4pPr algn="ctr">
              <a:defRPr sz="1575" b="0">
                <a:solidFill>
                  <a:srgbClr val="707C88"/>
                </a:solidFill>
                <a:latin typeface="Arial"/>
                <a:ea typeface="Arial"/>
                <a:cs typeface="Arial"/>
              </a:defRPr>
            </a:lvl4pPr>
            <a:lvl5pPr algn="ctr">
              <a:defRPr sz="1575" b="0">
                <a:solidFill>
                  <a:srgbClr val="707C88"/>
                </a:solidFill>
                <a:latin typeface="Arial"/>
                <a:ea typeface="Arial"/>
                <a:cs typeface="Arial"/>
              </a:defRPr>
            </a:lvl5pPr>
            <a:lvl6pPr algn="ctr">
              <a:defRPr sz="1575" b="0">
                <a:solidFill>
                  <a:srgbClr val="707C88"/>
                </a:solidFill>
                <a:latin typeface="Arial"/>
                <a:ea typeface="Arial"/>
                <a:cs typeface="Arial"/>
              </a:defRPr>
            </a:lvl6pPr>
            <a:lvl7pPr algn="ctr">
              <a:defRPr sz="1575" b="0">
                <a:solidFill>
                  <a:srgbClr val="707C88"/>
                </a:solidFill>
                <a:latin typeface="Arial"/>
                <a:ea typeface="Arial"/>
                <a:cs typeface="Arial"/>
              </a:defRPr>
            </a:lvl7pPr>
            <a:lvl8pPr algn="ctr">
              <a:defRPr sz="1575" b="0">
                <a:solidFill>
                  <a:srgbClr val="707C88"/>
                </a:solidFill>
                <a:latin typeface="Arial"/>
                <a:ea typeface="Arial"/>
                <a:cs typeface="Arial"/>
              </a:defRPr>
            </a:lvl8pPr>
            <a:lvl9pPr algn="ctr">
              <a:defRPr sz="1575" b="0">
                <a:solidFill>
                  <a:srgbClr val="707C88"/>
                </a:solidFill>
                <a:latin typeface="Arial"/>
                <a:ea typeface="Arial"/>
                <a:cs typeface="Arial"/>
              </a:defRPr>
            </a:lvl9pPr>
          </a:lstStyle>
          <a:p xmlns:a="http://schemas.openxmlformats.org/drawingml/2006/main">
            <a:pPr algn="ctr">
              <a:defRPr sz="1575" b="0">
                <a:solidFill>
                  <a:srgbClr val="707C88"/>
                </a:solidFill>
                <a:latin typeface="Arial"/>
                <a:ea typeface="Arial"/>
                <a:cs typeface="Arial"/>
              </a:defRPr>
            </a:pPr>
            <a:r>
              <a:rPr sz="1575" b="0">
                <a:solidFill>
                  <a:srgbClr val="707C88"/>
                </a:solidFill>
                <a:latin typeface="Arial"/>
                <a:ea typeface="Arial"/>
                <a:cs typeface="Arial"/>
              </a:rPr>
              <a:t>Quotes</a:t>
            </a:r>
          </a:p>
        </p:txBody>
      </p:sp>
      <p:sp>
        <p:nvSpPr>
          <p:cNvPr id="47" name="!!trade.system">
            <a:extLst xmlns:a="http://schemas.openxmlformats.org/drawingml/2006/main">
              <a:ext uri="{FF2B5EF4-FFF2-40B4-BE49-F238E27FC236}">
                <a16:creationId xmlns:a16="http://schemas.microsoft.com/office/drawing/2014/main" id="{7F0C6380-3BCF-44AA-9419-6F571A98938D}"/>
              </a:ext>
            </a:extLst>
          </p:cNvPr>
          <p:cNvSpPr>
            <a:spLocks xmlns:a="http://schemas.openxmlformats.org/drawingml/2006/main" noGrp="1"/>
          </p:cNvSpPr>
          <p:nvPr/>
        </p:nvSpPr>
        <p:spPr>
          <a:xfrm xmlns:a="http://schemas.openxmlformats.org/drawingml/2006/main">
            <a:off x="6762750" y="5543550"/>
            <a:ext cx="2419350" cy="1076325"/>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48" name="!!trade.system.role">
            <a:extLst xmlns:a="http://schemas.openxmlformats.org/drawingml/2006/main">
              <a:ext uri="{FF2B5EF4-FFF2-40B4-BE49-F238E27FC236}">
                <a16:creationId xmlns:a16="http://schemas.microsoft.com/office/drawing/2014/main" id="{4E5F903F-C1F3-4522-A5E8-C5C9373DC356}"/>
              </a:ext>
            </a:extLst>
          </p:cNvPr>
          <p:cNvSpPr>
            <a:spLocks xmlns:a="http://schemas.openxmlformats.org/drawingml/2006/main" noGrp="1"/>
          </p:cNvSpPr>
          <p:nvPr/>
        </p:nvSpPr>
        <p:spPr>
          <a:xfrm xmlns:a="http://schemas.openxmlformats.org/drawingml/2006/main">
            <a:off x="6953250" y="5686425"/>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62C"/>
                </a:solidFill>
                <a:latin typeface="Arial"/>
                <a:ea typeface="Arial"/>
                <a:cs typeface="Arial"/>
              </a:defRPr>
            </a:defPPr>
            <a:lvl1pPr algn="l">
              <a:defRPr sz="1800" b="1">
                <a:solidFill>
                  <a:srgbClr val="20262C"/>
                </a:solidFill>
                <a:latin typeface="Arial"/>
                <a:ea typeface="Arial"/>
                <a:cs typeface="Arial"/>
              </a:defRPr>
            </a:lvl1pPr>
            <a:lvl2pPr algn="l">
              <a:defRPr sz="1800" b="1">
                <a:solidFill>
                  <a:srgbClr val="20262C"/>
                </a:solidFill>
                <a:latin typeface="Arial"/>
                <a:ea typeface="Arial"/>
                <a:cs typeface="Arial"/>
              </a:defRPr>
            </a:lvl2pPr>
            <a:lvl3pPr algn="l">
              <a:defRPr sz="1800" b="1">
                <a:solidFill>
                  <a:srgbClr val="20262C"/>
                </a:solidFill>
                <a:latin typeface="Arial"/>
                <a:ea typeface="Arial"/>
                <a:cs typeface="Arial"/>
              </a:defRPr>
            </a:lvl3pPr>
            <a:lvl4pPr algn="l">
              <a:defRPr sz="1800" b="1">
                <a:solidFill>
                  <a:srgbClr val="20262C"/>
                </a:solidFill>
                <a:latin typeface="Arial"/>
                <a:ea typeface="Arial"/>
                <a:cs typeface="Arial"/>
              </a:defRPr>
            </a:lvl4pPr>
            <a:lvl5pPr algn="l">
              <a:defRPr sz="1800" b="1">
                <a:solidFill>
                  <a:srgbClr val="20262C"/>
                </a:solidFill>
                <a:latin typeface="Arial"/>
                <a:ea typeface="Arial"/>
                <a:cs typeface="Arial"/>
              </a:defRPr>
            </a:lvl5pPr>
            <a:lvl6pPr algn="l">
              <a:defRPr sz="1800" b="1">
                <a:solidFill>
                  <a:srgbClr val="20262C"/>
                </a:solidFill>
                <a:latin typeface="Arial"/>
                <a:ea typeface="Arial"/>
                <a:cs typeface="Arial"/>
              </a:defRPr>
            </a:lvl6pPr>
            <a:lvl7pPr algn="l">
              <a:defRPr sz="1800" b="1">
                <a:solidFill>
                  <a:srgbClr val="20262C"/>
                </a:solidFill>
                <a:latin typeface="Arial"/>
                <a:ea typeface="Arial"/>
                <a:cs typeface="Arial"/>
              </a:defRPr>
            </a:lvl7pPr>
            <a:lvl8pPr algn="l">
              <a:defRPr sz="1800" b="1">
                <a:solidFill>
                  <a:srgbClr val="20262C"/>
                </a:solidFill>
                <a:latin typeface="Arial"/>
                <a:ea typeface="Arial"/>
                <a:cs typeface="Arial"/>
              </a:defRPr>
            </a:lvl8pPr>
            <a:lvl9pPr algn="l">
              <a:defRPr sz="1800" b="1">
                <a:solidFill>
                  <a:srgbClr val="20262C"/>
                </a:solidFill>
                <a:latin typeface="Arial"/>
                <a:ea typeface="Arial"/>
                <a:cs typeface="Arial"/>
              </a:defRPr>
            </a:lvl9pPr>
          </a:lstStyle>
          <a:p xmlns:a="http://schemas.openxmlformats.org/drawingml/2006/main">
            <a:pPr algn="l">
              <a:defRPr sz="1800" b="1">
                <a:solidFill>
                  <a:srgbClr val="20262C"/>
                </a:solidFill>
                <a:latin typeface="Arial"/>
                <a:ea typeface="Arial"/>
                <a:cs typeface="Arial"/>
              </a:defRPr>
            </a:pPr>
            <a:r>
              <a:rPr sz="1800" b="1">
                <a:solidFill>
                  <a:srgbClr val="20262C"/>
                </a:solidFill>
                <a:latin typeface="Arial"/>
                <a:ea typeface="Arial"/>
                <a:cs typeface="Arial"/>
              </a:rPr>
              <a:t>Market / holdings</a:t>
            </a:r>
          </a:p>
        </p:txBody>
      </p:sp>
      <p:sp>
        <p:nvSpPr>
          <p:cNvPr id="49" name="!!trade.system.body">
            <a:extLst xmlns:a="http://schemas.openxmlformats.org/drawingml/2006/main">
              <a:ext uri="{FF2B5EF4-FFF2-40B4-BE49-F238E27FC236}">
                <a16:creationId xmlns:a16="http://schemas.microsoft.com/office/drawing/2014/main" id="{C6407AD3-6DB6-4CF9-B077-4F375F8DC284}"/>
              </a:ext>
            </a:extLst>
          </p:cNvPr>
          <p:cNvSpPr>
            <a:spLocks xmlns:a="http://schemas.openxmlformats.org/drawingml/2006/main" noGrp="1"/>
          </p:cNvSpPr>
          <p:nvPr/>
        </p:nvSpPr>
        <p:spPr>
          <a:xfrm xmlns:a="http://schemas.openxmlformats.org/drawingml/2006/main">
            <a:off x="6953250" y="6124575"/>
            <a:ext cx="20383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0262C"/>
                </a:solidFill>
                <a:latin typeface="Arial"/>
                <a:ea typeface="Arial"/>
                <a:cs typeface="Arial"/>
              </a:defRPr>
            </a:defPPr>
            <a:lvl1pPr algn="l">
              <a:defRPr sz="1800" b="0">
                <a:solidFill>
                  <a:srgbClr val="20262C"/>
                </a:solidFill>
                <a:latin typeface="Arial"/>
                <a:ea typeface="Arial"/>
                <a:cs typeface="Arial"/>
              </a:defRPr>
            </a:lvl1pPr>
            <a:lvl2pPr algn="l">
              <a:defRPr sz="1800" b="0">
                <a:solidFill>
                  <a:srgbClr val="20262C"/>
                </a:solidFill>
                <a:latin typeface="Arial"/>
                <a:ea typeface="Arial"/>
                <a:cs typeface="Arial"/>
              </a:defRPr>
            </a:lvl2pPr>
            <a:lvl3pPr algn="l">
              <a:defRPr sz="1800" b="0">
                <a:solidFill>
                  <a:srgbClr val="20262C"/>
                </a:solidFill>
                <a:latin typeface="Arial"/>
                <a:ea typeface="Arial"/>
                <a:cs typeface="Arial"/>
              </a:defRPr>
            </a:lvl3pPr>
            <a:lvl4pPr algn="l">
              <a:defRPr sz="1800" b="0">
                <a:solidFill>
                  <a:srgbClr val="20262C"/>
                </a:solidFill>
                <a:latin typeface="Arial"/>
                <a:ea typeface="Arial"/>
                <a:cs typeface="Arial"/>
              </a:defRPr>
            </a:lvl4pPr>
            <a:lvl5pPr algn="l">
              <a:defRPr sz="1800" b="0">
                <a:solidFill>
                  <a:srgbClr val="20262C"/>
                </a:solidFill>
                <a:latin typeface="Arial"/>
                <a:ea typeface="Arial"/>
                <a:cs typeface="Arial"/>
              </a:defRPr>
            </a:lvl5pPr>
            <a:lvl6pPr algn="l">
              <a:defRPr sz="1800" b="0">
                <a:solidFill>
                  <a:srgbClr val="20262C"/>
                </a:solidFill>
                <a:latin typeface="Arial"/>
                <a:ea typeface="Arial"/>
                <a:cs typeface="Arial"/>
              </a:defRPr>
            </a:lvl6pPr>
            <a:lvl7pPr algn="l">
              <a:defRPr sz="1800" b="0">
                <a:solidFill>
                  <a:srgbClr val="20262C"/>
                </a:solidFill>
                <a:latin typeface="Arial"/>
                <a:ea typeface="Arial"/>
                <a:cs typeface="Arial"/>
              </a:defRPr>
            </a:lvl7pPr>
            <a:lvl8pPr algn="l">
              <a:defRPr sz="1800" b="0">
                <a:solidFill>
                  <a:srgbClr val="20262C"/>
                </a:solidFill>
                <a:latin typeface="Arial"/>
                <a:ea typeface="Arial"/>
                <a:cs typeface="Arial"/>
              </a:defRPr>
            </a:lvl8pPr>
            <a:lvl9pPr algn="l">
              <a:defRPr sz="1800" b="0">
                <a:solidFill>
                  <a:srgbClr val="20262C"/>
                </a:solidFill>
                <a:latin typeface="Arial"/>
                <a:ea typeface="Arial"/>
                <a:cs typeface="Arial"/>
              </a:defRPr>
            </a:lvl9pPr>
          </a:lstStyle>
          <a:p xmlns:a="http://schemas.openxmlformats.org/drawingml/2006/main">
            <a:pPr algn="l">
              <a:defRPr sz="1800" b="0">
                <a:solidFill>
                  <a:srgbClr val="20262C"/>
                </a:solidFill>
                <a:latin typeface="Arial"/>
                <a:ea typeface="Arial"/>
                <a:cs typeface="Arial"/>
              </a:defRPr>
            </a:pPr>
            <a:r>
              <a:rPr sz="1800" b="0">
                <a:solidFill>
                  <a:srgbClr val="20262C"/>
                </a:solidFill>
                <a:latin typeface="Arial"/>
                <a:ea typeface="Arial"/>
                <a:cs typeface="Arial"/>
              </a:rPr>
              <a:t>Query results</a:t>
            </a:r>
          </a:p>
        </p:txBody>
      </p:sp>
      <p:sp>
        <p:nvSpPr>
          <p:cNvPr id="50" name="!!trade.data.line">
            <a:extLst xmlns:a="http://schemas.openxmlformats.org/drawingml/2006/main">
              <a:ext uri="{FF2B5EF4-FFF2-40B4-BE49-F238E27FC236}">
                <a16:creationId xmlns:a16="http://schemas.microsoft.com/office/drawing/2014/main" id="{AB9CFDB5-9ECF-431E-B6D7-BB65748D4B12}"/>
              </a:ext>
            </a:extLst>
          </p:cNvPr>
          <p:cNvSpPr>
            <a:spLocks xmlns:a="http://schemas.openxmlformats.org/drawingml/2006/main" noGrp="1"/>
          </p:cNvSpPr>
          <p:nvPr/>
        </p:nvSpPr>
        <p:spPr>
          <a:xfrm xmlns:a="http://schemas.openxmlformats.org/drawingml/2006/main" flipH="0" flipV="1">
            <a:off x="7972425" y="4991100"/>
            <a:ext cx="953" cy="457200"/>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51" name="!!trade.data.tip">
            <a:extLst xmlns:a="http://schemas.openxmlformats.org/drawingml/2006/main">
              <a:ext uri="{FF2B5EF4-FFF2-40B4-BE49-F238E27FC236}">
                <a16:creationId xmlns:a16="http://schemas.microsoft.com/office/drawing/2014/main" id="{A6210377-67FF-4FF9-8CBF-03CF8129301F}"/>
              </a:ext>
            </a:extLst>
          </p:cNvPr>
          <p:cNvSpPr>
            <a:spLocks xmlns:a="http://schemas.openxmlformats.org/drawingml/2006/main" noGrp="1"/>
          </p:cNvSpPr>
          <p:nvPr/>
        </p:nvSpPr>
        <p:spPr>
          <a:xfrm xmlns:a="http://schemas.openxmlformats.org/drawingml/2006/main" rot="0">
            <a:off x="7915275" y="4933950"/>
            <a:ext cx="114300" cy="11430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52" name="!!trade.data.label">
            <a:extLst xmlns:a="http://schemas.openxmlformats.org/drawingml/2006/main">
              <a:ext uri="{FF2B5EF4-FFF2-40B4-BE49-F238E27FC236}">
                <a16:creationId xmlns:a16="http://schemas.microsoft.com/office/drawing/2014/main" id="{382C0739-A0A4-4A1A-8C0F-3E3A13DCA7DE}"/>
              </a:ext>
            </a:extLst>
          </p:cNvPr>
          <p:cNvSpPr>
            <a:spLocks xmlns:a="http://schemas.openxmlformats.org/drawingml/2006/main" noGrp="1"/>
          </p:cNvSpPr>
          <p:nvPr/>
        </p:nvSpPr>
        <p:spPr>
          <a:xfrm xmlns:a="http://schemas.openxmlformats.org/drawingml/2006/main">
            <a:off x="8086725" y="5124450"/>
            <a:ext cx="12192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20262C"/>
                </a:solidFill>
                <a:latin typeface="Arial"/>
                <a:ea typeface="Arial"/>
                <a:cs typeface="Arial"/>
              </a:defRPr>
            </a:defPPr>
            <a:lvl1pPr algn="l">
              <a:defRPr sz="1575" b="0">
                <a:solidFill>
                  <a:srgbClr val="20262C"/>
                </a:solidFill>
                <a:latin typeface="Arial"/>
                <a:ea typeface="Arial"/>
                <a:cs typeface="Arial"/>
              </a:defRPr>
            </a:lvl1pPr>
            <a:lvl2pPr algn="l">
              <a:defRPr sz="1575" b="0">
                <a:solidFill>
                  <a:srgbClr val="20262C"/>
                </a:solidFill>
                <a:latin typeface="Arial"/>
                <a:ea typeface="Arial"/>
                <a:cs typeface="Arial"/>
              </a:defRPr>
            </a:lvl2pPr>
            <a:lvl3pPr algn="l">
              <a:defRPr sz="1575" b="0">
                <a:solidFill>
                  <a:srgbClr val="20262C"/>
                </a:solidFill>
                <a:latin typeface="Arial"/>
                <a:ea typeface="Arial"/>
                <a:cs typeface="Arial"/>
              </a:defRPr>
            </a:lvl3pPr>
            <a:lvl4pPr algn="l">
              <a:defRPr sz="1575" b="0">
                <a:solidFill>
                  <a:srgbClr val="20262C"/>
                </a:solidFill>
                <a:latin typeface="Arial"/>
                <a:ea typeface="Arial"/>
                <a:cs typeface="Arial"/>
              </a:defRPr>
            </a:lvl4pPr>
            <a:lvl5pPr algn="l">
              <a:defRPr sz="1575" b="0">
                <a:solidFill>
                  <a:srgbClr val="20262C"/>
                </a:solidFill>
                <a:latin typeface="Arial"/>
                <a:ea typeface="Arial"/>
                <a:cs typeface="Arial"/>
              </a:defRPr>
            </a:lvl5pPr>
            <a:lvl6pPr algn="l">
              <a:defRPr sz="1575" b="0">
                <a:solidFill>
                  <a:srgbClr val="20262C"/>
                </a:solidFill>
                <a:latin typeface="Arial"/>
                <a:ea typeface="Arial"/>
                <a:cs typeface="Arial"/>
              </a:defRPr>
            </a:lvl6pPr>
            <a:lvl7pPr algn="l">
              <a:defRPr sz="1575" b="0">
                <a:solidFill>
                  <a:srgbClr val="20262C"/>
                </a:solidFill>
                <a:latin typeface="Arial"/>
                <a:ea typeface="Arial"/>
                <a:cs typeface="Arial"/>
              </a:defRPr>
            </a:lvl7pPr>
            <a:lvl8pPr algn="l">
              <a:defRPr sz="1575" b="0">
                <a:solidFill>
                  <a:srgbClr val="20262C"/>
                </a:solidFill>
                <a:latin typeface="Arial"/>
                <a:ea typeface="Arial"/>
                <a:cs typeface="Arial"/>
              </a:defRPr>
            </a:lvl8pPr>
            <a:lvl9pPr algn="l">
              <a:defRPr sz="1575" b="0">
                <a:solidFill>
                  <a:srgbClr val="20262C"/>
                </a:solidFill>
                <a:latin typeface="Arial"/>
                <a:ea typeface="Arial"/>
                <a:cs typeface="Arial"/>
              </a:defRPr>
            </a:lvl9pPr>
          </a:lstStyle>
          <a:p xmlns:a="http://schemas.openxmlformats.org/drawingml/2006/main">
            <a:pPr algn="l">
              <a:defRPr sz="1575" b="0">
                <a:solidFill>
                  <a:srgbClr val="20262C"/>
                </a:solidFill>
                <a:latin typeface="Arial"/>
                <a:ea typeface="Arial"/>
                <a:cs typeface="Arial"/>
              </a:defRPr>
            </a:pPr>
            <a:r>
              <a:rPr sz="1575" b="0">
                <a:solidFill>
                  <a:srgbClr val="20262C"/>
                </a:solidFill>
                <a:latin typeface="Arial"/>
                <a:ea typeface="Arial"/>
                <a:cs typeface="Arial"/>
              </a:rPr>
              <a:t>Query results</a:t>
            </a:r>
          </a:p>
        </p:txBody>
      </p:sp>
      <p:sp>
        <p:nvSpPr>
          <p:cNvPr id="53" name="!!trade.counterparty">
            <a:extLst xmlns:a="http://schemas.openxmlformats.org/drawingml/2006/main">
              <a:ext uri="{FF2B5EF4-FFF2-40B4-BE49-F238E27FC236}">
                <a16:creationId xmlns:a16="http://schemas.microsoft.com/office/drawing/2014/main" id="{D5DA747B-84C7-42D5-9B4C-01E383B5D4B9}"/>
              </a:ext>
            </a:extLst>
          </p:cNvPr>
          <p:cNvSpPr>
            <a:spLocks xmlns:a="http://schemas.openxmlformats.org/drawingml/2006/main" noGrp="1"/>
          </p:cNvSpPr>
          <p:nvPr/>
        </p:nvSpPr>
        <p:spPr>
          <a:xfrm xmlns:a="http://schemas.openxmlformats.org/drawingml/2006/main">
            <a:off x="9467850" y="5543550"/>
            <a:ext cx="2419350" cy="1076325"/>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54" name="!!trade.counterparty.role">
            <a:extLst xmlns:a="http://schemas.openxmlformats.org/drawingml/2006/main">
              <a:ext uri="{FF2B5EF4-FFF2-40B4-BE49-F238E27FC236}">
                <a16:creationId xmlns:a16="http://schemas.microsoft.com/office/drawing/2014/main" id="{E9EC67D3-2530-4B36-B042-E7E86E504D7E}"/>
              </a:ext>
            </a:extLst>
          </p:cNvPr>
          <p:cNvSpPr>
            <a:spLocks xmlns:a="http://schemas.openxmlformats.org/drawingml/2006/main" noGrp="1"/>
          </p:cNvSpPr>
          <p:nvPr/>
        </p:nvSpPr>
        <p:spPr>
          <a:xfrm xmlns:a="http://schemas.openxmlformats.org/drawingml/2006/main">
            <a:off x="9658350" y="5686425"/>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62C"/>
                </a:solidFill>
                <a:latin typeface="Arial"/>
                <a:ea typeface="Arial"/>
                <a:cs typeface="Arial"/>
              </a:defRPr>
            </a:defPPr>
            <a:lvl1pPr algn="l">
              <a:defRPr sz="1800" b="1">
                <a:solidFill>
                  <a:srgbClr val="20262C"/>
                </a:solidFill>
                <a:latin typeface="Arial"/>
                <a:ea typeface="Arial"/>
                <a:cs typeface="Arial"/>
              </a:defRPr>
            </a:lvl1pPr>
            <a:lvl2pPr algn="l">
              <a:defRPr sz="1800" b="1">
                <a:solidFill>
                  <a:srgbClr val="20262C"/>
                </a:solidFill>
                <a:latin typeface="Arial"/>
                <a:ea typeface="Arial"/>
                <a:cs typeface="Arial"/>
              </a:defRPr>
            </a:lvl2pPr>
            <a:lvl3pPr algn="l">
              <a:defRPr sz="1800" b="1">
                <a:solidFill>
                  <a:srgbClr val="20262C"/>
                </a:solidFill>
                <a:latin typeface="Arial"/>
                <a:ea typeface="Arial"/>
                <a:cs typeface="Arial"/>
              </a:defRPr>
            </a:lvl3pPr>
            <a:lvl4pPr algn="l">
              <a:defRPr sz="1800" b="1">
                <a:solidFill>
                  <a:srgbClr val="20262C"/>
                </a:solidFill>
                <a:latin typeface="Arial"/>
                <a:ea typeface="Arial"/>
                <a:cs typeface="Arial"/>
              </a:defRPr>
            </a:lvl4pPr>
            <a:lvl5pPr algn="l">
              <a:defRPr sz="1800" b="1">
                <a:solidFill>
                  <a:srgbClr val="20262C"/>
                </a:solidFill>
                <a:latin typeface="Arial"/>
                <a:ea typeface="Arial"/>
                <a:cs typeface="Arial"/>
              </a:defRPr>
            </a:lvl5pPr>
            <a:lvl6pPr algn="l">
              <a:defRPr sz="1800" b="1">
                <a:solidFill>
                  <a:srgbClr val="20262C"/>
                </a:solidFill>
                <a:latin typeface="Arial"/>
                <a:ea typeface="Arial"/>
                <a:cs typeface="Arial"/>
              </a:defRPr>
            </a:lvl6pPr>
            <a:lvl7pPr algn="l">
              <a:defRPr sz="1800" b="1">
                <a:solidFill>
                  <a:srgbClr val="20262C"/>
                </a:solidFill>
                <a:latin typeface="Arial"/>
                <a:ea typeface="Arial"/>
                <a:cs typeface="Arial"/>
              </a:defRPr>
            </a:lvl7pPr>
            <a:lvl8pPr algn="l">
              <a:defRPr sz="1800" b="1">
                <a:solidFill>
                  <a:srgbClr val="20262C"/>
                </a:solidFill>
                <a:latin typeface="Arial"/>
                <a:ea typeface="Arial"/>
                <a:cs typeface="Arial"/>
              </a:defRPr>
            </a:lvl8pPr>
            <a:lvl9pPr algn="l">
              <a:defRPr sz="1800" b="1">
                <a:solidFill>
                  <a:srgbClr val="20262C"/>
                </a:solidFill>
                <a:latin typeface="Arial"/>
                <a:ea typeface="Arial"/>
                <a:cs typeface="Arial"/>
              </a:defRPr>
            </a:lvl9pPr>
          </a:lstStyle>
          <a:p xmlns:a="http://schemas.openxmlformats.org/drawingml/2006/main">
            <a:pPr algn="l">
              <a:defRPr sz="1800" b="1">
                <a:solidFill>
                  <a:srgbClr val="20262C"/>
                </a:solidFill>
                <a:latin typeface="Arial"/>
                <a:ea typeface="Arial"/>
                <a:cs typeface="Arial"/>
              </a:defRPr>
            </a:pPr>
            <a:r>
              <a:rPr sz="1800" b="1">
                <a:solidFill>
                  <a:srgbClr val="20262C"/>
                </a:solidFill>
                <a:latin typeface="Arial"/>
                <a:ea typeface="Arial"/>
                <a:cs typeface="Arial"/>
              </a:rPr>
              <a:t>Counterparty</a:t>
            </a:r>
          </a:p>
        </p:txBody>
      </p:sp>
      <p:sp>
        <p:nvSpPr>
          <p:cNvPr id="55" name="!!trade.counterparty.body">
            <a:extLst xmlns:a="http://schemas.openxmlformats.org/drawingml/2006/main">
              <a:ext uri="{FF2B5EF4-FFF2-40B4-BE49-F238E27FC236}">
                <a16:creationId xmlns:a16="http://schemas.microsoft.com/office/drawing/2014/main" id="{9FFAC2EF-5922-493B-8F8F-979B11438E75}"/>
              </a:ext>
            </a:extLst>
          </p:cNvPr>
          <p:cNvSpPr>
            <a:spLocks xmlns:a="http://schemas.openxmlformats.org/drawingml/2006/main" noGrp="1"/>
          </p:cNvSpPr>
          <p:nvPr/>
        </p:nvSpPr>
        <p:spPr>
          <a:xfrm xmlns:a="http://schemas.openxmlformats.org/drawingml/2006/main">
            <a:off x="9658350" y="6124575"/>
            <a:ext cx="20383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0262C"/>
                </a:solidFill>
                <a:latin typeface="Arial"/>
                <a:ea typeface="Arial"/>
                <a:cs typeface="Arial"/>
              </a:defRPr>
            </a:defPPr>
            <a:lvl1pPr algn="l">
              <a:defRPr sz="1800" b="0">
                <a:solidFill>
                  <a:srgbClr val="20262C"/>
                </a:solidFill>
                <a:latin typeface="Arial"/>
                <a:ea typeface="Arial"/>
                <a:cs typeface="Arial"/>
              </a:defRPr>
            </a:lvl1pPr>
            <a:lvl2pPr algn="l">
              <a:defRPr sz="1800" b="0">
                <a:solidFill>
                  <a:srgbClr val="20262C"/>
                </a:solidFill>
                <a:latin typeface="Arial"/>
                <a:ea typeface="Arial"/>
                <a:cs typeface="Arial"/>
              </a:defRPr>
            </a:lvl2pPr>
            <a:lvl3pPr algn="l">
              <a:defRPr sz="1800" b="0">
                <a:solidFill>
                  <a:srgbClr val="20262C"/>
                </a:solidFill>
                <a:latin typeface="Arial"/>
                <a:ea typeface="Arial"/>
                <a:cs typeface="Arial"/>
              </a:defRPr>
            </a:lvl3pPr>
            <a:lvl4pPr algn="l">
              <a:defRPr sz="1800" b="0">
                <a:solidFill>
                  <a:srgbClr val="20262C"/>
                </a:solidFill>
                <a:latin typeface="Arial"/>
                <a:ea typeface="Arial"/>
                <a:cs typeface="Arial"/>
              </a:defRPr>
            </a:lvl4pPr>
            <a:lvl5pPr algn="l">
              <a:defRPr sz="1800" b="0">
                <a:solidFill>
                  <a:srgbClr val="20262C"/>
                </a:solidFill>
                <a:latin typeface="Arial"/>
                <a:ea typeface="Arial"/>
                <a:cs typeface="Arial"/>
              </a:defRPr>
            </a:lvl5pPr>
            <a:lvl6pPr algn="l">
              <a:defRPr sz="1800" b="0">
                <a:solidFill>
                  <a:srgbClr val="20262C"/>
                </a:solidFill>
                <a:latin typeface="Arial"/>
                <a:ea typeface="Arial"/>
                <a:cs typeface="Arial"/>
              </a:defRPr>
            </a:lvl6pPr>
            <a:lvl7pPr algn="l">
              <a:defRPr sz="1800" b="0">
                <a:solidFill>
                  <a:srgbClr val="20262C"/>
                </a:solidFill>
                <a:latin typeface="Arial"/>
                <a:ea typeface="Arial"/>
                <a:cs typeface="Arial"/>
              </a:defRPr>
            </a:lvl7pPr>
            <a:lvl8pPr algn="l">
              <a:defRPr sz="1800" b="0">
                <a:solidFill>
                  <a:srgbClr val="20262C"/>
                </a:solidFill>
                <a:latin typeface="Arial"/>
                <a:ea typeface="Arial"/>
                <a:cs typeface="Arial"/>
              </a:defRPr>
            </a:lvl8pPr>
            <a:lvl9pPr algn="l">
              <a:defRPr sz="1800" b="0">
                <a:solidFill>
                  <a:srgbClr val="20262C"/>
                </a:solidFill>
                <a:latin typeface="Arial"/>
                <a:ea typeface="Arial"/>
                <a:cs typeface="Arial"/>
              </a:defRPr>
            </a:lvl9pPr>
          </a:lstStyle>
          <a:p xmlns:a="http://schemas.openxmlformats.org/drawingml/2006/main">
            <a:pPr algn="l">
              <a:defRPr sz="1800" b="0">
                <a:solidFill>
                  <a:srgbClr val="20262C"/>
                </a:solidFill>
                <a:latin typeface="Arial"/>
                <a:ea typeface="Arial"/>
                <a:cs typeface="Arial"/>
              </a:defRPr>
            </a:pPr>
            <a:r>
              <a:rPr sz="1800" b="0">
                <a:solidFill>
                  <a:srgbClr val="20262C"/>
                </a:solidFill>
                <a:latin typeface="Arial"/>
                <a:ea typeface="Arial"/>
                <a:cs typeface="Arial"/>
              </a:rPr>
              <a:t>Returns quotes</a:t>
            </a:r>
          </a:p>
        </p:txBody>
      </p:sp>
      <p:sp>
        <p:nvSpPr>
          <p:cNvPr id="56" name="!!trade.ask.line">
            <a:extLst xmlns:a="http://schemas.openxmlformats.org/drawingml/2006/main">
              <a:ext uri="{FF2B5EF4-FFF2-40B4-BE49-F238E27FC236}">
                <a16:creationId xmlns:a16="http://schemas.microsoft.com/office/drawing/2014/main" id="{8A866C40-BA14-4290-B5A5-42F483619584}"/>
              </a:ext>
            </a:extLst>
          </p:cNvPr>
          <p:cNvSpPr>
            <a:spLocks xmlns:a="http://schemas.openxmlformats.org/drawingml/2006/main" noGrp="1"/>
          </p:cNvSpPr>
          <p:nvPr/>
        </p:nvSpPr>
        <p:spPr>
          <a:xfrm xmlns:a="http://schemas.openxmlformats.org/drawingml/2006/main" flipH="0" flipV="0">
            <a:off x="10029825" y="4991100"/>
            <a:ext cx="953" cy="457200"/>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57" name="!!trade.ask.tip">
            <a:extLst xmlns:a="http://schemas.openxmlformats.org/drawingml/2006/main">
              <a:ext uri="{FF2B5EF4-FFF2-40B4-BE49-F238E27FC236}">
                <a16:creationId xmlns:a16="http://schemas.microsoft.com/office/drawing/2014/main" id="{EC310188-CE0B-4726-91D3-EBB25004F8CD}"/>
              </a:ext>
            </a:extLst>
          </p:cNvPr>
          <p:cNvSpPr>
            <a:spLocks xmlns:a="http://schemas.openxmlformats.org/drawingml/2006/main" noGrp="1"/>
          </p:cNvSpPr>
          <p:nvPr/>
        </p:nvSpPr>
        <p:spPr>
          <a:xfrm xmlns:a="http://schemas.openxmlformats.org/drawingml/2006/main" rot="10800000">
            <a:off x="9972675" y="5391150"/>
            <a:ext cx="114300" cy="11430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58" name="!!trade.quote.return.line">
            <a:extLst xmlns:a="http://schemas.openxmlformats.org/drawingml/2006/main">
              <a:ext uri="{FF2B5EF4-FFF2-40B4-BE49-F238E27FC236}">
                <a16:creationId xmlns:a16="http://schemas.microsoft.com/office/drawing/2014/main" id="{F951568A-390E-4AD6-A48D-E64DA42668A1}"/>
              </a:ext>
            </a:extLst>
          </p:cNvPr>
          <p:cNvSpPr>
            <a:spLocks xmlns:a="http://schemas.openxmlformats.org/drawingml/2006/main" noGrp="1"/>
          </p:cNvSpPr>
          <p:nvPr/>
        </p:nvSpPr>
        <p:spPr>
          <a:xfrm xmlns:a="http://schemas.openxmlformats.org/drawingml/2006/main" flipH="0" flipV="1">
            <a:off x="11268075" y="4991100"/>
            <a:ext cx="953" cy="457200"/>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59" name="!!trade.quote.return.tip">
            <a:extLst xmlns:a="http://schemas.openxmlformats.org/drawingml/2006/main">
              <a:ext uri="{FF2B5EF4-FFF2-40B4-BE49-F238E27FC236}">
                <a16:creationId xmlns:a16="http://schemas.microsoft.com/office/drawing/2014/main" id="{ABE43B48-E31D-4CF8-BD6A-789C975777E0}"/>
              </a:ext>
            </a:extLst>
          </p:cNvPr>
          <p:cNvSpPr>
            <a:spLocks xmlns:a="http://schemas.openxmlformats.org/drawingml/2006/main" noGrp="1"/>
          </p:cNvSpPr>
          <p:nvPr/>
        </p:nvSpPr>
        <p:spPr>
          <a:xfrm xmlns:a="http://schemas.openxmlformats.org/drawingml/2006/main" rot="0">
            <a:off x="11210925" y="4933950"/>
            <a:ext cx="114300" cy="11430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60" name="!!trade.ask.label">
            <a:extLst xmlns:a="http://schemas.openxmlformats.org/drawingml/2006/main">
              <a:ext uri="{FF2B5EF4-FFF2-40B4-BE49-F238E27FC236}">
                <a16:creationId xmlns:a16="http://schemas.microsoft.com/office/drawing/2014/main" id="{07AD8C77-C0D4-4675-8EB6-CAB7C28F8C9F}"/>
              </a:ext>
            </a:extLst>
          </p:cNvPr>
          <p:cNvSpPr>
            <a:spLocks xmlns:a="http://schemas.openxmlformats.org/drawingml/2006/main" noGrp="1"/>
          </p:cNvSpPr>
          <p:nvPr/>
        </p:nvSpPr>
        <p:spPr>
          <a:xfrm xmlns:a="http://schemas.openxmlformats.org/drawingml/2006/main">
            <a:off x="9563100" y="5124450"/>
            <a:ext cx="5429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707C88"/>
                </a:solidFill>
                <a:latin typeface="Arial"/>
                <a:ea typeface="Arial"/>
                <a:cs typeface="Arial"/>
              </a:defRPr>
            </a:defPPr>
            <a:lvl1pPr algn="l">
              <a:defRPr sz="1500" b="0">
                <a:solidFill>
                  <a:srgbClr val="707C88"/>
                </a:solidFill>
                <a:latin typeface="Arial"/>
                <a:ea typeface="Arial"/>
                <a:cs typeface="Arial"/>
              </a:defRPr>
            </a:lvl1pPr>
            <a:lvl2pPr algn="l">
              <a:defRPr sz="1500" b="0">
                <a:solidFill>
                  <a:srgbClr val="707C88"/>
                </a:solidFill>
                <a:latin typeface="Arial"/>
                <a:ea typeface="Arial"/>
                <a:cs typeface="Arial"/>
              </a:defRPr>
            </a:lvl2pPr>
            <a:lvl3pPr algn="l">
              <a:defRPr sz="1500" b="0">
                <a:solidFill>
                  <a:srgbClr val="707C88"/>
                </a:solidFill>
                <a:latin typeface="Arial"/>
                <a:ea typeface="Arial"/>
                <a:cs typeface="Arial"/>
              </a:defRPr>
            </a:lvl3pPr>
            <a:lvl4pPr algn="l">
              <a:defRPr sz="1500" b="0">
                <a:solidFill>
                  <a:srgbClr val="707C88"/>
                </a:solidFill>
                <a:latin typeface="Arial"/>
                <a:ea typeface="Arial"/>
                <a:cs typeface="Arial"/>
              </a:defRPr>
            </a:lvl4pPr>
            <a:lvl5pPr algn="l">
              <a:defRPr sz="1500" b="0">
                <a:solidFill>
                  <a:srgbClr val="707C88"/>
                </a:solidFill>
                <a:latin typeface="Arial"/>
                <a:ea typeface="Arial"/>
                <a:cs typeface="Arial"/>
              </a:defRPr>
            </a:lvl5pPr>
            <a:lvl6pPr algn="l">
              <a:defRPr sz="1500" b="0">
                <a:solidFill>
                  <a:srgbClr val="707C88"/>
                </a:solidFill>
                <a:latin typeface="Arial"/>
                <a:ea typeface="Arial"/>
                <a:cs typeface="Arial"/>
              </a:defRPr>
            </a:lvl6pPr>
            <a:lvl7pPr algn="l">
              <a:defRPr sz="1500" b="0">
                <a:solidFill>
                  <a:srgbClr val="707C88"/>
                </a:solidFill>
                <a:latin typeface="Arial"/>
                <a:ea typeface="Arial"/>
                <a:cs typeface="Arial"/>
              </a:defRPr>
            </a:lvl7pPr>
            <a:lvl8pPr algn="l">
              <a:defRPr sz="1500" b="0">
                <a:solidFill>
                  <a:srgbClr val="707C88"/>
                </a:solidFill>
                <a:latin typeface="Arial"/>
                <a:ea typeface="Arial"/>
                <a:cs typeface="Arial"/>
              </a:defRPr>
            </a:lvl8pPr>
            <a:lvl9pPr algn="l">
              <a:defRPr sz="1500" b="0">
                <a:solidFill>
                  <a:srgbClr val="707C88"/>
                </a:solidFill>
                <a:latin typeface="Arial"/>
                <a:ea typeface="Arial"/>
                <a:cs typeface="Arial"/>
              </a:defRPr>
            </a:lvl9pPr>
          </a:lstStyle>
          <a:p xmlns:a="http://schemas.openxmlformats.org/drawingml/2006/main">
            <a:pPr algn="l">
              <a:defRPr sz="1500" b="0">
                <a:solidFill>
                  <a:srgbClr val="707C88"/>
                </a:solidFill>
                <a:latin typeface="Arial"/>
                <a:ea typeface="Arial"/>
                <a:cs typeface="Arial"/>
              </a:defRPr>
            </a:pPr>
            <a:r>
              <a:rPr sz="1500" b="0">
                <a:solidFill>
                  <a:srgbClr val="707C88"/>
                </a:solidFill>
                <a:latin typeface="Arial"/>
                <a:ea typeface="Arial"/>
                <a:cs typeface="Arial"/>
              </a:rPr>
              <a:t>RFQ</a:t>
            </a:r>
          </a:p>
        </p:txBody>
      </p:sp>
      <p:sp>
        <p:nvSpPr>
          <p:cNvPr id="61" name="!!trade.quote.label">
            <a:extLst xmlns:a="http://schemas.openxmlformats.org/drawingml/2006/main">
              <a:ext uri="{FF2B5EF4-FFF2-40B4-BE49-F238E27FC236}">
                <a16:creationId xmlns:a16="http://schemas.microsoft.com/office/drawing/2014/main" id="{CEA27403-F868-4A79-A936-8245391DA593}"/>
              </a:ext>
            </a:extLst>
          </p:cNvPr>
          <p:cNvSpPr>
            <a:spLocks xmlns:a="http://schemas.openxmlformats.org/drawingml/2006/main" noGrp="1"/>
          </p:cNvSpPr>
          <p:nvPr/>
        </p:nvSpPr>
        <p:spPr>
          <a:xfrm xmlns:a="http://schemas.openxmlformats.org/drawingml/2006/main">
            <a:off x="11382375" y="5124450"/>
            <a:ext cx="5429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707C88"/>
                </a:solidFill>
                <a:latin typeface="Arial"/>
                <a:ea typeface="Arial"/>
                <a:cs typeface="Arial"/>
              </a:defRPr>
            </a:defPPr>
            <a:lvl1pPr algn="l">
              <a:defRPr sz="1500" b="0">
                <a:solidFill>
                  <a:srgbClr val="707C88"/>
                </a:solidFill>
                <a:latin typeface="Arial"/>
                <a:ea typeface="Arial"/>
                <a:cs typeface="Arial"/>
              </a:defRPr>
            </a:lvl1pPr>
            <a:lvl2pPr algn="l">
              <a:defRPr sz="1500" b="0">
                <a:solidFill>
                  <a:srgbClr val="707C88"/>
                </a:solidFill>
                <a:latin typeface="Arial"/>
                <a:ea typeface="Arial"/>
                <a:cs typeface="Arial"/>
              </a:defRPr>
            </a:lvl2pPr>
            <a:lvl3pPr algn="l">
              <a:defRPr sz="1500" b="0">
                <a:solidFill>
                  <a:srgbClr val="707C88"/>
                </a:solidFill>
                <a:latin typeface="Arial"/>
                <a:ea typeface="Arial"/>
                <a:cs typeface="Arial"/>
              </a:defRPr>
            </a:lvl3pPr>
            <a:lvl4pPr algn="l">
              <a:defRPr sz="1500" b="0">
                <a:solidFill>
                  <a:srgbClr val="707C88"/>
                </a:solidFill>
                <a:latin typeface="Arial"/>
                <a:ea typeface="Arial"/>
                <a:cs typeface="Arial"/>
              </a:defRPr>
            </a:lvl4pPr>
            <a:lvl5pPr algn="l">
              <a:defRPr sz="1500" b="0">
                <a:solidFill>
                  <a:srgbClr val="707C88"/>
                </a:solidFill>
                <a:latin typeface="Arial"/>
                <a:ea typeface="Arial"/>
                <a:cs typeface="Arial"/>
              </a:defRPr>
            </a:lvl5pPr>
            <a:lvl6pPr algn="l">
              <a:defRPr sz="1500" b="0">
                <a:solidFill>
                  <a:srgbClr val="707C88"/>
                </a:solidFill>
                <a:latin typeface="Arial"/>
                <a:ea typeface="Arial"/>
                <a:cs typeface="Arial"/>
              </a:defRPr>
            </a:lvl6pPr>
            <a:lvl7pPr algn="l">
              <a:defRPr sz="1500" b="0">
                <a:solidFill>
                  <a:srgbClr val="707C88"/>
                </a:solidFill>
                <a:latin typeface="Arial"/>
                <a:ea typeface="Arial"/>
                <a:cs typeface="Arial"/>
              </a:defRPr>
            </a:lvl7pPr>
            <a:lvl8pPr algn="l">
              <a:defRPr sz="1500" b="0">
                <a:solidFill>
                  <a:srgbClr val="707C88"/>
                </a:solidFill>
                <a:latin typeface="Arial"/>
                <a:ea typeface="Arial"/>
                <a:cs typeface="Arial"/>
              </a:defRPr>
            </a:lvl8pPr>
            <a:lvl9pPr algn="l">
              <a:defRPr sz="1500" b="0">
                <a:solidFill>
                  <a:srgbClr val="707C88"/>
                </a:solidFill>
                <a:latin typeface="Arial"/>
                <a:ea typeface="Arial"/>
                <a:cs typeface="Arial"/>
              </a:defRPr>
            </a:lvl9pPr>
          </a:lstStyle>
          <a:p xmlns:a="http://schemas.openxmlformats.org/drawingml/2006/main">
            <a:pPr algn="l">
              <a:defRPr sz="1500" b="0">
                <a:solidFill>
                  <a:srgbClr val="707C88"/>
                </a:solidFill>
                <a:latin typeface="Arial"/>
                <a:ea typeface="Arial"/>
                <a:cs typeface="Arial"/>
              </a:defRPr>
            </a:pPr>
            <a:r>
              <a:rPr sz="1500" b="0">
                <a:solidFill>
                  <a:srgbClr val="707C88"/>
                </a:solidFill>
                <a:latin typeface="Arial"/>
                <a:ea typeface="Arial"/>
                <a:cs typeface="Arial"/>
              </a:rPr>
              <a:t>Quote</a:t>
            </a:r>
          </a:p>
        </p:txBody>
      </p:sp>
      <p:sp>
        <p:nvSpPr>
          <p:cNvPr id="62" name="!!trade.repetition">
            <a:extLst xmlns:a="http://schemas.openxmlformats.org/drawingml/2006/main">
              <a:ext uri="{FF2B5EF4-FFF2-40B4-BE49-F238E27FC236}">
                <a16:creationId xmlns:a16="http://schemas.microsoft.com/office/drawing/2014/main" id="{550A6D4E-C5C4-4EB3-BF11-D301525931F0}"/>
              </a:ext>
            </a:extLst>
          </p:cNvPr>
          <p:cNvSpPr>
            <a:spLocks xmlns:a="http://schemas.openxmlformats.org/drawingml/2006/main" noGrp="1"/>
          </p:cNvSpPr>
          <p:nvPr/>
        </p:nvSpPr>
        <p:spPr>
          <a:xfrm xmlns:a="http://schemas.openxmlformats.org/drawingml/2006/main">
            <a:off x="4057650" y="7086600"/>
            <a:ext cx="105346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20262C"/>
                </a:solidFill>
                <a:latin typeface="Arial"/>
                <a:ea typeface="Arial"/>
                <a:cs typeface="Arial"/>
              </a:defRPr>
            </a:defPPr>
            <a:lvl1pPr algn="l">
              <a:defRPr sz="2025" b="0">
                <a:solidFill>
                  <a:srgbClr val="20262C"/>
                </a:solidFill>
                <a:latin typeface="Arial"/>
                <a:ea typeface="Arial"/>
                <a:cs typeface="Arial"/>
              </a:defRPr>
            </a:lvl1pPr>
            <a:lvl2pPr algn="l">
              <a:defRPr sz="2025" b="0">
                <a:solidFill>
                  <a:srgbClr val="20262C"/>
                </a:solidFill>
                <a:latin typeface="Arial"/>
                <a:ea typeface="Arial"/>
                <a:cs typeface="Arial"/>
              </a:defRPr>
            </a:lvl2pPr>
            <a:lvl3pPr algn="l">
              <a:defRPr sz="2025" b="0">
                <a:solidFill>
                  <a:srgbClr val="20262C"/>
                </a:solidFill>
                <a:latin typeface="Arial"/>
                <a:ea typeface="Arial"/>
                <a:cs typeface="Arial"/>
              </a:defRPr>
            </a:lvl3pPr>
            <a:lvl4pPr algn="l">
              <a:defRPr sz="2025" b="0">
                <a:solidFill>
                  <a:srgbClr val="20262C"/>
                </a:solidFill>
                <a:latin typeface="Arial"/>
                <a:ea typeface="Arial"/>
                <a:cs typeface="Arial"/>
              </a:defRPr>
            </a:lvl4pPr>
            <a:lvl5pPr algn="l">
              <a:defRPr sz="2025" b="0">
                <a:solidFill>
                  <a:srgbClr val="20262C"/>
                </a:solidFill>
                <a:latin typeface="Arial"/>
                <a:ea typeface="Arial"/>
                <a:cs typeface="Arial"/>
              </a:defRPr>
            </a:lvl5pPr>
            <a:lvl6pPr algn="l">
              <a:defRPr sz="2025" b="0">
                <a:solidFill>
                  <a:srgbClr val="20262C"/>
                </a:solidFill>
                <a:latin typeface="Arial"/>
                <a:ea typeface="Arial"/>
                <a:cs typeface="Arial"/>
              </a:defRPr>
            </a:lvl6pPr>
            <a:lvl7pPr algn="l">
              <a:defRPr sz="2025" b="0">
                <a:solidFill>
                  <a:srgbClr val="20262C"/>
                </a:solidFill>
                <a:latin typeface="Arial"/>
                <a:ea typeface="Arial"/>
                <a:cs typeface="Arial"/>
              </a:defRPr>
            </a:lvl7pPr>
            <a:lvl8pPr algn="l">
              <a:defRPr sz="2025" b="0">
                <a:solidFill>
                  <a:srgbClr val="20262C"/>
                </a:solidFill>
                <a:latin typeface="Arial"/>
                <a:ea typeface="Arial"/>
                <a:cs typeface="Arial"/>
              </a:defRPr>
            </a:lvl8pPr>
            <a:lvl9pPr algn="l">
              <a:defRPr sz="2025" b="0">
                <a:solidFill>
                  <a:srgbClr val="20262C"/>
                </a:solidFill>
                <a:latin typeface="Arial"/>
                <a:ea typeface="Arial"/>
                <a:cs typeface="Arial"/>
              </a:defRPr>
            </a:lvl9pPr>
          </a:lstStyle>
          <a:p xmlns:a="http://schemas.openxmlformats.org/drawingml/2006/main">
            <a:pPr algn="l">
              <a:defRPr sz="2025" b="0">
                <a:solidFill>
                  <a:srgbClr val="20262C"/>
                </a:solidFill>
                <a:latin typeface="Arial"/>
                <a:ea typeface="Arial"/>
                <a:cs typeface="Arial"/>
              </a:defRPr>
            </a:pPr>
            <a:r>
              <a:rPr sz="2025" b="0">
                <a:solidFill>
                  <a:srgbClr val="20262C"/>
                </a:solidFill>
                <a:latin typeface="Arial"/>
                <a:ea typeface="Arial"/>
                <a:cs typeface="Arial"/>
              </a:rPr>
              <a:t>Repeated work: entering filters, switching systems and copying quote messages</a:t>
            </a:r>
          </a:p>
        </p:txBody>
      </p:sp>
      <p:sp>
        <p:nvSpPr>
          <p:cNvPr id="64" name="!!story.header.issuer.bar">
            <a:extLst xmlns:a="http://schemas.openxmlformats.org/drawingml/2006/main">
              <a:ext uri="{FF2B5EF4-FFF2-40B4-BE49-F238E27FC236}">
                <a16:creationId xmlns:a16="http://schemas.microsoft.com/office/drawing/2014/main" id="{9C7B27F4-A970-4366-8B1F-0B7AE512E48F}"/>
              </a:ext>
            </a:extLst>
          </p:cNvPr>
          <p:cNvSpPr>
            <a:spLocks xmlns:a="http://schemas.openxmlformats.org/drawingml/2006/main" noGrp="1"/>
          </p:cNvSpPr>
          <p:nvPr/>
        </p:nvSpPr>
        <p:spPr>
          <a:xfrm xmlns:a="http://schemas.openxmlformats.org/drawingml/2006/main">
            <a:off x="10668000" y="1257300"/>
            <a:ext cx="47625" cy="238125"/>
          </a:xfrm>
          <a:prstGeom xmlns:a="http://schemas.openxmlformats.org/drawingml/2006/main" prst="rect">
            <a:avLst/>
          </a:prstGeom>
          <a:solidFill xmlns:a="http://schemas.openxmlformats.org/drawingml/2006/main">
            <a:srgbClr val="317F7B"/>
          </a:solidFill>
          <a:ln xmlns:a="http://schemas.openxmlformats.org/drawingml/2006/main" w="0">
            <a:noFill/>
          </a:ln>
        </p:spPr>
      </p:sp>
      <p:sp>
        <p:nvSpPr>
          <p:cNvPr id="65" name="!!story.header.issuer.name">
            <a:extLst xmlns:a="http://schemas.openxmlformats.org/drawingml/2006/main">
              <a:ext uri="{FF2B5EF4-FFF2-40B4-BE49-F238E27FC236}">
                <a16:creationId xmlns:a16="http://schemas.microsoft.com/office/drawing/2014/main" id="{433F0178-E89D-446A-AB97-BDAAAAB4D673}"/>
              </a:ext>
            </a:extLst>
          </p:cNvPr>
          <p:cNvSpPr>
            <a:spLocks xmlns:a="http://schemas.openxmlformats.org/drawingml/2006/main" noGrp="1"/>
          </p:cNvSpPr>
          <p:nvPr/>
        </p:nvSpPr>
        <p:spPr>
          <a:xfrm xmlns:a="http://schemas.openxmlformats.org/drawingml/2006/main">
            <a:off x="10801350" y="1190625"/>
            <a:ext cx="152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317F7B"/>
                </a:solidFill>
                <a:latin typeface="Arial"/>
                <a:ea typeface="Arial"/>
                <a:cs typeface="Arial"/>
              </a:defRPr>
            </a:defPPr>
            <a:lvl1pPr algn="l">
              <a:defRPr sz="1800" b="1">
                <a:solidFill>
                  <a:srgbClr val="317F7B"/>
                </a:solidFill>
                <a:latin typeface="Arial"/>
                <a:ea typeface="Arial"/>
                <a:cs typeface="Arial"/>
              </a:defRPr>
            </a:lvl1pPr>
            <a:lvl2pPr algn="l">
              <a:defRPr sz="1800" b="1">
                <a:solidFill>
                  <a:srgbClr val="317F7B"/>
                </a:solidFill>
                <a:latin typeface="Arial"/>
                <a:ea typeface="Arial"/>
                <a:cs typeface="Arial"/>
              </a:defRPr>
            </a:lvl2pPr>
            <a:lvl3pPr algn="l">
              <a:defRPr sz="1800" b="1">
                <a:solidFill>
                  <a:srgbClr val="317F7B"/>
                </a:solidFill>
                <a:latin typeface="Arial"/>
                <a:ea typeface="Arial"/>
                <a:cs typeface="Arial"/>
              </a:defRPr>
            </a:lvl3pPr>
            <a:lvl4pPr algn="l">
              <a:defRPr sz="1800" b="1">
                <a:solidFill>
                  <a:srgbClr val="317F7B"/>
                </a:solidFill>
                <a:latin typeface="Arial"/>
                <a:ea typeface="Arial"/>
                <a:cs typeface="Arial"/>
              </a:defRPr>
            </a:lvl4pPr>
            <a:lvl5pPr algn="l">
              <a:defRPr sz="1800" b="1">
                <a:solidFill>
                  <a:srgbClr val="317F7B"/>
                </a:solidFill>
                <a:latin typeface="Arial"/>
                <a:ea typeface="Arial"/>
                <a:cs typeface="Arial"/>
              </a:defRPr>
            </a:lvl5pPr>
            <a:lvl6pPr algn="l">
              <a:defRPr sz="1800" b="1">
                <a:solidFill>
                  <a:srgbClr val="317F7B"/>
                </a:solidFill>
                <a:latin typeface="Arial"/>
                <a:ea typeface="Arial"/>
                <a:cs typeface="Arial"/>
              </a:defRPr>
            </a:lvl6pPr>
            <a:lvl7pPr algn="l">
              <a:defRPr sz="1800" b="1">
                <a:solidFill>
                  <a:srgbClr val="317F7B"/>
                </a:solidFill>
                <a:latin typeface="Arial"/>
                <a:ea typeface="Arial"/>
                <a:cs typeface="Arial"/>
              </a:defRPr>
            </a:lvl7pPr>
            <a:lvl8pPr algn="l">
              <a:defRPr sz="1800" b="1">
                <a:solidFill>
                  <a:srgbClr val="317F7B"/>
                </a:solidFill>
                <a:latin typeface="Arial"/>
                <a:ea typeface="Arial"/>
                <a:cs typeface="Arial"/>
              </a:defRPr>
            </a:lvl8pPr>
            <a:lvl9pPr algn="l">
              <a:defRPr sz="1800" b="1">
                <a:solidFill>
                  <a:srgbClr val="317F7B"/>
                </a:solidFill>
                <a:latin typeface="Arial"/>
                <a:ea typeface="Arial"/>
                <a:cs typeface="Arial"/>
              </a:defRPr>
            </a:lvl9pPr>
          </a:lstStyle>
          <a:p xmlns:a="http://schemas.openxmlformats.org/drawingml/2006/main">
            <a:pPr algn="l">
              <a:defRPr sz="1800" b="1">
                <a:solidFill>
                  <a:srgbClr val="317F7B"/>
                </a:solidFill>
                <a:latin typeface="Arial"/>
                <a:ea typeface="Arial"/>
                <a:cs typeface="Arial"/>
              </a:defRPr>
            </a:pPr>
            <a:r>
              <a:rPr sz="1800" b="1">
                <a:solidFill>
                  <a:srgbClr val="317F7B"/>
                </a:solidFill>
                <a:latin typeface="Arial"/>
                <a:ea typeface="Arial"/>
                <a:cs typeface="Arial"/>
              </a:rPr>
              <a:t>Company A</a:t>
            </a:r>
          </a:p>
        </p:txBody>
      </p:sp>
      <p:sp>
        <p:nvSpPr>
          <p:cNvPr id="66" name="!!story.issuer.inquiry.subject">
            <a:extLst xmlns:a="http://schemas.openxmlformats.org/drawingml/2006/main">
              <a:ext uri="{FF2B5EF4-FFF2-40B4-BE49-F238E27FC236}">
                <a16:creationId xmlns:a16="http://schemas.microsoft.com/office/drawing/2014/main" id="{44BEF842-4C36-473B-8EE7-3751E7E2F764}"/>
              </a:ext>
            </a:extLst>
          </p:cNvPr>
          <p:cNvSpPr>
            <a:spLocks xmlns:a="http://schemas.openxmlformats.org/drawingml/2006/main" noGrp="1"/>
          </p:cNvSpPr>
          <p:nvPr/>
        </p:nvSpPr>
        <p:spPr>
          <a:xfrm xmlns:a="http://schemas.openxmlformats.org/drawingml/2006/main">
            <a:off x="4152900" y="3562350"/>
            <a:ext cx="38100" cy="276225"/>
          </a:xfrm>
          <a:prstGeom xmlns:a="http://schemas.openxmlformats.org/drawingml/2006/main" prst="rect">
            <a:avLst/>
          </a:prstGeom>
          <a:solidFill xmlns:a="http://schemas.openxmlformats.org/drawingml/2006/main">
            <a:srgbClr val="317F7B"/>
          </a:solidFill>
          <a:ln xmlns:a="http://schemas.openxmlformats.org/drawingml/2006/main" w="0">
            <a:noFill/>
          </a:ln>
        </p:spPr>
      </p:sp>
    </p:spTree>
    <p:extLst>
      <p:ext uri="{BB962C8B-B14F-4D97-AF65-F5344CB8AC3E}">
        <p14:creationId xmlns:p14="http://schemas.microsoft.com/office/powerpoint/2010/main" val="1093726646"/>
      </p:ext>
    </p:extLst>
  </p:cSld>
  <mc:AlternateContent xmlns:mc="http://schemas.openxmlformats.org/markup-compatibility/2006">
    <mc:Choice xmlns:p159="http://schemas.microsoft.com/office/powerpoint/2015/09/main" Requires="p159">
      <p:transition xmlns:p14="http://schemas.microsoft.com/office/powerpoint/2010/main" spd="med" advClick="1" p14:dur="700">
        <p159:morph option="byObject"/>
      </p:transition>
    </mc:Choice>
    <mc:Fallback>
      <p:transition spd="fast" advClick="1">
        <p:fade/>
      </p:transition>
    </mc:Fallback>
  </mc:AlternateContent>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3" name="!!heading">
            <a:extLst xmlns:a="http://schemas.openxmlformats.org/drawingml/2006/main">
              <a:ext uri="{FF2B5EF4-FFF2-40B4-BE49-F238E27FC236}">
                <a16:creationId xmlns:a16="http://schemas.microsoft.com/office/drawing/2014/main" id="{46A45EC4-C5CE-49CC-B789-BA88E0306783}"/>
              </a:ext>
            </a:extLst>
          </p:cNvPr>
          <p:cNvSpPr>
            <a:spLocks xmlns:a="http://schemas.openxmlformats.org/drawingml/2006/main" noGrp="1"/>
          </p:cNvSpPr>
          <p:nvPr/>
        </p:nvSpPr>
        <p:spPr>
          <a:xfrm xmlns:a="http://schemas.openxmlformats.org/drawingml/2006/main">
            <a:off x="647700" y="428625"/>
            <a:ext cx="13944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0262C"/>
                </a:solidFill>
                <a:latin typeface="Arial"/>
                <a:ea typeface="Arial"/>
                <a:cs typeface="Arial"/>
              </a:defRPr>
            </a:defPPr>
            <a:lvl1pPr algn="l">
              <a:defRPr sz="3300" b="1">
                <a:solidFill>
                  <a:srgbClr val="20262C"/>
                </a:solidFill>
                <a:latin typeface="Arial"/>
                <a:ea typeface="Arial"/>
                <a:cs typeface="Arial"/>
              </a:defRPr>
            </a:lvl1pPr>
            <a:lvl2pPr algn="l">
              <a:defRPr sz="3300" b="1">
                <a:solidFill>
                  <a:srgbClr val="20262C"/>
                </a:solidFill>
                <a:latin typeface="Arial"/>
                <a:ea typeface="Arial"/>
                <a:cs typeface="Arial"/>
              </a:defRPr>
            </a:lvl2pPr>
            <a:lvl3pPr algn="l">
              <a:defRPr sz="3300" b="1">
                <a:solidFill>
                  <a:srgbClr val="20262C"/>
                </a:solidFill>
                <a:latin typeface="Arial"/>
                <a:ea typeface="Arial"/>
                <a:cs typeface="Arial"/>
              </a:defRPr>
            </a:lvl3pPr>
            <a:lvl4pPr algn="l">
              <a:defRPr sz="3300" b="1">
                <a:solidFill>
                  <a:srgbClr val="20262C"/>
                </a:solidFill>
                <a:latin typeface="Arial"/>
                <a:ea typeface="Arial"/>
                <a:cs typeface="Arial"/>
              </a:defRPr>
            </a:lvl4pPr>
            <a:lvl5pPr algn="l">
              <a:defRPr sz="3300" b="1">
                <a:solidFill>
                  <a:srgbClr val="20262C"/>
                </a:solidFill>
                <a:latin typeface="Arial"/>
                <a:ea typeface="Arial"/>
                <a:cs typeface="Arial"/>
              </a:defRPr>
            </a:lvl5pPr>
            <a:lvl6pPr algn="l">
              <a:defRPr sz="3300" b="1">
                <a:solidFill>
                  <a:srgbClr val="20262C"/>
                </a:solidFill>
                <a:latin typeface="Arial"/>
                <a:ea typeface="Arial"/>
                <a:cs typeface="Arial"/>
              </a:defRPr>
            </a:lvl6pPr>
            <a:lvl7pPr algn="l">
              <a:defRPr sz="3300" b="1">
                <a:solidFill>
                  <a:srgbClr val="20262C"/>
                </a:solidFill>
                <a:latin typeface="Arial"/>
                <a:ea typeface="Arial"/>
                <a:cs typeface="Arial"/>
              </a:defRPr>
            </a:lvl7pPr>
            <a:lvl8pPr algn="l">
              <a:defRPr sz="3300" b="1">
                <a:solidFill>
                  <a:srgbClr val="20262C"/>
                </a:solidFill>
                <a:latin typeface="Arial"/>
                <a:ea typeface="Arial"/>
                <a:cs typeface="Arial"/>
              </a:defRPr>
            </a:lvl8pPr>
            <a:lvl9pPr algn="l">
              <a:defRPr sz="3300" b="1">
                <a:solidFill>
                  <a:srgbClr val="20262C"/>
                </a:solidFill>
                <a:latin typeface="Arial"/>
                <a:ea typeface="Arial"/>
                <a:cs typeface="Arial"/>
              </a:defRPr>
            </a:lvl9pPr>
          </a:lstStyle>
          <a:p xmlns:a="http://schemas.openxmlformats.org/drawingml/2006/main">
            <a:pPr algn="l">
              <a:defRPr sz="3300" b="1">
                <a:solidFill>
                  <a:srgbClr val="20262C"/>
                </a:solidFill>
                <a:latin typeface="Arial"/>
                <a:ea typeface="Arial"/>
                <a:cs typeface="Arial"/>
              </a:defRPr>
            </a:pPr>
            <a:r>
              <a:rPr sz="3300" b="1">
                <a:solidFill>
                  <a:srgbClr val="20262C"/>
                </a:solidFill>
                <a:latin typeface="Arial"/>
                <a:ea typeface="Arial"/>
                <a:cs typeface="Arial"/>
              </a:rPr>
              <a:t>Trading applications at Southern and Aegon-Industrial</a:t>
            </a:r>
          </a:p>
        </p:txBody>
      </p:sp>
      <p:sp>
        <p:nvSpPr>
          <p:cNvPr id="2" name="!!subtitle">
            <a:extLst xmlns:a="http://schemas.openxmlformats.org/drawingml/2006/main">
              <a:ext uri="{FF2B5EF4-FFF2-40B4-BE49-F238E27FC236}">
                <a16:creationId xmlns:a16="http://schemas.microsoft.com/office/drawing/2014/main" id="{EE81A05C-BA83-468C-94FB-46A7124EB1A8}"/>
              </a:ext>
            </a:extLst>
          </p:cNvPr>
          <p:cNvSpPr>
            <a:spLocks xmlns:a="http://schemas.openxmlformats.org/drawingml/2006/main" noGrp="1"/>
          </p:cNvSpPr>
          <p:nvPr/>
        </p:nvSpPr>
        <p:spPr>
          <a:xfrm xmlns:a="http://schemas.openxmlformats.org/drawingml/2006/main">
            <a:off x="647700" y="1190625"/>
            <a:ext cx="139446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05A9C"/>
                </a:solidFill>
                <a:latin typeface="Arial"/>
                <a:ea typeface="Arial"/>
                <a:cs typeface="Arial"/>
              </a:defRPr>
            </a:defPPr>
            <a:lvl1pPr algn="l">
              <a:defRPr sz="1875" b="0">
                <a:solidFill>
                  <a:srgbClr val="005A9C"/>
                </a:solidFill>
                <a:latin typeface="Arial"/>
                <a:ea typeface="Arial"/>
                <a:cs typeface="Arial"/>
              </a:defRPr>
            </a:lvl1pPr>
            <a:lvl2pPr algn="l">
              <a:defRPr sz="1875" b="0">
                <a:solidFill>
                  <a:srgbClr val="005A9C"/>
                </a:solidFill>
                <a:latin typeface="Arial"/>
                <a:ea typeface="Arial"/>
                <a:cs typeface="Arial"/>
              </a:defRPr>
            </a:lvl2pPr>
            <a:lvl3pPr algn="l">
              <a:defRPr sz="1875" b="0">
                <a:solidFill>
                  <a:srgbClr val="005A9C"/>
                </a:solidFill>
                <a:latin typeface="Arial"/>
                <a:ea typeface="Arial"/>
                <a:cs typeface="Arial"/>
              </a:defRPr>
            </a:lvl3pPr>
            <a:lvl4pPr algn="l">
              <a:defRPr sz="1875" b="0">
                <a:solidFill>
                  <a:srgbClr val="005A9C"/>
                </a:solidFill>
                <a:latin typeface="Arial"/>
                <a:ea typeface="Arial"/>
                <a:cs typeface="Arial"/>
              </a:defRPr>
            </a:lvl4pPr>
            <a:lvl5pPr algn="l">
              <a:defRPr sz="1875" b="0">
                <a:solidFill>
                  <a:srgbClr val="005A9C"/>
                </a:solidFill>
                <a:latin typeface="Arial"/>
                <a:ea typeface="Arial"/>
                <a:cs typeface="Arial"/>
              </a:defRPr>
            </a:lvl5pPr>
            <a:lvl6pPr algn="l">
              <a:defRPr sz="1875" b="0">
                <a:solidFill>
                  <a:srgbClr val="005A9C"/>
                </a:solidFill>
                <a:latin typeface="Arial"/>
                <a:ea typeface="Arial"/>
                <a:cs typeface="Arial"/>
              </a:defRPr>
            </a:lvl6pPr>
            <a:lvl7pPr algn="l">
              <a:defRPr sz="1875" b="0">
                <a:solidFill>
                  <a:srgbClr val="005A9C"/>
                </a:solidFill>
                <a:latin typeface="Arial"/>
                <a:ea typeface="Arial"/>
                <a:cs typeface="Arial"/>
              </a:defRPr>
            </a:lvl7pPr>
            <a:lvl8pPr algn="l">
              <a:defRPr sz="1875" b="0">
                <a:solidFill>
                  <a:srgbClr val="005A9C"/>
                </a:solidFill>
                <a:latin typeface="Arial"/>
                <a:ea typeface="Arial"/>
                <a:cs typeface="Arial"/>
              </a:defRPr>
            </a:lvl8pPr>
            <a:lvl9pPr algn="l">
              <a:defRPr sz="1875" b="0">
                <a:solidFill>
                  <a:srgbClr val="005A9C"/>
                </a:solidFill>
                <a:latin typeface="Arial"/>
                <a:ea typeface="Arial"/>
                <a:cs typeface="Arial"/>
              </a:defRPr>
            </a:lvl9pPr>
          </a:lstStyle>
          <a:p xmlns:a="http://schemas.openxmlformats.org/drawingml/2006/main">
            <a:pPr algn="l">
              <a:defRPr sz="1875" b="0">
                <a:solidFill>
                  <a:srgbClr val="005A9C"/>
                </a:solidFill>
                <a:latin typeface="Arial"/>
                <a:ea typeface="Arial"/>
                <a:cs typeface="Arial"/>
              </a:defRPr>
            </a:pPr>
            <a:r>
              <a:rPr sz="1875" b="0">
                <a:solidFill>
                  <a:srgbClr val="005A9C"/>
                </a:solidFill>
                <a:latin typeface="Arial"/>
                <a:ea typeface="Arial"/>
                <a:cs typeface="Arial"/>
              </a:rPr>
              <a:t>Front office  /  Trading support  /  Peer practices</a:t>
            </a:r>
          </a:p>
        </p:txBody>
      </p:sp>
      <p:sp>
        <p:nvSpPr>
          <p:cNvPr id="3" name="!!heading.rule">
            <a:extLst xmlns:a="http://schemas.openxmlformats.org/drawingml/2006/main">
              <a:ext uri="{FF2B5EF4-FFF2-40B4-BE49-F238E27FC236}">
                <a16:creationId xmlns:a16="http://schemas.microsoft.com/office/drawing/2014/main" id="{A8CF1720-368B-45F3-BD9F-77C6519C00A5}"/>
              </a:ext>
            </a:extLst>
          </p:cNvPr>
          <p:cNvSpPr>
            <a:spLocks xmlns:a="http://schemas.openxmlformats.org/drawingml/2006/main" noGrp="1"/>
          </p:cNvSpPr>
          <p:nvPr/>
        </p:nvSpPr>
        <p:spPr>
          <a:xfrm xmlns:a="http://schemas.openxmlformats.org/drawingml/2006/main" flipH="0" flipV="0">
            <a:off x="647700" y="1733550"/>
            <a:ext cx="13944600" cy="953"/>
          </a:xfrm>
          <a:prstGeom xmlns:a="http://schemas.openxmlformats.org/drawingml/2006/main" prst="line">
            <a:avLst/>
          </a:prstGeom>
          <a:noFill xmlns:a="http://schemas.openxmlformats.org/drawingml/2006/main"/>
          <a:ln xmlns:a="http://schemas.openxmlformats.org/drawingml/2006/main" w="11430">
            <a:solidFill>
              <a:srgbClr val="BCC6CF"/>
            </a:solidFill>
            <a:prstDash val="solid"/>
          </a:ln>
        </p:spPr>
      </p:sp>
      <p:sp>
        <p:nvSpPr>
          <p:cNvPr id="4" name="!!map.front">
            <a:extLst xmlns:a="http://schemas.openxmlformats.org/drawingml/2006/main">
              <a:ext uri="{FF2B5EF4-FFF2-40B4-BE49-F238E27FC236}">
                <a16:creationId xmlns:a16="http://schemas.microsoft.com/office/drawing/2014/main" id="{E8D39822-D96A-4354-BB66-EF371885ADC6}"/>
              </a:ext>
            </a:extLst>
          </p:cNvPr>
          <p:cNvSpPr>
            <a:spLocks xmlns:a="http://schemas.openxmlformats.org/drawingml/2006/main" noGrp="1"/>
          </p:cNvSpPr>
          <p:nvPr/>
        </p:nvSpPr>
        <p:spPr>
          <a:xfrm xmlns:a="http://schemas.openxmlformats.org/drawingml/2006/main">
            <a:off x="647700" y="1990725"/>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5" name="!!nav.front">
            <ns0:hlinkClick xmlns:ns0="http://schemas.openxmlformats.org/drawingml/2006/main" xmlns:ns1="http://schemas.openxmlformats.org/officeDocument/2006/relationships" ns1:id="rIdNavSlide4" action="ppaction://hlinksldjump" tooltip="Slide 4: Preparing a company research assessment"/>
            <a:extLst xmlns:a="http://schemas.openxmlformats.org/drawingml/2006/main">
              <a:ext uri="{FF2B5EF4-FFF2-40B4-BE49-F238E27FC236}">
                <a16:creationId xmlns:a16="http://schemas.microsoft.com/office/drawing/2014/main" id="{BD04D75B-027E-4A98-A667-0A5A34E66225}"/>
              </a:ext>
            </a:extLst>
          </p:cNvPr>
          <p:cNvSpPr>
            <a:spLocks xmlns:a="http://schemas.openxmlformats.org/drawingml/2006/main" noGrp="1"/>
          </p:cNvSpPr>
          <p:nvPr/>
        </p:nvSpPr>
        <p:spPr>
          <a:xfrm xmlns:a="http://schemas.openxmlformats.org/drawingml/2006/main">
            <a:off x="647700" y="1990725"/>
            <a:ext cx="2609850" cy="409575"/>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FFFFFF"/>
                </a:solidFill>
                <a:latin typeface="Arial"/>
                <a:ea typeface="Arial"/>
                <a:cs typeface="Arial"/>
              </a:defRPr>
            </a:defPPr>
            <a:lvl1pPr algn="ctr">
              <a:defRPr sz="2025" b="1">
                <a:solidFill>
                  <a:srgbClr val="FFFFFF"/>
                </a:solidFill>
                <a:latin typeface="Arial"/>
                <a:ea typeface="Arial"/>
                <a:cs typeface="Arial"/>
              </a:defRPr>
            </a:lvl1pPr>
            <a:lvl2pPr algn="ctr">
              <a:defRPr sz="2025" b="1">
                <a:solidFill>
                  <a:srgbClr val="FFFFFF"/>
                </a:solidFill>
                <a:latin typeface="Arial"/>
                <a:ea typeface="Arial"/>
                <a:cs typeface="Arial"/>
              </a:defRPr>
            </a:lvl2pPr>
            <a:lvl3pPr algn="ctr">
              <a:defRPr sz="2025" b="1">
                <a:solidFill>
                  <a:srgbClr val="FFFFFF"/>
                </a:solidFill>
                <a:latin typeface="Arial"/>
                <a:ea typeface="Arial"/>
                <a:cs typeface="Arial"/>
              </a:defRPr>
            </a:lvl3pPr>
            <a:lvl4pPr algn="ctr">
              <a:defRPr sz="2025" b="1">
                <a:solidFill>
                  <a:srgbClr val="FFFFFF"/>
                </a:solidFill>
                <a:latin typeface="Arial"/>
                <a:ea typeface="Arial"/>
                <a:cs typeface="Arial"/>
              </a:defRPr>
            </a:lvl4pPr>
            <a:lvl5pPr algn="ctr">
              <a:defRPr sz="2025" b="1">
                <a:solidFill>
                  <a:srgbClr val="FFFFFF"/>
                </a:solidFill>
                <a:latin typeface="Arial"/>
                <a:ea typeface="Arial"/>
                <a:cs typeface="Arial"/>
              </a:defRPr>
            </a:lvl5pPr>
            <a:lvl6pPr algn="ctr">
              <a:defRPr sz="2025" b="1">
                <a:solidFill>
                  <a:srgbClr val="FFFFFF"/>
                </a:solidFill>
                <a:latin typeface="Arial"/>
                <a:ea typeface="Arial"/>
                <a:cs typeface="Arial"/>
              </a:defRPr>
            </a:lvl6pPr>
            <a:lvl7pPr algn="ctr">
              <a:defRPr sz="2025" b="1">
                <a:solidFill>
                  <a:srgbClr val="FFFFFF"/>
                </a:solidFill>
                <a:latin typeface="Arial"/>
                <a:ea typeface="Arial"/>
                <a:cs typeface="Arial"/>
              </a:defRPr>
            </a:lvl7pPr>
            <a:lvl8pPr algn="ctr">
              <a:defRPr sz="2025" b="1">
                <a:solidFill>
                  <a:srgbClr val="FFFFFF"/>
                </a:solidFill>
                <a:latin typeface="Arial"/>
                <a:ea typeface="Arial"/>
                <a:cs typeface="Arial"/>
              </a:defRPr>
            </a:lvl8pPr>
            <a:lvl9pPr algn="ctr">
              <a:defRPr sz="2025" b="1">
                <a:solidFill>
                  <a:srgbClr val="FFFFFF"/>
                </a:solidFill>
                <a:latin typeface="Arial"/>
                <a:ea typeface="Arial"/>
                <a:cs typeface="Arial"/>
              </a:defRPr>
            </a:lvl9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Front office</a:t>
            </a:r>
          </a:p>
        </p:txBody>
      </p:sp>
      <p:sp>
        <p:nvSpPr>
          <p:cNvPr id="6" name="!!task.research">
            <ns0:hlinkClick xmlns:ns0="http://schemas.openxmlformats.org/drawingml/2006/main" xmlns:ns1="http://schemas.openxmlformats.org/officeDocument/2006/relationships" ns1:id="rIdNavSlide4" action="ppaction://hlinksldjump" tooltip="Slide 4: Preparing a company research assessment"/>
            <a:extLst xmlns:a="http://schemas.openxmlformats.org/drawingml/2006/main">
              <a:ext uri="{FF2B5EF4-FFF2-40B4-BE49-F238E27FC236}">
                <a16:creationId xmlns:a16="http://schemas.microsoft.com/office/drawing/2014/main" id="{B0C2A202-D94C-4995-9229-A7F262299803}"/>
              </a:ext>
            </a:extLst>
          </p:cNvPr>
          <p:cNvSpPr>
            <a:spLocks xmlns:a="http://schemas.openxmlformats.org/drawingml/2006/main" noGrp="1"/>
          </p:cNvSpPr>
          <p:nvPr/>
        </p:nvSpPr>
        <p:spPr>
          <a:xfrm xmlns:a="http://schemas.openxmlformats.org/drawingml/2006/main">
            <a:off x="762000" y="249555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Research</a:t>
            </a:r>
          </a:p>
        </p:txBody>
      </p:sp>
      <p:sp>
        <p:nvSpPr>
          <p:cNvPr id="7" name="!!task.trade">
            <ns0:hlinkClick xmlns:ns0="http://schemas.openxmlformats.org/drawingml/2006/main" xmlns:ns1="http://schemas.openxmlformats.org/officeDocument/2006/relationships" ns1:id="rIdNavSlide9" action="ppaction://hlinksldjump" tooltip="Slide 9: Preparing a bond quote request"/>
            <a:extLst xmlns:a="http://schemas.openxmlformats.org/drawingml/2006/main">
              <a:ext uri="{FF2B5EF4-FFF2-40B4-BE49-F238E27FC236}">
                <a16:creationId xmlns:a16="http://schemas.microsoft.com/office/drawing/2014/main" id="{53EB470C-8619-4A28-B391-2259BA8EEC16}"/>
              </a:ext>
            </a:extLst>
          </p:cNvPr>
          <p:cNvSpPr>
            <a:spLocks xmlns:a="http://schemas.openxmlformats.org/drawingml/2006/main" noGrp="1"/>
          </p:cNvSpPr>
          <p:nvPr/>
        </p:nvSpPr>
        <p:spPr>
          <a:xfrm xmlns:a="http://schemas.openxmlformats.org/drawingml/2006/main">
            <a:off x="762000" y="2809875"/>
            <a:ext cx="2381250" cy="304800"/>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1">
                <a:solidFill>
                  <a:srgbClr val="005A9C"/>
                </a:solidFill>
                <a:latin typeface="Arial"/>
                <a:ea typeface="Arial"/>
                <a:cs typeface="Arial"/>
              </a:defRPr>
            </a:defPPr>
            <a:lvl1pPr algn="ctr">
              <a:defRPr sz="1650" b="1">
                <a:solidFill>
                  <a:srgbClr val="005A9C"/>
                </a:solidFill>
                <a:latin typeface="Arial"/>
                <a:ea typeface="Arial"/>
                <a:cs typeface="Arial"/>
              </a:defRPr>
            </a:lvl1pPr>
            <a:lvl2pPr algn="ctr">
              <a:defRPr sz="1650" b="1">
                <a:solidFill>
                  <a:srgbClr val="005A9C"/>
                </a:solidFill>
                <a:latin typeface="Arial"/>
                <a:ea typeface="Arial"/>
                <a:cs typeface="Arial"/>
              </a:defRPr>
            </a:lvl2pPr>
            <a:lvl3pPr algn="ctr">
              <a:defRPr sz="1650" b="1">
                <a:solidFill>
                  <a:srgbClr val="005A9C"/>
                </a:solidFill>
                <a:latin typeface="Arial"/>
                <a:ea typeface="Arial"/>
                <a:cs typeface="Arial"/>
              </a:defRPr>
            </a:lvl3pPr>
            <a:lvl4pPr algn="ctr">
              <a:defRPr sz="1650" b="1">
                <a:solidFill>
                  <a:srgbClr val="005A9C"/>
                </a:solidFill>
                <a:latin typeface="Arial"/>
                <a:ea typeface="Arial"/>
                <a:cs typeface="Arial"/>
              </a:defRPr>
            </a:lvl4pPr>
            <a:lvl5pPr algn="ctr">
              <a:defRPr sz="1650" b="1">
                <a:solidFill>
                  <a:srgbClr val="005A9C"/>
                </a:solidFill>
                <a:latin typeface="Arial"/>
                <a:ea typeface="Arial"/>
                <a:cs typeface="Arial"/>
              </a:defRPr>
            </a:lvl5pPr>
            <a:lvl6pPr algn="ctr">
              <a:defRPr sz="1650" b="1">
                <a:solidFill>
                  <a:srgbClr val="005A9C"/>
                </a:solidFill>
                <a:latin typeface="Arial"/>
                <a:ea typeface="Arial"/>
                <a:cs typeface="Arial"/>
              </a:defRPr>
            </a:lvl6pPr>
            <a:lvl7pPr algn="ctr">
              <a:defRPr sz="1650" b="1">
                <a:solidFill>
                  <a:srgbClr val="005A9C"/>
                </a:solidFill>
                <a:latin typeface="Arial"/>
                <a:ea typeface="Arial"/>
                <a:cs typeface="Arial"/>
              </a:defRPr>
            </a:lvl7pPr>
            <a:lvl8pPr algn="ctr">
              <a:defRPr sz="1650" b="1">
                <a:solidFill>
                  <a:srgbClr val="005A9C"/>
                </a:solidFill>
                <a:latin typeface="Arial"/>
                <a:ea typeface="Arial"/>
                <a:cs typeface="Arial"/>
              </a:defRPr>
            </a:lvl8pPr>
            <a:lvl9pPr algn="ctr">
              <a:defRPr sz="1650" b="1">
                <a:solidFill>
                  <a:srgbClr val="005A9C"/>
                </a:solidFill>
                <a:latin typeface="Arial"/>
                <a:ea typeface="Arial"/>
                <a:cs typeface="Arial"/>
              </a:defRPr>
            </a:lvl9pPr>
          </a:lstStyle>
          <a:p xmlns:a="http://schemas.openxmlformats.org/drawingml/2006/main">
            <a:pPr algn="ctr">
              <a:defRPr sz="1650" b="1">
                <a:solidFill>
                  <a:srgbClr val="005A9C"/>
                </a:solidFill>
                <a:latin typeface="Arial"/>
                <a:ea typeface="Arial"/>
                <a:cs typeface="Arial"/>
              </a:defRPr>
            </a:pPr>
            <a:r>
              <a:rPr sz="1650" b="1">
                <a:solidFill>
                  <a:srgbClr val="005A9C"/>
                </a:solidFill>
                <a:latin typeface="Arial"/>
                <a:ea typeface="Arial"/>
                <a:cs typeface="Arial"/>
              </a:rPr>
              <a:t>Trading support</a:t>
            </a:r>
          </a:p>
        </p:txBody>
      </p:sp>
      <p:sp>
        <p:nvSpPr>
          <p:cNvPr id="8" name="!!task.client">
            <ns0:hlinkClick xmlns:ns0="http://schemas.openxmlformats.org/drawingml/2006/main" xmlns:ns1="http://schemas.openxmlformats.org/officeDocument/2006/relationships" ns1:id="rIdNavSlide12" action="ppaction://hlinksldjump" tooltip="Slide 12: Preparing a quarterly client update"/>
            <a:extLst xmlns:a="http://schemas.openxmlformats.org/drawingml/2006/main">
              <a:ext uri="{FF2B5EF4-FFF2-40B4-BE49-F238E27FC236}">
                <a16:creationId xmlns:a16="http://schemas.microsoft.com/office/drawing/2014/main" id="{E0D1EB8B-7145-4860-A797-5E23C1AC7F3E}"/>
              </a:ext>
            </a:extLst>
          </p:cNvPr>
          <p:cNvSpPr>
            <a:spLocks xmlns:a="http://schemas.openxmlformats.org/drawingml/2006/main" noGrp="1"/>
          </p:cNvSpPr>
          <p:nvPr/>
        </p:nvSpPr>
        <p:spPr>
          <a:xfrm xmlns:a="http://schemas.openxmlformats.org/drawingml/2006/main">
            <a:off x="762000" y="312420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Client materials</a:t>
            </a:r>
          </a:p>
        </p:txBody>
      </p:sp>
      <p:sp>
        <p:nvSpPr>
          <p:cNvPr id="9" name="!!map.middle">
            <a:extLst xmlns:a="http://schemas.openxmlformats.org/drawingml/2006/main">
              <a:ext uri="{FF2B5EF4-FFF2-40B4-BE49-F238E27FC236}">
                <a16:creationId xmlns:a16="http://schemas.microsoft.com/office/drawing/2014/main" id="{BC6E5D30-174D-491E-B1B5-2333CBD43DEF}"/>
              </a:ext>
            </a:extLst>
          </p:cNvPr>
          <p:cNvSpPr>
            <a:spLocks xmlns:a="http://schemas.openxmlformats.org/drawingml/2006/main" noGrp="1"/>
          </p:cNvSpPr>
          <p:nvPr/>
        </p:nvSpPr>
        <p:spPr>
          <a:xfrm xmlns:a="http://schemas.openxmlformats.org/drawingml/2006/main">
            <a:off x="647700" y="3657600"/>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10" name="!!nav.middle">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0ACE69E7-030B-46DF-9635-45382129AC0A}"/>
              </a:ext>
            </a:extLst>
          </p:cNvPr>
          <p:cNvSpPr>
            <a:spLocks xmlns:a="http://schemas.openxmlformats.org/drawingml/2006/main" noGrp="1"/>
          </p:cNvSpPr>
          <p:nvPr/>
        </p:nvSpPr>
        <p:spPr>
          <a:xfrm xmlns:a="http://schemas.openxmlformats.org/drawingml/2006/main">
            <a:off x="647700" y="3657600"/>
            <a:ext cx="2609850" cy="409575"/>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005A9C"/>
                </a:solidFill>
                <a:latin typeface="Arial"/>
                <a:ea typeface="Arial"/>
                <a:cs typeface="Arial"/>
              </a:defRPr>
            </a:defPPr>
            <a:lvl1pPr algn="ctr">
              <a:defRPr sz="2025" b="1">
                <a:solidFill>
                  <a:srgbClr val="005A9C"/>
                </a:solidFill>
                <a:latin typeface="Arial"/>
                <a:ea typeface="Arial"/>
                <a:cs typeface="Arial"/>
              </a:defRPr>
            </a:lvl1pPr>
            <a:lvl2pPr algn="ctr">
              <a:defRPr sz="2025" b="1">
                <a:solidFill>
                  <a:srgbClr val="005A9C"/>
                </a:solidFill>
                <a:latin typeface="Arial"/>
                <a:ea typeface="Arial"/>
                <a:cs typeface="Arial"/>
              </a:defRPr>
            </a:lvl2pPr>
            <a:lvl3pPr algn="ctr">
              <a:defRPr sz="2025" b="1">
                <a:solidFill>
                  <a:srgbClr val="005A9C"/>
                </a:solidFill>
                <a:latin typeface="Arial"/>
                <a:ea typeface="Arial"/>
                <a:cs typeface="Arial"/>
              </a:defRPr>
            </a:lvl3pPr>
            <a:lvl4pPr algn="ctr">
              <a:defRPr sz="2025" b="1">
                <a:solidFill>
                  <a:srgbClr val="005A9C"/>
                </a:solidFill>
                <a:latin typeface="Arial"/>
                <a:ea typeface="Arial"/>
                <a:cs typeface="Arial"/>
              </a:defRPr>
            </a:lvl4pPr>
            <a:lvl5pPr algn="ctr">
              <a:defRPr sz="2025" b="1">
                <a:solidFill>
                  <a:srgbClr val="005A9C"/>
                </a:solidFill>
                <a:latin typeface="Arial"/>
                <a:ea typeface="Arial"/>
                <a:cs typeface="Arial"/>
              </a:defRPr>
            </a:lvl5pPr>
            <a:lvl6pPr algn="ctr">
              <a:defRPr sz="2025" b="1">
                <a:solidFill>
                  <a:srgbClr val="005A9C"/>
                </a:solidFill>
                <a:latin typeface="Arial"/>
                <a:ea typeface="Arial"/>
                <a:cs typeface="Arial"/>
              </a:defRPr>
            </a:lvl6pPr>
            <a:lvl7pPr algn="ctr">
              <a:defRPr sz="2025" b="1">
                <a:solidFill>
                  <a:srgbClr val="005A9C"/>
                </a:solidFill>
                <a:latin typeface="Arial"/>
                <a:ea typeface="Arial"/>
                <a:cs typeface="Arial"/>
              </a:defRPr>
            </a:lvl7pPr>
            <a:lvl8pPr algn="ctr">
              <a:defRPr sz="2025" b="1">
                <a:solidFill>
                  <a:srgbClr val="005A9C"/>
                </a:solidFill>
                <a:latin typeface="Arial"/>
                <a:ea typeface="Arial"/>
                <a:cs typeface="Arial"/>
              </a:defRPr>
            </a:lvl8pPr>
            <a:lvl9pPr algn="ctr">
              <a:defRPr sz="2025" b="1">
                <a:solidFill>
                  <a:srgbClr val="005A9C"/>
                </a:solidFill>
                <a:latin typeface="Arial"/>
                <a:ea typeface="Arial"/>
                <a:cs typeface="Arial"/>
              </a:defRPr>
            </a:lvl9pPr>
          </a:lstStyle>
          <a:p xmlns:a="http://schemas.openxmlformats.org/drawingml/2006/main">
            <a:pPr algn="ctr">
              <a:defRPr sz="2025" b="1">
                <a:solidFill>
                  <a:srgbClr val="005A9C"/>
                </a:solidFill>
                <a:latin typeface="Arial"/>
                <a:ea typeface="Arial"/>
                <a:cs typeface="Arial"/>
              </a:defRPr>
            </a:pPr>
            <a:r>
              <a:rPr sz="2025" b="1">
                <a:solidFill>
                  <a:srgbClr val="005A9C"/>
                </a:solidFill>
                <a:latin typeface="Arial"/>
                <a:ea typeface="Arial"/>
                <a:cs typeface="Arial"/>
              </a:rPr>
              <a:t>Middle office</a:t>
            </a:r>
          </a:p>
        </p:txBody>
      </p:sp>
      <p:sp>
        <p:nvSpPr>
          <p:cNvPr id="11" name="!!task.review">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203701B4-1720-400D-9AC5-2180D5747482}"/>
              </a:ext>
            </a:extLst>
          </p:cNvPr>
          <p:cNvSpPr>
            <a:spLocks xmlns:a="http://schemas.openxmlformats.org/drawingml/2006/main" noGrp="1"/>
          </p:cNvSpPr>
          <p:nvPr/>
        </p:nvSpPr>
        <p:spPr>
          <a:xfrm xmlns:a="http://schemas.openxmlformats.org/drawingml/2006/main">
            <a:off x="762000" y="416242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Content review</a:t>
            </a:r>
          </a:p>
        </p:txBody>
      </p:sp>
      <p:sp>
        <p:nvSpPr>
          <p:cNvPr id="12" name="!!task.risk">
            <ns0:hlinkClick xmlns:ns0="http://schemas.openxmlformats.org/drawingml/2006/main" xmlns:ns1="http://schemas.openxmlformats.org/officeDocument/2006/relationships" ns1:id="rIdNavSlide19" action="ppaction://hlinksldjump" tooltip="Slide 19: Investigating a risk alert"/>
            <a:extLst xmlns:a="http://schemas.openxmlformats.org/drawingml/2006/main">
              <a:ext uri="{FF2B5EF4-FFF2-40B4-BE49-F238E27FC236}">
                <a16:creationId xmlns:a16="http://schemas.microsoft.com/office/drawing/2014/main" id="{8D3B38E3-C94F-464B-8F13-871BD663F95F}"/>
              </a:ext>
            </a:extLst>
          </p:cNvPr>
          <p:cNvSpPr>
            <a:spLocks xmlns:a="http://schemas.openxmlformats.org/drawingml/2006/main" noGrp="1"/>
          </p:cNvSpPr>
          <p:nvPr/>
        </p:nvSpPr>
        <p:spPr>
          <a:xfrm xmlns:a="http://schemas.openxmlformats.org/drawingml/2006/main">
            <a:off x="762000" y="447675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Risk analysis</a:t>
            </a:r>
          </a:p>
        </p:txBody>
      </p:sp>
      <p:sp>
        <p:nvSpPr>
          <p:cNvPr id="13" name="!!map.back">
            <a:extLst xmlns:a="http://schemas.openxmlformats.org/drawingml/2006/main">
              <a:ext uri="{FF2B5EF4-FFF2-40B4-BE49-F238E27FC236}">
                <a16:creationId xmlns:a16="http://schemas.microsoft.com/office/drawing/2014/main" id="{0C0F46E8-A5C4-4060-B6BC-301E28AF7B08}"/>
              </a:ext>
            </a:extLst>
          </p:cNvPr>
          <p:cNvSpPr>
            <a:spLocks xmlns:a="http://schemas.openxmlformats.org/drawingml/2006/main" noGrp="1"/>
          </p:cNvSpPr>
          <p:nvPr/>
        </p:nvSpPr>
        <p:spPr>
          <a:xfrm xmlns:a="http://schemas.openxmlformats.org/drawingml/2006/main">
            <a:off x="647700" y="5324475"/>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14" name="!!nav.back">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39E45445-2849-4CC2-B8FE-2681A2B04F0B}"/>
              </a:ext>
            </a:extLst>
          </p:cNvPr>
          <p:cNvSpPr>
            <a:spLocks xmlns:a="http://schemas.openxmlformats.org/drawingml/2006/main" noGrp="1"/>
          </p:cNvSpPr>
          <p:nvPr/>
        </p:nvSpPr>
        <p:spPr>
          <a:xfrm xmlns:a="http://schemas.openxmlformats.org/drawingml/2006/main">
            <a:off x="647700" y="5324475"/>
            <a:ext cx="2609850" cy="409575"/>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005A9C"/>
                </a:solidFill>
                <a:latin typeface="Arial"/>
                <a:ea typeface="Arial"/>
                <a:cs typeface="Arial"/>
              </a:defRPr>
            </a:defPPr>
            <a:lvl1pPr algn="ctr">
              <a:defRPr sz="2025" b="1">
                <a:solidFill>
                  <a:srgbClr val="005A9C"/>
                </a:solidFill>
                <a:latin typeface="Arial"/>
                <a:ea typeface="Arial"/>
                <a:cs typeface="Arial"/>
              </a:defRPr>
            </a:lvl1pPr>
            <a:lvl2pPr algn="ctr">
              <a:defRPr sz="2025" b="1">
                <a:solidFill>
                  <a:srgbClr val="005A9C"/>
                </a:solidFill>
                <a:latin typeface="Arial"/>
                <a:ea typeface="Arial"/>
                <a:cs typeface="Arial"/>
              </a:defRPr>
            </a:lvl2pPr>
            <a:lvl3pPr algn="ctr">
              <a:defRPr sz="2025" b="1">
                <a:solidFill>
                  <a:srgbClr val="005A9C"/>
                </a:solidFill>
                <a:latin typeface="Arial"/>
                <a:ea typeface="Arial"/>
                <a:cs typeface="Arial"/>
              </a:defRPr>
            </a:lvl3pPr>
            <a:lvl4pPr algn="ctr">
              <a:defRPr sz="2025" b="1">
                <a:solidFill>
                  <a:srgbClr val="005A9C"/>
                </a:solidFill>
                <a:latin typeface="Arial"/>
                <a:ea typeface="Arial"/>
                <a:cs typeface="Arial"/>
              </a:defRPr>
            </a:lvl4pPr>
            <a:lvl5pPr algn="ctr">
              <a:defRPr sz="2025" b="1">
                <a:solidFill>
                  <a:srgbClr val="005A9C"/>
                </a:solidFill>
                <a:latin typeface="Arial"/>
                <a:ea typeface="Arial"/>
                <a:cs typeface="Arial"/>
              </a:defRPr>
            </a:lvl5pPr>
            <a:lvl6pPr algn="ctr">
              <a:defRPr sz="2025" b="1">
                <a:solidFill>
                  <a:srgbClr val="005A9C"/>
                </a:solidFill>
                <a:latin typeface="Arial"/>
                <a:ea typeface="Arial"/>
                <a:cs typeface="Arial"/>
              </a:defRPr>
            </a:lvl6pPr>
            <a:lvl7pPr algn="ctr">
              <a:defRPr sz="2025" b="1">
                <a:solidFill>
                  <a:srgbClr val="005A9C"/>
                </a:solidFill>
                <a:latin typeface="Arial"/>
                <a:ea typeface="Arial"/>
                <a:cs typeface="Arial"/>
              </a:defRPr>
            </a:lvl7pPr>
            <a:lvl8pPr algn="ctr">
              <a:defRPr sz="2025" b="1">
                <a:solidFill>
                  <a:srgbClr val="005A9C"/>
                </a:solidFill>
                <a:latin typeface="Arial"/>
                <a:ea typeface="Arial"/>
                <a:cs typeface="Arial"/>
              </a:defRPr>
            </a:lvl8pPr>
            <a:lvl9pPr algn="ctr">
              <a:defRPr sz="2025" b="1">
                <a:solidFill>
                  <a:srgbClr val="005A9C"/>
                </a:solidFill>
                <a:latin typeface="Arial"/>
                <a:ea typeface="Arial"/>
                <a:cs typeface="Arial"/>
              </a:defRPr>
            </a:lvl9pPr>
          </a:lstStyle>
          <a:p xmlns:a="http://schemas.openxmlformats.org/drawingml/2006/main">
            <a:pPr algn="ctr">
              <a:defRPr sz="2025" b="1">
                <a:solidFill>
                  <a:srgbClr val="005A9C"/>
                </a:solidFill>
                <a:latin typeface="Arial"/>
                <a:ea typeface="Arial"/>
                <a:cs typeface="Arial"/>
              </a:defRPr>
            </a:pPr>
            <a:r>
              <a:rPr sz="2025" b="1">
                <a:solidFill>
                  <a:srgbClr val="005A9C"/>
                </a:solidFill>
                <a:latin typeface="Arial"/>
                <a:ea typeface="Arial"/>
                <a:cs typeface="Arial"/>
              </a:rPr>
              <a:t>Back office</a:t>
            </a:r>
          </a:p>
        </p:txBody>
      </p:sp>
      <p:sp>
        <p:nvSpPr>
          <p:cNvPr id="15" name="!!task.files">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6F179062-B672-4D91-AC0D-3DCB29114D3D}"/>
              </a:ext>
            </a:extLst>
          </p:cNvPr>
          <p:cNvSpPr>
            <a:spLocks xmlns:a="http://schemas.openxmlformats.org/drawingml/2006/main" noGrp="1"/>
          </p:cNvSpPr>
          <p:nvPr/>
        </p:nvSpPr>
        <p:spPr>
          <a:xfrm xmlns:a="http://schemas.openxmlformats.org/drawingml/2006/main">
            <a:off x="762000" y="582930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Document processing</a:t>
            </a:r>
          </a:p>
        </p:txBody>
      </p:sp>
      <p:sp>
        <p:nvSpPr>
          <p:cNvPr id="16" name="!!task.dev">
            <ns0:hlinkClick xmlns:ns0="http://schemas.openxmlformats.org/drawingml/2006/main" xmlns:ns1="http://schemas.openxmlformats.org/officeDocument/2006/relationships" ns1:id="rIdNavSlide25" action="ppaction://hlinksldjump" tooltip="Slide 25: Turning a business request into a working tool"/>
            <a:extLst xmlns:a="http://schemas.openxmlformats.org/drawingml/2006/main">
              <a:ext uri="{FF2B5EF4-FFF2-40B4-BE49-F238E27FC236}">
                <a16:creationId xmlns:a16="http://schemas.microsoft.com/office/drawing/2014/main" id="{F8009448-F886-4C56-9A24-3E14AADD9A3C}"/>
              </a:ext>
            </a:extLst>
          </p:cNvPr>
          <p:cNvSpPr>
            <a:spLocks xmlns:a="http://schemas.openxmlformats.org/drawingml/2006/main" noGrp="1"/>
          </p:cNvSpPr>
          <p:nvPr/>
        </p:nvSpPr>
        <p:spPr>
          <a:xfrm xmlns:a="http://schemas.openxmlformats.org/drawingml/2006/main">
            <a:off x="762000" y="614362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Tool development</a:t>
            </a:r>
          </a:p>
        </p:txBody>
      </p:sp>
      <p:sp>
        <p:nvSpPr>
          <p:cNvPr id="17" name="!!map.separator">
            <a:extLst xmlns:a="http://schemas.openxmlformats.org/drawingml/2006/main">
              <a:ext uri="{FF2B5EF4-FFF2-40B4-BE49-F238E27FC236}">
                <a16:creationId xmlns:a16="http://schemas.microsoft.com/office/drawing/2014/main" id="{F4A2B847-E0BC-4513-B487-FF2FAC171743}"/>
              </a:ext>
            </a:extLst>
          </p:cNvPr>
          <p:cNvSpPr>
            <a:spLocks xmlns:a="http://schemas.openxmlformats.org/drawingml/2006/main" noGrp="1"/>
          </p:cNvSpPr>
          <p:nvPr/>
        </p:nvSpPr>
        <p:spPr>
          <a:xfrm xmlns:a="http://schemas.openxmlformats.org/drawingml/2006/main" flipH="0" flipV="0">
            <a:off x="3600450" y="1990725"/>
            <a:ext cx="953" cy="5076825"/>
          </a:xfrm>
          <a:prstGeom xmlns:a="http://schemas.openxmlformats.org/drawingml/2006/main" prst="line">
            <a:avLst/>
          </a:prstGeom>
          <a:noFill xmlns:a="http://schemas.openxmlformats.org/drawingml/2006/main"/>
          <a:ln xmlns:a="http://schemas.openxmlformats.org/drawingml/2006/main" w="9525">
            <a:solidFill>
              <a:srgbClr val="BCC6CF"/>
            </a:solidFill>
            <a:prstDash val="solid"/>
          </a:ln>
        </p:spPr>
      </p:sp>
      <p:sp>
        <p:nvSpPr>
          <p:cNvPr id="18" name="!!nav.home">
            <ns0:hlinkClick xmlns:ns0="http://schemas.openxmlformats.org/drawingml/2006/main" xmlns:ns1="http://schemas.openxmlformats.org/officeDocument/2006/relationships" ns1:id="rIdNavSlide3" action="ppaction://hlinksldjump" tooltip="Slide 3: Seven workflows across the firm"/>
            <a:extLst xmlns:a="http://schemas.openxmlformats.org/drawingml/2006/main">
              <a:ext uri="{FF2B5EF4-FFF2-40B4-BE49-F238E27FC236}">
                <a16:creationId xmlns:a16="http://schemas.microsoft.com/office/drawing/2014/main" id="{78907D9D-8E5F-475E-8156-9E50DECA3123}"/>
              </a:ext>
            </a:extLst>
          </p:cNvPr>
          <p:cNvSpPr>
            <a:spLocks xmlns:a="http://schemas.openxmlformats.org/drawingml/2006/main" noGrp="1"/>
          </p:cNvSpPr>
          <p:nvPr/>
        </p:nvSpPr>
        <p:spPr>
          <a:xfrm xmlns:a="http://schemas.openxmlformats.org/drawingml/2006/main">
            <a:off x="647700" y="7496175"/>
            <a:ext cx="26098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BCC6CF"/>
            </a:solidFill>
            <a:prstDash val="solid"/>
          </a:ln>
        </p:spPr>
        <p:txBody>
          <a:bodyPr xmlns:a="http://schemas.openxmlformats.org/drawingml/2006/main" wrap="square" lIns="114300" tIns="0" rIns="114300" bIns="0" anchor="ctr">
            <a:noAutofit/>
          </a:bodyPr>
          <a:lstStyle xmlns:a="http://schemas.openxmlformats.org/drawingml/2006/main">
            <a:defPPr algn="ctr">
              <a:defRPr sz="1800" b="1">
                <a:solidFill>
                  <a:srgbClr val="005A9C"/>
                </a:solidFill>
                <a:latin typeface="Arial"/>
                <a:ea typeface="Arial"/>
                <a:cs typeface="Arial"/>
              </a:defRPr>
            </a:defPPr>
            <a:lvl1pPr algn="ctr">
              <a:defRPr sz="1800" b="1">
                <a:solidFill>
                  <a:srgbClr val="005A9C"/>
                </a:solidFill>
                <a:latin typeface="Arial"/>
                <a:ea typeface="Arial"/>
                <a:cs typeface="Arial"/>
              </a:defRPr>
            </a:lvl1pPr>
            <a:lvl2pPr algn="ctr">
              <a:defRPr sz="1800" b="1">
                <a:solidFill>
                  <a:srgbClr val="005A9C"/>
                </a:solidFill>
                <a:latin typeface="Arial"/>
                <a:ea typeface="Arial"/>
                <a:cs typeface="Arial"/>
              </a:defRPr>
            </a:lvl2pPr>
            <a:lvl3pPr algn="ctr">
              <a:defRPr sz="1800" b="1">
                <a:solidFill>
                  <a:srgbClr val="005A9C"/>
                </a:solidFill>
                <a:latin typeface="Arial"/>
                <a:ea typeface="Arial"/>
                <a:cs typeface="Arial"/>
              </a:defRPr>
            </a:lvl3pPr>
            <a:lvl4pPr algn="ctr">
              <a:defRPr sz="1800" b="1">
                <a:solidFill>
                  <a:srgbClr val="005A9C"/>
                </a:solidFill>
                <a:latin typeface="Arial"/>
                <a:ea typeface="Arial"/>
                <a:cs typeface="Arial"/>
              </a:defRPr>
            </a:lvl4pPr>
            <a:lvl5pPr algn="ctr">
              <a:defRPr sz="1800" b="1">
                <a:solidFill>
                  <a:srgbClr val="005A9C"/>
                </a:solidFill>
                <a:latin typeface="Arial"/>
                <a:ea typeface="Arial"/>
                <a:cs typeface="Arial"/>
              </a:defRPr>
            </a:lvl5pPr>
            <a:lvl6pPr algn="ctr">
              <a:defRPr sz="1800" b="1">
                <a:solidFill>
                  <a:srgbClr val="005A9C"/>
                </a:solidFill>
                <a:latin typeface="Arial"/>
                <a:ea typeface="Arial"/>
                <a:cs typeface="Arial"/>
              </a:defRPr>
            </a:lvl6pPr>
            <a:lvl7pPr algn="ctr">
              <a:defRPr sz="1800" b="1">
                <a:solidFill>
                  <a:srgbClr val="005A9C"/>
                </a:solidFill>
                <a:latin typeface="Arial"/>
                <a:ea typeface="Arial"/>
                <a:cs typeface="Arial"/>
              </a:defRPr>
            </a:lvl7pPr>
            <a:lvl8pPr algn="ctr">
              <a:defRPr sz="1800" b="1">
                <a:solidFill>
                  <a:srgbClr val="005A9C"/>
                </a:solidFill>
                <a:latin typeface="Arial"/>
                <a:ea typeface="Arial"/>
                <a:cs typeface="Arial"/>
              </a:defRPr>
            </a:lvl8pPr>
            <a:lvl9pPr algn="ctr">
              <a:defRPr sz="1800" b="1">
                <a:solidFill>
                  <a:srgbClr val="005A9C"/>
                </a:solidFill>
                <a:latin typeface="Arial"/>
                <a:ea typeface="Arial"/>
                <a:cs typeface="Arial"/>
              </a:defRPr>
            </a:lvl9pPr>
          </a:lstStyle>
          <a:p xmlns:a="http://schemas.openxmlformats.org/drawingml/2006/main">
            <a:pPr algn="ctr">
              <a:defRPr sz="1800" b="1">
                <a:solidFill>
                  <a:srgbClr val="005A9C"/>
                </a:solidFill>
                <a:latin typeface="Arial"/>
                <a:ea typeface="Arial"/>
                <a:cs typeface="Arial"/>
              </a:defRPr>
            </a:pPr>
            <a:r>
              <a:rPr sz="1800" b="1">
                <a:solidFill>
                  <a:srgbClr val="005A9C"/>
                </a:solidFill>
                <a:latin typeface="Arial"/>
                <a:ea typeface="Arial"/>
                <a:cs typeface="Arial"/>
              </a:rPr>
              <a:t>Firm overview</a:t>
            </a:r>
          </a:p>
        </p:txBody>
      </p:sp>
      <p:sp>
        <p:nvSpPr>
          <p:cNvPr id="19" name="!!page">
            <a:extLst xmlns:a="http://schemas.openxmlformats.org/drawingml/2006/main">
              <a:ext uri="{FF2B5EF4-FFF2-40B4-BE49-F238E27FC236}">
                <a16:creationId xmlns:a16="http://schemas.microsoft.com/office/drawing/2014/main" id="{800D31A8-4F47-4C36-8395-23145CBD19EC}"/>
              </a:ext>
            </a:extLst>
          </p:cNvPr>
          <p:cNvSpPr>
            <a:spLocks xmlns:a="http://schemas.openxmlformats.org/drawingml/2006/main" noGrp="1"/>
          </p:cNvSpPr>
          <p:nvPr/>
        </p:nvSpPr>
        <p:spPr>
          <a:xfrm xmlns:a="http://schemas.openxmlformats.org/drawingml/2006/main">
            <a:off x="11144250" y="7591425"/>
            <a:ext cx="904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650" b="0">
                <a:solidFill>
                  <a:srgbClr val="707C88"/>
                </a:solidFill>
                <a:latin typeface="Arial"/>
                <a:ea typeface="Arial"/>
                <a:cs typeface="Arial"/>
              </a:defRPr>
            </a:defPPr>
            <a:lvl1pPr algn="r">
              <a:defRPr sz="1650" b="0">
                <a:solidFill>
                  <a:srgbClr val="707C88"/>
                </a:solidFill>
                <a:latin typeface="Arial"/>
                <a:ea typeface="Arial"/>
                <a:cs typeface="Arial"/>
              </a:defRPr>
            </a:lvl1pPr>
            <a:lvl2pPr algn="r">
              <a:defRPr sz="1650" b="0">
                <a:solidFill>
                  <a:srgbClr val="707C88"/>
                </a:solidFill>
                <a:latin typeface="Arial"/>
                <a:ea typeface="Arial"/>
                <a:cs typeface="Arial"/>
              </a:defRPr>
            </a:lvl2pPr>
            <a:lvl3pPr algn="r">
              <a:defRPr sz="1650" b="0">
                <a:solidFill>
                  <a:srgbClr val="707C88"/>
                </a:solidFill>
                <a:latin typeface="Arial"/>
                <a:ea typeface="Arial"/>
                <a:cs typeface="Arial"/>
              </a:defRPr>
            </a:lvl3pPr>
            <a:lvl4pPr algn="r">
              <a:defRPr sz="1650" b="0">
                <a:solidFill>
                  <a:srgbClr val="707C88"/>
                </a:solidFill>
                <a:latin typeface="Arial"/>
                <a:ea typeface="Arial"/>
                <a:cs typeface="Arial"/>
              </a:defRPr>
            </a:lvl4pPr>
            <a:lvl5pPr algn="r">
              <a:defRPr sz="1650" b="0">
                <a:solidFill>
                  <a:srgbClr val="707C88"/>
                </a:solidFill>
                <a:latin typeface="Arial"/>
                <a:ea typeface="Arial"/>
                <a:cs typeface="Arial"/>
              </a:defRPr>
            </a:lvl5pPr>
            <a:lvl6pPr algn="r">
              <a:defRPr sz="1650" b="0">
                <a:solidFill>
                  <a:srgbClr val="707C88"/>
                </a:solidFill>
                <a:latin typeface="Arial"/>
                <a:ea typeface="Arial"/>
                <a:cs typeface="Arial"/>
              </a:defRPr>
            </a:lvl6pPr>
            <a:lvl7pPr algn="r">
              <a:defRPr sz="1650" b="0">
                <a:solidFill>
                  <a:srgbClr val="707C88"/>
                </a:solidFill>
                <a:latin typeface="Arial"/>
                <a:ea typeface="Arial"/>
                <a:cs typeface="Arial"/>
              </a:defRPr>
            </a:lvl7pPr>
            <a:lvl8pPr algn="r">
              <a:defRPr sz="1650" b="0">
                <a:solidFill>
                  <a:srgbClr val="707C88"/>
                </a:solidFill>
                <a:latin typeface="Arial"/>
                <a:ea typeface="Arial"/>
                <a:cs typeface="Arial"/>
              </a:defRPr>
            </a:lvl8pPr>
            <a:lvl9pPr algn="r">
              <a:defRPr sz="1650" b="0">
                <a:solidFill>
                  <a:srgbClr val="707C88"/>
                </a:solidFill>
                <a:latin typeface="Arial"/>
                <a:ea typeface="Arial"/>
                <a:cs typeface="Arial"/>
              </a:defRPr>
            </a:lvl9pPr>
          </a:lstStyle>
          <a:p xmlns:a="http://schemas.openxmlformats.org/drawingml/2006/main">
            <a:pPr algn="r">
              <a:defRPr sz="1650" b="0">
                <a:solidFill>
                  <a:srgbClr val="707C88"/>
                </a:solidFill>
                <a:latin typeface="Arial"/>
                <a:ea typeface="Arial"/>
                <a:cs typeface="Arial"/>
              </a:defRPr>
            </a:pPr>
            <a:r>
              <a:rPr sz="1650" b="0">
                <a:solidFill>
                  <a:srgbClr val="707C88"/>
                </a:solidFill>
                <a:latin typeface="Arial"/>
                <a:ea typeface="Arial"/>
                <a:cs typeface="Arial"/>
              </a:rPr>
              <a:t>10 / 33</a:t>
            </a:r>
          </a:p>
        </p:txBody>
      </p:sp>
      <p:sp>
        <p:nvSpPr>
          <p:cNvPr id="20" name="!!nav.prev">
            <ns0:hlinkClick xmlns:ns0="http://schemas.openxmlformats.org/drawingml/2006/main" xmlns:ns1="http://schemas.openxmlformats.org/officeDocument/2006/relationships" ns1:id="rIdNavSlide9" action="ppaction://hlinksldjump" tooltip="Slide 9: Preparing a bond quote request"/>
            <a:extLst xmlns:a="http://schemas.openxmlformats.org/drawingml/2006/main">
              <a:ext uri="{FF2B5EF4-FFF2-40B4-BE49-F238E27FC236}">
                <a16:creationId xmlns:a16="http://schemas.microsoft.com/office/drawing/2014/main" id="{5B85DE0A-2DAD-44C8-9F12-85F5A06E6EEC}"/>
              </a:ext>
            </a:extLst>
          </p:cNvPr>
          <p:cNvSpPr>
            <a:spLocks xmlns:a="http://schemas.openxmlformats.org/drawingml/2006/main" noGrp="1"/>
          </p:cNvSpPr>
          <p:nvPr/>
        </p:nvSpPr>
        <p:spPr>
          <a:xfrm xmlns:a="http://schemas.openxmlformats.org/drawingml/2006/main">
            <a:off x="12287250" y="7496175"/>
            <a:ext cx="1047750" cy="4572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725" b="1">
                <a:solidFill>
                  <a:srgbClr val="005A9C"/>
                </a:solidFill>
                <a:latin typeface="Arial"/>
                <a:ea typeface="Arial"/>
                <a:cs typeface="Arial"/>
              </a:defRPr>
            </a:defPPr>
            <a:lvl1pPr algn="ctr">
              <a:defRPr sz="1725" b="1">
                <a:solidFill>
                  <a:srgbClr val="005A9C"/>
                </a:solidFill>
                <a:latin typeface="Arial"/>
                <a:ea typeface="Arial"/>
                <a:cs typeface="Arial"/>
              </a:defRPr>
            </a:lvl1pPr>
            <a:lvl2pPr algn="ctr">
              <a:defRPr sz="1725" b="1">
                <a:solidFill>
                  <a:srgbClr val="005A9C"/>
                </a:solidFill>
                <a:latin typeface="Arial"/>
                <a:ea typeface="Arial"/>
                <a:cs typeface="Arial"/>
              </a:defRPr>
            </a:lvl2pPr>
            <a:lvl3pPr algn="ctr">
              <a:defRPr sz="1725" b="1">
                <a:solidFill>
                  <a:srgbClr val="005A9C"/>
                </a:solidFill>
                <a:latin typeface="Arial"/>
                <a:ea typeface="Arial"/>
                <a:cs typeface="Arial"/>
              </a:defRPr>
            </a:lvl3pPr>
            <a:lvl4pPr algn="ctr">
              <a:defRPr sz="1725" b="1">
                <a:solidFill>
                  <a:srgbClr val="005A9C"/>
                </a:solidFill>
                <a:latin typeface="Arial"/>
                <a:ea typeface="Arial"/>
                <a:cs typeface="Arial"/>
              </a:defRPr>
            </a:lvl4pPr>
            <a:lvl5pPr algn="ctr">
              <a:defRPr sz="1725" b="1">
                <a:solidFill>
                  <a:srgbClr val="005A9C"/>
                </a:solidFill>
                <a:latin typeface="Arial"/>
                <a:ea typeface="Arial"/>
                <a:cs typeface="Arial"/>
              </a:defRPr>
            </a:lvl5pPr>
            <a:lvl6pPr algn="ctr">
              <a:defRPr sz="1725" b="1">
                <a:solidFill>
                  <a:srgbClr val="005A9C"/>
                </a:solidFill>
                <a:latin typeface="Arial"/>
                <a:ea typeface="Arial"/>
                <a:cs typeface="Arial"/>
              </a:defRPr>
            </a:lvl6pPr>
            <a:lvl7pPr algn="ctr">
              <a:defRPr sz="1725" b="1">
                <a:solidFill>
                  <a:srgbClr val="005A9C"/>
                </a:solidFill>
                <a:latin typeface="Arial"/>
                <a:ea typeface="Arial"/>
                <a:cs typeface="Arial"/>
              </a:defRPr>
            </a:lvl7pPr>
            <a:lvl8pPr algn="ctr">
              <a:defRPr sz="1725" b="1">
                <a:solidFill>
                  <a:srgbClr val="005A9C"/>
                </a:solidFill>
                <a:latin typeface="Arial"/>
                <a:ea typeface="Arial"/>
                <a:cs typeface="Arial"/>
              </a:defRPr>
            </a:lvl8pPr>
            <a:lvl9pPr algn="ctr">
              <a:defRPr sz="1725" b="1">
                <a:solidFill>
                  <a:srgbClr val="005A9C"/>
                </a:solidFill>
                <a:latin typeface="Arial"/>
                <a:ea typeface="Arial"/>
                <a:cs typeface="Arial"/>
              </a:defRPr>
            </a:lvl9pPr>
          </a:lstStyle>
          <a:p xmlns:a="http://schemas.openxmlformats.org/drawingml/2006/main">
            <a:pPr algn="ctr">
              <a:defRPr sz="1725" b="1">
                <a:solidFill>
                  <a:srgbClr val="005A9C"/>
                </a:solidFill>
                <a:latin typeface="Arial"/>
                <a:ea typeface="Arial"/>
                <a:cs typeface="Arial"/>
              </a:defRPr>
            </a:pPr>
            <a:r>
              <a:rPr sz="1725" b="1">
                <a:solidFill>
                  <a:srgbClr val="005A9C"/>
                </a:solidFill>
                <a:latin typeface="Arial"/>
                <a:ea typeface="Arial"/>
                <a:cs typeface="Arial"/>
              </a:rPr>
              <a:t>Back</a:t>
            </a:r>
          </a:p>
        </p:txBody>
      </p:sp>
      <p:sp>
        <p:nvSpPr>
          <p:cNvPr id="21" name="!!nav.next">
            <ns0:hlinkClick xmlns:ns0="http://schemas.openxmlformats.org/drawingml/2006/main" xmlns:ns1="http://schemas.openxmlformats.org/officeDocument/2006/relationships" ns1:id="rIdNavSlide11" action="ppaction://hlinksldjump" tooltip="Slide 11: Proposed bond quote workflow"/>
            <a:extLst xmlns:a="http://schemas.openxmlformats.org/drawingml/2006/main">
              <a:ext uri="{FF2B5EF4-FFF2-40B4-BE49-F238E27FC236}">
                <a16:creationId xmlns:a16="http://schemas.microsoft.com/office/drawing/2014/main" id="{9A9EA336-A815-44D3-B18C-4E5D361E7922}"/>
              </a:ext>
            </a:extLst>
          </p:cNvPr>
          <p:cNvSpPr>
            <a:spLocks xmlns:a="http://schemas.openxmlformats.org/drawingml/2006/main" noGrp="1"/>
          </p:cNvSpPr>
          <p:nvPr/>
        </p:nvSpPr>
        <p:spPr>
          <a:xfrm xmlns:a="http://schemas.openxmlformats.org/drawingml/2006/main">
            <a:off x="13506450" y="7496175"/>
            <a:ext cx="1085850" cy="45720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725" b="1">
                <a:solidFill>
                  <a:srgbClr val="FFFFFF"/>
                </a:solidFill>
                <a:latin typeface="Arial"/>
                <a:ea typeface="Arial"/>
                <a:cs typeface="Arial"/>
              </a:defRPr>
            </a:defPPr>
            <a:lvl1pPr algn="ctr">
              <a:defRPr sz="1725" b="1">
                <a:solidFill>
                  <a:srgbClr val="FFFFFF"/>
                </a:solidFill>
                <a:latin typeface="Arial"/>
                <a:ea typeface="Arial"/>
                <a:cs typeface="Arial"/>
              </a:defRPr>
            </a:lvl1pPr>
            <a:lvl2pPr algn="ctr">
              <a:defRPr sz="1725" b="1">
                <a:solidFill>
                  <a:srgbClr val="FFFFFF"/>
                </a:solidFill>
                <a:latin typeface="Arial"/>
                <a:ea typeface="Arial"/>
                <a:cs typeface="Arial"/>
              </a:defRPr>
            </a:lvl2pPr>
            <a:lvl3pPr algn="ctr">
              <a:defRPr sz="1725" b="1">
                <a:solidFill>
                  <a:srgbClr val="FFFFFF"/>
                </a:solidFill>
                <a:latin typeface="Arial"/>
                <a:ea typeface="Arial"/>
                <a:cs typeface="Arial"/>
              </a:defRPr>
            </a:lvl3pPr>
            <a:lvl4pPr algn="ctr">
              <a:defRPr sz="1725" b="1">
                <a:solidFill>
                  <a:srgbClr val="FFFFFF"/>
                </a:solidFill>
                <a:latin typeface="Arial"/>
                <a:ea typeface="Arial"/>
                <a:cs typeface="Arial"/>
              </a:defRPr>
            </a:lvl4pPr>
            <a:lvl5pPr algn="ctr">
              <a:defRPr sz="1725" b="1">
                <a:solidFill>
                  <a:srgbClr val="FFFFFF"/>
                </a:solidFill>
                <a:latin typeface="Arial"/>
                <a:ea typeface="Arial"/>
                <a:cs typeface="Arial"/>
              </a:defRPr>
            </a:lvl5pPr>
            <a:lvl6pPr algn="ctr">
              <a:defRPr sz="1725" b="1">
                <a:solidFill>
                  <a:srgbClr val="FFFFFF"/>
                </a:solidFill>
                <a:latin typeface="Arial"/>
                <a:ea typeface="Arial"/>
                <a:cs typeface="Arial"/>
              </a:defRPr>
            </a:lvl6pPr>
            <a:lvl7pPr algn="ctr">
              <a:defRPr sz="1725" b="1">
                <a:solidFill>
                  <a:srgbClr val="FFFFFF"/>
                </a:solidFill>
                <a:latin typeface="Arial"/>
                <a:ea typeface="Arial"/>
                <a:cs typeface="Arial"/>
              </a:defRPr>
            </a:lvl7pPr>
            <a:lvl8pPr algn="ctr">
              <a:defRPr sz="1725" b="1">
                <a:solidFill>
                  <a:srgbClr val="FFFFFF"/>
                </a:solidFill>
                <a:latin typeface="Arial"/>
                <a:ea typeface="Arial"/>
                <a:cs typeface="Arial"/>
              </a:defRPr>
            </a:lvl8pPr>
            <a:lvl9pPr algn="ctr">
              <a:defRPr sz="1725" b="1">
                <a:solidFill>
                  <a:srgbClr val="FFFFFF"/>
                </a:solidFill>
                <a:latin typeface="Arial"/>
                <a:ea typeface="Arial"/>
                <a:cs typeface="Arial"/>
              </a:defRPr>
            </a:lvl9pPr>
          </a:lstStyle>
          <a:p xmlns:a="http://schemas.openxmlformats.org/drawingml/2006/main">
            <a:pPr algn="ctr">
              <a:defRPr sz="1725" b="1">
                <a:solidFill>
                  <a:srgbClr val="FFFFFF"/>
                </a:solidFill>
                <a:latin typeface="Arial"/>
                <a:ea typeface="Arial"/>
                <a:cs typeface="Arial"/>
              </a:defRPr>
            </a:pPr>
            <a:r>
              <a:rPr sz="1725" b="1">
                <a:solidFill>
                  <a:srgbClr val="FFFFFF"/>
                </a:solidFill>
                <a:latin typeface="Arial"/>
                <a:ea typeface="Arial"/>
                <a:cs typeface="Arial"/>
              </a:rPr>
              <a:t>Next</a:t>
            </a:r>
          </a:p>
        </p:txBody>
      </p:sp>
      <p:sp>
        <p:nvSpPr>
          <p:cNvPr id="22" name="!!footer.rule">
            <a:extLst xmlns:a="http://schemas.openxmlformats.org/drawingml/2006/main">
              <a:ext uri="{FF2B5EF4-FFF2-40B4-BE49-F238E27FC236}">
                <a16:creationId xmlns:a16="http://schemas.microsoft.com/office/drawing/2014/main" id="{80BE6E05-E74B-4367-9EE9-7F28120615D6}"/>
              </a:ext>
            </a:extLst>
          </p:cNvPr>
          <p:cNvSpPr>
            <a:spLocks xmlns:a="http://schemas.openxmlformats.org/drawingml/2006/main" noGrp="1"/>
          </p:cNvSpPr>
          <p:nvPr/>
        </p:nvSpPr>
        <p:spPr>
          <a:xfrm xmlns:a="http://schemas.openxmlformats.org/drawingml/2006/main" flipH="0" flipV="0">
            <a:off x="647700" y="8134350"/>
            <a:ext cx="13944600" cy="953"/>
          </a:xfrm>
          <a:prstGeom xmlns:a="http://schemas.openxmlformats.org/drawingml/2006/main" prst="line">
            <a:avLst/>
          </a:prstGeom>
          <a:noFill xmlns:a="http://schemas.openxmlformats.org/drawingml/2006/main"/>
          <a:ln xmlns:a="http://schemas.openxmlformats.org/drawingml/2006/main" w="9525">
            <a:solidFill>
              <a:srgbClr val="BCC6CF"/>
            </a:solidFill>
            <a:prstDash val="solid"/>
          </a:ln>
        </p:spPr>
      </p:sp>
      <p:sp>
        <p:nvSpPr>
          <p:cNvPr id="23" name="!!source">
            <a:extLst xmlns:a="http://schemas.openxmlformats.org/drawingml/2006/main">
              <a:ext uri="{FF2B5EF4-FFF2-40B4-BE49-F238E27FC236}">
                <a16:creationId xmlns:a16="http://schemas.microsoft.com/office/drawing/2014/main" id="{098B6DE9-89C6-4905-B460-86E7B6D0FBFC}"/>
              </a:ext>
            </a:extLst>
          </p:cNvPr>
          <p:cNvSpPr>
            <a:spLocks xmlns:a="http://schemas.openxmlformats.org/drawingml/2006/main" noGrp="1"/>
          </p:cNvSpPr>
          <p:nvPr/>
        </p:nvSpPr>
        <p:spPr>
          <a:xfrm xmlns:a="http://schemas.openxmlformats.org/drawingml/2006/main">
            <a:off x="647700" y="8267700"/>
            <a:ext cx="13944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707C88"/>
                </a:solidFill>
                <a:latin typeface="Arial"/>
                <a:ea typeface="Arial"/>
                <a:cs typeface="Arial"/>
              </a:defRPr>
            </a:defPPr>
            <a:lvl1pPr algn="l">
              <a:defRPr sz="1050" b="0">
                <a:solidFill>
                  <a:srgbClr val="707C88"/>
                </a:solidFill>
                <a:latin typeface="Arial"/>
                <a:ea typeface="Arial"/>
                <a:cs typeface="Arial"/>
              </a:defRPr>
            </a:lvl1pPr>
            <a:lvl2pPr algn="l">
              <a:defRPr sz="1050" b="0">
                <a:solidFill>
                  <a:srgbClr val="707C88"/>
                </a:solidFill>
                <a:latin typeface="Arial"/>
                <a:ea typeface="Arial"/>
                <a:cs typeface="Arial"/>
              </a:defRPr>
            </a:lvl2pPr>
            <a:lvl3pPr algn="l">
              <a:defRPr sz="1050" b="0">
                <a:solidFill>
                  <a:srgbClr val="707C88"/>
                </a:solidFill>
                <a:latin typeface="Arial"/>
                <a:ea typeface="Arial"/>
                <a:cs typeface="Arial"/>
              </a:defRPr>
            </a:lvl3pPr>
            <a:lvl4pPr algn="l">
              <a:defRPr sz="1050" b="0">
                <a:solidFill>
                  <a:srgbClr val="707C88"/>
                </a:solidFill>
                <a:latin typeface="Arial"/>
                <a:ea typeface="Arial"/>
                <a:cs typeface="Arial"/>
              </a:defRPr>
            </a:lvl4pPr>
            <a:lvl5pPr algn="l">
              <a:defRPr sz="1050" b="0">
                <a:solidFill>
                  <a:srgbClr val="707C88"/>
                </a:solidFill>
                <a:latin typeface="Arial"/>
                <a:ea typeface="Arial"/>
                <a:cs typeface="Arial"/>
              </a:defRPr>
            </a:lvl5pPr>
            <a:lvl6pPr algn="l">
              <a:defRPr sz="1050" b="0">
                <a:solidFill>
                  <a:srgbClr val="707C88"/>
                </a:solidFill>
                <a:latin typeface="Arial"/>
                <a:ea typeface="Arial"/>
                <a:cs typeface="Arial"/>
              </a:defRPr>
            </a:lvl6pPr>
            <a:lvl7pPr algn="l">
              <a:defRPr sz="1050" b="0">
                <a:solidFill>
                  <a:srgbClr val="707C88"/>
                </a:solidFill>
                <a:latin typeface="Arial"/>
                <a:ea typeface="Arial"/>
                <a:cs typeface="Arial"/>
              </a:defRPr>
            </a:lvl7pPr>
            <a:lvl8pPr algn="l">
              <a:defRPr sz="1050" b="0">
                <a:solidFill>
                  <a:srgbClr val="707C88"/>
                </a:solidFill>
                <a:latin typeface="Arial"/>
                <a:ea typeface="Arial"/>
                <a:cs typeface="Arial"/>
              </a:defRPr>
            </a:lvl8pPr>
            <a:lvl9pPr algn="l">
              <a:defRPr sz="1050" b="0">
                <a:solidFill>
                  <a:srgbClr val="707C88"/>
                </a:solidFill>
                <a:latin typeface="Arial"/>
                <a:ea typeface="Arial"/>
                <a:cs typeface="Arial"/>
              </a:defRPr>
            </a:lvl9pPr>
          </a:lstStyle>
          <a:p xmlns:a="http://schemas.openxmlformats.org/drawingml/2006/main">
            <a:pPr algn="l">
              <a:defRPr sz="1050" b="0">
                <a:solidFill>
                  <a:srgbClr val="707C88"/>
                </a:solidFill>
                <a:latin typeface="Arial"/>
                <a:ea typeface="Arial"/>
                <a:cs typeface="Arial"/>
              </a:defRPr>
            </a:pPr>
            <a:r>
              <a:rPr sz="1050" b="0">
                <a:solidFill>
                  <a:srgbClr val="707C88"/>
                </a:solidFill>
                <a:latin typeface="Arial"/>
                <a:ea typeface="Arial"/>
                <a:cs typeface="Arial"/>
              </a:rPr>
              <a:t>Sources: Southern Asset Management; Aegon-Industrial / AMAC</a:t>
            </a:r>
          </a:p>
        </p:txBody>
      </p:sp>
      <p:sp>
        <p:nvSpPr>
          <p:cNvPr id="24" name="!!trade.southern">
            <a:extLst xmlns:a="http://schemas.openxmlformats.org/drawingml/2006/main">
              <a:ext uri="{FF2B5EF4-FFF2-40B4-BE49-F238E27FC236}">
                <a16:creationId xmlns:a16="http://schemas.microsoft.com/office/drawing/2014/main" id="{A0590A35-BE6B-4ED2-831D-EA91730F5D31}"/>
              </a:ext>
            </a:extLst>
          </p:cNvPr>
          <p:cNvSpPr>
            <a:spLocks xmlns:a="http://schemas.openxmlformats.org/drawingml/2006/main" noGrp="1"/>
          </p:cNvSpPr>
          <p:nvPr/>
        </p:nvSpPr>
        <p:spPr>
          <a:xfrm xmlns:a="http://schemas.openxmlformats.org/drawingml/2006/main">
            <a:off x="4057650" y="2190750"/>
            <a:ext cx="10534650" cy="45720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FFFFFF"/>
                </a:solidFill>
                <a:latin typeface="Arial"/>
                <a:ea typeface="Arial"/>
                <a:cs typeface="Arial"/>
              </a:defRPr>
            </a:defPPr>
            <a:lvl1pPr algn="ctr">
              <a:defRPr sz="2025" b="1">
                <a:solidFill>
                  <a:srgbClr val="FFFFFF"/>
                </a:solidFill>
                <a:latin typeface="Arial"/>
                <a:ea typeface="Arial"/>
                <a:cs typeface="Arial"/>
              </a:defRPr>
            </a:lvl1pPr>
            <a:lvl2pPr algn="ctr">
              <a:defRPr sz="2025" b="1">
                <a:solidFill>
                  <a:srgbClr val="FFFFFF"/>
                </a:solidFill>
                <a:latin typeface="Arial"/>
                <a:ea typeface="Arial"/>
                <a:cs typeface="Arial"/>
              </a:defRPr>
            </a:lvl2pPr>
            <a:lvl3pPr algn="ctr">
              <a:defRPr sz="2025" b="1">
                <a:solidFill>
                  <a:srgbClr val="FFFFFF"/>
                </a:solidFill>
                <a:latin typeface="Arial"/>
                <a:ea typeface="Arial"/>
                <a:cs typeface="Arial"/>
              </a:defRPr>
            </a:lvl3pPr>
            <a:lvl4pPr algn="ctr">
              <a:defRPr sz="2025" b="1">
                <a:solidFill>
                  <a:srgbClr val="FFFFFF"/>
                </a:solidFill>
                <a:latin typeface="Arial"/>
                <a:ea typeface="Arial"/>
                <a:cs typeface="Arial"/>
              </a:defRPr>
            </a:lvl4pPr>
            <a:lvl5pPr algn="ctr">
              <a:defRPr sz="2025" b="1">
                <a:solidFill>
                  <a:srgbClr val="FFFFFF"/>
                </a:solidFill>
                <a:latin typeface="Arial"/>
                <a:ea typeface="Arial"/>
                <a:cs typeface="Arial"/>
              </a:defRPr>
            </a:lvl5pPr>
            <a:lvl6pPr algn="ctr">
              <a:defRPr sz="2025" b="1">
                <a:solidFill>
                  <a:srgbClr val="FFFFFF"/>
                </a:solidFill>
                <a:latin typeface="Arial"/>
                <a:ea typeface="Arial"/>
                <a:cs typeface="Arial"/>
              </a:defRPr>
            </a:lvl6pPr>
            <a:lvl7pPr algn="ctr">
              <a:defRPr sz="2025" b="1">
                <a:solidFill>
                  <a:srgbClr val="FFFFFF"/>
                </a:solidFill>
                <a:latin typeface="Arial"/>
                <a:ea typeface="Arial"/>
                <a:cs typeface="Arial"/>
              </a:defRPr>
            </a:lvl7pPr>
            <a:lvl8pPr algn="ctr">
              <a:defRPr sz="2025" b="1">
                <a:solidFill>
                  <a:srgbClr val="FFFFFF"/>
                </a:solidFill>
                <a:latin typeface="Arial"/>
                <a:ea typeface="Arial"/>
                <a:cs typeface="Arial"/>
              </a:defRPr>
            </a:lvl8pPr>
            <a:lvl9pPr algn="ctr">
              <a:defRPr sz="2025" b="1">
                <a:solidFill>
                  <a:srgbClr val="FFFFFF"/>
                </a:solidFill>
                <a:latin typeface="Arial"/>
                <a:ea typeface="Arial"/>
                <a:cs typeface="Arial"/>
              </a:defRPr>
            </a:lvl9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Southern Asset Management: Xiaonan trading assistant</a:t>
            </a:r>
          </a:p>
        </p:txBody>
      </p:sp>
      <p:sp>
        <p:nvSpPr>
          <p:cNvPr id="25" name="!!trade.case1.0">
            <a:extLst xmlns:a="http://schemas.openxmlformats.org/drawingml/2006/main">
              <a:ext uri="{FF2B5EF4-FFF2-40B4-BE49-F238E27FC236}">
                <a16:creationId xmlns:a16="http://schemas.microsoft.com/office/drawing/2014/main" id="{7B1338D3-E301-44EB-804F-54AE13E968F9}"/>
              </a:ext>
            </a:extLst>
          </p:cNvPr>
          <p:cNvSpPr>
            <a:spLocks xmlns:a="http://schemas.openxmlformats.org/drawingml/2006/main" noGrp="1"/>
          </p:cNvSpPr>
          <p:nvPr/>
        </p:nvSpPr>
        <p:spPr>
          <a:xfrm xmlns:a="http://schemas.openxmlformats.org/drawingml/2006/main">
            <a:off x="4057650" y="2952750"/>
            <a:ext cx="2419350" cy="1323975"/>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26" name="!!trade.case1.0.role">
            <a:extLst xmlns:a="http://schemas.openxmlformats.org/drawingml/2006/main">
              <a:ext uri="{FF2B5EF4-FFF2-40B4-BE49-F238E27FC236}">
                <a16:creationId xmlns:a16="http://schemas.microsoft.com/office/drawing/2014/main" id="{9878DD94-134A-4370-9FF9-649AA62473FF}"/>
              </a:ext>
            </a:extLst>
          </p:cNvPr>
          <p:cNvSpPr>
            <a:spLocks xmlns:a="http://schemas.openxmlformats.org/drawingml/2006/main" noGrp="1"/>
          </p:cNvSpPr>
          <p:nvPr/>
        </p:nvSpPr>
        <p:spPr>
          <a:xfrm xmlns:a="http://schemas.openxmlformats.org/drawingml/2006/main">
            <a:off x="4248150" y="3095625"/>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20262C"/>
                </a:solidFill>
                <a:latin typeface="Arial"/>
                <a:ea typeface="Arial"/>
                <a:cs typeface="Arial"/>
              </a:defRPr>
            </a:defPPr>
            <a:lvl1pPr algn="l">
              <a:defRPr sz="1650" b="1">
                <a:solidFill>
                  <a:srgbClr val="20262C"/>
                </a:solidFill>
                <a:latin typeface="Arial"/>
                <a:ea typeface="Arial"/>
                <a:cs typeface="Arial"/>
              </a:defRPr>
            </a:lvl1pPr>
            <a:lvl2pPr algn="l">
              <a:defRPr sz="1650" b="1">
                <a:solidFill>
                  <a:srgbClr val="20262C"/>
                </a:solidFill>
                <a:latin typeface="Arial"/>
                <a:ea typeface="Arial"/>
                <a:cs typeface="Arial"/>
              </a:defRPr>
            </a:lvl2pPr>
            <a:lvl3pPr algn="l">
              <a:defRPr sz="1650" b="1">
                <a:solidFill>
                  <a:srgbClr val="20262C"/>
                </a:solidFill>
                <a:latin typeface="Arial"/>
                <a:ea typeface="Arial"/>
                <a:cs typeface="Arial"/>
              </a:defRPr>
            </a:lvl3pPr>
            <a:lvl4pPr algn="l">
              <a:defRPr sz="1650" b="1">
                <a:solidFill>
                  <a:srgbClr val="20262C"/>
                </a:solidFill>
                <a:latin typeface="Arial"/>
                <a:ea typeface="Arial"/>
                <a:cs typeface="Arial"/>
              </a:defRPr>
            </a:lvl4pPr>
            <a:lvl5pPr algn="l">
              <a:defRPr sz="1650" b="1">
                <a:solidFill>
                  <a:srgbClr val="20262C"/>
                </a:solidFill>
                <a:latin typeface="Arial"/>
                <a:ea typeface="Arial"/>
                <a:cs typeface="Arial"/>
              </a:defRPr>
            </a:lvl5pPr>
            <a:lvl6pPr algn="l">
              <a:defRPr sz="1650" b="1">
                <a:solidFill>
                  <a:srgbClr val="20262C"/>
                </a:solidFill>
                <a:latin typeface="Arial"/>
                <a:ea typeface="Arial"/>
                <a:cs typeface="Arial"/>
              </a:defRPr>
            </a:lvl6pPr>
            <a:lvl7pPr algn="l">
              <a:defRPr sz="1650" b="1">
                <a:solidFill>
                  <a:srgbClr val="20262C"/>
                </a:solidFill>
                <a:latin typeface="Arial"/>
                <a:ea typeface="Arial"/>
                <a:cs typeface="Arial"/>
              </a:defRPr>
            </a:lvl7pPr>
            <a:lvl8pPr algn="l">
              <a:defRPr sz="1650" b="1">
                <a:solidFill>
                  <a:srgbClr val="20262C"/>
                </a:solidFill>
                <a:latin typeface="Arial"/>
                <a:ea typeface="Arial"/>
                <a:cs typeface="Arial"/>
              </a:defRPr>
            </a:lvl8pPr>
            <a:lvl9pPr algn="l">
              <a:defRPr sz="1650" b="1">
                <a:solidFill>
                  <a:srgbClr val="20262C"/>
                </a:solidFill>
                <a:latin typeface="Arial"/>
                <a:ea typeface="Arial"/>
                <a:cs typeface="Arial"/>
              </a:defRPr>
            </a:lvl9pPr>
          </a:lstStyle>
          <a:p xmlns:a="http://schemas.openxmlformats.org/drawingml/2006/main">
            <a:pPr algn="l">
              <a:defRPr sz="1650" b="1">
                <a:solidFill>
                  <a:srgbClr val="20262C"/>
                </a:solidFill>
                <a:latin typeface="Arial"/>
                <a:ea typeface="Arial"/>
                <a:cs typeface="Arial"/>
              </a:defRPr>
            </a:pPr>
            <a:r>
              <a:rPr sz="1650" b="1">
                <a:solidFill>
                  <a:srgbClr val="20262C"/>
                </a:solidFill>
                <a:latin typeface="Arial"/>
                <a:ea typeface="Arial"/>
                <a:cs typeface="Arial"/>
              </a:rPr>
              <a:t>User request</a:t>
            </a:r>
          </a:p>
        </p:txBody>
      </p:sp>
      <p:sp>
        <p:nvSpPr>
          <p:cNvPr id="27" name="!!trade.case1.0.body">
            <a:extLst xmlns:a="http://schemas.openxmlformats.org/drawingml/2006/main">
              <a:ext uri="{FF2B5EF4-FFF2-40B4-BE49-F238E27FC236}">
                <a16:creationId xmlns:a16="http://schemas.microsoft.com/office/drawing/2014/main" id="{7FE25D35-A6F4-4308-8067-FCB6674D1329}"/>
              </a:ext>
            </a:extLst>
          </p:cNvPr>
          <p:cNvSpPr>
            <a:spLocks xmlns:a="http://schemas.openxmlformats.org/drawingml/2006/main" noGrp="1"/>
          </p:cNvSpPr>
          <p:nvPr/>
        </p:nvSpPr>
        <p:spPr>
          <a:xfrm xmlns:a="http://schemas.openxmlformats.org/drawingml/2006/main">
            <a:off x="4248150" y="3533775"/>
            <a:ext cx="20383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0262C"/>
                </a:solidFill>
                <a:latin typeface="Arial"/>
                <a:ea typeface="Arial"/>
                <a:cs typeface="Arial"/>
              </a:defRPr>
            </a:defPPr>
            <a:lvl1pPr algn="l">
              <a:defRPr sz="1800" b="0">
                <a:solidFill>
                  <a:srgbClr val="20262C"/>
                </a:solidFill>
                <a:latin typeface="Arial"/>
                <a:ea typeface="Arial"/>
                <a:cs typeface="Arial"/>
              </a:defRPr>
            </a:lvl1pPr>
            <a:lvl2pPr algn="l">
              <a:defRPr sz="1800" b="0">
                <a:solidFill>
                  <a:srgbClr val="20262C"/>
                </a:solidFill>
                <a:latin typeface="Arial"/>
                <a:ea typeface="Arial"/>
                <a:cs typeface="Arial"/>
              </a:defRPr>
            </a:lvl2pPr>
            <a:lvl3pPr algn="l">
              <a:defRPr sz="1800" b="0">
                <a:solidFill>
                  <a:srgbClr val="20262C"/>
                </a:solidFill>
                <a:latin typeface="Arial"/>
                <a:ea typeface="Arial"/>
                <a:cs typeface="Arial"/>
              </a:defRPr>
            </a:lvl3pPr>
            <a:lvl4pPr algn="l">
              <a:defRPr sz="1800" b="0">
                <a:solidFill>
                  <a:srgbClr val="20262C"/>
                </a:solidFill>
                <a:latin typeface="Arial"/>
                <a:ea typeface="Arial"/>
                <a:cs typeface="Arial"/>
              </a:defRPr>
            </a:lvl4pPr>
            <a:lvl5pPr algn="l">
              <a:defRPr sz="1800" b="0">
                <a:solidFill>
                  <a:srgbClr val="20262C"/>
                </a:solidFill>
                <a:latin typeface="Arial"/>
                <a:ea typeface="Arial"/>
                <a:cs typeface="Arial"/>
              </a:defRPr>
            </a:lvl5pPr>
            <a:lvl6pPr algn="l">
              <a:defRPr sz="1800" b="0">
                <a:solidFill>
                  <a:srgbClr val="20262C"/>
                </a:solidFill>
                <a:latin typeface="Arial"/>
                <a:ea typeface="Arial"/>
                <a:cs typeface="Arial"/>
              </a:defRPr>
            </a:lvl6pPr>
            <a:lvl7pPr algn="l">
              <a:defRPr sz="1800" b="0">
                <a:solidFill>
                  <a:srgbClr val="20262C"/>
                </a:solidFill>
                <a:latin typeface="Arial"/>
                <a:ea typeface="Arial"/>
                <a:cs typeface="Arial"/>
              </a:defRPr>
            </a:lvl7pPr>
            <a:lvl8pPr algn="l">
              <a:defRPr sz="1800" b="0">
                <a:solidFill>
                  <a:srgbClr val="20262C"/>
                </a:solidFill>
                <a:latin typeface="Arial"/>
                <a:ea typeface="Arial"/>
                <a:cs typeface="Arial"/>
              </a:defRPr>
            </a:lvl8pPr>
            <a:lvl9pPr algn="l">
              <a:defRPr sz="1800" b="0">
                <a:solidFill>
                  <a:srgbClr val="20262C"/>
                </a:solidFill>
                <a:latin typeface="Arial"/>
                <a:ea typeface="Arial"/>
                <a:cs typeface="Arial"/>
              </a:defRPr>
            </a:lvl9pPr>
          </a:lstStyle>
          <a:p xmlns:a="http://schemas.openxmlformats.org/drawingml/2006/main">
            <a:pPr algn="l">
              <a:defRPr sz="1800" b="0">
                <a:solidFill>
                  <a:srgbClr val="20262C"/>
                </a:solidFill>
                <a:latin typeface="Arial"/>
                <a:ea typeface="Arial"/>
                <a:cs typeface="Arial"/>
              </a:defRPr>
            </a:pPr>
            <a:r>
              <a:rPr sz="1800" b="0">
                <a:solidFill>
                  <a:srgbClr val="20262C"/>
                </a:solidFill>
                <a:latin typeface="Arial"/>
                <a:ea typeface="Arial"/>
                <a:cs typeface="Arial"/>
              </a:rPr>
              <a:t>Specify a screen,</a:t>
            </a:r>
          </a:p>
          <a:p xmlns:a="http://schemas.openxmlformats.org/drawingml/2006/main">
            <a:pPr algn="l">
              <a:defRPr sz="1800" b="0">
                <a:solidFill>
                  <a:srgbClr val="20262C"/>
                </a:solidFill>
                <a:latin typeface="Arial"/>
                <a:ea typeface="Arial"/>
                <a:cs typeface="Arial"/>
              </a:defRPr>
            </a:pPr>
            <a:r>
              <a:rPr sz="1800" b="0">
                <a:solidFill>
                  <a:srgbClr val="20262C"/>
                </a:solidFill>
                <a:latin typeface="Arial"/>
                <a:ea typeface="Arial"/>
                <a:cs typeface="Arial"/>
              </a:rPr>
              <a:t>query or action</a:t>
            </a:r>
          </a:p>
        </p:txBody>
      </p:sp>
      <p:sp>
        <p:nvSpPr>
          <p:cNvPr id="28" name="!!trade.case1.link0.line">
            <a:extLst xmlns:a="http://schemas.openxmlformats.org/drawingml/2006/main">
              <a:ext uri="{FF2B5EF4-FFF2-40B4-BE49-F238E27FC236}">
                <a16:creationId xmlns:a16="http://schemas.microsoft.com/office/drawing/2014/main" id="{CE8BF85F-0CDD-4580-BF28-7281217BFC34}"/>
              </a:ext>
            </a:extLst>
          </p:cNvPr>
          <p:cNvSpPr>
            <a:spLocks xmlns:a="http://schemas.openxmlformats.org/drawingml/2006/main" noGrp="1"/>
          </p:cNvSpPr>
          <p:nvPr/>
        </p:nvSpPr>
        <p:spPr>
          <a:xfrm xmlns:a="http://schemas.openxmlformats.org/drawingml/2006/main" flipH="0" flipV="0">
            <a:off x="6524625" y="3609975"/>
            <a:ext cx="152400" cy="953"/>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29" name="!!trade.case1.link0.tip">
            <a:extLst xmlns:a="http://schemas.openxmlformats.org/drawingml/2006/main">
              <a:ext uri="{FF2B5EF4-FFF2-40B4-BE49-F238E27FC236}">
                <a16:creationId xmlns:a16="http://schemas.microsoft.com/office/drawing/2014/main" id="{D2A4C81A-D6F8-4A46-8859-A5489D8C1048}"/>
              </a:ext>
            </a:extLst>
          </p:cNvPr>
          <p:cNvSpPr>
            <a:spLocks xmlns:a="http://schemas.openxmlformats.org/drawingml/2006/main" noGrp="1"/>
          </p:cNvSpPr>
          <p:nvPr/>
        </p:nvSpPr>
        <p:spPr>
          <a:xfrm xmlns:a="http://schemas.openxmlformats.org/drawingml/2006/main" rot="5400000">
            <a:off x="6619875" y="3552825"/>
            <a:ext cx="114300" cy="11430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30" name="!!trade.case1.1">
            <a:extLst xmlns:a="http://schemas.openxmlformats.org/drawingml/2006/main">
              <a:ext uri="{FF2B5EF4-FFF2-40B4-BE49-F238E27FC236}">
                <a16:creationId xmlns:a16="http://schemas.microsoft.com/office/drawing/2014/main" id="{41D71196-62F2-415D-991A-08B38F64EC3C}"/>
              </a:ext>
            </a:extLst>
          </p:cNvPr>
          <p:cNvSpPr>
            <a:spLocks xmlns:a="http://schemas.openxmlformats.org/drawingml/2006/main" noGrp="1"/>
          </p:cNvSpPr>
          <p:nvPr/>
        </p:nvSpPr>
        <p:spPr>
          <a:xfrm xmlns:a="http://schemas.openxmlformats.org/drawingml/2006/main">
            <a:off x="6762750" y="2952750"/>
            <a:ext cx="2419350" cy="1323975"/>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31" name="!!trade.case1.1.role">
            <a:extLst xmlns:a="http://schemas.openxmlformats.org/drawingml/2006/main">
              <a:ext uri="{FF2B5EF4-FFF2-40B4-BE49-F238E27FC236}">
                <a16:creationId xmlns:a16="http://schemas.microsoft.com/office/drawing/2014/main" id="{39CDBC2F-EC1D-4D2A-8B93-112BF9542B78}"/>
              </a:ext>
            </a:extLst>
          </p:cNvPr>
          <p:cNvSpPr>
            <a:spLocks xmlns:a="http://schemas.openxmlformats.org/drawingml/2006/main" noGrp="1"/>
          </p:cNvSpPr>
          <p:nvPr/>
        </p:nvSpPr>
        <p:spPr>
          <a:xfrm xmlns:a="http://schemas.openxmlformats.org/drawingml/2006/main">
            <a:off x="6953250" y="3095625"/>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20262C"/>
                </a:solidFill>
                <a:latin typeface="Arial"/>
                <a:ea typeface="Arial"/>
                <a:cs typeface="Arial"/>
              </a:defRPr>
            </a:defPPr>
            <a:lvl1pPr algn="l">
              <a:defRPr sz="1650" b="1">
                <a:solidFill>
                  <a:srgbClr val="20262C"/>
                </a:solidFill>
                <a:latin typeface="Arial"/>
                <a:ea typeface="Arial"/>
                <a:cs typeface="Arial"/>
              </a:defRPr>
            </a:lvl1pPr>
            <a:lvl2pPr algn="l">
              <a:defRPr sz="1650" b="1">
                <a:solidFill>
                  <a:srgbClr val="20262C"/>
                </a:solidFill>
                <a:latin typeface="Arial"/>
                <a:ea typeface="Arial"/>
                <a:cs typeface="Arial"/>
              </a:defRPr>
            </a:lvl2pPr>
            <a:lvl3pPr algn="l">
              <a:defRPr sz="1650" b="1">
                <a:solidFill>
                  <a:srgbClr val="20262C"/>
                </a:solidFill>
                <a:latin typeface="Arial"/>
                <a:ea typeface="Arial"/>
                <a:cs typeface="Arial"/>
              </a:defRPr>
            </a:lvl3pPr>
            <a:lvl4pPr algn="l">
              <a:defRPr sz="1650" b="1">
                <a:solidFill>
                  <a:srgbClr val="20262C"/>
                </a:solidFill>
                <a:latin typeface="Arial"/>
                <a:ea typeface="Arial"/>
                <a:cs typeface="Arial"/>
              </a:defRPr>
            </a:lvl4pPr>
            <a:lvl5pPr algn="l">
              <a:defRPr sz="1650" b="1">
                <a:solidFill>
                  <a:srgbClr val="20262C"/>
                </a:solidFill>
                <a:latin typeface="Arial"/>
                <a:ea typeface="Arial"/>
                <a:cs typeface="Arial"/>
              </a:defRPr>
            </a:lvl5pPr>
            <a:lvl6pPr algn="l">
              <a:defRPr sz="1650" b="1">
                <a:solidFill>
                  <a:srgbClr val="20262C"/>
                </a:solidFill>
                <a:latin typeface="Arial"/>
                <a:ea typeface="Arial"/>
                <a:cs typeface="Arial"/>
              </a:defRPr>
            </a:lvl6pPr>
            <a:lvl7pPr algn="l">
              <a:defRPr sz="1650" b="1">
                <a:solidFill>
                  <a:srgbClr val="20262C"/>
                </a:solidFill>
                <a:latin typeface="Arial"/>
                <a:ea typeface="Arial"/>
                <a:cs typeface="Arial"/>
              </a:defRPr>
            </a:lvl7pPr>
            <a:lvl8pPr algn="l">
              <a:defRPr sz="1650" b="1">
                <a:solidFill>
                  <a:srgbClr val="20262C"/>
                </a:solidFill>
                <a:latin typeface="Arial"/>
                <a:ea typeface="Arial"/>
                <a:cs typeface="Arial"/>
              </a:defRPr>
            </a:lvl8pPr>
            <a:lvl9pPr algn="l">
              <a:defRPr sz="1650" b="1">
                <a:solidFill>
                  <a:srgbClr val="20262C"/>
                </a:solidFill>
                <a:latin typeface="Arial"/>
                <a:ea typeface="Arial"/>
                <a:cs typeface="Arial"/>
              </a:defRPr>
            </a:lvl9pPr>
          </a:lstStyle>
          <a:p xmlns:a="http://schemas.openxmlformats.org/drawingml/2006/main">
            <a:pPr algn="l">
              <a:defRPr sz="1650" b="1">
                <a:solidFill>
                  <a:srgbClr val="20262C"/>
                </a:solidFill>
                <a:latin typeface="Arial"/>
                <a:ea typeface="Arial"/>
                <a:cs typeface="Arial"/>
              </a:defRPr>
            </a:pPr>
            <a:r>
              <a:rPr sz="1650" b="1">
                <a:solidFill>
                  <a:srgbClr val="20262C"/>
                </a:solidFill>
                <a:latin typeface="Arial"/>
                <a:ea typeface="Arial"/>
                <a:cs typeface="Arial"/>
              </a:rPr>
              <a:t>LLM interprets</a:t>
            </a:r>
          </a:p>
        </p:txBody>
      </p:sp>
      <p:sp>
        <p:nvSpPr>
          <p:cNvPr id="32" name="!!trade.case1.1.body">
            <a:extLst xmlns:a="http://schemas.openxmlformats.org/drawingml/2006/main">
              <a:ext uri="{FF2B5EF4-FFF2-40B4-BE49-F238E27FC236}">
                <a16:creationId xmlns:a16="http://schemas.microsoft.com/office/drawing/2014/main" id="{340862F0-36B8-4A96-9283-420EF2189388}"/>
              </a:ext>
            </a:extLst>
          </p:cNvPr>
          <p:cNvSpPr>
            <a:spLocks xmlns:a="http://schemas.openxmlformats.org/drawingml/2006/main" noGrp="1"/>
          </p:cNvSpPr>
          <p:nvPr/>
        </p:nvSpPr>
        <p:spPr>
          <a:xfrm xmlns:a="http://schemas.openxmlformats.org/drawingml/2006/main">
            <a:off x="6953250" y="3533775"/>
            <a:ext cx="20383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0262C"/>
                </a:solidFill>
                <a:latin typeface="Arial"/>
                <a:ea typeface="Arial"/>
                <a:cs typeface="Arial"/>
              </a:defRPr>
            </a:defPPr>
            <a:lvl1pPr algn="l">
              <a:defRPr sz="1800" b="0">
                <a:solidFill>
                  <a:srgbClr val="20262C"/>
                </a:solidFill>
                <a:latin typeface="Arial"/>
                <a:ea typeface="Arial"/>
                <a:cs typeface="Arial"/>
              </a:defRPr>
            </a:lvl1pPr>
            <a:lvl2pPr algn="l">
              <a:defRPr sz="1800" b="0">
                <a:solidFill>
                  <a:srgbClr val="20262C"/>
                </a:solidFill>
                <a:latin typeface="Arial"/>
                <a:ea typeface="Arial"/>
                <a:cs typeface="Arial"/>
              </a:defRPr>
            </a:lvl2pPr>
            <a:lvl3pPr algn="l">
              <a:defRPr sz="1800" b="0">
                <a:solidFill>
                  <a:srgbClr val="20262C"/>
                </a:solidFill>
                <a:latin typeface="Arial"/>
                <a:ea typeface="Arial"/>
                <a:cs typeface="Arial"/>
              </a:defRPr>
            </a:lvl3pPr>
            <a:lvl4pPr algn="l">
              <a:defRPr sz="1800" b="0">
                <a:solidFill>
                  <a:srgbClr val="20262C"/>
                </a:solidFill>
                <a:latin typeface="Arial"/>
                <a:ea typeface="Arial"/>
                <a:cs typeface="Arial"/>
              </a:defRPr>
            </a:lvl4pPr>
            <a:lvl5pPr algn="l">
              <a:defRPr sz="1800" b="0">
                <a:solidFill>
                  <a:srgbClr val="20262C"/>
                </a:solidFill>
                <a:latin typeface="Arial"/>
                <a:ea typeface="Arial"/>
                <a:cs typeface="Arial"/>
              </a:defRPr>
            </a:lvl5pPr>
            <a:lvl6pPr algn="l">
              <a:defRPr sz="1800" b="0">
                <a:solidFill>
                  <a:srgbClr val="20262C"/>
                </a:solidFill>
                <a:latin typeface="Arial"/>
                <a:ea typeface="Arial"/>
                <a:cs typeface="Arial"/>
              </a:defRPr>
            </a:lvl6pPr>
            <a:lvl7pPr algn="l">
              <a:defRPr sz="1800" b="0">
                <a:solidFill>
                  <a:srgbClr val="20262C"/>
                </a:solidFill>
                <a:latin typeface="Arial"/>
                <a:ea typeface="Arial"/>
                <a:cs typeface="Arial"/>
              </a:defRPr>
            </a:lvl7pPr>
            <a:lvl8pPr algn="l">
              <a:defRPr sz="1800" b="0">
                <a:solidFill>
                  <a:srgbClr val="20262C"/>
                </a:solidFill>
                <a:latin typeface="Arial"/>
                <a:ea typeface="Arial"/>
                <a:cs typeface="Arial"/>
              </a:defRPr>
            </a:lvl8pPr>
            <a:lvl9pPr algn="l">
              <a:defRPr sz="1800" b="0">
                <a:solidFill>
                  <a:srgbClr val="20262C"/>
                </a:solidFill>
                <a:latin typeface="Arial"/>
                <a:ea typeface="Arial"/>
                <a:cs typeface="Arial"/>
              </a:defRPr>
            </a:lvl9pPr>
          </a:lstStyle>
          <a:p xmlns:a="http://schemas.openxmlformats.org/drawingml/2006/main">
            <a:pPr algn="l">
              <a:defRPr sz="1800" b="0">
                <a:solidFill>
                  <a:srgbClr val="20262C"/>
                </a:solidFill>
                <a:latin typeface="Arial"/>
                <a:ea typeface="Arial"/>
                <a:cs typeface="Arial"/>
              </a:defRPr>
            </a:pPr>
            <a:r>
              <a:rPr sz="1800" b="0">
                <a:solidFill>
                  <a:srgbClr val="20262C"/>
                </a:solidFill>
                <a:latin typeface="Arial"/>
                <a:ea typeface="Arial"/>
                <a:cs typeface="Arial"/>
              </a:rPr>
              <a:t>Read the request</a:t>
            </a:r>
          </a:p>
          <a:p xmlns:a="http://schemas.openxmlformats.org/drawingml/2006/main">
            <a:pPr algn="l">
              <a:defRPr sz="1800" b="0">
                <a:solidFill>
                  <a:srgbClr val="20262C"/>
                </a:solidFill>
                <a:latin typeface="Arial"/>
                <a:ea typeface="Arial"/>
                <a:cs typeface="Arial"/>
              </a:defRPr>
            </a:pPr>
            <a:r>
              <a:rPr sz="1800" b="0">
                <a:solidFill>
                  <a:srgbClr val="20262C"/>
                </a:solidFill>
                <a:latin typeface="Arial"/>
                <a:ea typeface="Arial"/>
                <a:cs typeface="Arial"/>
              </a:rPr>
              <a:t>Call the right tools</a:t>
            </a:r>
          </a:p>
        </p:txBody>
      </p:sp>
      <p:sp>
        <p:nvSpPr>
          <p:cNvPr id="33" name="!!trade.case1.link1.line">
            <a:extLst xmlns:a="http://schemas.openxmlformats.org/drawingml/2006/main">
              <a:ext uri="{FF2B5EF4-FFF2-40B4-BE49-F238E27FC236}">
                <a16:creationId xmlns:a16="http://schemas.microsoft.com/office/drawing/2014/main" id="{144F0BA7-535E-424F-B26A-6718C778CAC4}"/>
              </a:ext>
            </a:extLst>
          </p:cNvPr>
          <p:cNvSpPr>
            <a:spLocks xmlns:a="http://schemas.openxmlformats.org/drawingml/2006/main" noGrp="1"/>
          </p:cNvSpPr>
          <p:nvPr/>
        </p:nvSpPr>
        <p:spPr>
          <a:xfrm xmlns:a="http://schemas.openxmlformats.org/drawingml/2006/main" flipH="0" flipV="0">
            <a:off x="9229725" y="3609975"/>
            <a:ext cx="152400" cy="953"/>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34" name="!!trade.case1.link1.tip">
            <a:extLst xmlns:a="http://schemas.openxmlformats.org/drawingml/2006/main">
              <a:ext uri="{FF2B5EF4-FFF2-40B4-BE49-F238E27FC236}">
                <a16:creationId xmlns:a16="http://schemas.microsoft.com/office/drawing/2014/main" id="{A37D8FE1-C758-44F2-A523-A5294C33145E}"/>
              </a:ext>
            </a:extLst>
          </p:cNvPr>
          <p:cNvSpPr>
            <a:spLocks xmlns:a="http://schemas.openxmlformats.org/drawingml/2006/main" noGrp="1"/>
          </p:cNvSpPr>
          <p:nvPr/>
        </p:nvSpPr>
        <p:spPr>
          <a:xfrm xmlns:a="http://schemas.openxmlformats.org/drawingml/2006/main" rot="5400000">
            <a:off x="9324975" y="3552825"/>
            <a:ext cx="114300" cy="11430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35" name="!!trade.case1.2">
            <a:extLst xmlns:a="http://schemas.openxmlformats.org/drawingml/2006/main">
              <a:ext uri="{FF2B5EF4-FFF2-40B4-BE49-F238E27FC236}">
                <a16:creationId xmlns:a16="http://schemas.microsoft.com/office/drawing/2014/main" id="{7D9FD424-4603-4AA8-97AF-E305C9399607}"/>
              </a:ext>
            </a:extLst>
          </p:cNvPr>
          <p:cNvSpPr>
            <a:spLocks xmlns:a="http://schemas.openxmlformats.org/drawingml/2006/main" noGrp="1"/>
          </p:cNvSpPr>
          <p:nvPr/>
        </p:nvSpPr>
        <p:spPr>
          <a:xfrm xmlns:a="http://schemas.openxmlformats.org/drawingml/2006/main">
            <a:off x="9467850" y="2952750"/>
            <a:ext cx="2419350" cy="1323975"/>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36" name="!!trade.case1.2.role">
            <a:extLst xmlns:a="http://schemas.openxmlformats.org/drawingml/2006/main">
              <a:ext uri="{FF2B5EF4-FFF2-40B4-BE49-F238E27FC236}">
                <a16:creationId xmlns:a16="http://schemas.microsoft.com/office/drawing/2014/main" id="{6E8EBE86-8E7D-4369-A519-2CB1C7EAAE21}"/>
              </a:ext>
            </a:extLst>
          </p:cNvPr>
          <p:cNvSpPr>
            <a:spLocks xmlns:a="http://schemas.openxmlformats.org/drawingml/2006/main" noGrp="1"/>
          </p:cNvSpPr>
          <p:nvPr/>
        </p:nvSpPr>
        <p:spPr>
          <a:xfrm xmlns:a="http://schemas.openxmlformats.org/drawingml/2006/main">
            <a:off x="9658350" y="3095625"/>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20262C"/>
                </a:solidFill>
                <a:latin typeface="Arial"/>
                <a:ea typeface="Arial"/>
                <a:cs typeface="Arial"/>
              </a:defRPr>
            </a:defPPr>
            <a:lvl1pPr algn="l">
              <a:defRPr sz="1650" b="1">
                <a:solidFill>
                  <a:srgbClr val="20262C"/>
                </a:solidFill>
                <a:latin typeface="Arial"/>
                <a:ea typeface="Arial"/>
                <a:cs typeface="Arial"/>
              </a:defRPr>
            </a:lvl1pPr>
            <a:lvl2pPr algn="l">
              <a:defRPr sz="1650" b="1">
                <a:solidFill>
                  <a:srgbClr val="20262C"/>
                </a:solidFill>
                <a:latin typeface="Arial"/>
                <a:ea typeface="Arial"/>
                <a:cs typeface="Arial"/>
              </a:defRPr>
            </a:lvl2pPr>
            <a:lvl3pPr algn="l">
              <a:defRPr sz="1650" b="1">
                <a:solidFill>
                  <a:srgbClr val="20262C"/>
                </a:solidFill>
                <a:latin typeface="Arial"/>
                <a:ea typeface="Arial"/>
                <a:cs typeface="Arial"/>
              </a:defRPr>
            </a:lvl3pPr>
            <a:lvl4pPr algn="l">
              <a:defRPr sz="1650" b="1">
                <a:solidFill>
                  <a:srgbClr val="20262C"/>
                </a:solidFill>
                <a:latin typeface="Arial"/>
                <a:ea typeface="Arial"/>
                <a:cs typeface="Arial"/>
              </a:defRPr>
            </a:lvl4pPr>
            <a:lvl5pPr algn="l">
              <a:defRPr sz="1650" b="1">
                <a:solidFill>
                  <a:srgbClr val="20262C"/>
                </a:solidFill>
                <a:latin typeface="Arial"/>
                <a:ea typeface="Arial"/>
                <a:cs typeface="Arial"/>
              </a:defRPr>
            </a:lvl5pPr>
            <a:lvl6pPr algn="l">
              <a:defRPr sz="1650" b="1">
                <a:solidFill>
                  <a:srgbClr val="20262C"/>
                </a:solidFill>
                <a:latin typeface="Arial"/>
                <a:ea typeface="Arial"/>
                <a:cs typeface="Arial"/>
              </a:defRPr>
            </a:lvl6pPr>
            <a:lvl7pPr algn="l">
              <a:defRPr sz="1650" b="1">
                <a:solidFill>
                  <a:srgbClr val="20262C"/>
                </a:solidFill>
                <a:latin typeface="Arial"/>
                <a:ea typeface="Arial"/>
                <a:cs typeface="Arial"/>
              </a:defRPr>
            </a:lvl7pPr>
            <a:lvl8pPr algn="l">
              <a:defRPr sz="1650" b="1">
                <a:solidFill>
                  <a:srgbClr val="20262C"/>
                </a:solidFill>
                <a:latin typeface="Arial"/>
                <a:ea typeface="Arial"/>
                <a:cs typeface="Arial"/>
              </a:defRPr>
            </a:lvl8pPr>
            <a:lvl9pPr algn="l">
              <a:defRPr sz="1650" b="1">
                <a:solidFill>
                  <a:srgbClr val="20262C"/>
                </a:solidFill>
                <a:latin typeface="Arial"/>
                <a:ea typeface="Arial"/>
                <a:cs typeface="Arial"/>
              </a:defRPr>
            </a:lvl9pPr>
          </a:lstStyle>
          <a:p xmlns:a="http://schemas.openxmlformats.org/drawingml/2006/main">
            <a:pPr algn="l">
              <a:defRPr sz="1650" b="1">
                <a:solidFill>
                  <a:srgbClr val="20262C"/>
                </a:solidFill>
                <a:latin typeface="Arial"/>
                <a:ea typeface="Arial"/>
                <a:cs typeface="Arial"/>
              </a:defRPr>
            </a:pPr>
            <a:r>
              <a:rPr sz="1650" b="1">
                <a:solidFill>
                  <a:srgbClr val="20262C"/>
                </a:solidFill>
                <a:latin typeface="Arial"/>
                <a:ea typeface="Arial"/>
                <a:cs typeface="Arial"/>
              </a:rPr>
              <a:t>Systems execute</a:t>
            </a:r>
          </a:p>
        </p:txBody>
      </p:sp>
      <p:sp>
        <p:nvSpPr>
          <p:cNvPr id="37" name="!!trade.case1.2.body">
            <a:extLst xmlns:a="http://schemas.openxmlformats.org/drawingml/2006/main">
              <a:ext uri="{FF2B5EF4-FFF2-40B4-BE49-F238E27FC236}">
                <a16:creationId xmlns:a16="http://schemas.microsoft.com/office/drawing/2014/main" id="{7E052666-27CF-4896-A2B2-63E3473E205E}"/>
              </a:ext>
            </a:extLst>
          </p:cNvPr>
          <p:cNvSpPr>
            <a:spLocks xmlns:a="http://schemas.openxmlformats.org/drawingml/2006/main" noGrp="1"/>
          </p:cNvSpPr>
          <p:nvPr/>
        </p:nvSpPr>
        <p:spPr>
          <a:xfrm xmlns:a="http://schemas.openxmlformats.org/drawingml/2006/main">
            <a:off x="9658350" y="3533775"/>
            <a:ext cx="20383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0262C"/>
                </a:solidFill>
                <a:latin typeface="Arial"/>
                <a:ea typeface="Arial"/>
                <a:cs typeface="Arial"/>
              </a:defRPr>
            </a:defPPr>
            <a:lvl1pPr algn="l">
              <a:defRPr sz="1800" b="0">
                <a:solidFill>
                  <a:srgbClr val="20262C"/>
                </a:solidFill>
                <a:latin typeface="Arial"/>
                <a:ea typeface="Arial"/>
                <a:cs typeface="Arial"/>
              </a:defRPr>
            </a:lvl1pPr>
            <a:lvl2pPr algn="l">
              <a:defRPr sz="1800" b="0">
                <a:solidFill>
                  <a:srgbClr val="20262C"/>
                </a:solidFill>
                <a:latin typeface="Arial"/>
                <a:ea typeface="Arial"/>
                <a:cs typeface="Arial"/>
              </a:defRPr>
            </a:lvl2pPr>
            <a:lvl3pPr algn="l">
              <a:defRPr sz="1800" b="0">
                <a:solidFill>
                  <a:srgbClr val="20262C"/>
                </a:solidFill>
                <a:latin typeface="Arial"/>
                <a:ea typeface="Arial"/>
                <a:cs typeface="Arial"/>
              </a:defRPr>
            </a:lvl3pPr>
            <a:lvl4pPr algn="l">
              <a:defRPr sz="1800" b="0">
                <a:solidFill>
                  <a:srgbClr val="20262C"/>
                </a:solidFill>
                <a:latin typeface="Arial"/>
                <a:ea typeface="Arial"/>
                <a:cs typeface="Arial"/>
              </a:defRPr>
            </a:lvl4pPr>
            <a:lvl5pPr algn="l">
              <a:defRPr sz="1800" b="0">
                <a:solidFill>
                  <a:srgbClr val="20262C"/>
                </a:solidFill>
                <a:latin typeface="Arial"/>
                <a:ea typeface="Arial"/>
                <a:cs typeface="Arial"/>
              </a:defRPr>
            </a:lvl5pPr>
            <a:lvl6pPr algn="l">
              <a:defRPr sz="1800" b="0">
                <a:solidFill>
                  <a:srgbClr val="20262C"/>
                </a:solidFill>
                <a:latin typeface="Arial"/>
                <a:ea typeface="Arial"/>
                <a:cs typeface="Arial"/>
              </a:defRPr>
            </a:lvl6pPr>
            <a:lvl7pPr algn="l">
              <a:defRPr sz="1800" b="0">
                <a:solidFill>
                  <a:srgbClr val="20262C"/>
                </a:solidFill>
                <a:latin typeface="Arial"/>
                <a:ea typeface="Arial"/>
                <a:cs typeface="Arial"/>
              </a:defRPr>
            </a:lvl7pPr>
            <a:lvl8pPr algn="l">
              <a:defRPr sz="1800" b="0">
                <a:solidFill>
                  <a:srgbClr val="20262C"/>
                </a:solidFill>
                <a:latin typeface="Arial"/>
                <a:ea typeface="Arial"/>
                <a:cs typeface="Arial"/>
              </a:defRPr>
            </a:lvl8pPr>
            <a:lvl9pPr algn="l">
              <a:defRPr sz="1800" b="0">
                <a:solidFill>
                  <a:srgbClr val="20262C"/>
                </a:solidFill>
                <a:latin typeface="Arial"/>
                <a:ea typeface="Arial"/>
                <a:cs typeface="Arial"/>
              </a:defRPr>
            </a:lvl9pPr>
          </a:lstStyle>
          <a:p xmlns:a="http://schemas.openxmlformats.org/drawingml/2006/main">
            <a:pPr algn="l">
              <a:defRPr sz="1800" b="0">
                <a:solidFill>
                  <a:srgbClr val="20262C"/>
                </a:solidFill>
                <a:latin typeface="Arial"/>
                <a:ea typeface="Arial"/>
                <a:cs typeface="Arial"/>
              </a:defRPr>
            </a:pPr>
            <a:r>
              <a:rPr sz="1800" b="0">
                <a:solidFill>
                  <a:srgbClr val="20262C"/>
                </a:solidFill>
                <a:latin typeface="Arial"/>
                <a:ea typeface="Arial"/>
                <a:cs typeface="Arial"/>
              </a:rPr>
              <a:t>Run the task</a:t>
            </a:r>
          </a:p>
          <a:p xmlns:a="http://schemas.openxmlformats.org/drawingml/2006/main">
            <a:pPr algn="l">
              <a:defRPr sz="1800" b="0">
                <a:solidFill>
                  <a:srgbClr val="20262C"/>
                </a:solidFill>
                <a:latin typeface="Arial"/>
                <a:ea typeface="Arial"/>
                <a:cs typeface="Arial"/>
              </a:defRPr>
            </a:pPr>
            <a:r>
              <a:rPr sz="1800" b="0">
                <a:solidFill>
                  <a:srgbClr val="20262C"/>
                </a:solidFill>
                <a:latin typeface="Arial"/>
                <a:ea typeface="Arial"/>
                <a:cs typeface="Arial"/>
              </a:rPr>
              <a:t>Return the result</a:t>
            </a:r>
          </a:p>
        </p:txBody>
      </p:sp>
      <p:sp>
        <p:nvSpPr>
          <p:cNvPr id="38" name="!!trade.case1.link2.line">
            <a:extLst xmlns:a="http://schemas.openxmlformats.org/drawingml/2006/main">
              <a:ext uri="{FF2B5EF4-FFF2-40B4-BE49-F238E27FC236}">
                <a16:creationId xmlns:a16="http://schemas.microsoft.com/office/drawing/2014/main" id="{56EAEE9B-FA8F-445E-9E05-B6C9311BE3A5}"/>
              </a:ext>
            </a:extLst>
          </p:cNvPr>
          <p:cNvSpPr>
            <a:spLocks xmlns:a="http://schemas.openxmlformats.org/drawingml/2006/main" noGrp="1"/>
          </p:cNvSpPr>
          <p:nvPr/>
        </p:nvSpPr>
        <p:spPr>
          <a:xfrm xmlns:a="http://schemas.openxmlformats.org/drawingml/2006/main" flipH="0" flipV="0">
            <a:off x="11934825" y="3609975"/>
            <a:ext cx="152400" cy="953"/>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39" name="!!trade.case1.link2.tip">
            <a:extLst xmlns:a="http://schemas.openxmlformats.org/drawingml/2006/main">
              <a:ext uri="{FF2B5EF4-FFF2-40B4-BE49-F238E27FC236}">
                <a16:creationId xmlns:a16="http://schemas.microsoft.com/office/drawing/2014/main" id="{CCCC0963-B5C0-4692-B12E-2F1B1C2716AB}"/>
              </a:ext>
            </a:extLst>
          </p:cNvPr>
          <p:cNvSpPr>
            <a:spLocks xmlns:a="http://schemas.openxmlformats.org/drawingml/2006/main" noGrp="1"/>
          </p:cNvSpPr>
          <p:nvPr/>
        </p:nvSpPr>
        <p:spPr>
          <a:xfrm xmlns:a="http://schemas.openxmlformats.org/drawingml/2006/main" rot="5400000">
            <a:off x="12030075" y="3552825"/>
            <a:ext cx="114300" cy="11430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40" name="!!trade.case1.3">
            <a:extLst xmlns:a="http://schemas.openxmlformats.org/drawingml/2006/main">
              <a:ext uri="{FF2B5EF4-FFF2-40B4-BE49-F238E27FC236}">
                <a16:creationId xmlns:a16="http://schemas.microsoft.com/office/drawing/2014/main" id="{6BA6D0AC-A8C4-43C4-AF19-7F5A282454B2}"/>
              </a:ext>
            </a:extLst>
          </p:cNvPr>
          <p:cNvSpPr>
            <a:spLocks xmlns:a="http://schemas.openxmlformats.org/drawingml/2006/main" noGrp="1"/>
          </p:cNvSpPr>
          <p:nvPr/>
        </p:nvSpPr>
        <p:spPr>
          <a:xfrm xmlns:a="http://schemas.openxmlformats.org/drawingml/2006/main">
            <a:off x="12172950" y="2952750"/>
            <a:ext cx="2419350" cy="1323975"/>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41" name="!!trade.case1.3.role">
            <a:extLst xmlns:a="http://schemas.openxmlformats.org/drawingml/2006/main">
              <a:ext uri="{FF2B5EF4-FFF2-40B4-BE49-F238E27FC236}">
                <a16:creationId xmlns:a16="http://schemas.microsoft.com/office/drawing/2014/main" id="{532D23FC-15D7-4DEF-890E-F82DB9E38E1B}"/>
              </a:ext>
            </a:extLst>
          </p:cNvPr>
          <p:cNvSpPr>
            <a:spLocks xmlns:a="http://schemas.openxmlformats.org/drawingml/2006/main" noGrp="1"/>
          </p:cNvSpPr>
          <p:nvPr/>
        </p:nvSpPr>
        <p:spPr>
          <a:xfrm xmlns:a="http://schemas.openxmlformats.org/drawingml/2006/main">
            <a:off x="12363450" y="3095625"/>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20262C"/>
                </a:solidFill>
                <a:latin typeface="Arial"/>
                <a:ea typeface="Arial"/>
                <a:cs typeface="Arial"/>
              </a:defRPr>
            </a:defPPr>
            <a:lvl1pPr algn="l">
              <a:defRPr sz="1650" b="1">
                <a:solidFill>
                  <a:srgbClr val="20262C"/>
                </a:solidFill>
                <a:latin typeface="Arial"/>
                <a:ea typeface="Arial"/>
                <a:cs typeface="Arial"/>
              </a:defRPr>
            </a:lvl1pPr>
            <a:lvl2pPr algn="l">
              <a:defRPr sz="1650" b="1">
                <a:solidFill>
                  <a:srgbClr val="20262C"/>
                </a:solidFill>
                <a:latin typeface="Arial"/>
                <a:ea typeface="Arial"/>
                <a:cs typeface="Arial"/>
              </a:defRPr>
            </a:lvl2pPr>
            <a:lvl3pPr algn="l">
              <a:defRPr sz="1650" b="1">
                <a:solidFill>
                  <a:srgbClr val="20262C"/>
                </a:solidFill>
                <a:latin typeface="Arial"/>
                <a:ea typeface="Arial"/>
                <a:cs typeface="Arial"/>
              </a:defRPr>
            </a:lvl3pPr>
            <a:lvl4pPr algn="l">
              <a:defRPr sz="1650" b="1">
                <a:solidFill>
                  <a:srgbClr val="20262C"/>
                </a:solidFill>
                <a:latin typeface="Arial"/>
                <a:ea typeface="Arial"/>
                <a:cs typeface="Arial"/>
              </a:defRPr>
            </a:lvl4pPr>
            <a:lvl5pPr algn="l">
              <a:defRPr sz="1650" b="1">
                <a:solidFill>
                  <a:srgbClr val="20262C"/>
                </a:solidFill>
                <a:latin typeface="Arial"/>
                <a:ea typeface="Arial"/>
                <a:cs typeface="Arial"/>
              </a:defRPr>
            </a:lvl5pPr>
            <a:lvl6pPr algn="l">
              <a:defRPr sz="1650" b="1">
                <a:solidFill>
                  <a:srgbClr val="20262C"/>
                </a:solidFill>
                <a:latin typeface="Arial"/>
                <a:ea typeface="Arial"/>
                <a:cs typeface="Arial"/>
              </a:defRPr>
            </a:lvl6pPr>
            <a:lvl7pPr algn="l">
              <a:defRPr sz="1650" b="1">
                <a:solidFill>
                  <a:srgbClr val="20262C"/>
                </a:solidFill>
                <a:latin typeface="Arial"/>
                <a:ea typeface="Arial"/>
                <a:cs typeface="Arial"/>
              </a:defRPr>
            </a:lvl7pPr>
            <a:lvl8pPr algn="l">
              <a:defRPr sz="1650" b="1">
                <a:solidFill>
                  <a:srgbClr val="20262C"/>
                </a:solidFill>
                <a:latin typeface="Arial"/>
                <a:ea typeface="Arial"/>
                <a:cs typeface="Arial"/>
              </a:defRPr>
            </a:lvl8pPr>
            <a:lvl9pPr algn="l">
              <a:defRPr sz="1650" b="1">
                <a:solidFill>
                  <a:srgbClr val="20262C"/>
                </a:solidFill>
                <a:latin typeface="Arial"/>
                <a:ea typeface="Arial"/>
                <a:cs typeface="Arial"/>
              </a:defRPr>
            </a:lvl9pPr>
          </a:lstStyle>
          <a:p xmlns:a="http://schemas.openxmlformats.org/drawingml/2006/main">
            <a:pPr algn="l">
              <a:defRPr sz="1650" b="1">
                <a:solidFill>
                  <a:srgbClr val="20262C"/>
                </a:solidFill>
                <a:latin typeface="Arial"/>
                <a:ea typeface="Arial"/>
                <a:cs typeface="Arial"/>
              </a:defRPr>
            </a:pPr>
            <a:r>
              <a:rPr sz="1650" b="1">
                <a:solidFill>
                  <a:srgbClr val="20262C"/>
                </a:solidFill>
                <a:latin typeface="Arial"/>
                <a:ea typeface="Arial"/>
                <a:cs typeface="Arial"/>
              </a:rPr>
              <a:t>User follows up</a:t>
            </a:r>
          </a:p>
        </p:txBody>
      </p:sp>
      <p:sp>
        <p:nvSpPr>
          <p:cNvPr id="42" name="!!trade.case1.3.body">
            <a:extLst xmlns:a="http://schemas.openxmlformats.org/drawingml/2006/main">
              <a:ext uri="{FF2B5EF4-FFF2-40B4-BE49-F238E27FC236}">
                <a16:creationId xmlns:a16="http://schemas.microsoft.com/office/drawing/2014/main" id="{076F5232-9053-4DB8-83AC-88F95EF147C3}"/>
              </a:ext>
            </a:extLst>
          </p:cNvPr>
          <p:cNvSpPr>
            <a:spLocks xmlns:a="http://schemas.openxmlformats.org/drawingml/2006/main" noGrp="1"/>
          </p:cNvSpPr>
          <p:nvPr/>
        </p:nvSpPr>
        <p:spPr>
          <a:xfrm xmlns:a="http://schemas.openxmlformats.org/drawingml/2006/main">
            <a:off x="12363450" y="3533775"/>
            <a:ext cx="20383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0262C"/>
                </a:solidFill>
                <a:latin typeface="Arial"/>
                <a:ea typeface="Arial"/>
                <a:cs typeface="Arial"/>
              </a:defRPr>
            </a:defPPr>
            <a:lvl1pPr algn="l">
              <a:defRPr sz="1800" b="0">
                <a:solidFill>
                  <a:srgbClr val="20262C"/>
                </a:solidFill>
                <a:latin typeface="Arial"/>
                <a:ea typeface="Arial"/>
                <a:cs typeface="Arial"/>
              </a:defRPr>
            </a:lvl1pPr>
            <a:lvl2pPr algn="l">
              <a:defRPr sz="1800" b="0">
                <a:solidFill>
                  <a:srgbClr val="20262C"/>
                </a:solidFill>
                <a:latin typeface="Arial"/>
                <a:ea typeface="Arial"/>
                <a:cs typeface="Arial"/>
              </a:defRPr>
            </a:lvl2pPr>
            <a:lvl3pPr algn="l">
              <a:defRPr sz="1800" b="0">
                <a:solidFill>
                  <a:srgbClr val="20262C"/>
                </a:solidFill>
                <a:latin typeface="Arial"/>
                <a:ea typeface="Arial"/>
                <a:cs typeface="Arial"/>
              </a:defRPr>
            </a:lvl3pPr>
            <a:lvl4pPr algn="l">
              <a:defRPr sz="1800" b="0">
                <a:solidFill>
                  <a:srgbClr val="20262C"/>
                </a:solidFill>
                <a:latin typeface="Arial"/>
                <a:ea typeface="Arial"/>
                <a:cs typeface="Arial"/>
              </a:defRPr>
            </a:lvl4pPr>
            <a:lvl5pPr algn="l">
              <a:defRPr sz="1800" b="0">
                <a:solidFill>
                  <a:srgbClr val="20262C"/>
                </a:solidFill>
                <a:latin typeface="Arial"/>
                <a:ea typeface="Arial"/>
                <a:cs typeface="Arial"/>
              </a:defRPr>
            </a:lvl5pPr>
            <a:lvl6pPr algn="l">
              <a:defRPr sz="1800" b="0">
                <a:solidFill>
                  <a:srgbClr val="20262C"/>
                </a:solidFill>
                <a:latin typeface="Arial"/>
                <a:ea typeface="Arial"/>
                <a:cs typeface="Arial"/>
              </a:defRPr>
            </a:lvl6pPr>
            <a:lvl7pPr algn="l">
              <a:defRPr sz="1800" b="0">
                <a:solidFill>
                  <a:srgbClr val="20262C"/>
                </a:solidFill>
                <a:latin typeface="Arial"/>
                <a:ea typeface="Arial"/>
                <a:cs typeface="Arial"/>
              </a:defRPr>
            </a:lvl7pPr>
            <a:lvl8pPr algn="l">
              <a:defRPr sz="1800" b="0">
                <a:solidFill>
                  <a:srgbClr val="20262C"/>
                </a:solidFill>
                <a:latin typeface="Arial"/>
                <a:ea typeface="Arial"/>
                <a:cs typeface="Arial"/>
              </a:defRPr>
            </a:lvl8pPr>
            <a:lvl9pPr algn="l">
              <a:defRPr sz="1800" b="0">
                <a:solidFill>
                  <a:srgbClr val="20262C"/>
                </a:solidFill>
                <a:latin typeface="Arial"/>
                <a:ea typeface="Arial"/>
                <a:cs typeface="Arial"/>
              </a:defRPr>
            </a:lvl9pPr>
          </a:lstStyle>
          <a:p xmlns:a="http://schemas.openxmlformats.org/drawingml/2006/main">
            <a:pPr algn="l">
              <a:defRPr sz="1800" b="0">
                <a:solidFill>
                  <a:srgbClr val="20262C"/>
                </a:solidFill>
                <a:latin typeface="Arial"/>
                <a:ea typeface="Arial"/>
                <a:cs typeface="Arial"/>
              </a:defRPr>
            </a:pPr>
            <a:r>
              <a:rPr sz="1800" b="0">
                <a:solidFill>
                  <a:srgbClr val="20262C"/>
                </a:solidFill>
                <a:latin typeface="Arial"/>
                <a:ea typeface="Arial"/>
                <a:cs typeface="Arial"/>
              </a:rPr>
              <a:t>Review the data</a:t>
            </a:r>
          </a:p>
          <a:p xmlns:a="http://schemas.openxmlformats.org/drawingml/2006/main">
            <a:pPr algn="l">
              <a:defRPr sz="1800" b="0">
                <a:solidFill>
                  <a:srgbClr val="20262C"/>
                </a:solidFill>
                <a:latin typeface="Arial"/>
                <a:ea typeface="Arial"/>
                <a:cs typeface="Arial"/>
              </a:defRPr>
            </a:pPr>
            <a:r>
              <a:rPr sz="1800" b="0">
                <a:solidFill>
                  <a:srgbClr val="20262C"/>
                </a:solidFill>
                <a:latin typeface="Arial"/>
                <a:ea typeface="Arial"/>
                <a:cs typeface="Arial"/>
              </a:rPr>
              <a:t>Confirm next steps</a:t>
            </a:r>
          </a:p>
        </p:txBody>
      </p:sp>
      <p:sp>
        <p:nvSpPr>
          <p:cNvPr id="43" name="!!trade.case1.scope">
            <a:extLst xmlns:a="http://schemas.openxmlformats.org/drawingml/2006/main">
              <a:ext uri="{FF2B5EF4-FFF2-40B4-BE49-F238E27FC236}">
                <a16:creationId xmlns:a16="http://schemas.microsoft.com/office/drawing/2014/main" id="{3249AFC2-099C-45CD-B0F4-E3EBB8C2FE34}"/>
              </a:ext>
            </a:extLst>
          </p:cNvPr>
          <p:cNvSpPr>
            <a:spLocks xmlns:a="http://schemas.openxmlformats.org/drawingml/2006/main" noGrp="1"/>
          </p:cNvSpPr>
          <p:nvPr/>
        </p:nvSpPr>
        <p:spPr>
          <a:xfrm xmlns:a="http://schemas.openxmlformats.org/drawingml/2006/main">
            <a:off x="4057650" y="4476750"/>
            <a:ext cx="10534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005A9C"/>
                </a:solidFill>
                <a:latin typeface="Arial"/>
                <a:ea typeface="Arial"/>
                <a:cs typeface="Arial"/>
              </a:defRPr>
            </a:defPPr>
            <a:lvl1pPr algn="l">
              <a:defRPr sz="1950" b="1">
                <a:solidFill>
                  <a:srgbClr val="005A9C"/>
                </a:solidFill>
                <a:latin typeface="Arial"/>
                <a:ea typeface="Arial"/>
                <a:cs typeface="Arial"/>
              </a:defRPr>
            </a:lvl1pPr>
            <a:lvl2pPr algn="l">
              <a:defRPr sz="1950" b="1">
                <a:solidFill>
                  <a:srgbClr val="005A9C"/>
                </a:solidFill>
                <a:latin typeface="Arial"/>
                <a:ea typeface="Arial"/>
                <a:cs typeface="Arial"/>
              </a:defRPr>
            </a:lvl2pPr>
            <a:lvl3pPr algn="l">
              <a:defRPr sz="1950" b="1">
                <a:solidFill>
                  <a:srgbClr val="005A9C"/>
                </a:solidFill>
                <a:latin typeface="Arial"/>
                <a:ea typeface="Arial"/>
                <a:cs typeface="Arial"/>
              </a:defRPr>
            </a:lvl3pPr>
            <a:lvl4pPr algn="l">
              <a:defRPr sz="1950" b="1">
                <a:solidFill>
                  <a:srgbClr val="005A9C"/>
                </a:solidFill>
                <a:latin typeface="Arial"/>
                <a:ea typeface="Arial"/>
                <a:cs typeface="Arial"/>
              </a:defRPr>
            </a:lvl4pPr>
            <a:lvl5pPr algn="l">
              <a:defRPr sz="1950" b="1">
                <a:solidFill>
                  <a:srgbClr val="005A9C"/>
                </a:solidFill>
                <a:latin typeface="Arial"/>
                <a:ea typeface="Arial"/>
                <a:cs typeface="Arial"/>
              </a:defRPr>
            </a:lvl5pPr>
            <a:lvl6pPr algn="l">
              <a:defRPr sz="1950" b="1">
                <a:solidFill>
                  <a:srgbClr val="005A9C"/>
                </a:solidFill>
                <a:latin typeface="Arial"/>
                <a:ea typeface="Arial"/>
                <a:cs typeface="Arial"/>
              </a:defRPr>
            </a:lvl6pPr>
            <a:lvl7pPr algn="l">
              <a:defRPr sz="1950" b="1">
                <a:solidFill>
                  <a:srgbClr val="005A9C"/>
                </a:solidFill>
                <a:latin typeface="Arial"/>
                <a:ea typeface="Arial"/>
                <a:cs typeface="Arial"/>
              </a:defRPr>
            </a:lvl7pPr>
            <a:lvl8pPr algn="l">
              <a:defRPr sz="1950" b="1">
                <a:solidFill>
                  <a:srgbClr val="005A9C"/>
                </a:solidFill>
                <a:latin typeface="Arial"/>
                <a:ea typeface="Arial"/>
                <a:cs typeface="Arial"/>
              </a:defRPr>
            </a:lvl8pPr>
            <a:lvl9pPr algn="l">
              <a:defRPr sz="1950" b="1">
                <a:solidFill>
                  <a:srgbClr val="005A9C"/>
                </a:solidFill>
                <a:latin typeface="Arial"/>
                <a:ea typeface="Arial"/>
                <a:cs typeface="Arial"/>
              </a:defRPr>
            </a:lvl9pPr>
          </a:lstStyle>
          <a:p xmlns:a="http://schemas.openxmlformats.org/drawingml/2006/main">
            <a:pPr algn="l">
              <a:defRPr sz="1950" b="1">
                <a:solidFill>
                  <a:srgbClr val="005A9C"/>
                </a:solidFill>
                <a:latin typeface="Arial"/>
                <a:ea typeface="Arial"/>
                <a:cs typeface="Arial"/>
              </a:defRPr>
            </a:pPr>
            <a:r>
              <a:rPr sz="1950" b="1">
                <a:solidFill>
                  <a:srgbClr val="005A9C"/>
                </a:solidFill>
                <a:latin typeface="Arial"/>
                <a:ea typeface="Arial"/>
                <a:cs typeface="Arial"/>
              </a:rPr>
              <a:t>Xiaonan supports queries, bond screening, order instructions and notifications</a:t>
            </a:r>
          </a:p>
        </p:txBody>
      </p:sp>
      <p:sp>
        <p:nvSpPr>
          <p:cNvPr id="44" name="!!trade.xq">
            <a:extLst xmlns:a="http://schemas.openxmlformats.org/drawingml/2006/main">
              <a:ext uri="{FF2B5EF4-FFF2-40B4-BE49-F238E27FC236}">
                <a16:creationId xmlns:a16="http://schemas.microsoft.com/office/drawing/2014/main" id="{6AA1C909-D4AD-4FD0-9496-1E8CFDD5A8E7}"/>
              </a:ext>
            </a:extLst>
          </p:cNvPr>
          <p:cNvSpPr>
            <a:spLocks xmlns:a="http://schemas.openxmlformats.org/drawingml/2006/main" noGrp="1"/>
          </p:cNvSpPr>
          <p:nvPr/>
        </p:nvSpPr>
        <p:spPr>
          <a:xfrm xmlns:a="http://schemas.openxmlformats.org/drawingml/2006/main">
            <a:off x="4057650" y="5124450"/>
            <a:ext cx="10534650" cy="45720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FFFFFF"/>
                </a:solidFill>
                <a:latin typeface="Arial"/>
                <a:ea typeface="Arial"/>
                <a:cs typeface="Arial"/>
              </a:defRPr>
            </a:defPPr>
            <a:lvl1pPr algn="ctr">
              <a:defRPr sz="2025" b="1">
                <a:solidFill>
                  <a:srgbClr val="FFFFFF"/>
                </a:solidFill>
                <a:latin typeface="Arial"/>
                <a:ea typeface="Arial"/>
                <a:cs typeface="Arial"/>
              </a:defRPr>
            </a:lvl1pPr>
            <a:lvl2pPr algn="ctr">
              <a:defRPr sz="2025" b="1">
                <a:solidFill>
                  <a:srgbClr val="FFFFFF"/>
                </a:solidFill>
                <a:latin typeface="Arial"/>
                <a:ea typeface="Arial"/>
                <a:cs typeface="Arial"/>
              </a:defRPr>
            </a:lvl2pPr>
            <a:lvl3pPr algn="ctr">
              <a:defRPr sz="2025" b="1">
                <a:solidFill>
                  <a:srgbClr val="FFFFFF"/>
                </a:solidFill>
                <a:latin typeface="Arial"/>
                <a:ea typeface="Arial"/>
                <a:cs typeface="Arial"/>
              </a:defRPr>
            </a:lvl3pPr>
            <a:lvl4pPr algn="ctr">
              <a:defRPr sz="2025" b="1">
                <a:solidFill>
                  <a:srgbClr val="FFFFFF"/>
                </a:solidFill>
                <a:latin typeface="Arial"/>
                <a:ea typeface="Arial"/>
                <a:cs typeface="Arial"/>
              </a:defRPr>
            </a:lvl4pPr>
            <a:lvl5pPr algn="ctr">
              <a:defRPr sz="2025" b="1">
                <a:solidFill>
                  <a:srgbClr val="FFFFFF"/>
                </a:solidFill>
                <a:latin typeface="Arial"/>
                <a:ea typeface="Arial"/>
                <a:cs typeface="Arial"/>
              </a:defRPr>
            </a:lvl5pPr>
            <a:lvl6pPr algn="ctr">
              <a:defRPr sz="2025" b="1">
                <a:solidFill>
                  <a:srgbClr val="FFFFFF"/>
                </a:solidFill>
                <a:latin typeface="Arial"/>
                <a:ea typeface="Arial"/>
                <a:cs typeface="Arial"/>
              </a:defRPr>
            </a:lvl6pPr>
            <a:lvl7pPr algn="ctr">
              <a:defRPr sz="2025" b="1">
                <a:solidFill>
                  <a:srgbClr val="FFFFFF"/>
                </a:solidFill>
                <a:latin typeface="Arial"/>
                <a:ea typeface="Arial"/>
                <a:cs typeface="Arial"/>
              </a:defRPr>
            </a:lvl7pPr>
            <a:lvl8pPr algn="ctr">
              <a:defRPr sz="2025" b="1">
                <a:solidFill>
                  <a:srgbClr val="FFFFFF"/>
                </a:solidFill>
                <a:latin typeface="Arial"/>
                <a:ea typeface="Arial"/>
                <a:cs typeface="Arial"/>
              </a:defRPr>
            </a:lvl8pPr>
            <a:lvl9pPr algn="ctr">
              <a:defRPr sz="2025" b="1">
                <a:solidFill>
                  <a:srgbClr val="FFFFFF"/>
                </a:solidFill>
                <a:latin typeface="Arial"/>
                <a:ea typeface="Arial"/>
                <a:cs typeface="Arial"/>
              </a:defRPr>
            </a:lvl9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Aegon-Industrial: capturing trade details from Qtrade records</a:t>
            </a:r>
          </a:p>
        </p:txBody>
      </p:sp>
      <p:sp>
        <p:nvSpPr>
          <p:cNvPr id="45" name="!!trade.case2.0">
            <a:extLst xmlns:a="http://schemas.openxmlformats.org/drawingml/2006/main">
              <a:ext uri="{FF2B5EF4-FFF2-40B4-BE49-F238E27FC236}">
                <a16:creationId xmlns:a16="http://schemas.microsoft.com/office/drawing/2014/main" id="{7D223E1F-27AD-4561-9FFE-DF8D32CE4599}"/>
              </a:ext>
            </a:extLst>
          </p:cNvPr>
          <p:cNvSpPr>
            <a:spLocks xmlns:a="http://schemas.openxmlformats.org/drawingml/2006/main" noGrp="1"/>
          </p:cNvSpPr>
          <p:nvPr/>
        </p:nvSpPr>
        <p:spPr>
          <a:xfrm xmlns:a="http://schemas.openxmlformats.org/drawingml/2006/main">
            <a:off x="4057650" y="5876925"/>
            <a:ext cx="2419350" cy="1323975"/>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46" name="!!trade.case2.0.role">
            <a:extLst xmlns:a="http://schemas.openxmlformats.org/drawingml/2006/main">
              <a:ext uri="{FF2B5EF4-FFF2-40B4-BE49-F238E27FC236}">
                <a16:creationId xmlns:a16="http://schemas.microsoft.com/office/drawing/2014/main" id="{8B5AF340-50D3-4992-9DD3-195565B7FD93}"/>
              </a:ext>
            </a:extLst>
          </p:cNvPr>
          <p:cNvSpPr>
            <a:spLocks xmlns:a="http://schemas.openxmlformats.org/drawingml/2006/main" noGrp="1"/>
          </p:cNvSpPr>
          <p:nvPr/>
        </p:nvSpPr>
        <p:spPr>
          <a:xfrm xmlns:a="http://schemas.openxmlformats.org/drawingml/2006/main">
            <a:off x="4248150" y="601980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20262C"/>
                </a:solidFill>
                <a:latin typeface="Arial"/>
                <a:ea typeface="Arial"/>
                <a:cs typeface="Arial"/>
              </a:defRPr>
            </a:defPPr>
            <a:lvl1pPr algn="l">
              <a:defRPr sz="1650" b="1">
                <a:solidFill>
                  <a:srgbClr val="20262C"/>
                </a:solidFill>
                <a:latin typeface="Arial"/>
                <a:ea typeface="Arial"/>
                <a:cs typeface="Arial"/>
              </a:defRPr>
            </a:lvl1pPr>
            <a:lvl2pPr algn="l">
              <a:defRPr sz="1650" b="1">
                <a:solidFill>
                  <a:srgbClr val="20262C"/>
                </a:solidFill>
                <a:latin typeface="Arial"/>
                <a:ea typeface="Arial"/>
                <a:cs typeface="Arial"/>
              </a:defRPr>
            </a:lvl2pPr>
            <a:lvl3pPr algn="l">
              <a:defRPr sz="1650" b="1">
                <a:solidFill>
                  <a:srgbClr val="20262C"/>
                </a:solidFill>
                <a:latin typeface="Arial"/>
                <a:ea typeface="Arial"/>
                <a:cs typeface="Arial"/>
              </a:defRPr>
            </a:lvl3pPr>
            <a:lvl4pPr algn="l">
              <a:defRPr sz="1650" b="1">
                <a:solidFill>
                  <a:srgbClr val="20262C"/>
                </a:solidFill>
                <a:latin typeface="Arial"/>
                <a:ea typeface="Arial"/>
                <a:cs typeface="Arial"/>
              </a:defRPr>
            </a:lvl4pPr>
            <a:lvl5pPr algn="l">
              <a:defRPr sz="1650" b="1">
                <a:solidFill>
                  <a:srgbClr val="20262C"/>
                </a:solidFill>
                <a:latin typeface="Arial"/>
                <a:ea typeface="Arial"/>
                <a:cs typeface="Arial"/>
              </a:defRPr>
            </a:lvl5pPr>
            <a:lvl6pPr algn="l">
              <a:defRPr sz="1650" b="1">
                <a:solidFill>
                  <a:srgbClr val="20262C"/>
                </a:solidFill>
                <a:latin typeface="Arial"/>
                <a:ea typeface="Arial"/>
                <a:cs typeface="Arial"/>
              </a:defRPr>
            </a:lvl6pPr>
            <a:lvl7pPr algn="l">
              <a:defRPr sz="1650" b="1">
                <a:solidFill>
                  <a:srgbClr val="20262C"/>
                </a:solidFill>
                <a:latin typeface="Arial"/>
                <a:ea typeface="Arial"/>
                <a:cs typeface="Arial"/>
              </a:defRPr>
            </a:lvl7pPr>
            <a:lvl8pPr algn="l">
              <a:defRPr sz="1650" b="1">
                <a:solidFill>
                  <a:srgbClr val="20262C"/>
                </a:solidFill>
                <a:latin typeface="Arial"/>
                <a:ea typeface="Arial"/>
                <a:cs typeface="Arial"/>
              </a:defRPr>
            </a:lvl8pPr>
            <a:lvl9pPr algn="l">
              <a:defRPr sz="1650" b="1">
                <a:solidFill>
                  <a:srgbClr val="20262C"/>
                </a:solidFill>
                <a:latin typeface="Arial"/>
                <a:ea typeface="Arial"/>
                <a:cs typeface="Arial"/>
              </a:defRPr>
            </a:lvl9pPr>
          </a:lstStyle>
          <a:p xmlns:a="http://schemas.openxmlformats.org/drawingml/2006/main">
            <a:pPr algn="l">
              <a:defRPr sz="1650" b="1">
                <a:solidFill>
                  <a:srgbClr val="20262C"/>
                </a:solidFill>
                <a:latin typeface="Arial"/>
                <a:ea typeface="Arial"/>
                <a:cs typeface="Arial"/>
              </a:defRPr>
            </a:pPr>
            <a:r>
              <a:rPr sz="1650" b="1">
                <a:solidFill>
                  <a:srgbClr val="20262C"/>
                </a:solidFill>
                <a:latin typeface="Arial"/>
                <a:ea typeface="Arial"/>
                <a:cs typeface="Arial"/>
              </a:rPr>
              <a:t>Qtrade records</a:t>
            </a:r>
          </a:p>
        </p:txBody>
      </p:sp>
      <p:sp>
        <p:nvSpPr>
          <p:cNvPr id="47" name="!!trade.case2.0.body">
            <a:extLst xmlns:a="http://schemas.openxmlformats.org/drawingml/2006/main">
              <a:ext uri="{FF2B5EF4-FFF2-40B4-BE49-F238E27FC236}">
                <a16:creationId xmlns:a16="http://schemas.microsoft.com/office/drawing/2014/main" id="{CA122461-9B85-486D-9539-E1E2C62838EE}"/>
              </a:ext>
            </a:extLst>
          </p:cNvPr>
          <p:cNvSpPr>
            <a:spLocks xmlns:a="http://schemas.openxmlformats.org/drawingml/2006/main" noGrp="1"/>
          </p:cNvSpPr>
          <p:nvPr/>
        </p:nvSpPr>
        <p:spPr>
          <a:xfrm xmlns:a="http://schemas.openxmlformats.org/drawingml/2006/main">
            <a:off x="4248150" y="6457950"/>
            <a:ext cx="20383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0262C"/>
                </a:solidFill>
                <a:latin typeface="Arial"/>
                <a:ea typeface="Arial"/>
                <a:cs typeface="Arial"/>
              </a:defRPr>
            </a:defPPr>
            <a:lvl1pPr algn="l">
              <a:defRPr sz="1800" b="0">
                <a:solidFill>
                  <a:srgbClr val="20262C"/>
                </a:solidFill>
                <a:latin typeface="Arial"/>
                <a:ea typeface="Arial"/>
                <a:cs typeface="Arial"/>
              </a:defRPr>
            </a:lvl1pPr>
            <a:lvl2pPr algn="l">
              <a:defRPr sz="1800" b="0">
                <a:solidFill>
                  <a:srgbClr val="20262C"/>
                </a:solidFill>
                <a:latin typeface="Arial"/>
                <a:ea typeface="Arial"/>
                <a:cs typeface="Arial"/>
              </a:defRPr>
            </a:lvl2pPr>
            <a:lvl3pPr algn="l">
              <a:defRPr sz="1800" b="0">
                <a:solidFill>
                  <a:srgbClr val="20262C"/>
                </a:solidFill>
                <a:latin typeface="Arial"/>
                <a:ea typeface="Arial"/>
                <a:cs typeface="Arial"/>
              </a:defRPr>
            </a:lvl3pPr>
            <a:lvl4pPr algn="l">
              <a:defRPr sz="1800" b="0">
                <a:solidFill>
                  <a:srgbClr val="20262C"/>
                </a:solidFill>
                <a:latin typeface="Arial"/>
                <a:ea typeface="Arial"/>
                <a:cs typeface="Arial"/>
              </a:defRPr>
            </a:lvl4pPr>
            <a:lvl5pPr algn="l">
              <a:defRPr sz="1800" b="0">
                <a:solidFill>
                  <a:srgbClr val="20262C"/>
                </a:solidFill>
                <a:latin typeface="Arial"/>
                <a:ea typeface="Arial"/>
                <a:cs typeface="Arial"/>
              </a:defRPr>
            </a:lvl5pPr>
            <a:lvl6pPr algn="l">
              <a:defRPr sz="1800" b="0">
                <a:solidFill>
                  <a:srgbClr val="20262C"/>
                </a:solidFill>
                <a:latin typeface="Arial"/>
                <a:ea typeface="Arial"/>
                <a:cs typeface="Arial"/>
              </a:defRPr>
            </a:lvl6pPr>
            <a:lvl7pPr algn="l">
              <a:defRPr sz="1800" b="0">
                <a:solidFill>
                  <a:srgbClr val="20262C"/>
                </a:solidFill>
                <a:latin typeface="Arial"/>
                <a:ea typeface="Arial"/>
                <a:cs typeface="Arial"/>
              </a:defRPr>
            </a:lvl7pPr>
            <a:lvl8pPr algn="l">
              <a:defRPr sz="1800" b="0">
                <a:solidFill>
                  <a:srgbClr val="20262C"/>
                </a:solidFill>
                <a:latin typeface="Arial"/>
                <a:ea typeface="Arial"/>
                <a:cs typeface="Arial"/>
              </a:defRPr>
            </a:lvl8pPr>
            <a:lvl9pPr algn="l">
              <a:defRPr sz="1800" b="0">
                <a:solidFill>
                  <a:srgbClr val="20262C"/>
                </a:solidFill>
                <a:latin typeface="Arial"/>
                <a:ea typeface="Arial"/>
                <a:cs typeface="Arial"/>
              </a:defRPr>
            </a:lvl9pPr>
          </a:lstStyle>
          <a:p xmlns:a="http://schemas.openxmlformats.org/drawingml/2006/main">
            <a:pPr algn="l">
              <a:defRPr sz="1800" b="0">
                <a:solidFill>
                  <a:srgbClr val="20262C"/>
                </a:solidFill>
                <a:latin typeface="Arial"/>
                <a:ea typeface="Arial"/>
                <a:cs typeface="Arial"/>
              </a:defRPr>
            </a:pPr>
            <a:r>
              <a:rPr sz="1800" b="0">
                <a:solidFill>
                  <a:srgbClr val="20262C"/>
                </a:solidFill>
                <a:latin typeface="Arial"/>
                <a:ea typeface="Arial"/>
                <a:cs typeface="Arial"/>
              </a:rPr>
              <a:t>Bond, side,</a:t>
            </a:r>
          </a:p>
          <a:p xmlns:a="http://schemas.openxmlformats.org/drawingml/2006/main">
            <a:pPr algn="l">
              <a:defRPr sz="1800" b="0">
                <a:solidFill>
                  <a:srgbClr val="20262C"/>
                </a:solidFill>
                <a:latin typeface="Arial"/>
                <a:ea typeface="Arial"/>
                <a:cs typeface="Arial"/>
              </a:defRPr>
            </a:pPr>
            <a:r>
              <a:rPr sz="1800" b="0">
                <a:solidFill>
                  <a:srgbClr val="20262C"/>
                </a:solidFill>
                <a:latin typeface="Arial"/>
                <a:ea typeface="Arial"/>
                <a:cs typeface="Arial"/>
              </a:rPr>
              <a:t>price and size</a:t>
            </a:r>
          </a:p>
        </p:txBody>
      </p:sp>
      <p:sp>
        <p:nvSpPr>
          <p:cNvPr id="48" name="!!trade.case2.link0.line">
            <a:extLst xmlns:a="http://schemas.openxmlformats.org/drawingml/2006/main">
              <a:ext uri="{FF2B5EF4-FFF2-40B4-BE49-F238E27FC236}">
                <a16:creationId xmlns:a16="http://schemas.microsoft.com/office/drawing/2014/main" id="{E575392A-EDB2-43F6-9B8D-855E6E015EB2}"/>
              </a:ext>
            </a:extLst>
          </p:cNvPr>
          <p:cNvSpPr>
            <a:spLocks xmlns:a="http://schemas.openxmlformats.org/drawingml/2006/main" noGrp="1"/>
          </p:cNvSpPr>
          <p:nvPr/>
        </p:nvSpPr>
        <p:spPr>
          <a:xfrm xmlns:a="http://schemas.openxmlformats.org/drawingml/2006/main" flipH="0" flipV="0">
            <a:off x="6524625" y="6534150"/>
            <a:ext cx="152400" cy="953"/>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49" name="!!trade.case2.link0.tip">
            <a:extLst xmlns:a="http://schemas.openxmlformats.org/drawingml/2006/main">
              <a:ext uri="{FF2B5EF4-FFF2-40B4-BE49-F238E27FC236}">
                <a16:creationId xmlns:a16="http://schemas.microsoft.com/office/drawing/2014/main" id="{8E5FCF6E-6BEA-4615-BB88-806E47D59D87}"/>
              </a:ext>
            </a:extLst>
          </p:cNvPr>
          <p:cNvSpPr>
            <a:spLocks xmlns:a="http://schemas.openxmlformats.org/drawingml/2006/main" noGrp="1"/>
          </p:cNvSpPr>
          <p:nvPr/>
        </p:nvSpPr>
        <p:spPr>
          <a:xfrm xmlns:a="http://schemas.openxmlformats.org/drawingml/2006/main" rot="5400000">
            <a:off x="6619875" y="6477000"/>
            <a:ext cx="114300" cy="11430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50" name="!!trade.case2.1">
            <a:extLst xmlns:a="http://schemas.openxmlformats.org/drawingml/2006/main">
              <a:ext uri="{FF2B5EF4-FFF2-40B4-BE49-F238E27FC236}">
                <a16:creationId xmlns:a16="http://schemas.microsoft.com/office/drawing/2014/main" id="{E909B500-69AA-4767-BDC8-827BD2DA787B}"/>
              </a:ext>
            </a:extLst>
          </p:cNvPr>
          <p:cNvSpPr>
            <a:spLocks xmlns:a="http://schemas.openxmlformats.org/drawingml/2006/main" noGrp="1"/>
          </p:cNvSpPr>
          <p:nvPr/>
        </p:nvSpPr>
        <p:spPr>
          <a:xfrm xmlns:a="http://schemas.openxmlformats.org/drawingml/2006/main">
            <a:off x="6762750" y="5876925"/>
            <a:ext cx="2419350" cy="1323975"/>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51" name="!!trade.case2.1.role">
            <a:extLst xmlns:a="http://schemas.openxmlformats.org/drawingml/2006/main">
              <a:ext uri="{FF2B5EF4-FFF2-40B4-BE49-F238E27FC236}">
                <a16:creationId xmlns:a16="http://schemas.microsoft.com/office/drawing/2014/main" id="{554D14A2-390B-4C58-B59E-A9BB10A104DE}"/>
              </a:ext>
            </a:extLst>
          </p:cNvPr>
          <p:cNvSpPr>
            <a:spLocks xmlns:a="http://schemas.openxmlformats.org/drawingml/2006/main" noGrp="1"/>
          </p:cNvSpPr>
          <p:nvPr/>
        </p:nvSpPr>
        <p:spPr>
          <a:xfrm xmlns:a="http://schemas.openxmlformats.org/drawingml/2006/main">
            <a:off x="6953250" y="601980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20262C"/>
                </a:solidFill>
                <a:latin typeface="Arial"/>
                <a:ea typeface="Arial"/>
                <a:cs typeface="Arial"/>
              </a:defRPr>
            </a:defPPr>
            <a:lvl1pPr algn="l">
              <a:defRPr sz="1650" b="1">
                <a:solidFill>
                  <a:srgbClr val="20262C"/>
                </a:solidFill>
                <a:latin typeface="Arial"/>
                <a:ea typeface="Arial"/>
                <a:cs typeface="Arial"/>
              </a:defRPr>
            </a:lvl1pPr>
            <a:lvl2pPr algn="l">
              <a:defRPr sz="1650" b="1">
                <a:solidFill>
                  <a:srgbClr val="20262C"/>
                </a:solidFill>
                <a:latin typeface="Arial"/>
                <a:ea typeface="Arial"/>
                <a:cs typeface="Arial"/>
              </a:defRPr>
            </a:lvl2pPr>
            <a:lvl3pPr algn="l">
              <a:defRPr sz="1650" b="1">
                <a:solidFill>
                  <a:srgbClr val="20262C"/>
                </a:solidFill>
                <a:latin typeface="Arial"/>
                <a:ea typeface="Arial"/>
                <a:cs typeface="Arial"/>
              </a:defRPr>
            </a:lvl3pPr>
            <a:lvl4pPr algn="l">
              <a:defRPr sz="1650" b="1">
                <a:solidFill>
                  <a:srgbClr val="20262C"/>
                </a:solidFill>
                <a:latin typeface="Arial"/>
                <a:ea typeface="Arial"/>
                <a:cs typeface="Arial"/>
              </a:defRPr>
            </a:lvl4pPr>
            <a:lvl5pPr algn="l">
              <a:defRPr sz="1650" b="1">
                <a:solidFill>
                  <a:srgbClr val="20262C"/>
                </a:solidFill>
                <a:latin typeface="Arial"/>
                <a:ea typeface="Arial"/>
                <a:cs typeface="Arial"/>
              </a:defRPr>
            </a:lvl5pPr>
            <a:lvl6pPr algn="l">
              <a:defRPr sz="1650" b="1">
                <a:solidFill>
                  <a:srgbClr val="20262C"/>
                </a:solidFill>
                <a:latin typeface="Arial"/>
                <a:ea typeface="Arial"/>
                <a:cs typeface="Arial"/>
              </a:defRPr>
            </a:lvl6pPr>
            <a:lvl7pPr algn="l">
              <a:defRPr sz="1650" b="1">
                <a:solidFill>
                  <a:srgbClr val="20262C"/>
                </a:solidFill>
                <a:latin typeface="Arial"/>
                <a:ea typeface="Arial"/>
                <a:cs typeface="Arial"/>
              </a:defRPr>
            </a:lvl7pPr>
            <a:lvl8pPr algn="l">
              <a:defRPr sz="1650" b="1">
                <a:solidFill>
                  <a:srgbClr val="20262C"/>
                </a:solidFill>
                <a:latin typeface="Arial"/>
                <a:ea typeface="Arial"/>
                <a:cs typeface="Arial"/>
              </a:defRPr>
            </a:lvl8pPr>
            <a:lvl9pPr algn="l">
              <a:defRPr sz="1650" b="1">
                <a:solidFill>
                  <a:srgbClr val="20262C"/>
                </a:solidFill>
                <a:latin typeface="Arial"/>
                <a:ea typeface="Arial"/>
                <a:cs typeface="Arial"/>
              </a:defRPr>
            </a:lvl9pPr>
          </a:lstStyle>
          <a:p xmlns:a="http://schemas.openxmlformats.org/drawingml/2006/main">
            <a:pPr algn="l">
              <a:defRPr sz="1650" b="1">
                <a:solidFill>
                  <a:srgbClr val="20262C"/>
                </a:solidFill>
                <a:latin typeface="Arial"/>
                <a:ea typeface="Arial"/>
                <a:cs typeface="Arial"/>
              </a:defRPr>
            </a:pPr>
            <a:r>
              <a:rPr sz="1650" b="1">
                <a:solidFill>
                  <a:srgbClr val="20262C"/>
                </a:solidFill>
                <a:latin typeface="Arial"/>
                <a:ea typeface="Arial"/>
                <a:cs typeface="Arial"/>
              </a:rPr>
              <a:t>AI extracts details</a:t>
            </a:r>
          </a:p>
        </p:txBody>
      </p:sp>
      <p:sp>
        <p:nvSpPr>
          <p:cNvPr id="52" name="!!trade.case2.1.body">
            <a:extLst xmlns:a="http://schemas.openxmlformats.org/drawingml/2006/main">
              <a:ext uri="{FF2B5EF4-FFF2-40B4-BE49-F238E27FC236}">
                <a16:creationId xmlns:a16="http://schemas.microsoft.com/office/drawing/2014/main" id="{38BA6CA3-8C0B-4D57-A42F-28EABCF19E5A}"/>
              </a:ext>
            </a:extLst>
          </p:cNvPr>
          <p:cNvSpPr>
            <a:spLocks xmlns:a="http://schemas.openxmlformats.org/drawingml/2006/main" noGrp="1"/>
          </p:cNvSpPr>
          <p:nvPr/>
        </p:nvSpPr>
        <p:spPr>
          <a:xfrm xmlns:a="http://schemas.openxmlformats.org/drawingml/2006/main">
            <a:off x="6953250" y="6457950"/>
            <a:ext cx="20383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0262C"/>
                </a:solidFill>
                <a:latin typeface="Arial"/>
                <a:ea typeface="Arial"/>
                <a:cs typeface="Arial"/>
              </a:defRPr>
            </a:defPPr>
            <a:lvl1pPr algn="l">
              <a:defRPr sz="1800" b="0">
                <a:solidFill>
                  <a:srgbClr val="20262C"/>
                </a:solidFill>
                <a:latin typeface="Arial"/>
                <a:ea typeface="Arial"/>
                <a:cs typeface="Arial"/>
              </a:defRPr>
            </a:lvl1pPr>
            <a:lvl2pPr algn="l">
              <a:defRPr sz="1800" b="0">
                <a:solidFill>
                  <a:srgbClr val="20262C"/>
                </a:solidFill>
                <a:latin typeface="Arial"/>
                <a:ea typeface="Arial"/>
                <a:cs typeface="Arial"/>
              </a:defRPr>
            </a:lvl2pPr>
            <a:lvl3pPr algn="l">
              <a:defRPr sz="1800" b="0">
                <a:solidFill>
                  <a:srgbClr val="20262C"/>
                </a:solidFill>
                <a:latin typeface="Arial"/>
                <a:ea typeface="Arial"/>
                <a:cs typeface="Arial"/>
              </a:defRPr>
            </a:lvl3pPr>
            <a:lvl4pPr algn="l">
              <a:defRPr sz="1800" b="0">
                <a:solidFill>
                  <a:srgbClr val="20262C"/>
                </a:solidFill>
                <a:latin typeface="Arial"/>
                <a:ea typeface="Arial"/>
                <a:cs typeface="Arial"/>
              </a:defRPr>
            </a:lvl4pPr>
            <a:lvl5pPr algn="l">
              <a:defRPr sz="1800" b="0">
                <a:solidFill>
                  <a:srgbClr val="20262C"/>
                </a:solidFill>
                <a:latin typeface="Arial"/>
                <a:ea typeface="Arial"/>
                <a:cs typeface="Arial"/>
              </a:defRPr>
            </a:lvl5pPr>
            <a:lvl6pPr algn="l">
              <a:defRPr sz="1800" b="0">
                <a:solidFill>
                  <a:srgbClr val="20262C"/>
                </a:solidFill>
                <a:latin typeface="Arial"/>
                <a:ea typeface="Arial"/>
                <a:cs typeface="Arial"/>
              </a:defRPr>
            </a:lvl6pPr>
            <a:lvl7pPr algn="l">
              <a:defRPr sz="1800" b="0">
                <a:solidFill>
                  <a:srgbClr val="20262C"/>
                </a:solidFill>
                <a:latin typeface="Arial"/>
                <a:ea typeface="Arial"/>
                <a:cs typeface="Arial"/>
              </a:defRPr>
            </a:lvl7pPr>
            <a:lvl8pPr algn="l">
              <a:defRPr sz="1800" b="0">
                <a:solidFill>
                  <a:srgbClr val="20262C"/>
                </a:solidFill>
                <a:latin typeface="Arial"/>
                <a:ea typeface="Arial"/>
                <a:cs typeface="Arial"/>
              </a:defRPr>
            </a:lvl8pPr>
            <a:lvl9pPr algn="l">
              <a:defRPr sz="1800" b="0">
                <a:solidFill>
                  <a:srgbClr val="20262C"/>
                </a:solidFill>
                <a:latin typeface="Arial"/>
                <a:ea typeface="Arial"/>
                <a:cs typeface="Arial"/>
              </a:defRPr>
            </a:lvl9pPr>
          </a:lstStyle>
          <a:p xmlns:a="http://schemas.openxmlformats.org/drawingml/2006/main">
            <a:pPr algn="l">
              <a:defRPr sz="1800" b="0">
                <a:solidFill>
                  <a:srgbClr val="20262C"/>
                </a:solidFill>
                <a:latin typeface="Arial"/>
                <a:ea typeface="Arial"/>
                <a:cs typeface="Arial"/>
              </a:defRPr>
            </a:pPr>
            <a:r>
              <a:rPr sz="1800" b="0">
                <a:solidFill>
                  <a:srgbClr val="20262C"/>
                </a:solidFill>
                <a:latin typeface="Arial"/>
                <a:ea typeface="Arial"/>
                <a:cs typeface="Arial"/>
              </a:rPr>
              <a:t>Extract the details</a:t>
            </a:r>
          </a:p>
          <a:p xmlns:a="http://schemas.openxmlformats.org/drawingml/2006/main">
            <a:pPr algn="l">
              <a:defRPr sz="1800" b="0">
                <a:solidFill>
                  <a:srgbClr val="20262C"/>
                </a:solidFill>
                <a:latin typeface="Arial"/>
                <a:ea typeface="Arial"/>
                <a:cs typeface="Arial"/>
              </a:defRPr>
            </a:pPr>
            <a:r>
              <a:rPr sz="1800" b="0">
                <a:solidFill>
                  <a:srgbClr val="20262C"/>
                </a:solidFill>
                <a:latin typeface="Arial"/>
                <a:ea typeface="Arial"/>
                <a:cs typeface="Arial"/>
              </a:rPr>
              <a:t>for the system</a:t>
            </a:r>
          </a:p>
        </p:txBody>
      </p:sp>
      <p:sp>
        <p:nvSpPr>
          <p:cNvPr id="53" name="!!trade.case2.link1.line">
            <a:extLst xmlns:a="http://schemas.openxmlformats.org/drawingml/2006/main">
              <a:ext uri="{FF2B5EF4-FFF2-40B4-BE49-F238E27FC236}">
                <a16:creationId xmlns:a16="http://schemas.microsoft.com/office/drawing/2014/main" id="{881A86C3-B48D-498F-8CB2-A2F573E2B225}"/>
              </a:ext>
            </a:extLst>
          </p:cNvPr>
          <p:cNvSpPr>
            <a:spLocks xmlns:a="http://schemas.openxmlformats.org/drawingml/2006/main" noGrp="1"/>
          </p:cNvSpPr>
          <p:nvPr/>
        </p:nvSpPr>
        <p:spPr>
          <a:xfrm xmlns:a="http://schemas.openxmlformats.org/drawingml/2006/main" flipH="0" flipV="0">
            <a:off x="9229725" y="6534150"/>
            <a:ext cx="152400" cy="953"/>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54" name="!!trade.case2.link1.tip">
            <a:extLst xmlns:a="http://schemas.openxmlformats.org/drawingml/2006/main">
              <a:ext uri="{FF2B5EF4-FFF2-40B4-BE49-F238E27FC236}">
                <a16:creationId xmlns:a16="http://schemas.microsoft.com/office/drawing/2014/main" id="{37044B27-CC2D-45F2-A33C-B2C7D8E800DC}"/>
              </a:ext>
            </a:extLst>
          </p:cNvPr>
          <p:cNvSpPr>
            <a:spLocks xmlns:a="http://schemas.openxmlformats.org/drawingml/2006/main" noGrp="1"/>
          </p:cNvSpPr>
          <p:nvPr/>
        </p:nvSpPr>
        <p:spPr>
          <a:xfrm xmlns:a="http://schemas.openxmlformats.org/drawingml/2006/main" rot="5400000">
            <a:off x="9324975" y="6477000"/>
            <a:ext cx="114300" cy="11430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55" name="!!trade.case2.2">
            <a:extLst xmlns:a="http://schemas.openxmlformats.org/drawingml/2006/main">
              <a:ext uri="{FF2B5EF4-FFF2-40B4-BE49-F238E27FC236}">
                <a16:creationId xmlns:a16="http://schemas.microsoft.com/office/drawing/2014/main" id="{490D07AD-D02F-42ED-B5FA-CCC75FA34A5F}"/>
              </a:ext>
            </a:extLst>
          </p:cNvPr>
          <p:cNvSpPr>
            <a:spLocks xmlns:a="http://schemas.openxmlformats.org/drawingml/2006/main" noGrp="1"/>
          </p:cNvSpPr>
          <p:nvPr/>
        </p:nvSpPr>
        <p:spPr>
          <a:xfrm xmlns:a="http://schemas.openxmlformats.org/drawingml/2006/main">
            <a:off x="9467850" y="5876925"/>
            <a:ext cx="2419350" cy="1323975"/>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56" name="!!trade.case2.2.role">
            <a:extLst xmlns:a="http://schemas.openxmlformats.org/drawingml/2006/main">
              <a:ext uri="{FF2B5EF4-FFF2-40B4-BE49-F238E27FC236}">
                <a16:creationId xmlns:a16="http://schemas.microsoft.com/office/drawing/2014/main" id="{19A187B7-526E-4405-8D88-AC1C60889D92}"/>
              </a:ext>
            </a:extLst>
          </p:cNvPr>
          <p:cNvSpPr>
            <a:spLocks xmlns:a="http://schemas.openxmlformats.org/drawingml/2006/main" noGrp="1"/>
          </p:cNvSpPr>
          <p:nvPr/>
        </p:nvSpPr>
        <p:spPr>
          <a:xfrm xmlns:a="http://schemas.openxmlformats.org/drawingml/2006/main">
            <a:off x="9658350" y="601980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20262C"/>
                </a:solidFill>
                <a:latin typeface="Arial"/>
                <a:ea typeface="Arial"/>
                <a:cs typeface="Arial"/>
              </a:defRPr>
            </a:defPPr>
            <a:lvl1pPr algn="l">
              <a:defRPr sz="1650" b="1">
                <a:solidFill>
                  <a:srgbClr val="20262C"/>
                </a:solidFill>
                <a:latin typeface="Arial"/>
                <a:ea typeface="Arial"/>
                <a:cs typeface="Arial"/>
              </a:defRPr>
            </a:lvl1pPr>
            <a:lvl2pPr algn="l">
              <a:defRPr sz="1650" b="1">
                <a:solidFill>
                  <a:srgbClr val="20262C"/>
                </a:solidFill>
                <a:latin typeface="Arial"/>
                <a:ea typeface="Arial"/>
                <a:cs typeface="Arial"/>
              </a:defRPr>
            </a:lvl2pPr>
            <a:lvl3pPr algn="l">
              <a:defRPr sz="1650" b="1">
                <a:solidFill>
                  <a:srgbClr val="20262C"/>
                </a:solidFill>
                <a:latin typeface="Arial"/>
                <a:ea typeface="Arial"/>
                <a:cs typeface="Arial"/>
              </a:defRPr>
            </a:lvl3pPr>
            <a:lvl4pPr algn="l">
              <a:defRPr sz="1650" b="1">
                <a:solidFill>
                  <a:srgbClr val="20262C"/>
                </a:solidFill>
                <a:latin typeface="Arial"/>
                <a:ea typeface="Arial"/>
                <a:cs typeface="Arial"/>
              </a:defRPr>
            </a:lvl4pPr>
            <a:lvl5pPr algn="l">
              <a:defRPr sz="1650" b="1">
                <a:solidFill>
                  <a:srgbClr val="20262C"/>
                </a:solidFill>
                <a:latin typeface="Arial"/>
                <a:ea typeface="Arial"/>
                <a:cs typeface="Arial"/>
              </a:defRPr>
            </a:lvl5pPr>
            <a:lvl6pPr algn="l">
              <a:defRPr sz="1650" b="1">
                <a:solidFill>
                  <a:srgbClr val="20262C"/>
                </a:solidFill>
                <a:latin typeface="Arial"/>
                <a:ea typeface="Arial"/>
                <a:cs typeface="Arial"/>
              </a:defRPr>
            </a:lvl6pPr>
            <a:lvl7pPr algn="l">
              <a:defRPr sz="1650" b="1">
                <a:solidFill>
                  <a:srgbClr val="20262C"/>
                </a:solidFill>
                <a:latin typeface="Arial"/>
                <a:ea typeface="Arial"/>
                <a:cs typeface="Arial"/>
              </a:defRPr>
            </a:lvl7pPr>
            <a:lvl8pPr algn="l">
              <a:defRPr sz="1650" b="1">
                <a:solidFill>
                  <a:srgbClr val="20262C"/>
                </a:solidFill>
                <a:latin typeface="Arial"/>
                <a:ea typeface="Arial"/>
                <a:cs typeface="Arial"/>
              </a:defRPr>
            </a:lvl8pPr>
            <a:lvl9pPr algn="l">
              <a:defRPr sz="1650" b="1">
                <a:solidFill>
                  <a:srgbClr val="20262C"/>
                </a:solidFill>
                <a:latin typeface="Arial"/>
                <a:ea typeface="Arial"/>
                <a:cs typeface="Arial"/>
              </a:defRPr>
            </a:lvl9pPr>
          </a:lstStyle>
          <a:p xmlns:a="http://schemas.openxmlformats.org/drawingml/2006/main">
            <a:pPr algn="l">
              <a:defRPr sz="1650" b="1">
                <a:solidFill>
                  <a:srgbClr val="20262C"/>
                </a:solidFill>
                <a:latin typeface="Arial"/>
                <a:ea typeface="Arial"/>
                <a:cs typeface="Arial"/>
              </a:defRPr>
            </a:pPr>
            <a:r>
              <a:rPr sz="1650" b="1">
                <a:solidFill>
                  <a:srgbClr val="20262C"/>
                </a:solidFill>
                <a:latin typeface="Arial"/>
                <a:ea typeface="Arial"/>
                <a:cs typeface="Arial"/>
              </a:rPr>
              <a:t>Match and route</a:t>
            </a:r>
          </a:p>
        </p:txBody>
      </p:sp>
      <p:sp>
        <p:nvSpPr>
          <p:cNvPr id="57" name="!!trade.case2.2.body">
            <a:extLst xmlns:a="http://schemas.openxmlformats.org/drawingml/2006/main">
              <a:ext uri="{FF2B5EF4-FFF2-40B4-BE49-F238E27FC236}">
                <a16:creationId xmlns:a16="http://schemas.microsoft.com/office/drawing/2014/main" id="{CEDB8BAA-569F-4CDB-AC95-A4113760D13B}"/>
              </a:ext>
            </a:extLst>
          </p:cNvPr>
          <p:cNvSpPr>
            <a:spLocks xmlns:a="http://schemas.openxmlformats.org/drawingml/2006/main" noGrp="1"/>
          </p:cNvSpPr>
          <p:nvPr/>
        </p:nvSpPr>
        <p:spPr>
          <a:xfrm xmlns:a="http://schemas.openxmlformats.org/drawingml/2006/main">
            <a:off x="9658350" y="6457950"/>
            <a:ext cx="20383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0262C"/>
                </a:solidFill>
                <a:latin typeface="Arial"/>
                <a:ea typeface="Arial"/>
                <a:cs typeface="Arial"/>
              </a:defRPr>
            </a:defPPr>
            <a:lvl1pPr algn="l">
              <a:defRPr sz="1800" b="0">
                <a:solidFill>
                  <a:srgbClr val="20262C"/>
                </a:solidFill>
                <a:latin typeface="Arial"/>
                <a:ea typeface="Arial"/>
                <a:cs typeface="Arial"/>
              </a:defRPr>
            </a:lvl1pPr>
            <a:lvl2pPr algn="l">
              <a:defRPr sz="1800" b="0">
                <a:solidFill>
                  <a:srgbClr val="20262C"/>
                </a:solidFill>
                <a:latin typeface="Arial"/>
                <a:ea typeface="Arial"/>
                <a:cs typeface="Arial"/>
              </a:defRPr>
            </a:lvl2pPr>
            <a:lvl3pPr algn="l">
              <a:defRPr sz="1800" b="0">
                <a:solidFill>
                  <a:srgbClr val="20262C"/>
                </a:solidFill>
                <a:latin typeface="Arial"/>
                <a:ea typeface="Arial"/>
                <a:cs typeface="Arial"/>
              </a:defRPr>
            </a:lvl3pPr>
            <a:lvl4pPr algn="l">
              <a:defRPr sz="1800" b="0">
                <a:solidFill>
                  <a:srgbClr val="20262C"/>
                </a:solidFill>
                <a:latin typeface="Arial"/>
                <a:ea typeface="Arial"/>
                <a:cs typeface="Arial"/>
              </a:defRPr>
            </a:lvl4pPr>
            <a:lvl5pPr algn="l">
              <a:defRPr sz="1800" b="0">
                <a:solidFill>
                  <a:srgbClr val="20262C"/>
                </a:solidFill>
                <a:latin typeface="Arial"/>
                <a:ea typeface="Arial"/>
                <a:cs typeface="Arial"/>
              </a:defRPr>
            </a:lvl5pPr>
            <a:lvl6pPr algn="l">
              <a:defRPr sz="1800" b="0">
                <a:solidFill>
                  <a:srgbClr val="20262C"/>
                </a:solidFill>
                <a:latin typeface="Arial"/>
                <a:ea typeface="Arial"/>
                <a:cs typeface="Arial"/>
              </a:defRPr>
            </a:lvl6pPr>
            <a:lvl7pPr algn="l">
              <a:defRPr sz="1800" b="0">
                <a:solidFill>
                  <a:srgbClr val="20262C"/>
                </a:solidFill>
                <a:latin typeface="Arial"/>
                <a:ea typeface="Arial"/>
                <a:cs typeface="Arial"/>
              </a:defRPr>
            </a:lvl7pPr>
            <a:lvl8pPr algn="l">
              <a:defRPr sz="1800" b="0">
                <a:solidFill>
                  <a:srgbClr val="20262C"/>
                </a:solidFill>
                <a:latin typeface="Arial"/>
                <a:ea typeface="Arial"/>
                <a:cs typeface="Arial"/>
              </a:defRPr>
            </a:lvl8pPr>
            <a:lvl9pPr algn="l">
              <a:defRPr sz="1800" b="0">
                <a:solidFill>
                  <a:srgbClr val="20262C"/>
                </a:solidFill>
                <a:latin typeface="Arial"/>
                <a:ea typeface="Arial"/>
                <a:cs typeface="Arial"/>
              </a:defRPr>
            </a:lvl9pPr>
          </a:lstStyle>
          <a:p xmlns:a="http://schemas.openxmlformats.org/drawingml/2006/main">
            <a:pPr algn="l">
              <a:defRPr sz="1800" b="0">
                <a:solidFill>
                  <a:srgbClr val="20262C"/>
                </a:solidFill>
                <a:latin typeface="Arial"/>
                <a:ea typeface="Arial"/>
                <a:cs typeface="Arial"/>
              </a:defRPr>
            </a:pPr>
            <a:r>
              <a:rPr sz="1800" b="0">
                <a:solidFill>
                  <a:srgbClr val="20262C"/>
                </a:solidFill>
                <a:latin typeface="Arial"/>
                <a:ea typeface="Arial"/>
                <a:cs typeface="Arial"/>
              </a:rPr>
              <a:t>Match the request</a:t>
            </a:r>
          </a:p>
          <a:p xmlns:a="http://schemas.openxmlformats.org/drawingml/2006/main">
            <a:pPr algn="l">
              <a:defRPr sz="1800" b="0">
                <a:solidFill>
                  <a:srgbClr val="20262C"/>
                </a:solidFill>
                <a:latin typeface="Arial"/>
                <a:ea typeface="Arial"/>
                <a:cs typeface="Arial"/>
              </a:defRPr>
            </a:pPr>
            <a:r>
              <a:rPr sz="1800" b="0">
                <a:solidFill>
                  <a:srgbClr val="20262C"/>
                </a:solidFill>
                <a:latin typeface="Arial"/>
                <a:ea typeface="Arial"/>
                <a:cs typeface="Arial"/>
              </a:rPr>
              <a:t>Route to trading</a:t>
            </a:r>
          </a:p>
        </p:txBody>
      </p:sp>
      <p:sp>
        <p:nvSpPr>
          <p:cNvPr id="58" name="!!trade.case2.link2.line">
            <a:extLst xmlns:a="http://schemas.openxmlformats.org/drawingml/2006/main">
              <a:ext uri="{FF2B5EF4-FFF2-40B4-BE49-F238E27FC236}">
                <a16:creationId xmlns:a16="http://schemas.microsoft.com/office/drawing/2014/main" id="{91D8F1C7-4FA6-43CB-B7AD-AEA0F91FD699}"/>
              </a:ext>
            </a:extLst>
          </p:cNvPr>
          <p:cNvSpPr>
            <a:spLocks xmlns:a="http://schemas.openxmlformats.org/drawingml/2006/main" noGrp="1"/>
          </p:cNvSpPr>
          <p:nvPr/>
        </p:nvSpPr>
        <p:spPr>
          <a:xfrm xmlns:a="http://schemas.openxmlformats.org/drawingml/2006/main" flipH="0" flipV="0">
            <a:off x="11934825" y="6534150"/>
            <a:ext cx="152400" cy="953"/>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59" name="!!trade.case2.link2.tip">
            <a:extLst xmlns:a="http://schemas.openxmlformats.org/drawingml/2006/main">
              <a:ext uri="{FF2B5EF4-FFF2-40B4-BE49-F238E27FC236}">
                <a16:creationId xmlns:a16="http://schemas.microsoft.com/office/drawing/2014/main" id="{01AEE4CB-5B42-489C-A215-499DD3C255A2}"/>
              </a:ext>
            </a:extLst>
          </p:cNvPr>
          <p:cNvSpPr>
            <a:spLocks xmlns:a="http://schemas.openxmlformats.org/drawingml/2006/main" noGrp="1"/>
          </p:cNvSpPr>
          <p:nvPr/>
        </p:nvSpPr>
        <p:spPr>
          <a:xfrm xmlns:a="http://schemas.openxmlformats.org/drawingml/2006/main" rot="5400000">
            <a:off x="12030075" y="6477000"/>
            <a:ext cx="114300" cy="11430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60" name="!!trade.case2.3">
            <a:extLst xmlns:a="http://schemas.openxmlformats.org/drawingml/2006/main">
              <a:ext uri="{FF2B5EF4-FFF2-40B4-BE49-F238E27FC236}">
                <a16:creationId xmlns:a16="http://schemas.microsoft.com/office/drawing/2014/main" id="{28ACE0F2-FA16-45D0-ABA9-B56ECA8AB4D4}"/>
              </a:ext>
            </a:extLst>
          </p:cNvPr>
          <p:cNvSpPr>
            <a:spLocks xmlns:a="http://schemas.openxmlformats.org/drawingml/2006/main" noGrp="1"/>
          </p:cNvSpPr>
          <p:nvPr/>
        </p:nvSpPr>
        <p:spPr>
          <a:xfrm xmlns:a="http://schemas.openxmlformats.org/drawingml/2006/main">
            <a:off x="12172950" y="5876925"/>
            <a:ext cx="2419350" cy="1323975"/>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61" name="!!trade.case2.3.role">
            <a:extLst xmlns:a="http://schemas.openxmlformats.org/drawingml/2006/main">
              <a:ext uri="{FF2B5EF4-FFF2-40B4-BE49-F238E27FC236}">
                <a16:creationId xmlns:a16="http://schemas.microsoft.com/office/drawing/2014/main" id="{E0BDEDA0-E249-44AB-B28C-75333BC8C790}"/>
              </a:ext>
            </a:extLst>
          </p:cNvPr>
          <p:cNvSpPr>
            <a:spLocks xmlns:a="http://schemas.openxmlformats.org/drawingml/2006/main" noGrp="1"/>
          </p:cNvSpPr>
          <p:nvPr/>
        </p:nvSpPr>
        <p:spPr>
          <a:xfrm xmlns:a="http://schemas.openxmlformats.org/drawingml/2006/main">
            <a:off x="12363450" y="601980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20262C"/>
                </a:solidFill>
                <a:latin typeface="Arial"/>
                <a:ea typeface="Arial"/>
                <a:cs typeface="Arial"/>
              </a:defRPr>
            </a:defPPr>
            <a:lvl1pPr algn="l">
              <a:defRPr sz="1650" b="1">
                <a:solidFill>
                  <a:srgbClr val="20262C"/>
                </a:solidFill>
                <a:latin typeface="Arial"/>
                <a:ea typeface="Arial"/>
                <a:cs typeface="Arial"/>
              </a:defRPr>
            </a:lvl1pPr>
            <a:lvl2pPr algn="l">
              <a:defRPr sz="1650" b="1">
                <a:solidFill>
                  <a:srgbClr val="20262C"/>
                </a:solidFill>
                <a:latin typeface="Arial"/>
                <a:ea typeface="Arial"/>
                <a:cs typeface="Arial"/>
              </a:defRPr>
            </a:lvl2pPr>
            <a:lvl3pPr algn="l">
              <a:defRPr sz="1650" b="1">
                <a:solidFill>
                  <a:srgbClr val="20262C"/>
                </a:solidFill>
                <a:latin typeface="Arial"/>
                <a:ea typeface="Arial"/>
                <a:cs typeface="Arial"/>
              </a:defRPr>
            </a:lvl3pPr>
            <a:lvl4pPr algn="l">
              <a:defRPr sz="1650" b="1">
                <a:solidFill>
                  <a:srgbClr val="20262C"/>
                </a:solidFill>
                <a:latin typeface="Arial"/>
                <a:ea typeface="Arial"/>
                <a:cs typeface="Arial"/>
              </a:defRPr>
            </a:lvl4pPr>
            <a:lvl5pPr algn="l">
              <a:defRPr sz="1650" b="1">
                <a:solidFill>
                  <a:srgbClr val="20262C"/>
                </a:solidFill>
                <a:latin typeface="Arial"/>
                <a:ea typeface="Arial"/>
                <a:cs typeface="Arial"/>
              </a:defRPr>
            </a:lvl5pPr>
            <a:lvl6pPr algn="l">
              <a:defRPr sz="1650" b="1">
                <a:solidFill>
                  <a:srgbClr val="20262C"/>
                </a:solidFill>
                <a:latin typeface="Arial"/>
                <a:ea typeface="Arial"/>
                <a:cs typeface="Arial"/>
              </a:defRPr>
            </a:lvl6pPr>
            <a:lvl7pPr algn="l">
              <a:defRPr sz="1650" b="1">
                <a:solidFill>
                  <a:srgbClr val="20262C"/>
                </a:solidFill>
                <a:latin typeface="Arial"/>
                <a:ea typeface="Arial"/>
                <a:cs typeface="Arial"/>
              </a:defRPr>
            </a:lvl7pPr>
            <a:lvl8pPr algn="l">
              <a:defRPr sz="1650" b="1">
                <a:solidFill>
                  <a:srgbClr val="20262C"/>
                </a:solidFill>
                <a:latin typeface="Arial"/>
                <a:ea typeface="Arial"/>
                <a:cs typeface="Arial"/>
              </a:defRPr>
            </a:lvl8pPr>
            <a:lvl9pPr algn="l">
              <a:defRPr sz="1650" b="1">
                <a:solidFill>
                  <a:srgbClr val="20262C"/>
                </a:solidFill>
                <a:latin typeface="Arial"/>
                <a:ea typeface="Arial"/>
                <a:cs typeface="Arial"/>
              </a:defRPr>
            </a:lvl9pPr>
          </a:lstStyle>
          <a:p xmlns:a="http://schemas.openxmlformats.org/drawingml/2006/main">
            <a:pPr algn="l">
              <a:defRPr sz="1650" b="1">
                <a:solidFill>
                  <a:srgbClr val="20262C"/>
                </a:solidFill>
                <a:latin typeface="Arial"/>
                <a:ea typeface="Arial"/>
                <a:cs typeface="Arial"/>
              </a:defRPr>
            </a:pPr>
            <a:r>
              <a:rPr sz="1650" b="1">
                <a:solidFill>
                  <a:srgbClr val="20262C"/>
                </a:solidFill>
                <a:latin typeface="Arial"/>
                <a:ea typeface="Arial"/>
                <a:cs typeface="Arial"/>
              </a:rPr>
              <a:t>Portfolio manager</a:t>
            </a:r>
          </a:p>
        </p:txBody>
      </p:sp>
      <p:sp>
        <p:nvSpPr>
          <p:cNvPr id="62" name="!!trade.case2.3.body">
            <a:extLst xmlns:a="http://schemas.openxmlformats.org/drawingml/2006/main">
              <a:ext uri="{FF2B5EF4-FFF2-40B4-BE49-F238E27FC236}">
                <a16:creationId xmlns:a16="http://schemas.microsoft.com/office/drawing/2014/main" id="{E1E13D50-1E1C-4380-88EF-F8927F4A82CE}"/>
              </a:ext>
            </a:extLst>
          </p:cNvPr>
          <p:cNvSpPr>
            <a:spLocks xmlns:a="http://schemas.openxmlformats.org/drawingml/2006/main" noGrp="1"/>
          </p:cNvSpPr>
          <p:nvPr/>
        </p:nvSpPr>
        <p:spPr>
          <a:xfrm xmlns:a="http://schemas.openxmlformats.org/drawingml/2006/main">
            <a:off x="12363450" y="6457950"/>
            <a:ext cx="20383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0262C"/>
                </a:solidFill>
                <a:latin typeface="Arial"/>
                <a:ea typeface="Arial"/>
                <a:cs typeface="Arial"/>
              </a:defRPr>
            </a:defPPr>
            <a:lvl1pPr algn="l">
              <a:defRPr sz="1800" b="0">
                <a:solidFill>
                  <a:srgbClr val="20262C"/>
                </a:solidFill>
                <a:latin typeface="Arial"/>
                <a:ea typeface="Arial"/>
                <a:cs typeface="Arial"/>
              </a:defRPr>
            </a:lvl1pPr>
            <a:lvl2pPr algn="l">
              <a:defRPr sz="1800" b="0">
                <a:solidFill>
                  <a:srgbClr val="20262C"/>
                </a:solidFill>
                <a:latin typeface="Arial"/>
                <a:ea typeface="Arial"/>
                <a:cs typeface="Arial"/>
              </a:defRPr>
            </a:lvl2pPr>
            <a:lvl3pPr algn="l">
              <a:defRPr sz="1800" b="0">
                <a:solidFill>
                  <a:srgbClr val="20262C"/>
                </a:solidFill>
                <a:latin typeface="Arial"/>
                <a:ea typeface="Arial"/>
                <a:cs typeface="Arial"/>
              </a:defRPr>
            </a:lvl3pPr>
            <a:lvl4pPr algn="l">
              <a:defRPr sz="1800" b="0">
                <a:solidFill>
                  <a:srgbClr val="20262C"/>
                </a:solidFill>
                <a:latin typeface="Arial"/>
                <a:ea typeface="Arial"/>
                <a:cs typeface="Arial"/>
              </a:defRPr>
            </a:lvl4pPr>
            <a:lvl5pPr algn="l">
              <a:defRPr sz="1800" b="0">
                <a:solidFill>
                  <a:srgbClr val="20262C"/>
                </a:solidFill>
                <a:latin typeface="Arial"/>
                <a:ea typeface="Arial"/>
                <a:cs typeface="Arial"/>
              </a:defRPr>
            </a:lvl5pPr>
            <a:lvl6pPr algn="l">
              <a:defRPr sz="1800" b="0">
                <a:solidFill>
                  <a:srgbClr val="20262C"/>
                </a:solidFill>
                <a:latin typeface="Arial"/>
                <a:ea typeface="Arial"/>
                <a:cs typeface="Arial"/>
              </a:defRPr>
            </a:lvl6pPr>
            <a:lvl7pPr algn="l">
              <a:defRPr sz="1800" b="0">
                <a:solidFill>
                  <a:srgbClr val="20262C"/>
                </a:solidFill>
                <a:latin typeface="Arial"/>
                <a:ea typeface="Arial"/>
                <a:cs typeface="Arial"/>
              </a:defRPr>
            </a:lvl7pPr>
            <a:lvl8pPr algn="l">
              <a:defRPr sz="1800" b="0">
                <a:solidFill>
                  <a:srgbClr val="20262C"/>
                </a:solidFill>
                <a:latin typeface="Arial"/>
                <a:ea typeface="Arial"/>
                <a:cs typeface="Arial"/>
              </a:defRPr>
            </a:lvl8pPr>
            <a:lvl9pPr algn="l">
              <a:defRPr sz="1800" b="0">
                <a:solidFill>
                  <a:srgbClr val="20262C"/>
                </a:solidFill>
                <a:latin typeface="Arial"/>
                <a:ea typeface="Arial"/>
                <a:cs typeface="Arial"/>
              </a:defRPr>
            </a:lvl9pPr>
          </a:lstStyle>
          <a:p xmlns:a="http://schemas.openxmlformats.org/drawingml/2006/main">
            <a:pPr algn="l">
              <a:defRPr sz="1800" b="0">
                <a:solidFill>
                  <a:srgbClr val="20262C"/>
                </a:solidFill>
                <a:latin typeface="Arial"/>
                <a:ea typeface="Arial"/>
                <a:cs typeface="Arial"/>
              </a:defRPr>
            </a:pPr>
            <a:r>
              <a:rPr sz="1800" b="0">
                <a:solidFill>
                  <a:srgbClr val="20262C"/>
                </a:solidFill>
                <a:latin typeface="Arial"/>
                <a:ea typeface="Arial"/>
                <a:cs typeface="Arial"/>
              </a:rPr>
              <a:t>Submits the</a:t>
            </a:r>
          </a:p>
          <a:p xmlns:a="http://schemas.openxmlformats.org/drawingml/2006/main">
            <a:pPr algn="l">
              <a:defRPr sz="1800" b="0">
                <a:solidFill>
                  <a:srgbClr val="20262C"/>
                </a:solidFill>
                <a:latin typeface="Arial"/>
                <a:ea typeface="Arial"/>
                <a:cs typeface="Arial"/>
              </a:defRPr>
            </a:pPr>
            <a:r>
              <a:rPr sz="1800" b="0">
                <a:solidFill>
                  <a:srgbClr val="20262C"/>
                </a:solidFill>
                <a:latin typeface="Arial"/>
                <a:ea typeface="Arial"/>
                <a:cs typeface="Arial"/>
              </a:rPr>
              <a:t>instruction</a:t>
            </a:r>
          </a:p>
        </p:txBody>
      </p:sp>
      <p:sp>
        <p:nvSpPr>
          <p:cNvPr id="64" name="!!story.header.issuer.bar">
            <a:extLst xmlns:a="http://schemas.openxmlformats.org/drawingml/2006/main">
              <a:ext uri="{FF2B5EF4-FFF2-40B4-BE49-F238E27FC236}">
                <a16:creationId xmlns:a16="http://schemas.microsoft.com/office/drawing/2014/main" id="{97D08770-7B51-4D36-8176-2C61C2879D29}"/>
              </a:ext>
            </a:extLst>
          </p:cNvPr>
          <p:cNvSpPr>
            <a:spLocks xmlns:a="http://schemas.openxmlformats.org/drawingml/2006/main" noGrp="1"/>
          </p:cNvSpPr>
          <p:nvPr/>
        </p:nvSpPr>
        <p:spPr>
          <a:xfrm xmlns:a="http://schemas.openxmlformats.org/drawingml/2006/main">
            <a:off x="10668000" y="1257300"/>
            <a:ext cx="47625" cy="238125"/>
          </a:xfrm>
          <a:prstGeom xmlns:a="http://schemas.openxmlformats.org/drawingml/2006/main" prst="rect">
            <a:avLst/>
          </a:prstGeom>
          <a:solidFill xmlns:a="http://schemas.openxmlformats.org/drawingml/2006/main">
            <a:srgbClr val="317F7B"/>
          </a:solidFill>
          <a:ln xmlns:a="http://schemas.openxmlformats.org/drawingml/2006/main" w="0">
            <a:noFill/>
          </a:ln>
        </p:spPr>
      </p:sp>
      <p:sp>
        <p:nvSpPr>
          <p:cNvPr id="65" name="!!story.header.issuer.name">
            <a:extLst xmlns:a="http://schemas.openxmlformats.org/drawingml/2006/main">
              <a:ext uri="{FF2B5EF4-FFF2-40B4-BE49-F238E27FC236}">
                <a16:creationId xmlns:a16="http://schemas.microsoft.com/office/drawing/2014/main" id="{7A396479-5ACB-478C-80FB-862FE5518640}"/>
              </a:ext>
            </a:extLst>
          </p:cNvPr>
          <p:cNvSpPr>
            <a:spLocks xmlns:a="http://schemas.openxmlformats.org/drawingml/2006/main" noGrp="1"/>
          </p:cNvSpPr>
          <p:nvPr/>
        </p:nvSpPr>
        <p:spPr>
          <a:xfrm xmlns:a="http://schemas.openxmlformats.org/drawingml/2006/main">
            <a:off x="10801350" y="1190625"/>
            <a:ext cx="152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317F7B"/>
                </a:solidFill>
                <a:latin typeface="Arial"/>
                <a:ea typeface="Arial"/>
                <a:cs typeface="Arial"/>
              </a:defRPr>
            </a:defPPr>
            <a:lvl1pPr algn="l">
              <a:defRPr sz="1800" b="1">
                <a:solidFill>
                  <a:srgbClr val="317F7B"/>
                </a:solidFill>
                <a:latin typeface="Arial"/>
                <a:ea typeface="Arial"/>
                <a:cs typeface="Arial"/>
              </a:defRPr>
            </a:lvl1pPr>
            <a:lvl2pPr algn="l">
              <a:defRPr sz="1800" b="1">
                <a:solidFill>
                  <a:srgbClr val="317F7B"/>
                </a:solidFill>
                <a:latin typeface="Arial"/>
                <a:ea typeface="Arial"/>
                <a:cs typeface="Arial"/>
              </a:defRPr>
            </a:lvl2pPr>
            <a:lvl3pPr algn="l">
              <a:defRPr sz="1800" b="1">
                <a:solidFill>
                  <a:srgbClr val="317F7B"/>
                </a:solidFill>
                <a:latin typeface="Arial"/>
                <a:ea typeface="Arial"/>
                <a:cs typeface="Arial"/>
              </a:defRPr>
            </a:lvl3pPr>
            <a:lvl4pPr algn="l">
              <a:defRPr sz="1800" b="1">
                <a:solidFill>
                  <a:srgbClr val="317F7B"/>
                </a:solidFill>
                <a:latin typeface="Arial"/>
                <a:ea typeface="Arial"/>
                <a:cs typeface="Arial"/>
              </a:defRPr>
            </a:lvl4pPr>
            <a:lvl5pPr algn="l">
              <a:defRPr sz="1800" b="1">
                <a:solidFill>
                  <a:srgbClr val="317F7B"/>
                </a:solidFill>
                <a:latin typeface="Arial"/>
                <a:ea typeface="Arial"/>
                <a:cs typeface="Arial"/>
              </a:defRPr>
            </a:lvl5pPr>
            <a:lvl6pPr algn="l">
              <a:defRPr sz="1800" b="1">
                <a:solidFill>
                  <a:srgbClr val="317F7B"/>
                </a:solidFill>
                <a:latin typeface="Arial"/>
                <a:ea typeface="Arial"/>
                <a:cs typeface="Arial"/>
              </a:defRPr>
            </a:lvl6pPr>
            <a:lvl7pPr algn="l">
              <a:defRPr sz="1800" b="1">
                <a:solidFill>
                  <a:srgbClr val="317F7B"/>
                </a:solidFill>
                <a:latin typeface="Arial"/>
                <a:ea typeface="Arial"/>
                <a:cs typeface="Arial"/>
              </a:defRPr>
            </a:lvl7pPr>
            <a:lvl8pPr algn="l">
              <a:defRPr sz="1800" b="1">
                <a:solidFill>
                  <a:srgbClr val="317F7B"/>
                </a:solidFill>
                <a:latin typeface="Arial"/>
                <a:ea typeface="Arial"/>
                <a:cs typeface="Arial"/>
              </a:defRPr>
            </a:lvl8pPr>
            <a:lvl9pPr algn="l">
              <a:defRPr sz="1800" b="1">
                <a:solidFill>
                  <a:srgbClr val="317F7B"/>
                </a:solidFill>
                <a:latin typeface="Arial"/>
                <a:ea typeface="Arial"/>
                <a:cs typeface="Arial"/>
              </a:defRPr>
            </a:lvl9pPr>
          </a:lstStyle>
          <a:p xmlns:a="http://schemas.openxmlformats.org/drawingml/2006/main">
            <a:pPr algn="l">
              <a:defRPr sz="1800" b="1">
                <a:solidFill>
                  <a:srgbClr val="317F7B"/>
                </a:solidFill>
                <a:latin typeface="Arial"/>
                <a:ea typeface="Arial"/>
                <a:cs typeface="Arial"/>
              </a:defRPr>
            </a:pPr>
            <a:r>
              <a:rPr sz="1800" b="1">
                <a:solidFill>
                  <a:srgbClr val="317F7B"/>
                </a:solidFill>
                <a:latin typeface="Arial"/>
                <a:ea typeface="Arial"/>
                <a:cs typeface="Arial"/>
              </a:rPr>
              <a:t>Company A</a:t>
            </a:r>
          </a:p>
        </p:txBody>
      </p:sp>
      <p:sp>
        <p:nvSpPr>
          <p:cNvPr id="66" name="!!story.header.issuer.qualifier">
            <a:extLst xmlns:a="http://schemas.openxmlformats.org/drawingml/2006/main">
              <a:ext uri="{FF2B5EF4-FFF2-40B4-BE49-F238E27FC236}">
                <a16:creationId xmlns:a16="http://schemas.microsoft.com/office/drawing/2014/main" id="{F84F413D-664E-4239-868A-B658F2AD4F6B}"/>
              </a:ext>
            </a:extLst>
          </p:cNvPr>
          <p:cNvSpPr>
            <a:spLocks xmlns:a="http://schemas.openxmlformats.org/drawingml/2006/main" noGrp="1"/>
          </p:cNvSpPr>
          <p:nvPr/>
        </p:nvSpPr>
        <p:spPr>
          <a:xfrm xmlns:a="http://schemas.openxmlformats.org/drawingml/2006/main">
            <a:off x="12430125" y="1238250"/>
            <a:ext cx="14001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707C88"/>
                </a:solidFill>
                <a:latin typeface="Arial"/>
                <a:ea typeface="Arial"/>
                <a:cs typeface="Arial"/>
              </a:defRPr>
            </a:defPPr>
            <a:lvl1pPr algn="l">
              <a:defRPr sz="1500" b="0">
                <a:solidFill>
                  <a:srgbClr val="707C88"/>
                </a:solidFill>
                <a:latin typeface="Arial"/>
                <a:ea typeface="Arial"/>
                <a:cs typeface="Arial"/>
              </a:defRPr>
            </a:lvl1pPr>
            <a:lvl2pPr algn="l">
              <a:defRPr sz="1500" b="0">
                <a:solidFill>
                  <a:srgbClr val="707C88"/>
                </a:solidFill>
                <a:latin typeface="Arial"/>
                <a:ea typeface="Arial"/>
                <a:cs typeface="Arial"/>
              </a:defRPr>
            </a:lvl2pPr>
            <a:lvl3pPr algn="l">
              <a:defRPr sz="1500" b="0">
                <a:solidFill>
                  <a:srgbClr val="707C88"/>
                </a:solidFill>
                <a:latin typeface="Arial"/>
                <a:ea typeface="Arial"/>
                <a:cs typeface="Arial"/>
              </a:defRPr>
            </a:lvl3pPr>
            <a:lvl4pPr algn="l">
              <a:defRPr sz="1500" b="0">
                <a:solidFill>
                  <a:srgbClr val="707C88"/>
                </a:solidFill>
                <a:latin typeface="Arial"/>
                <a:ea typeface="Arial"/>
                <a:cs typeface="Arial"/>
              </a:defRPr>
            </a:lvl4pPr>
            <a:lvl5pPr algn="l">
              <a:defRPr sz="1500" b="0">
                <a:solidFill>
                  <a:srgbClr val="707C88"/>
                </a:solidFill>
                <a:latin typeface="Arial"/>
                <a:ea typeface="Arial"/>
                <a:cs typeface="Arial"/>
              </a:defRPr>
            </a:lvl5pPr>
            <a:lvl6pPr algn="l">
              <a:defRPr sz="1500" b="0">
                <a:solidFill>
                  <a:srgbClr val="707C88"/>
                </a:solidFill>
                <a:latin typeface="Arial"/>
                <a:ea typeface="Arial"/>
                <a:cs typeface="Arial"/>
              </a:defRPr>
            </a:lvl6pPr>
            <a:lvl7pPr algn="l">
              <a:defRPr sz="1500" b="0">
                <a:solidFill>
                  <a:srgbClr val="707C88"/>
                </a:solidFill>
                <a:latin typeface="Arial"/>
                <a:ea typeface="Arial"/>
                <a:cs typeface="Arial"/>
              </a:defRPr>
            </a:lvl7pPr>
            <a:lvl8pPr algn="l">
              <a:defRPr sz="1500" b="0">
                <a:solidFill>
                  <a:srgbClr val="707C88"/>
                </a:solidFill>
                <a:latin typeface="Arial"/>
                <a:ea typeface="Arial"/>
                <a:cs typeface="Arial"/>
              </a:defRPr>
            </a:lvl8pPr>
            <a:lvl9pPr algn="l">
              <a:defRPr sz="1500" b="0">
                <a:solidFill>
                  <a:srgbClr val="707C88"/>
                </a:solidFill>
                <a:latin typeface="Arial"/>
                <a:ea typeface="Arial"/>
                <a:cs typeface="Arial"/>
              </a:defRPr>
            </a:lvl9pPr>
          </a:lstStyle>
          <a:p xmlns:a="http://schemas.openxmlformats.org/drawingml/2006/main">
            <a:pPr algn="l">
              <a:defRPr sz="1500" b="0">
                <a:solidFill>
                  <a:srgbClr val="707C88"/>
                </a:solidFill>
                <a:latin typeface="Arial"/>
                <a:ea typeface="Arial"/>
                <a:cs typeface="Arial"/>
              </a:defRPr>
            </a:pPr>
            <a:r>
              <a:rPr sz="1500" b="0">
                <a:solidFill>
                  <a:srgbClr val="707C88"/>
                </a:solidFill>
                <a:latin typeface="Arial"/>
                <a:ea typeface="Arial"/>
                <a:cs typeface="Arial"/>
              </a:rPr>
              <a:t>Reference</a:t>
            </a:r>
          </a:p>
        </p:txBody>
      </p:sp>
    </p:spTree>
    <p:extLst>
      <p:ext uri="{BB962C8B-B14F-4D97-AF65-F5344CB8AC3E}">
        <p14:creationId xmlns:p14="http://schemas.microsoft.com/office/powerpoint/2010/main" val="1288204905"/>
      </p:ext>
    </p:extLst>
  </p:cSld>
  <mc:AlternateContent xmlns:mc="http://schemas.openxmlformats.org/markup-compatibility/2006">
    <mc:Choice xmlns:p159="http://schemas.microsoft.com/office/powerpoint/2015/09/main" Requires="p159">
      <p:transition xmlns:p14="http://schemas.microsoft.com/office/powerpoint/2010/main" spd="med" advClick="1" p14:dur="700">
        <p159:morph option="byObject"/>
      </p:transition>
    </mc:Choice>
    <mc:Fallback>
      <p:transition spd="fast" advClick="1">
        <p:fade/>
      </p:transition>
    </mc:Fallback>
  </mc:AlternateContent>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4" name="!!heading">
            <a:extLst xmlns:a="http://schemas.openxmlformats.org/drawingml/2006/main">
              <a:ext uri="{FF2B5EF4-FFF2-40B4-BE49-F238E27FC236}">
                <a16:creationId xmlns:a16="http://schemas.microsoft.com/office/drawing/2014/main" id="{C0B44F99-5805-4063-9DDE-035108043F2C}"/>
              </a:ext>
            </a:extLst>
          </p:cNvPr>
          <p:cNvSpPr>
            <a:spLocks xmlns:a="http://schemas.openxmlformats.org/drawingml/2006/main" noGrp="1"/>
          </p:cNvSpPr>
          <p:nvPr/>
        </p:nvSpPr>
        <p:spPr>
          <a:xfrm xmlns:a="http://schemas.openxmlformats.org/drawingml/2006/main">
            <a:off x="647700" y="428625"/>
            <a:ext cx="13944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0262C"/>
                </a:solidFill>
                <a:latin typeface="Arial"/>
                <a:ea typeface="Arial"/>
                <a:cs typeface="Arial"/>
              </a:defRPr>
            </a:defPPr>
            <a:lvl1pPr algn="l">
              <a:defRPr sz="3300" b="1">
                <a:solidFill>
                  <a:srgbClr val="20262C"/>
                </a:solidFill>
                <a:latin typeface="Arial"/>
                <a:ea typeface="Arial"/>
                <a:cs typeface="Arial"/>
              </a:defRPr>
            </a:lvl1pPr>
            <a:lvl2pPr algn="l">
              <a:defRPr sz="3300" b="1">
                <a:solidFill>
                  <a:srgbClr val="20262C"/>
                </a:solidFill>
                <a:latin typeface="Arial"/>
                <a:ea typeface="Arial"/>
                <a:cs typeface="Arial"/>
              </a:defRPr>
            </a:lvl2pPr>
            <a:lvl3pPr algn="l">
              <a:defRPr sz="3300" b="1">
                <a:solidFill>
                  <a:srgbClr val="20262C"/>
                </a:solidFill>
                <a:latin typeface="Arial"/>
                <a:ea typeface="Arial"/>
                <a:cs typeface="Arial"/>
              </a:defRPr>
            </a:lvl3pPr>
            <a:lvl4pPr algn="l">
              <a:defRPr sz="3300" b="1">
                <a:solidFill>
                  <a:srgbClr val="20262C"/>
                </a:solidFill>
                <a:latin typeface="Arial"/>
                <a:ea typeface="Arial"/>
                <a:cs typeface="Arial"/>
              </a:defRPr>
            </a:lvl4pPr>
            <a:lvl5pPr algn="l">
              <a:defRPr sz="3300" b="1">
                <a:solidFill>
                  <a:srgbClr val="20262C"/>
                </a:solidFill>
                <a:latin typeface="Arial"/>
                <a:ea typeface="Arial"/>
                <a:cs typeface="Arial"/>
              </a:defRPr>
            </a:lvl5pPr>
            <a:lvl6pPr algn="l">
              <a:defRPr sz="3300" b="1">
                <a:solidFill>
                  <a:srgbClr val="20262C"/>
                </a:solidFill>
                <a:latin typeface="Arial"/>
                <a:ea typeface="Arial"/>
                <a:cs typeface="Arial"/>
              </a:defRPr>
            </a:lvl6pPr>
            <a:lvl7pPr algn="l">
              <a:defRPr sz="3300" b="1">
                <a:solidFill>
                  <a:srgbClr val="20262C"/>
                </a:solidFill>
                <a:latin typeface="Arial"/>
                <a:ea typeface="Arial"/>
                <a:cs typeface="Arial"/>
              </a:defRPr>
            </a:lvl7pPr>
            <a:lvl8pPr algn="l">
              <a:defRPr sz="3300" b="1">
                <a:solidFill>
                  <a:srgbClr val="20262C"/>
                </a:solidFill>
                <a:latin typeface="Arial"/>
                <a:ea typeface="Arial"/>
                <a:cs typeface="Arial"/>
              </a:defRPr>
            </a:lvl8pPr>
            <a:lvl9pPr algn="l">
              <a:defRPr sz="3300" b="1">
                <a:solidFill>
                  <a:srgbClr val="20262C"/>
                </a:solidFill>
                <a:latin typeface="Arial"/>
                <a:ea typeface="Arial"/>
                <a:cs typeface="Arial"/>
              </a:defRPr>
            </a:lvl9pPr>
          </a:lstStyle>
          <a:p xmlns:a="http://schemas.openxmlformats.org/drawingml/2006/main">
            <a:pPr algn="l">
              <a:defRPr sz="3300" b="1">
                <a:solidFill>
                  <a:srgbClr val="20262C"/>
                </a:solidFill>
                <a:latin typeface="Arial"/>
                <a:ea typeface="Arial"/>
                <a:cs typeface="Arial"/>
              </a:defRPr>
            </a:pPr>
            <a:r>
              <a:rPr sz="3300" b="1">
                <a:solidFill>
                  <a:srgbClr val="20262C"/>
                </a:solidFill>
                <a:latin typeface="Arial"/>
                <a:ea typeface="Arial"/>
                <a:cs typeface="Arial"/>
              </a:rPr>
              <a:t>Proposed bond quote workflow</a:t>
            </a:r>
          </a:p>
        </p:txBody>
      </p:sp>
      <p:sp>
        <p:nvSpPr>
          <p:cNvPr id="2" name="!!subtitle">
            <a:extLst xmlns:a="http://schemas.openxmlformats.org/drawingml/2006/main">
              <a:ext uri="{FF2B5EF4-FFF2-40B4-BE49-F238E27FC236}">
                <a16:creationId xmlns:a16="http://schemas.microsoft.com/office/drawing/2014/main" id="{54C1508D-498F-4294-AE5E-A5558ACFF540}"/>
              </a:ext>
            </a:extLst>
          </p:cNvPr>
          <p:cNvSpPr>
            <a:spLocks xmlns:a="http://schemas.openxmlformats.org/drawingml/2006/main" noGrp="1"/>
          </p:cNvSpPr>
          <p:nvPr/>
        </p:nvSpPr>
        <p:spPr>
          <a:xfrm xmlns:a="http://schemas.openxmlformats.org/drawingml/2006/main">
            <a:off x="647700" y="1190625"/>
            <a:ext cx="139446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05A9C"/>
                </a:solidFill>
                <a:latin typeface="Arial"/>
                <a:ea typeface="Arial"/>
                <a:cs typeface="Arial"/>
              </a:defRPr>
            </a:defPPr>
            <a:lvl1pPr algn="l">
              <a:defRPr sz="1875" b="0">
                <a:solidFill>
                  <a:srgbClr val="005A9C"/>
                </a:solidFill>
                <a:latin typeface="Arial"/>
                <a:ea typeface="Arial"/>
                <a:cs typeface="Arial"/>
              </a:defRPr>
            </a:lvl1pPr>
            <a:lvl2pPr algn="l">
              <a:defRPr sz="1875" b="0">
                <a:solidFill>
                  <a:srgbClr val="005A9C"/>
                </a:solidFill>
                <a:latin typeface="Arial"/>
                <a:ea typeface="Arial"/>
                <a:cs typeface="Arial"/>
              </a:defRPr>
            </a:lvl2pPr>
            <a:lvl3pPr algn="l">
              <a:defRPr sz="1875" b="0">
                <a:solidFill>
                  <a:srgbClr val="005A9C"/>
                </a:solidFill>
                <a:latin typeface="Arial"/>
                <a:ea typeface="Arial"/>
                <a:cs typeface="Arial"/>
              </a:defRPr>
            </a:lvl3pPr>
            <a:lvl4pPr algn="l">
              <a:defRPr sz="1875" b="0">
                <a:solidFill>
                  <a:srgbClr val="005A9C"/>
                </a:solidFill>
                <a:latin typeface="Arial"/>
                <a:ea typeface="Arial"/>
                <a:cs typeface="Arial"/>
              </a:defRPr>
            </a:lvl4pPr>
            <a:lvl5pPr algn="l">
              <a:defRPr sz="1875" b="0">
                <a:solidFill>
                  <a:srgbClr val="005A9C"/>
                </a:solidFill>
                <a:latin typeface="Arial"/>
                <a:ea typeface="Arial"/>
                <a:cs typeface="Arial"/>
              </a:defRPr>
            </a:lvl5pPr>
            <a:lvl6pPr algn="l">
              <a:defRPr sz="1875" b="0">
                <a:solidFill>
                  <a:srgbClr val="005A9C"/>
                </a:solidFill>
                <a:latin typeface="Arial"/>
                <a:ea typeface="Arial"/>
                <a:cs typeface="Arial"/>
              </a:defRPr>
            </a:lvl6pPr>
            <a:lvl7pPr algn="l">
              <a:defRPr sz="1875" b="0">
                <a:solidFill>
                  <a:srgbClr val="005A9C"/>
                </a:solidFill>
                <a:latin typeface="Arial"/>
                <a:ea typeface="Arial"/>
                <a:cs typeface="Arial"/>
              </a:defRPr>
            </a:lvl7pPr>
            <a:lvl8pPr algn="l">
              <a:defRPr sz="1875" b="0">
                <a:solidFill>
                  <a:srgbClr val="005A9C"/>
                </a:solidFill>
                <a:latin typeface="Arial"/>
                <a:ea typeface="Arial"/>
                <a:cs typeface="Arial"/>
              </a:defRPr>
            </a:lvl8pPr>
            <a:lvl9pPr algn="l">
              <a:defRPr sz="1875" b="0">
                <a:solidFill>
                  <a:srgbClr val="005A9C"/>
                </a:solidFill>
                <a:latin typeface="Arial"/>
                <a:ea typeface="Arial"/>
                <a:cs typeface="Arial"/>
              </a:defRPr>
            </a:lvl9pPr>
          </a:lstStyle>
          <a:p xmlns:a="http://schemas.openxmlformats.org/drawingml/2006/main">
            <a:pPr algn="l">
              <a:defRPr sz="1875" b="0">
                <a:solidFill>
                  <a:srgbClr val="005A9C"/>
                </a:solidFill>
                <a:latin typeface="Arial"/>
                <a:ea typeface="Arial"/>
                <a:cs typeface="Arial"/>
              </a:defRPr>
            </a:pPr>
            <a:r>
              <a:rPr sz="1875" b="0">
                <a:solidFill>
                  <a:srgbClr val="005A9C"/>
                </a:solidFill>
                <a:latin typeface="Arial"/>
                <a:ea typeface="Arial"/>
                <a:cs typeface="Arial"/>
              </a:rPr>
              <a:t>Front office  /  Trading support  /  Proposed approach</a:t>
            </a:r>
          </a:p>
        </p:txBody>
      </p:sp>
      <p:sp>
        <p:nvSpPr>
          <p:cNvPr id="3" name="!!heading.rule">
            <a:extLst xmlns:a="http://schemas.openxmlformats.org/drawingml/2006/main">
              <a:ext uri="{FF2B5EF4-FFF2-40B4-BE49-F238E27FC236}">
                <a16:creationId xmlns:a16="http://schemas.microsoft.com/office/drawing/2014/main" id="{89719884-1B87-4081-9D46-4DF6902FAA91}"/>
              </a:ext>
            </a:extLst>
          </p:cNvPr>
          <p:cNvSpPr>
            <a:spLocks xmlns:a="http://schemas.openxmlformats.org/drawingml/2006/main" noGrp="1"/>
          </p:cNvSpPr>
          <p:nvPr/>
        </p:nvSpPr>
        <p:spPr>
          <a:xfrm xmlns:a="http://schemas.openxmlformats.org/drawingml/2006/main" flipH="0" flipV="0">
            <a:off x="647700" y="1733550"/>
            <a:ext cx="13944600" cy="953"/>
          </a:xfrm>
          <a:prstGeom xmlns:a="http://schemas.openxmlformats.org/drawingml/2006/main" prst="line">
            <a:avLst/>
          </a:prstGeom>
          <a:noFill xmlns:a="http://schemas.openxmlformats.org/drawingml/2006/main"/>
          <a:ln xmlns:a="http://schemas.openxmlformats.org/drawingml/2006/main" w="11430">
            <a:solidFill>
              <a:srgbClr val="BCC6CF"/>
            </a:solidFill>
            <a:prstDash val="solid"/>
          </a:ln>
        </p:spPr>
      </p:sp>
      <p:sp>
        <p:nvSpPr>
          <p:cNvPr id="4" name="!!map.front">
            <a:extLst xmlns:a="http://schemas.openxmlformats.org/drawingml/2006/main">
              <a:ext uri="{FF2B5EF4-FFF2-40B4-BE49-F238E27FC236}">
                <a16:creationId xmlns:a16="http://schemas.microsoft.com/office/drawing/2014/main" id="{FDB8EF23-9948-4867-8D2D-C642CC4B2074}"/>
              </a:ext>
            </a:extLst>
          </p:cNvPr>
          <p:cNvSpPr>
            <a:spLocks xmlns:a="http://schemas.openxmlformats.org/drawingml/2006/main" noGrp="1"/>
          </p:cNvSpPr>
          <p:nvPr/>
        </p:nvSpPr>
        <p:spPr>
          <a:xfrm xmlns:a="http://schemas.openxmlformats.org/drawingml/2006/main">
            <a:off x="647700" y="1990725"/>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5" name="!!nav.front">
            <ns0:hlinkClick xmlns:ns0="http://schemas.openxmlformats.org/drawingml/2006/main" xmlns:ns1="http://schemas.openxmlformats.org/officeDocument/2006/relationships" ns1:id="rIdNavSlide4" action="ppaction://hlinksldjump" tooltip="Slide 4: Preparing a company research assessment"/>
            <a:extLst xmlns:a="http://schemas.openxmlformats.org/drawingml/2006/main">
              <a:ext uri="{FF2B5EF4-FFF2-40B4-BE49-F238E27FC236}">
                <a16:creationId xmlns:a16="http://schemas.microsoft.com/office/drawing/2014/main" id="{4150F140-E043-4BE7-AD54-DBEE6A464287}"/>
              </a:ext>
            </a:extLst>
          </p:cNvPr>
          <p:cNvSpPr>
            <a:spLocks xmlns:a="http://schemas.openxmlformats.org/drawingml/2006/main" noGrp="1"/>
          </p:cNvSpPr>
          <p:nvPr/>
        </p:nvSpPr>
        <p:spPr>
          <a:xfrm xmlns:a="http://schemas.openxmlformats.org/drawingml/2006/main">
            <a:off x="647700" y="1990725"/>
            <a:ext cx="2609850" cy="409575"/>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FFFFFF"/>
                </a:solidFill>
                <a:latin typeface="Arial"/>
                <a:ea typeface="Arial"/>
                <a:cs typeface="Arial"/>
              </a:defRPr>
            </a:defPPr>
            <a:lvl1pPr algn="ctr">
              <a:defRPr sz="2025" b="1">
                <a:solidFill>
                  <a:srgbClr val="FFFFFF"/>
                </a:solidFill>
                <a:latin typeface="Arial"/>
                <a:ea typeface="Arial"/>
                <a:cs typeface="Arial"/>
              </a:defRPr>
            </a:lvl1pPr>
            <a:lvl2pPr algn="ctr">
              <a:defRPr sz="2025" b="1">
                <a:solidFill>
                  <a:srgbClr val="FFFFFF"/>
                </a:solidFill>
                <a:latin typeface="Arial"/>
                <a:ea typeface="Arial"/>
                <a:cs typeface="Arial"/>
              </a:defRPr>
            </a:lvl2pPr>
            <a:lvl3pPr algn="ctr">
              <a:defRPr sz="2025" b="1">
                <a:solidFill>
                  <a:srgbClr val="FFFFFF"/>
                </a:solidFill>
                <a:latin typeface="Arial"/>
                <a:ea typeface="Arial"/>
                <a:cs typeface="Arial"/>
              </a:defRPr>
            </a:lvl3pPr>
            <a:lvl4pPr algn="ctr">
              <a:defRPr sz="2025" b="1">
                <a:solidFill>
                  <a:srgbClr val="FFFFFF"/>
                </a:solidFill>
                <a:latin typeface="Arial"/>
                <a:ea typeface="Arial"/>
                <a:cs typeface="Arial"/>
              </a:defRPr>
            </a:lvl4pPr>
            <a:lvl5pPr algn="ctr">
              <a:defRPr sz="2025" b="1">
                <a:solidFill>
                  <a:srgbClr val="FFFFFF"/>
                </a:solidFill>
                <a:latin typeface="Arial"/>
                <a:ea typeface="Arial"/>
                <a:cs typeface="Arial"/>
              </a:defRPr>
            </a:lvl5pPr>
            <a:lvl6pPr algn="ctr">
              <a:defRPr sz="2025" b="1">
                <a:solidFill>
                  <a:srgbClr val="FFFFFF"/>
                </a:solidFill>
                <a:latin typeface="Arial"/>
                <a:ea typeface="Arial"/>
                <a:cs typeface="Arial"/>
              </a:defRPr>
            </a:lvl6pPr>
            <a:lvl7pPr algn="ctr">
              <a:defRPr sz="2025" b="1">
                <a:solidFill>
                  <a:srgbClr val="FFFFFF"/>
                </a:solidFill>
                <a:latin typeface="Arial"/>
                <a:ea typeface="Arial"/>
                <a:cs typeface="Arial"/>
              </a:defRPr>
            </a:lvl7pPr>
            <a:lvl8pPr algn="ctr">
              <a:defRPr sz="2025" b="1">
                <a:solidFill>
                  <a:srgbClr val="FFFFFF"/>
                </a:solidFill>
                <a:latin typeface="Arial"/>
                <a:ea typeface="Arial"/>
                <a:cs typeface="Arial"/>
              </a:defRPr>
            </a:lvl8pPr>
            <a:lvl9pPr algn="ctr">
              <a:defRPr sz="2025" b="1">
                <a:solidFill>
                  <a:srgbClr val="FFFFFF"/>
                </a:solidFill>
                <a:latin typeface="Arial"/>
                <a:ea typeface="Arial"/>
                <a:cs typeface="Arial"/>
              </a:defRPr>
            </a:lvl9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Front office</a:t>
            </a:r>
          </a:p>
        </p:txBody>
      </p:sp>
      <p:sp>
        <p:nvSpPr>
          <p:cNvPr id="6" name="!!task.research">
            <ns0:hlinkClick xmlns:ns0="http://schemas.openxmlformats.org/drawingml/2006/main" xmlns:ns1="http://schemas.openxmlformats.org/officeDocument/2006/relationships" ns1:id="rIdNavSlide4" action="ppaction://hlinksldjump" tooltip="Slide 4: Preparing a company research assessment"/>
            <a:extLst xmlns:a="http://schemas.openxmlformats.org/drawingml/2006/main">
              <a:ext uri="{FF2B5EF4-FFF2-40B4-BE49-F238E27FC236}">
                <a16:creationId xmlns:a16="http://schemas.microsoft.com/office/drawing/2014/main" id="{DD73C9A0-4024-4B0B-B9BD-0CF492660B38}"/>
              </a:ext>
            </a:extLst>
          </p:cNvPr>
          <p:cNvSpPr>
            <a:spLocks xmlns:a="http://schemas.openxmlformats.org/drawingml/2006/main" noGrp="1"/>
          </p:cNvSpPr>
          <p:nvPr/>
        </p:nvSpPr>
        <p:spPr>
          <a:xfrm xmlns:a="http://schemas.openxmlformats.org/drawingml/2006/main">
            <a:off x="762000" y="249555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Research</a:t>
            </a:r>
          </a:p>
        </p:txBody>
      </p:sp>
      <p:sp>
        <p:nvSpPr>
          <p:cNvPr id="7" name="!!task.trade">
            <ns0:hlinkClick xmlns:ns0="http://schemas.openxmlformats.org/drawingml/2006/main" xmlns:ns1="http://schemas.openxmlformats.org/officeDocument/2006/relationships" ns1:id="rIdNavSlide9" action="ppaction://hlinksldjump" tooltip="Slide 9: Preparing a bond quote request"/>
            <a:extLst xmlns:a="http://schemas.openxmlformats.org/drawingml/2006/main">
              <a:ext uri="{FF2B5EF4-FFF2-40B4-BE49-F238E27FC236}">
                <a16:creationId xmlns:a16="http://schemas.microsoft.com/office/drawing/2014/main" id="{9433638E-A264-4D7B-A6E4-D5364C7FB435}"/>
              </a:ext>
            </a:extLst>
          </p:cNvPr>
          <p:cNvSpPr>
            <a:spLocks xmlns:a="http://schemas.openxmlformats.org/drawingml/2006/main" noGrp="1"/>
          </p:cNvSpPr>
          <p:nvPr/>
        </p:nvSpPr>
        <p:spPr>
          <a:xfrm xmlns:a="http://schemas.openxmlformats.org/drawingml/2006/main">
            <a:off x="762000" y="2809875"/>
            <a:ext cx="2381250" cy="304800"/>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1">
                <a:solidFill>
                  <a:srgbClr val="005A9C"/>
                </a:solidFill>
                <a:latin typeface="Arial"/>
                <a:ea typeface="Arial"/>
                <a:cs typeface="Arial"/>
              </a:defRPr>
            </a:defPPr>
            <a:lvl1pPr algn="ctr">
              <a:defRPr sz="1650" b="1">
                <a:solidFill>
                  <a:srgbClr val="005A9C"/>
                </a:solidFill>
                <a:latin typeface="Arial"/>
                <a:ea typeface="Arial"/>
                <a:cs typeface="Arial"/>
              </a:defRPr>
            </a:lvl1pPr>
            <a:lvl2pPr algn="ctr">
              <a:defRPr sz="1650" b="1">
                <a:solidFill>
                  <a:srgbClr val="005A9C"/>
                </a:solidFill>
                <a:latin typeface="Arial"/>
                <a:ea typeface="Arial"/>
                <a:cs typeface="Arial"/>
              </a:defRPr>
            </a:lvl2pPr>
            <a:lvl3pPr algn="ctr">
              <a:defRPr sz="1650" b="1">
                <a:solidFill>
                  <a:srgbClr val="005A9C"/>
                </a:solidFill>
                <a:latin typeface="Arial"/>
                <a:ea typeface="Arial"/>
                <a:cs typeface="Arial"/>
              </a:defRPr>
            </a:lvl3pPr>
            <a:lvl4pPr algn="ctr">
              <a:defRPr sz="1650" b="1">
                <a:solidFill>
                  <a:srgbClr val="005A9C"/>
                </a:solidFill>
                <a:latin typeface="Arial"/>
                <a:ea typeface="Arial"/>
                <a:cs typeface="Arial"/>
              </a:defRPr>
            </a:lvl4pPr>
            <a:lvl5pPr algn="ctr">
              <a:defRPr sz="1650" b="1">
                <a:solidFill>
                  <a:srgbClr val="005A9C"/>
                </a:solidFill>
                <a:latin typeface="Arial"/>
                <a:ea typeface="Arial"/>
                <a:cs typeface="Arial"/>
              </a:defRPr>
            </a:lvl5pPr>
            <a:lvl6pPr algn="ctr">
              <a:defRPr sz="1650" b="1">
                <a:solidFill>
                  <a:srgbClr val="005A9C"/>
                </a:solidFill>
                <a:latin typeface="Arial"/>
                <a:ea typeface="Arial"/>
                <a:cs typeface="Arial"/>
              </a:defRPr>
            </a:lvl6pPr>
            <a:lvl7pPr algn="ctr">
              <a:defRPr sz="1650" b="1">
                <a:solidFill>
                  <a:srgbClr val="005A9C"/>
                </a:solidFill>
                <a:latin typeface="Arial"/>
                <a:ea typeface="Arial"/>
                <a:cs typeface="Arial"/>
              </a:defRPr>
            </a:lvl7pPr>
            <a:lvl8pPr algn="ctr">
              <a:defRPr sz="1650" b="1">
                <a:solidFill>
                  <a:srgbClr val="005A9C"/>
                </a:solidFill>
                <a:latin typeface="Arial"/>
                <a:ea typeface="Arial"/>
                <a:cs typeface="Arial"/>
              </a:defRPr>
            </a:lvl8pPr>
            <a:lvl9pPr algn="ctr">
              <a:defRPr sz="1650" b="1">
                <a:solidFill>
                  <a:srgbClr val="005A9C"/>
                </a:solidFill>
                <a:latin typeface="Arial"/>
                <a:ea typeface="Arial"/>
                <a:cs typeface="Arial"/>
              </a:defRPr>
            </a:lvl9pPr>
          </a:lstStyle>
          <a:p xmlns:a="http://schemas.openxmlformats.org/drawingml/2006/main">
            <a:pPr algn="ctr">
              <a:defRPr sz="1650" b="1">
                <a:solidFill>
                  <a:srgbClr val="005A9C"/>
                </a:solidFill>
                <a:latin typeface="Arial"/>
                <a:ea typeface="Arial"/>
                <a:cs typeface="Arial"/>
              </a:defRPr>
            </a:pPr>
            <a:r>
              <a:rPr sz="1650" b="1">
                <a:solidFill>
                  <a:srgbClr val="005A9C"/>
                </a:solidFill>
                <a:latin typeface="Arial"/>
                <a:ea typeface="Arial"/>
                <a:cs typeface="Arial"/>
              </a:rPr>
              <a:t>Trading support</a:t>
            </a:r>
          </a:p>
        </p:txBody>
      </p:sp>
      <p:sp>
        <p:nvSpPr>
          <p:cNvPr id="8" name="!!task.client">
            <ns0:hlinkClick xmlns:ns0="http://schemas.openxmlformats.org/drawingml/2006/main" xmlns:ns1="http://schemas.openxmlformats.org/officeDocument/2006/relationships" ns1:id="rIdNavSlide12" action="ppaction://hlinksldjump" tooltip="Slide 12: Preparing a quarterly client update"/>
            <a:extLst xmlns:a="http://schemas.openxmlformats.org/drawingml/2006/main">
              <a:ext uri="{FF2B5EF4-FFF2-40B4-BE49-F238E27FC236}">
                <a16:creationId xmlns:a16="http://schemas.microsoft.com/office/drawing/2014/main" id="{10D54C1E-5ED8-4F7E-8A8B-CFF8ADE4515F}"/>
              </a:ext>
            </a:extLst>
          </p:cNvPr>
          <p:cNvSpPr>
            <a:spLocks xmlns:a="http://schemas.openxmlformats.org/drawingml/2006/main" noGrp="1"/>
          </p:cNvSpPr>
          <p:nvPr/>
        </p:nvSpPr>
        <p:spPr>
          <a:xfrm xmlns:a="http://schemas.openxmlformats.org/drawingml/2006/main">
            <a:off x="762000" y="312420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Client materials</a:t>
            </a:r>
          </a:p>
        </p:txBody>
      </p:sp>
      <p:sp>
        <p:nvSpPr>
          <p:cNvPr id="9" name="!!map.middle">
            <a:extLst xmlns:a="http://schemas.openxmlformats.org/drawingml/2006/main">
              <a:ext uri="{FF2B5EF4-FFF2-40B4-BE49-F238E27FC236}">
                <a16:creationId xmlns:a16="http://schemas.microsoft.com/office/drawing/2014/main" id="{ACAF6C15-18DE-45AB-B94A-D478CB570F57}"/>
              </a:ext>
            </a:extLst>
          </p:cNvPr>
          <p:cNvSpPr>
            <a:spLocks xmlns:a="http://schemas.openxmlformats.org/drawingml/2006/main" noGrp="1"/>
          </p:cNvSpPr>
          <p:nvPr/>
        </p:nvSpPr>
        <p:spPr>
          <a:xfrm xmlns:a="http://schemas.openxmlformats.org/drawingml/2006/main">
            <a:off x="647700" y="3657600"/>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10" name="!!nav.middle">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47262830-DF21-4381-9064-CFBBEB81C39D}"/>
              </a:ext>
            </a:extLst>
          </p:cNvPr>
          <p:cNvSpPr>
            <a:spLocks xmlns:a="http://schemas.openxmlformats.org/drawingml/2006/main" noGrp="1"/>
          </p:cNvSpPr>
          <p:nvPr/>
        </p:nvSpPr>
        <p:spPr>
          <a:xfrm xmlns:a="http://schemas.openxmlformats.org/drawingml/2006/main">
            <a:off x="647700" y="3657600"/>
            <a:ext cx="2609850" cy="409575"/>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005A9C"/>
                </a:solidFill>
                <a:latin typeface="Arial"/>
                <a:ea typeface="Arial"/>
                <a:cs typeface="Arial"/>
              </a:defRPr>
            </a:defPPr>
            <a:lvl1pPr algn="ctr">
              <a:defRPr sz="2025" b="1">
                <a:solidFill>
                  <a:srgbClr val="005A9C"/>
                </a:solidFill>
                <a:latin typeface="Arial"/>
                <a:ea typeface="Arial"/>
                <a:cs typeface="Arial"/>
              </a:defRPr>
            </a:lvl1pPr>
            <a:lvl2pPr algn="ctr">
              <a:defRPr sz="2025" b="1">
                <a:solidFill>
                  <a:srgbClr val="005A9C"/>
                </a:solidFill>
                <a:latin typeface="Arial"/>
                <a:ea typeface="Arial"/>
                <a:cs typeface="Arial"/>
              </a:defRPr>
            </a:lvl2pPr>
            <a:lvl3pPr algn="ctr">
              <a:defRPr sz="2025" b="1">
                <a:solidFill>
                  <a:srgbClr val="005A9C"/>
                </a:solidFill>
                <a:latin typeface="Arial"/>
                <a:ea typeface="Arial"/>
                <a:cs typeface="Arial"/>
              </a:defRPr>
            </a:lvl3pPr>
            <a:lvl4pPr algn="ctr">
              <a:defRPr sz="2025" b="1">
                <a:solidFill>
                  <a:srgbClr val="005A9C"/>
                </a:solidFill>
                <a:latin typeface="Arial"/>
                <a:ea typeface="Arial"/>
                <a:cs typeface="Arial"/>
              </a:defRPr>
            </a:lvl4pPr>
            <a:lvl5pPr algn="ctr">
              <a:defRPr sz="2025" b="1">
                <a:solidFill>
                  <a:srgbClr val="005A9C"/>
                </a:solidFill>
                <a:latin typeface="Arial"/>
                <a:ea typeface="Arial"/>
                <a:cs typeface="Arial"/>
              </a:defRPr>
            </a:lvl5pPr>
            <a:lvl6pPr algn="ctr">
              <a:defRPr sz="2025" b="1">
                <a:solidFill>
                  <a:srgbClr val="005A9C"/>
                </a:solidFill>
                <a:latin typeface="Arial"/>
                <a:ea typeface="Arial"/>
                <a:cs typeface="Arial"/>
              </a:defRPr>
            </a:lvl6pPr>
            <a:lvl7pPr algn="ctr">
              <a:defRPr sz="2025" b="1">
                <a:solidFill>
                  <a:srgbClr val="005A9C"/>
                </a:solidFill>
                <a:latin typeface="Arial"/>
                <a:ea typeface="Arial"/>
                <a:cs typeface="Arial"/>
              </a:defRPr>
            </a:lvl7pPr>
            <a:lvl8pPr algn="ctr">
              <a:defRPr sz="2025" b="1">
                <a:solidFill>
                  <a:srgbClr val="005A9C"/>
                </a:solidFill>
                <a:latin typeface="Arial"/>
                <a:ea typeface="Arial"/>
                <a:cs typeface="Arial"/>
              </a:defRPr>
            </a:lvl8pPr>
            <a:lvl9pPr algn="ctr">
              <a:defRPr sz="2025" b="1">
                <a:solidFill>
                  <a:srgbClr val="005A9C"/>
                </a:solidFill>
                <a:latin typeface="Arial"/>
                <a:ea typeface="Arial"/>
                <a:cs typeface="Arial"/>
              </a:defRPr>
            </a:lvl9pPr>
          </a:lstStyle>
          <a:p xmlns:a="http://schemas.openxmlformats.org/drawingml/2006/main">
            <a:pPr algn="ctr">
              <a:defRPr sz="2025" b="1">
                <a:solidFill>
                  <a:srgbClr val="005A9C"/>
                </a:solidFill>
                <a:latin typeface="Arial"/>
                <a:ea typeface="Arial"/>
                <a:cs typeface="Arial"/>
              </a:defRPr>
            </a:pPr>
            <a:r>
              <a:rPr sz="2025" b="1">
                <a:solidFill>
                  <a:srgbClr val="005A9C"/>
                </a:solidFill>
                <a:latin typeface="Arial"/>
                <a:ea typeface="Arial"/>
                <a:cs typeface="Arial"/>
              </a:rPr>
              <a:t>Middle office</a:t>
            </a:r>
          </a:p>
        </p:txBody>
      </p:sp>
      <p:sp>
        <p:nvSpPr>
          <p:cNvPr id="11" name="!!task.review">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8CC4A0F8-5D4A-4E5C-93B5-BFC56A9B05E7}"/>
              </a:ext>
            </a:extLst>
          </p:cNvPr>
          <p:cNvSpPr>
            <a:spLocks xmlns:a="http://schemas.openxmlformats.org/drawingml/2006/main" noGrp="1"/>
          </p:cNvSpPr>
          <p:nvPr/>
        </p:nvSpPr>
        <p:spPr>
          <a:xfrm xmlns:a="http://schemas.openxmlformats.org/drawingml/2006/main">
            <a:off x="762000" y="416242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Content review</a:t>
            </a:r>
          </a:p>
        </p:txBody>
      </p:sp>
      <p:sp>
        <p:nvSpPr>
          <p:cNvPr id="12" name="!!task.risk">
            <ns0:hlinkClick xmlns:ns0="http://schemas.openxmlformats.org/drawingml/2006/main" xmlns:ns1="http://schemas.openxmlformats.org/officeDocument/2006/relationships" ns1:id="rIdNavSlide19" action="ppaction://hlinksldjump" tooltip="Slide 19: Investigating a risk alert"/>
            <a:extLst xmlns:a="http://schemas.openxmlformats.org/drawingml/2006/main">
              <a:ext uri="{FF2B5EF4-FFF2-40B4-BE49-F238E27FC236}">
                <a16:creationId xmlns:a16="http://schemas.microsoft.com/office/drawing/2014/main" id="{9D35A7A1-F720-4EDF-A5C2-39C7356D679E}"/>
              </a:ext>
            </a:extLst>
          </p:cNvPr>
          <p:cNvSpPr>
            <a:spLocks xmlns:a="http://schemas.openxmlformats.org/drawingml/2006/main" noGrp="1"/>
          </p:cNvSpPr>
          <p:nvPr/>
        </p:nvSpPr>
        <p:spPr>
          <a:xfrm xmlns:a="http://schemas.openxmlformats.org/drawingml/2006/main">
            <a:off x="762000" y="447675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Risk analysis</a:t>
            </a:r>
          </a:p>
        </p:txBody>
      </p:sp>
      <p:sp>
        <p:nvSpPr>
          <p:cNvPr id="13" name="!!map.back">
            <a:extLst xmlns:a="http://schemas.openxmlformats.org/drawingml/2006/main">
              <a:ext uri="{FF2B5EF4-FFF2-40B4-BE49-F238E27FC236}">
                <a16:creationId xmlns:a16="http://schemas.microsoft.com/office/drawing/2014/main" id="{D323B1E5-68E7-4D1B-BC3E-A8AB96E5EC69}"/>
              </a:ext>
            </a:extLst>
          </p:cNvPr>
          <p:cNvSpPr>
            <a:spLocks xmlns:a="http://schemas.openxmlformats.org/drawingml/2006/main" noGrp="1"/>
          </p:cNvSpPr>
          <p:nvPr/>
        </p:nvSpPr>
        <p:spPr>
          <a:xfrm xmlns:a="http://schemas.openxmlformats.org/drawingml/2006/main">
            <a:off x="647700" y="5324475"/>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14" name="!!nav.back">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5A63172E-C100-46DC-9531-4B1F7F5DBD94}"/>
              </a:ext>
            </a:extLst>
          </p:cNvPr>
          <p:cNvSpPr>
            <a:spLocks xmlns:a="http://schemas.openxmlformats.org/drawingml/2006/main" noGrp="1"/>
          </p:cNvSpPr>
          <p:nvPr/>
        </p:nvSpPr>
        <p:spPr>
          <a:xfrm xmlns:a="http://schemas.openxmlformats.org/drawingml/2006/main">
            <a:off x="647700" y="5324475"/>
            <a:ext cx="2609850" cy="409575"/>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005A9C"/>
                </a:solidFill>
                <a:latin typeface="Arial"/>
                <a:ea typeface="Arial"/>
                <a:cs typeface="Arial"/>
              </a:defRPr>
            </a:defPPr>
            <a:lvl1pPr algn="ctr">
              <a:defRPr sz="2025" b="1">
                <a:solidFill>
                  <a:srgbClr val="005A9C"/>
                </a:solidFill>
                <a:latin typeface="Arial"/>
                <a:ea typeface="Arial"/>
                <a:cs typeface="Arial"/>
              </a:defRPr>
            </a:lvl1pPr>
            <a:lvl2pPr algn="ctr">
              <a:defRPr sz="2025" b="1">
                <a:solidFill>
                  <a:srgbClr val="005A9C"/>
                </a:solidFill>
                <a:latin typeface="Arial"/>
                <a:ea typeface="Arial"/>
                <a:cs typeface="Arial"/>
              </a:defRPr>
            </a:lvl2pPr>
            <a:lvl3pPr algn="ctr">
              <a:defRPr sz="2025" b="1">
                <a:solidFill>
                  <a:srgbClr val="005A9C"/>
                </a:solidFill>
                <a:latin typeface="Arial"/>
                <a:ea typeface="Arial"/>
                <a:cs typeface="Arial"/>
              </a:defRPr>
            </a:lvl3pPr>
            <a:lvl4pPr algn="ctr">
              <a:defRPr sz="2025" b="1">
                <a:solidFill>
                  <a:srgbClr val="005A9C"/>
                </a:solidFill>
                <a:latin typeface="Arial"/>
                <a:ea typeface="Arial"/>
                <a:cs typeface="Arial"/>
              </a:defRPr>
            </a:lvl4pPr>
            <a:lvl5pPr algn="ctr">
              <a:defRPr sz="2025" b="1">
                <a:solidFill>
                  <a:srgbClr val="005A9C"/>
                </a:solidFill>
                <a:latin typeface="Arial"/>
                <a:ea typeface="Arial"/>
                <a:cs typeface="Arial"/>
              </a:defRPr>
            </a:lvl5pPr>
            <a:lvl6pPr algn="ctr">
              <a:defRPr sz="2025" b="1">
                <a:solidFill>
                  <a:srgbClr val="005A9C"/>
                </a:solidFill>
                <a:latin typeface="Arial"/>
                <a:ea typeface="Arial"/>
                <a:cs typeface="Arial"/>
              </a:defRPr>
            </a:lvl6pPr>
            <a:lvl7pPr algn="ctr">
              <a:defRPr sz="2025" b="1">
                <a:solidFill>
                  <a:srgbClr val="005A9C"/>
                </a:solidFill>
                <a:latin typeface="Arial"/>
                <a:ea typeface="Arial"/>
                <a:cs typeface="Arial"/>
              </a:defRPr>
            </a:lvl7pPr>
            <a:lvl8pPr algn="ctr">
              <a:defRPr sz="2025" b="1">
                <a:solidFill>
                  <a:srgbClr val="005A9C"/>
                </a:solidFill>
                <a:latin typeface="Arial"/>
                <a:ea typeface="Arial"/>
                <a:cs typeface="Arial"/>
              </a:defRPr>
            </a:lvl8pPr>
            <a:lvl9pPr algn="ctr">
              <a:defRPr sz="2025" b="1">
                <a:solidFill>
                  <a:srgbClr val="005A9C"/>
                </a:solidFill>
                <a:latin typeface="Arial"/>
                <a:ea typeface="Arial"/>
                <a:cs typeface="Arial"/>
              </a:defRPr>
            </a:lvl9pPr>
          </a:lstStyle>
          <a:p xmlns:a="http://schemas.openxmlformats.org/drawingml/2006/main">
            <a:pPr algn="ctr">
              <a:defRPr sz="2025" b="1">
                <a:solidFill>
                  <a:srgbClr val="005A9C"/>
                </a:solidFill>
                <a:latin typeface="Arial"/>
                <a:ea typeface="Arial"/>
                <a:cs typeface="Arial"/>
              </a:defRPr>
            </a:pPr>
            <a:r>
              <a:rPr sz="2025" b="1">
                <a:solidFill>
                  <a:srgbClr val="005A9C"/>
                </a:solidFill>
                <a:latin typeface="Arial"/>
                <a:ea typeface="Arial"/>
                <a:cs typeface="Arial"/>
              </a:rPr>
              <a:t>Back office</a:t>
            </a:r>
          </a:p>
        </p:txBody>
      </p:sp>
      <p:sp>
        <p:nvSpPr>
          <p:cNvPr id="15" name="!!task.files">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D4CFAF55-6D29-4201-B12E-5694A69B1465}"/>
              </a:ext>
            </a:extLst>
          </p:cNvPr>
          <p:cNvSpPr>
            <a:spLocks xmlns:a="http://schemas.openxmlformats.org/drawingml/2006/main" noGrp="1"/>
          </p:cNvSpPr>
          <p:nvPr/>
        </p:nvSpPr>
        <p:spPr>
          <a:xfrm xmlns:a="http://schemas.openxmlformats.org/drawingml/2006/main">
            <a:off x="762000" y="582930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Document processing</a:t>
            </a:r>
          </a:p>
        </p:txBody>
      </p:sp>
      <p:sp>
        <p:nvSpPr>
          <p:cNvPr id="16" name="!!task.dev">
            <ns0:hlinkClick xmlns:ns0="http://schemas.openxmlformats.org/drawingml/2006/main" xmlns:ns1="http://schemas.openxmlformats.org/officeDocument/2006/relationships" ns1:id="rIdNavSlide25" action="ppaction://hlinksldjump" tooltip="Slide 25: Turning a business request into a working tool"/>
            <a:extLst xmlns:a="http://schemas.openxmlformats.org/drawingml/2006/main">
              <a:ext uri="{FF2B5EF4-FFF2-40B4-BE49-F238E27FC236}">
                <a16:creationId xmlns:a16="http://schemas.microsoft.com/office/drawing/2014/main" id="{2810CB37-D1C8-48CE-B6A8-99F3743C7BCD}"/>
              </a:ext>
            </a:extLst>
          </p:cNvPr>
          <p:cNvSpPr>
            <a:spLocks xmlns:a="http://schemas.openxmlformats.org/drawingml/2006/main" noGrp="1"/>
          </p:cNvSpPr>
          <p:nvPr/>
        </p:nvSpPr>
        <p:spPr>
          <a:xfrm xmlns:a="http://schemas.openxmlformats.org/drawingml/2006/main">
            <a:off x="762000" y="614362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Tool development</a:t>
            </a:r>
          </a:p>
        </p:txBody>
      </p:sp>
      <p:sp>
        <p:nvSpPr>
          <p:cNvPr id="17" name="!!map.separator">
            <a:extLst xmlns:a="http://schemas.openxmlformats.org/drawingml/2006/main">
              <a:ext uri="{FF2B5EF4-FFF2-40B4-BE49-F238E27FC236}">
                <a16:creationId xmlns:a16="http://schemas.microsoft.com/office/drawing/2014/main" id="{E67B0F9B-8D12-4B46-8078-FE144E0BFD99}"/>
              </a:ext>
            </a:extLst>
          </p:cNvPr>
          <p:cNvSpPr>
            <a:spLocks xmlns:a="http://schemas.openxmlformats.org/drawingml/2006/main" noGrp="1"/>
          </p:cNvSpPr>
          <p:nvPr/>
        </p:nvSpPr>
        <p:spPr>
          <a:xfrm xmlns:a="http://schemas.openxmlformats.org/drawingml/2006/main" flipH="0" flipV="0">
            <a:off x="3600450" y="1990725"/>
            <a:ext cx="953" cy="5076825"/>
          </a:xfrm>
          <a:prstGeom xmlns:a="http://schemas.openxmlformats.org/drawingml/2006/main" prst="line">
            <a:avLst/>
          </a:prstGeom>
          <a:noFill xmlns:a="http://schemas.openxmlformats.org/drawingml/2006/main"/>
          <a:ln xmlns:a="http://schemas.openxmlformats.org/drawingml/2006/main" w="9525">
            <a:solidFill>
              <a:srgbClr val="BCC6CF"/>
            </a:solidFill>
            <a:prstDash val="solid"/>
          </a:ln>
        </p:spPr>
      </p:sp>
      <p:sp>
        <p:nvSpPr>
          <p:cNvPr id="18" name="!!example">
            <a:extLst xmlns:a="http://schemas.openxmlformats.org/drawingml/2006/main">
              <a:ext uri="{FF2B5EF4-FFF2-40B4-BE49-F238E27FC236}">
                <a16:creationId xmlns:a16="http://schemas.microsoft.com/office/drawing/2014/main" id="{13F8AC86-A60D-4D58-9F97-DE23D154B8E3}"/>
              </a:ext>
            </a:extLst>
          </p:cNvPr>
          <p:cNvSpPr>
            <a:spLocks xmlns:a="http://schemas.openxmlformats.org/drawingml/2006/main" noGrp="1"/>
          </p:cNvSpPr>
          <p:nvPr/>
        </p:nvSpPr>
        <p:spPr>
          <a:xfrm xmlns:a="http://schemas.openxmlformats.org/drawingml/2006/main">
            <a:off x="13906500" y="1238250"/>
            <a:ext cx="685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707C88"/>
                </a:solidFill>
                <a:latin typeface="Arial"/>
                <a:ea typeface="Arial"/>
                <a:cs typeface="Arial"/>
              </a:defRPr>
            </a:defPPr>
            <a:lvl1pPr algn="r">
              <a:defRPr sz="1350" b="0">
                <a:solidFill>
                  <a:srgbClr val="707C88"/>
                </a:solidFill>
                <a:latin typeface="Arial"/>
                <a:ea typeface="Arial"/>
                <a:cs typeface="Arial"/>
              </a:defRPr>
            </a:lvl1pPr>
            <a:lvl2pPr algn="r">
              <a:defRPr sz="1350" b="0">
                <a:solidFill>
                  <a:srgbClr val="707C88"/>
                </a:solidFill>
                <a:latin typeface="Arial"/>
                <a:ea typeface="Arial"/>
                <a:cs typeface="Arial"/>
              </a:defRPr>
            </a:lvl2pPr>
            <a:lvl3pPr algn="r">
              <a:defRPr sz="1350" b="0">
                <a:solidFill>
                  <a:srgbClr val="707C88"/>
                </a:solidFill>
                <a:latin typeface="Arial"/>
                <a:ea typeface="Arial"/>
                <a:cs typeface="Arial"/>
              </a:defRPr>
            </a:lvl3pPr>
            <a:lvl4pPr algn="r">
              <a:defRPr sz="1350" b="0">
                <a:solidFill>
                  <a:srgbClr val="707C88"/>
                </a:solidFill>
                <a:latin typeface="Arial"/>
                <a:ea typeface="Arial"/>
                <a:cs typeface="Arial"/>
              </a:defRPr>
            </a:lvl4pPr>
            <a:lvl5pPr algn="r">
              <a:defRPr sz="1350" b="0">
                <a:solidFill>
                  <a:srgbClr val="707C88"/>
                </a:solidFill>
                <a:latin typeface="Arial"/>
                <a:ea typeface="Arial"/>
                <a:cs typeface="Arial"/>
              </a:defRPr>
            </a:lvl5pPr>
            <a:lvl6pPr algn="r">
              <a:defRPr sz="1350" b="0">
                <a:solidFill>
                  <a:srgbClr val="707C88"/>
                </a:solidFill>
                <a:latin typeface="Arial"/>
                <a:ea typeface="Arial"/>
                <a:cs typeface="Arial"/>
              </a:defRPr>
            </a:lvl6pPr>
            <a:lvl7pPr algn="r">
              <a:defRPr sz="1350" b="0">
                <a:solidFill>
                  <a:srgbClr val="707C88"/>
                </a:solidFill>
                <a:latin typeface="Arial"/>
                <a:ea typeface="Arial"/>
                <a:cs typeface="Arial"/>
              </a:defRPr>
            </a:lvl7pPr>
            <a:lvl8pPr algn="r">
              <a:defRPr sz="1350" b="0">
                <a:solidFill>
                  <a:srgbClr val="707C88"/>
                </a:solidFill>
                <a:latin typeface="Arial"/>
                <a:ea typeface="Arial"/>
                <a:cs typeface="Arial"/>
              </a:defRPr>
            </a:lvl8pPr>
            <a:lvl9pPr algn="r">
              <a:defRPr sz="1350" b="0">
                <a:solidFill>
                  <a:srgbClr val="707C88"/>
                </a:solidFill>
                <a:latin typeface="Arial"/>
                <a:ea typeface="Arial"/>
                <a:cs typeface="Arial"/>
              </a:defRPr>
            </a:lvl9pPr>
          </a:lstStyle>
          <a:p xmlns:a="http://schemas.openxmlformats.org/drawingml/2006/main">
            <a:pPr algn="r">
              <a:defRPr sz="1350" b="0">
                <a:solidFill>
                  <a:srgbClr val="707C88"/>
                </a:solidFill>
                <a:latin typeface="Arial"/>
                <a:ea typeface="Arial"/>
                <a:cs typeface="Arial"/>
              </a:defRPr>
            </a:pPr>
            <a:r>
              <a:rPr sz="1350" b="0">
                <a:solidFill>
                  <a:srgbClr val="707C88"/>
                </a:solidFill>
                <a:latin typeface="Arial"/>
                <a:ea typeface="Arial"/>
                <a:cs typeface="Arial"/>
              </a:rPr>
              <a:t>Example</a:t>
            </a:r>
          </a:p>
        </p:txBody>
      </p:sp>
      <p:sp>
        <p:nvSpPr>
          <p:cNvPr id="19" name="!!nav.home">
            <ns0:hlinkClick xmlns:ns0="http://schemas.openxmlformats.org/drawingml/2006/main" xmlns:ns1="http://schemas.openxmlformats.org/officeDocument/2006/relationships" ns1:id="rIdNavSlide3" action="ppaction://hlinksldjump" tooltip="Slide 3: Seven workflows across the firm"/>
            <a:extLst xmlns:a="http://schemas.openxmlformats.org/drawingml/2006/main">
              <a:ext uri="{FF2B5EF4-FFF2-40B4-BE49-F238E27FC236}">
                <a16:creationId xmlns:a16="http://schemas.microsoft.com/office/drawing/2014/main" id="{2B744FB7-9371-49E6-B76C-CD586208A53F}"/>
              </a:ext>
            </a:extLst>
          </p:cNvPr>
          <p:cNvSpPr>
            <a:spLocks xmlns:a="http://schemas.openxmlformats.org/drawingml/2006/main" noGrp="1"/>
          </p:cNvSpPr>
          <p:nvPr/>
        </p:nvSpPr>
        <p:spPr>
          <a:xfrm xmlns:a="http://schemas.openxmlformats.org/drawingml/2006/main">
            <a:off x="647700" y="7496175"/>
            <a:ext cx="26098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BCC6CF"/>
            </a:solidFill>
            <a:prstDash val="solid"/>
          </a:ln>
        </p:spPr>
        <p:txBody>
          <a:bodyPr xmlns:a="http://schemas.openxmlformats.org/drawingml/2006/main" wrap="square" lIns="114300" tIns="0" rIns="114300" bIns="0" anchor="ctr">
            <a:noAutofit/>
          </a:bodyPr>
          <a:lstStyle xmlns:a="http://schemas.openxmlformats.org/drawingml/2006/main">
            <a:defPPr algn="ctr">
              <a:defRPr sz="1800" b="1">
                <a:solidFill>
                  <a:srgbClr val="005A9C"/>
                </a:solidFill>
                <a:latin typeface="Arial"/>
                <a:ea typeface="Arial"/>
                <a:cs typeface="Arial"/>
              </a:defRPr>
            </a:defPPr>
            <a:lvl1pPr algn="ctr">
              <a:defRPr sz="1800" b="1">
                <a:solidFill>
                  <a:srgbClr val="005A9C"/>
                </a:solidFill>
                <a:latin typeface="Arial"/>
                <a:ea typeface="Arial"/>
                <a:cs typeface="Arial"/>
              </a:defRPr>
            </a:lvl1pPr>
            <a:lvl2pPr algn="ctr">
              <a:defRPr sz="1800" b="1">
                <a:solidFill>
                  <a:srgbClr val="005A9C"/>
                </a:solidFill>
                <a:latin typeface="Arial"/>
                <a:ea typeface="Arial"/>
                <a:cs typeface="Arial"/>
              </a:defRPr>
            </a:lvl2pPr>
            <a:lvl3pPr algn="ctr">
              <a:defRPr sz="1800" b="1">
                <a:solidFill>
                  <a:srgbClr val="005A9C"/>
                </a:solidFill>
                <a:latin typeface="Arial"/>
                <a:ea typeface="Arial"/>
                <a:cs typeface="Arial"/>
              </a:defRPr>
            </a:lvl3pPr>
            <a:lvl4pPr algn="ctr">
              <a:defRPr sz="1800" b="1">
                <a:solidFill>
                  <a:srgbClr val="005A9C"/>
                </a:solidFill>
                <a:latin typeface="Arial"/>
                <a:ea typeface="Arial"/>
                <a:cs typeface="Arial"/>
              </a:defRPr>
            </a:lvl4pPr>
            <a:lvl5pPr algn="ctr">
              <a:defRPr sz="1800" b="1">
                <a:solidFill>
                  <a:srgbClr val="005A9C"/>
                </a:solidFill>
                <a:latin typeface="Arial"/>
                <a:ea typeface="Arial"/>
                <a:cs typeface="Arial"/>
              </a:defRPr>
            </a:lvl5pPr>
            <a:lvl6pPr algn="ctr">
              <a:defRPr sz="1800" b="1">
                <a:solidFill>
                  <a:srgbClr val="005A9C"/>
                </a:solidFill>
                <a:latin typeface="Arial"/>
                <a:ea typeface="Arial"/>
                <a:cs typeface="Arial"/>
              </a:defRPr>
            </a:lvl6pPr>
            <a:lvl7pPr algn="ctr">
              <a:defRPr sz="1800" b="1">
                <a:solidFill>
                  <a:srgbClr val="005A9C"/>
                </a:solidFill>
                <a:latin typeface="Arial"/>
                <a:ea typeface="Arial"/>
                <a:cs typeface="Arial"/>
              </a:defRPr>
            </a:lvl7pPr>
            <a:lvl8pPr algn="ctr">
              <a:defRPr sz="1800" b="1">
                <a:solidFill>
                  <a:srgbClr val="005A9C"/>
                </a:solidFill>
                <a:latin typeface="Arial"/>
                <a:ea typeface="Arial"/>
                <a:cs typeface="Arial"/>
              </a:defRPr>
            </a:lvl8pPr>
            <a:lvl9pPr algn="ctr">
              <a:defRPr sz="1800" b="1">
                <a:solidFill>
                  <a:srgbClr val="005A9C"/>
                </a:solidFill>
                <a:latin typeface="Arial"/>
                <a:ea typeface="Arial"/>
                <a:cs typeface="Arial"/>
              </a:defRPr>
            </a:lvl9pPr>
          </a:lstStyle>
          <a:p xmlns:a="http://schemas.openxmlformats.org/drawingml/2006/main">
            <a:pPr algn="ctr">
              <a:defRPr sz="1800" b="1">
                <a:solidFill>
                  <a:srgbClr val="005A9C"/>
                </a:solidFill>
                <a:latin typeface="Arial"/>
                <a:ea typeface="Arial"/>
                <a:cs typeface="Arial"/>
              </a:defRPr>
            </a:pPr>
            <a:r>
              <a:rPr sz="1800" b="1">
                <a:solidFill>
                  <a:srgbClr val="005A9C"/>
                </a:solidFill>
                <a:latin typeface="Arial"/>
                <a:ea typeface="Arial"/>
                <a:cs typeface="Arial"/>
              </a:rPr>
              <a:t>Firm overview</a:t>
            </a:r>
          </a:p>
        </p:txBody>
      </p:sp>
      <p:sp>
        <p:nvSpPr>
          <p:cNvPr id="20" name="!!page">
            <a:extLst xmlns:a="http://schemas.openxmlformats.org/drawingml/2006/main">
              <a:ext uri="{FF2B5EF4-FFF2-40B4-BE49-F238E27FC236}">
                <a16:creationId xmlns:a16="http://schemas.microsoft.com/office/drawing/2014/main" id="{1E2C9ECC-9D37-440C-9412-F2FFE688F1CA}"/>
              </a:ext>
            </a:extLst>
          </p:cNvPr>
          <p:cNvSpPr>
            <a:spLocks xmlns:a="http://schemas.openxmlformats.org/drawingml/2006/main" noGrp="1"/>
          </p:cNvSpPr>
          <p:nvPr/>
        </p:nvSpPr>
        <p:spPr>
          <a:xfrm xmlns:a="http://schemas.openxmlformats.org/drawingml/2006/main">
            <a:off x="11144250" y="7591425"/>
            <a:ext cx="904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650" b="0">
                <a:solidFill>
                  <a:srgbClr val="707C88"/>
                </a:solidFill>
                <a:latin typeface="Arial"/>
                <a:ea typeface="Arial"/>
                <a:cs typeface="Arial"/>
              </a:defRPr>
            </a:defPPr>
            <a:lvl1pPr algn="r">
              <a:defRPr sz="1650" b="0">
                <a:solidFill>
                  <a:srgbClr val="707C88"/>
                </a:solidFill>
                <a:latin typeface="Arial"/>
                <a:ea typeface="Arial"/>
                <a:cs typeface="Arial"/>
              </a:defRPr>
            </a:lvl1pPr>
            <a:lvl2pPr algn="r">
              <a:defRPr sz="1650" b="0">
                <a:solidFill>
                  <a:srgbClr val="707C88"/>
                </a:solidFill>
                <a:latin typeface="Arial"/>
                <a:ea typeface="Arial"/>
                <a:cs typeface="Arial"/>
              </a:defRPr>
            </a:lvl2pPr>
            <a:lvl3pPr algn="r">
              <a:defRPr sz="1650" b="0">
                <a:solidFill>
                  <a:srgbClr val="707C88"/>
                </a:solidFill>
                <a:latin typeface="Arial"/>
                <a:ea typeface="Arial"/>
                <a:cs typeface="Arial"/>
              </a:defRPr>
            </a:lvl3pPr>
            <a:lvl4pPr algn="r">
              <a:defRPr sz="1650" b="0">
                <a:solidFill>
                  <a:srgbClr val="707C88"/>
                </a:solidFill>
                <a:latin typeface="Arial"/>
                <a:ea typeface="Arial"/>
                <a:cs typeface="Arial"/>
              </a:defRPr>
            </a:lvl4pPr>
            <a:lvl5pPr algn="r">
              <a:defRPr sz="1650" b="0">
                <a:solidFill>
                  <a:srgbClr val="707C88"/>
                </a:solidFill>
                <a:latin typeface="Arial"/>
                <a:ea typeface="Arial"/>
                <a:cs typeface="Arial"/>
              </a:defRPr>
            </a:lvl5pPr>
            <a:lvl6pPr algn="r">
              <a:defRPr sz="1650" b="0">
                <a:solidFill>
                  <a:srgbClr val="707C88"/>
                </a:solidFill>
                <a:latin typeface="Arial"/>
                <a:ea typeface="Arial"/>
                <a:cs typeface="Arial"/>
              </a:defRPr>
            </a:lvl6pPr>
            <a:lvl7pPr algn="r">
              <a:defRPr sz="1650" b="0">
                <a:solidFill>
                  <a:srgbClr val="707C88"/>
                </a:solidFill>
                <a:latin typeface="Arial"/>
                <a:ea typeface="Arial"/>
                <a:cs typeface="Arial"/>
              </a:defRPr>
            </a:lvl7pPr>
            <a:lvl8pPr algn="r">
              <a:defRPr sz="1650" b="0">
                <a:solidFill>
                  <a:srgbClr val="707C88"/>
                </a:solidFill>
                <a:latin typeface="Arial"/>
                <a:ea typeface="Arial"/>
                <a:cs typeface="Arial"/>
              </a:defRPr>
            </a:lvl8pPr>
            <a:lvl9pPr algn="r">
              <a:defRPr sz="1650" b="0">
                <a:solidFill>
                  <a:srgbClr val="707C88"/>
                </a:solidFill>
                <a:latin typeface="Arial"/>
                <a:ea typeface="Arial"/>
                <a:cs typeface="Arial"/>
              </a:defRPr>
            </a:lvl9pPr>
          </a:lstStyle>
          <a:p xmlns:a="http://schemas.openxmlformats.org/drawingml/2006/main">
            <a:pPr algn="r">
              <a:defRPr sz="1650" b="0">
                <a:solidFill>
                  <a:srgbClr val="707C88"/>
                </a:solidFill>
                <a:latin typeface="Arial"/>
                <a:ea typeface="Arial"/>
                <a:cs typeface="Arial"/>
              </a:defRPr>
            </a:pPr>
            <a:r>
              <a:rPr sz="1650" b="0">
                <a:solidFill>
                  <a:srgbClr val="707C88"/>
                </a:solidFill>
                <a:latin typeface="Arial"/>
                <a:ea typeface="Arial"/>
                <a:cs typeface="Arial"/>
              </a:rPr>
              <a:t>11 / 33</a:t>
            </a:r>
          </a:p>
        </p:txBody>
      </p:sp>
      <p:sp>
        <p:nvSpPr>
          <p:cNvPr id="21" name="!!nav.prev">
            <ns0:hlinkClick xmlns:ns0="http://schemas.openxmlformats.org/drawingml/2006/main" xmlns:ns1="http://schemas.openxmlformats.org/officeDocument/2006/relationships" ns1:id="rIdNavSlide10" action="ppaction://hlinksldjump" tooltip="Slide 10: Trading applications at Southern and Aegon-Industrial"/>
            <a:extLst xmlns:a="http://schemas.openxmlformats.org/drawingml/2006/main">
              <a:ext uri="{FF2B5EF4-FFF2-40B4-BE49-F238E27FC236}">
                <a16:creationId xmlns:a16="http://schemas.microsoft.com/office/drawing/2014/main" id="{38471F59-C734-437E-A9F8-88D753BB2A11}"/>
              </a:ext>
            </a:extLst>
          </p:cNvPr>
          <p:cNvSpPr>
            <a:spLocks xmlns:a="http://schemas.openxmlformats.org/drawingml/2006/main" noGrp="1"/>
          </p:cNvSpPr>
          <p:nvPr/>
        </p:nvSpPr>
        <p:spPr>
          <a:xfrm xmlns:a="http://schemas.openxmlformats.org/drawingml/2006/main">
            <a:off x="12287250" y="7496175"/>
            <a:ext cx="1047750" cy="4572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725" b="1">
                <a:solidFill>
                  <a:srgbClr val="005A9C"/>
                </a:solidFill>
                <a:latin typeface="Arial"/>
                <a:ea typeface="Arial"/>
                <a:cs typeface="Arial"/>
              </a:defRPr>
            </a:defPPr>
            <a:lvl1pPr algn="ctr">
              <a:defRPr sz="1725" b="1">
                <a:solidFill>
                  <a:srgbClr val="005A9C"/>
                </a:solidFill>
                <a:latin typeface="Arial"/>
                <a:ea typeface="Arial"/>
                <a:cs typeface="Arial"/>
              </a:defRPr>
            </a:lvl1pPr>
            <a:lvl2pPr algn="ctr">
              <a:defRPr sz="1725" b="1">
                <a:solidFill>
                  <a:srgbClr val="005A9C"/>
                </a:solidFill>
                <a:latin typeface="Arial"/>
                <a:ea typeface="Arial"/>
                <a:cs typeface="Arial"/>
              </a:defRPr>
            </a:lvl2pPr>
            <a:lvl3pPr algn="ctr">
              <a:defRPr sz="1725" b="1">
                <a:solidFill>
                  <a:srgbClr val="005A9C"/>
                </a:solidFill>
                <a:latin typeface="Arial"/>
                <a:ea typeface="Arial"/>
                <a:cs typeface="Arial"/>
              </a:defRPr>
            </a:lvl3pPr>
            <a:lvl4pPr algn="ctr">
              <a:defRPr sz="1725" b="1">
                <a:solidFill>
                  <a:srgbClr val="005A9C"/>
                </a:solidFill>
                <a:latin typeface="Arial"/>
                <a:ea typeface="Arial"/>
                <a:cs typeface="Arial"/>
              </a:defRPr>
            </a:lvl4pPr>
            <a:lvl5pPr algn="ctr">
              <a:defRPr sz="1725" b="1">
                <a:solidFill>
                  <a:srgbClr val="005A9C"/>
                </a:solidFill>
                <a:latin typeface="Arial"/>
                <a:ea typeface="Arial"/>
                <a:cs typeface="Arial"/>
              </a:defRPr>
            </a:lvl5pPr>
            <a:lvl6pPr algn="ctr">
              <a:defRPr sz="1725" b="1">
                <a:solidFill>
                  <a:srgbClr val="005A9C"/>
                </a:solidFill>
                <a:latin typeface="Arial"/>
                <a:ea typeface="Arial"/>
                <a:cs typeface="Arial"/>
              </a:defRPr>
            </a:lvl6pPr>
            <a:lvl7pPr algn="ctr">
              <a:defRPr sz="1725" b="1">
                <a:solidFill>
                  <a:srgbClr val="005A9C"/>
                </a:solidFill>
                <a:latin typeface="Arial"/>
                <a:ea typeface="Arial"/>
                <a:cs typeface="Arial"/>
              </a:defRPr>
            </a:lvl7pPr>
            <a:lvl8pPr algn="ctr">
              <a:defRPr sz="1725" b="1">
                <a:solidFill>
                  <a:srgbClr val="005A9C"/>
                </a:solidFill>
                <a:latin typeface="Arial"/>
                <a:ea typeface="Arial"/>
                <a:cs typeface="Arial"/>
              </a:defRPr>
            </a:lvl8pPr>
            <a:lvl9pPr algn="ctr">
              <a:defRPr sz="1725" b="1">
                <a:solidFill>
                  <a:srgbClr val="005A9C"/>
                </a:solidFill>
                <a:latin typeface="Arial"/>
                <a:ea typeface="Arial"/>
                <a:cs typeface="Arial"/>
              </a:defRPr>
            </a:lvl9pPr>
          </a:lstStyle>
          <a:p xmlns:a="http://schemas.openxmlformats.org/drawingml/2006/main">
            <a:pPr algn="ctr">
              <a:defRPr sz="1725" b="1">
                <a:solidFill>
                  <a:srgbClr val="005A9C"/>
                </a:solidFill>
                <a:latin typeface="Arial"/>
                <a:ea typeface="Arial"/>
                <a:cs typeface="Arial"/>
              </a:defRPr>
            </a:pPr>
            <a:r>
              <a:rPr sz="1725" b="1">
                <a:solidFill>
                  <a:srgbClr val="005A9C"/>
                </a:solidFill>
                <a:latin typeface="Arial"/>
                <a:ea typeface="Arial"/>
                <a:cs typeface="Arial"/>
              </a:rPr>
              <a:t>Back</a:t>
            </a:r>
          </a:p>
        </p:txBody>
      </p:sp>
      <p:sp>
        <p:nvSpPr>
          <p:cNvPr id="22" name="!!nav.next">
            <ns0:hlinkClick xmlns:ns0="http://schemas.openxmlformats.org/drawingml/2006/main" xmlns:ns1="http://schemas.openxmlformats.org/officeDocument/2006/relationships" ns1:id="rIdNavSlide12" action="ppaction://hlinksldjump" tooltip="Slide 12: Preparing a quarterly client update"/>
            <a:extLst xmlns:a="http://schemas.openxmlformats.org/drawingml/2006/main">
              <a:ext uri="{FF2B5EF4-FFF2-40B4-BE49-F238E27FC236}">
                <a16:creationId xmlns:a16="http://schemas.microsoft.com/office/drawing/2014/main" id="{757F122B-6B45-4C88-96F1-032F2071C0D6}"/>
              </a:ext>
            </a:extLst>
          </p:cNvPr>
          <p:cNvSpPr>
            <a:spLocks xmlns:a="http://schemas.openxmlformats.org/drawingml/2006/main" noGrp="1"/>
          </p:cNvSpPr>
          <p:nvPr/>
        </p:nvSpPr>
        <p:spPr>
          <a:xfrm xmlns:a="http://schemas.openxmlformats.org/drawingml/2006/main">
            <a:off x="13506450" y="7496175"/>
            <a:ext cx="1085850" cy="45720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725" b="1">
                <a:solidFill>
                  <a:srgbClr val="FFFFFF"/>
                </a:solidFill>
                <a:latin typeface="Arial"/>
                <a:ea typeface="Arial"/>
                <a:cs typeface="Arial"/>
              </a:defRPr>
            </a:defPPr>
            <a:lvl1pPr algn="ctr">
              <a:defRPr sz="1725" b="1">
                <a:solidFill>
                  <a:srgbClr val="FFFFFF"/>
                </a:solidFill>
                <a:latin typeface="Arial"/>
                <a:ea typeface="Arial"/>
                <a:cs typeface="Arial"/>
              </a:defRPr>
            </a:lvl1pPr>
            <a:lvl2pPr algn="ctr">
              <a:defRPr sz="1725" b="1">
                <a:solidFill>
                  <a:srgbClr val="FFFFFF"/>
                </a:solidFill>
                <a:latin typeface="Arial"/>
                <a:ea typeface="Arial"/>
                <a:cs typeface="Arial"/>
              </a:defRPr>
            </a:lvl2pPr>
            <a:lvl3pPr algn="ctr">
              <a:defRPr sz="1725" b="1">
                <a:solidFill>
                  <a:srgbClr val="FFFFFF"/>
                </a:solidFill>
                <a:latin typeface="Arial"/>
                <a:ea typeface="Arial"/>
                <a:cs typeface="Arial"/>
              </a:defRPr>
            </a:lvl3pPr>
            <a:lvl4pPr algn="ctr">
              <a:defRPr sz="1725" b="1">
                <a:solidFill>
                  <a:srgbClr val="FFFFFF"/>
                </a:solidFill>
                <a:latin typeface="Arial"/>
                <a:ea typeface="Arial"/>
                <a:cs typeface="Arial"/>
              </a:defRPr>
            </a:lvl4pPr>
            <a:lvl5pPr algn="ctr">
              <a:defRPr sz="1725" b="1">
                <a:solidFill>
                  <a:srgbClr val="FFFFFF"/>
                </a:solidFill>
                <a:latin typeface="Arial"/>
                <a:ea typeface="Arial"/>
                <a:cs typeface="Arial"/>
              </a:defRPr>
            </a:lvl5pPr>
            <a:lvl6pPr algn="ctr">
              <a:defRPr sz="1725" b="1">
                <a:solidFill>
                  <a:srgbClr val="FFFFFF"/>
                </a:solidFill>
                <a:latin typeface="Arial"/>
                <a:ea typeface="Arial"/>
                <a:cs typeface="Arial"/>
              </a:defRPr>
            </a:lvl6pPr>
            <a:lvl7pPr algn="ctr">
              <a:defRPr sz="1725" b="1">
                <a:solidFill>
                  <a:srgbClr val="FFFFFF"/>
                </a:solidFill>
                <a:latin typeface="Arial"/>
                <a:ea typeface="Arial"/>
                <a:cs typeface="Arial"/>
              </a:defRPr>
            </a:lvl7pPr>
            <a:lvl8pPr algn="ctr">
              <a:defRPr sz="1725" b="1">
                <a:solidFill>
                  <a:srgbClr val="FFFFFF"/>
                </a:solidFill>
                <a:latin typeface="Arial"/>
                <a:ea typeface="Arial"/>
                <a:cs typeface="Arial"/>
              </a:defRPr>
            </a:lvl8pPr>
            <a:lvl9pPr algn="ctr">
              <a:defRPr sz="1725" b="1">
                <a:solidFill>
                  <a:srgbClr val="FFFFFF"/>
                </a:solidFill>
                <a:latin typeface="Arial"/>
                <a:ea typeface="Arial"/>
                <a:cs typeface="Arial"/>
              </a:defRPr>
            </a:lvl9pPr>
          </a:lstStyle>
          <a:p xmlns:a="http://schemas.openxmlformats.org/drawingml/2006/main">
            <a:pPr algn="ctr">
              <a:defRPr sz="1725" b="1">
                <a:solidFill>
                  <a:srgbClr val="FFFFFF"/>
                </a:solidFill>
                <a:latin typeface="Arial"/>
                <a:ea typeface="Arial"/>
                <a:cs typeface="Arial"/>
              </a:defRPr>
            </a:pPr>
            <a:r>
              <a:rPr sz="1725" b="1">
                <a:solidFill>
                  <a:srgbClr val="FFFFFF"/>
                </a:solidFill>
                <a:latin typeface="Arial"/>
                <a:ea typeface="Arial"/>
                <a:cs typeface="Arial"/>
              </a:rPr>
              <a:t>Next</a:t>
            </a:r>
          </a:p>
        </p:txBody>
      </p:sp>
      <p:sp>
        <p:nvSpPr>
          <p:cNvPr id="23" name="!!footer.rule">
            <a:extLst xmlns:a="http://schemas.openxmlformats.org/drawingml/2006/main">
              <a:ext uri="{FF2B5EF4-FFF2-40B4-BE49-F238E27FC236}">
                <a16:creationId xmlns:a16="http://schemas.microsoft.com/office/drawing/2014/main" id="{22C13802-9610-4AD9-8164-704723E5F159}"/>
              </a:ext>
            </a:extLst>
          </p:cNvPr>
          <p:cNvSpPr>
            <a:spLocks xmlns:a="http://schemas.openxmlformats.org/drawingml/2006/main" noGrp="1"/>
          </p:cNvSpPr>
          <p:nvPr/>
        </p:nvSpPr>
        <p:spPr>
          <a:xfrm xmlns:a="http://schemas.openxmlformats.org/drawingml/2006/main" flipH="0" flipV="0">
            <a:off x="647700" y="8134350"/>
            <a:ext cx="13944600" cy="953"/>
          </a:xfrm>
          <a:prstGeom xmlns:a="http://schemas.openxmlformats.org/drawingml/2006/main" prst="line">
            <a:avLst/>
          </a:prstGeom>
          <a:noFill xmlns:a="http://schemas.openxmlformats.org/drawingml/2006/main"/>
          <a:ln xmlns:a="http://schemas.openxmlformats.org/drawingml/2006/main" w="9525">
            <a:solidFill>
              <a:srgbClr val="BCC6CF"/>
            </a:solidFill>
            <a:prstDash val="solid"/>
          </a:ln>
        </p:spPr>
      </p:sp>
      <p:sp>
        <p:nvSpPr>
          <p:cNvPr id="24" name="!!source">
            <a:extLst xmlns:a="http://schemas.openxmlformats.org/drawingml/2006/main">
              <a:ext uri="{FF2B5EF4-FFF2-40B4-BE49-F238E27FC236}">
                <a16:creationId xmlns:a16="http://schemas.microsoft.com/office/drawing/2014/main" id="{DF3101A6-6E01-4D7A-A1ED-7BD3B1D5F5B7}"/>
              </a:ext>
            </a:extLst>
          </p:cNvPr>
          <p:cNvSpPr>
            <a:spLocks xmlns:a="http://schemas.openxmlformats.org/drawingml/2006/main" noGrp="1"/>
          </p:cNvSpPr>
          <p:nvPr/>
        </p:nvSpPr>
        <p:spPr>
          <a:xfrm xmlns:a="http://schemas.openxmlformats.org/drawingml/2006/main">
            <a:off x="647700" y="8267700"/>
            <a:ext cx="13944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707C88"/>
                </a:solidFill>
                <a:latin typeface="Arial"/>
                <a:ea typeface="Arial"/>
                <a:cs typeface="Arial"/>
              </a:defRPr>
            </a:defPPr>
            <a:lvl1pPr algn="l">
              <a:defRPr sz="1050" b="0">
                <a:solidFill>
                  <a:srgbClr val="707C88"/>
                </a:solidFill>
                <a:latin typeface="Arial"/>
                <a:ea typeface="Arial"/>
                <a:cs typeface="Arial"/>
              </a:defRPr>
            </a:lvl1pPr>
            <a:lvl2pPr algn="l">
              <a:defRPr sz="1050" b="0">
                <a:solidFill>
                  <a:srgbClr val="707C88"/>
                </a:solidFill>
                <a:latin typeface="Arial"/>
                <a:ea typeface="Arial"/>
                <a:cs typeface="Arial"/>
              </a:defRPr>
            </a:lvl2pPr>
            <a:lvl3pPr algn="l">
              <a:defRPr sz="1050" b="0">
                <a:solidFill>
                  <a:srgbClr val="707C88"/>
                </a:solidFill>
                <a:latin typeface="Arial"/>
                <a:ea typeface="Arial"/>
                <a:cs typeface="Arial"/>
              </a:defRPr>
            </a:lvl3pPr>
            <a:lvl4pPr algn="l">
              <a:defRPr sz="1050" b="0">
                <a:solidFill>
                  <a:srgbClr val="707C88"/>
                </a:solidFill>
                <a:latin typeface="Arial"/>
                <a:ea typeface="Arial"/>
                <a:cs typeface="Arial"/>
              </a:defRPr>
            </a:lvl4pPr>
            <a:lvl5pPr algn="l">
              <a:defRPr sz="1050" b="0">
                <a:solidFill>
                  <a:srgbClr val="707C88"/>
                </a:solidFill>
                <a:latin typeface="Arial"/>
                <a:ea typeface="Arial"/>
                <a:cs typeface="Arial"/>
              </a:defRPr>
            </a:lvl5pPr>
            <a:lvl6pPr algn="l">
              <a:defRPr sz="1050" b="0">
                <a:solidFill>
                  <a:srgbClr val="707C88"/>
                </a:solidFill>
                <a:latin typeface="Arial"/>
                <a:ea typeface="Arial"/>
                <a:cs typeface="Arial"/>
              </a:defRPr>
            </a:lvl6pPr>
            <a:lvl7pPr algn="l">
              <a:defRPr sz="1050" b="0">
                <a:solidFill>
                  <a:srgbClr val="707C88"/>
                </a:solidFill>
                <a:latin typeface="Arial"/>
                <a:ea typeface="Arial"/>
                <a:cs typeface="Arial"/>
              </a:defRPr>
            </a:lvl7pPr>
            <a:lvl8pPr algn="l">
              <a:defRPr sz="1050" b="0">
                <a:solidFill>
                  <a:srgbClr val="707C88"/>
                </a:solidFill>
                <a:latin typeface="Arial"/>
                <a:ea typeface="Arial"/>
                <a:cs typeface="Arial"/>
              </a:defRPr>
            </a:lvl8pPr>
            <a:lvl9pPr algn="l">
              <a:defRPr sz="1050" b="0">
                <a:solidFill>
                  <a:srgbClr val="707C88"/>
                </a:solidFill>
                <a:latin typeface="Arial"/>
                <a:ea typeface="Arial"/>
                <a:cs typeface="Arial"/>
              </a:defRPr>
            </a:lvl9pPr>
          </a:lstStyle>
          <a:p xmlns:a="http://schemas.openxmlformats.org/drawingml/2006/main">
            <a:pPr algn="l">
              <a:defRPr sz="1050" b="0">
                <a:solidFill>
                  <a:srgbClr val="707C88"/>
                </a:solidFill>
                <a:latin typeface="Arial"/>
                <a:ea typeface="Arial"/>
                <a:cs typeface="Arial"/>
              </a:defRPr>
            </a:pPr>
            <a:r>
              <a:rPr sz="1050" b="0">
                <a:solidFill>
                  <a:srgbClr val="707C88"/>
                </a:solidFill>
                <a:latin typeface="Arial"/>
                <a:ea typeface="Arial"/>
                <a:cs typeface="Arial"/>
              </a:rPr>
              <a:t>Sources: Southern Asset Management; Aegon-Industrial / AMAC</a:t>
            </a:r>
          </a:p>
        </p:txBody>
      </p:sp>
      <p:sp>
        <p:nvSpPr>
          <p:cNvPr id="25" name="!!trade.intent">
            <a:extLst xmlns:a="http://schemas.openxmlformats.org/drawingml/2006/main">
              <a:ext uri="{FF2B5EF4-FFF2-40B4-BE49-F238E27FC236}">
                <a16:creationId xmlns:a16="http://schemas.microsoft.com/office/drawing/2014/main" id="{1331D70B-809B-425B-B9DA-A1B5A7E71F1B}"/>
              </a:ext>
            </a:extLst>
          </p:cNvPr>
          <p:cNvSpPr>
            <a:spLocks xmlns:a="http://schemas.openxmlformats.org/drawingml/2006/main" noGrp="1"/>
          </p:cNvSpPr>
          <p:nvPr/>
        </p:nvSpPr>
        <p:spPr>
          <a:xfrm xmlns:a="http://schemas.openxmlformats.org/drawingml/2006/main">
            <a:off x="4057650" y="2047875"/>
            <a:ext cx="10534650" cy="76200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175" b="1">
                <a:solidFill>
                  <a:srgbClr val="20262C"/>
                </a:solidFill>
                <a:latin typeface="Arial"/>
                <a:ea typeface="Arial"/>
                <a:cs typeface="Arial"/>
              </a:defRPr>
            </a:defPPr>
            <a:lvl1pPr algn="ctr">
              <a:defRPr sz="2175" b="1">
                <a:solidFill>
                  <a:srgbClr val="20262C"/>
                </a:solidFill>
                <a:latin typeface="Arial"/>
                <a:ea typeface="Arial"/>
                <a:cs typeface="Arial"/>
              </a:defRPr>
            </a:lvl1pPr>
            <a:lvl2pPr algn="ctr">
              <a:defRPr sz="2175" b="1">
                <a:solidFill>
                  <a:srgbClr val="20262C"/>
                </a:solidFill>
                <a:latin typeface="Arial"/>
                <a:ea typeface="Arial"/>
                <a:cs typeface="Arial"/>
              </a:defRPr>
            </a:lvl2pPr>
            <a:lvl3pPr algn="ctr">
              <a:defRPr sz="2175" b="1">
                <a:solidFill>
                  <a:srgbClr val="20262C"/>
                </a:solidFill>
                <a:latin typeface="Arial"/>
                <a:ea typeface="Arial"/>
                <a:cs typeface="Arial"/>
              </a:defRPr>
            </a:lvl3pPr>
            <a:lvl4pPr algn="ctr">
              <a:defRPr sz="2175" b="1">
                <a:solidFill>
                  <a:srgbClr val="20262C"/>
                </a:solidFill>
                <a:latin typeface="Arial"/>
                <a:ea typeface="Arial"/>
                <a:cs typeface="Arial"/>
              </a:defRPr>
            </a:lvl4pPr>
            <a:lvl5pPr algn="ctr">
              <a:defRPr sz="2175" b="1">
                <a:solidFill>
                  <a:srgbClr val="20262C"/>
                </a:solidFill>
                <a:latin typeface="Arial"/>
                <a:ea typeface="Arial"/>
                <a:cs typeface="Arial"/>
              </a:defRPr>
            </a:lvl5pPr>
            <a:lvl6pPr algn="ctr">
              <a:defRPr sz="2175" b="1">
                <a:solidFill>
                  <a:srgbClr val="20262C"/>
                </a:solidFill>
                <a:latin typeface="Arial"/>
                <a:ea typeface="Arial"/>
                <a:cs typeface="Arial"/>
              </a:defRPr>
            </a:lvl6pPr>
            <a:lvl7pPr algn="ctr">
              <a:defRPr sz="2175" b="1">
                <a:solidFill>
                  <a:srgbClr val="20262C"/>
                </a:solidFill>
                <a:latin typeface="Arial"/>
                <a:ea typeface="Arial"/>
                <a:cs typeface="Arial"/>
              </a:defRPr>
            </a:lvl7pPr>
            <a:lvl8pPr algn="ctr">
              <a:defRPr sz="2175" b="1">
                <a:solidFill>
                  <a:srgbClr val="20262C"/>
                </a:solidFill>
                <a:latin typeface="Arial"/>
                <a:ea typeface="Arial"/>
                <a:cs typeface="Arial"/>
              </a:defRPr>
            </a:lvl8pPr>
            <a:lvl9pPr algn="ctr">
              <a:defRPr sz="2175" b="1">
                <a:solidFill>
                  <a:srgbClr val="20262C"/>
                </a:solidFill>
                <a:latin typeface="Arial"/>
                <a:ea typeface="Arial"/>
                <a:cs typeface="Arial"/>
              </a:defRPr>
            </a:lvl9pPr>
          </a:lstStyle>
          <a:p xmlns:a="http://schemas.openxmlformats.org/drawingml/2006/main">
            <a:pPr algn="ctr">
              <a:defRPr sz="2175" b="1">
                <a:solidFill>
                  <a:srgbClr val="20262C"/>
                </a:solidFill>
                <a:latin typeface="Arial"/>
                <a:ea typeface="Arial"/>
                <a:cs typeface="Arial"/>
              </a:defRPr>
            </a:pPr>
            <a:r>
              <a:rPr sz="2175" b="1">
                <a:solidFill>
                  <a:srgbClr val="20262C"/>
                </a:solidFill>
                <a:latin typeface="Arial"/>
                <a:ea typeface="Arial"/>
                <a:cs typeface="Arial"/>
              </a:rPr>
              <a:t>Portfolio manager: check holdings and collect offers for Company A bonds maturing within two years</a:t>
            </a:r>
          </a:p>
        </p:txBody>
      </p:sp>
      <p:sp>
        <p:nvSpPr>
          <p:cNvPr id="26" name="!!trade.llm.query">
            <a:extLst xmlns:a="http://schemas.openxmlformats.org/drawingml/2006/main">
              <a:ext uri="{FF2B5EF4-FFF2-40B4-BE49-F238E27FC236}">
                <a16:creationId xmlns:a16="http://schemas.microsoft.com/office/drawing/2014/main" id="{1E273D95-4954-4A1F-BDDF-53B03319E525}"/>
              </a:ext>
            </a:extLst>
          </p:cNvPr>
          <p:cNvSpPr>
            <a:spLocks xmlns:a="http://schemas.openxmlformats.org/drawingml/2006/main" noGrp="1"/>
          </p:cNvSpPr>
          <p:nvPr/>
        </p:nvSpPr>
        <p:spPr>
          <a:xfrm xmlns:a="http://schemas.openxmlformats.org/drawingml/2006/main">
            <a:off x="4057650" y="3105150"/>
            <a:ext cx="3048000" cy="1971675"/>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27" name="!!trade.llm.query.role">
            <a:extLst xmlns:a="http://schemas.openxmlformats.org/drawingml/2006/main">
              <a:ext uri="{FF2B5EF4-FFF2-40B4-BE49-F238E27FC236}">
                <a16:creationId xmlns:a16="http://schemas.microsoft.com/office/drawing/2014/main" id="{BBBF1598-3FFA-4730-BA53-186FFD01468E}"/>
              </a:ext>
            </a:extLst>
          </p:cNvPr>
          <p:cNvSpPr>
            <a:spLocks xmlns:a="http://schemas.openxmlformats.org/drawingml/2006/main" noGrp="1"/>
          </p:cNvSpPr>
          <p:nvPr/>
        </p:nvSpPr>
        <p:spPr>
          <a:xfrm xmlns:a="http://schemas.openxmlformats.org/drawingml/2006/main">
            <a:off x="4248150" y="3248025"/>
            <a:ext cx="266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62C"/>
                </a:solidFill>
                <a:latin typeface="Arial"/>
                <a:ea typeface="Arial"/>
                <a:cs typeface="Arial"/>
              </a:defRPr>
            </a:defPPr>
            <a:lvl1pPr algn="l">
              <a:defRPr sz="1800" b="1">
                <a:solidFill>
                  <a:srgbClr val="20262C"/>
                </a:solidFill>
                <a:latin typeface="Arial"/>
                <a:ea typeface="Arial"/>
                <a:cs typeface="Arial"/>
              </a:defRPr>
            </a:lvl1pPr>
            <a:lvl2pPr algn="l">
              <a:defRPr sz="1800" b="1">
                <a:solidFill>
                  <a:srgbClr val="20262C"/>
                </a:solidFill>
                <a:latin typeface="Arial"/>
                <a:ea typeface="Arial"/>
                <a:cs typeface="Arial"/>
              </a:defRPr>
            </a:lvl2pPr>
            <a:lvl3pPr algn="l">
              <a:defRPr sz="1800" b="1">
                <a:solidFill>
                  <a:srgbClr val="20262C"/>
                </a:solidFill>
                <a:latin typeface="Arial"/>
                <a:ea typeface="Arial"/>
                <a:cs typeface="Arial"/>
              </a:defRPr>
            </a:lvl3pPr>
            <a:lvl4pPr algn="l">
              <a:defRPr sz="1800" b="1">
                <a:solidFill>
                  <a:srgbClr val="20262C"/>
                </a:solidFill>
                <a:latin typeface="Arial"/>
                <a:ea typeface="Arial"/>
                <a:cs typeface="Arial"/>
              </a:defRPr>
            </a:lvl4pPr>
            <a:lvl5pPr algn="l">
              <a:defRPr sz="1800" b="1">
                <a:solidFill>
                  <a:srgbClr val="20262C"/>
                </a:solidFill>
                <a:latin typeface="Arial"/>
                <a:ea typeface="Arial"/>
                <a:cs typeface="Arial"/>
              </a:defRPr>
            </a:lvl5pPr>
            <a:lvl6pPr algn="l">
              <a:defRPr sz="1800" b="1">
                <a:solidFill>
                  <a:srgbClr val="20262C"/>
                </a:solidFill>
                <a:latin typeface="Arial"/>
                <a:ea typeface="Arial"/>
                <a:cs typeface="Arial"/>
              </a:defRPr>
            </a:lvl6pPr>
            <a:lvl7pPr algn="l">
              <a:defRPr sz="1800" b="1">
                <a:solidFill>
                  <a:srgbClr val="20262C"/>
                </a:solidFill>
                <a:latin typeface="Arial"/>
                <a:ea typeface="Arial"/>
                <a:cs typeface="Arial"/>
              </a:defRPr>
            </a:lvl7pPr>
            <a:lvl8pPr algn="l">
              <a:defRPr sz="1800" b="1">
                <a:solidFill>
                  <a:srgbClr val="20262C"/>
                </a:solidFill>
                <a:latin typeface="Arial"/>
                <a:ea typeface="Arial"/>
                <a:cs typeface="Arial"/>
              </a:defRPr>
            </a:lvl8pPr>
            <a:lvl9pPr algn="l">
              <a:defRPr sz="1800" b="1">
                <a:solidFill>
                  <a:srgbClr val="20262C"/>
                </a:solidFill>
                <a:latin typeface="Arial"/>
                <a:ea typeface="Arial"/>
                <a:cs typeface="Arial"/>
              </a:defRPr>
            </a:lvl9pPr>
          </a:lstStyle>
          <a:p xmlns:a="http://schemas.openxmlformats.org/drawingml/2006/main">
            <a:pPr algn="l">
              <a:defRPr sz="1800" b="1">
                <a:solidFill>
                  <a:srgbClr val="20262C"/>
                </a:solidFill>
                <a:latin typeface="Arial"/>
                <a:ea typeface="Arial"/>
                <a:cs typeface="Arial"/>
              </a:defRPr>
            </a:pPr>
            <a:r>
              <a:rPr sz="1800" b="1">
                <a:solidFill>
                  <a:srgbClr val="20262C"/>
                </a:solidFill>
                <a:latin typeface="Arial"/>
                <a:ea typeface="Arial"/>
                <a:cs typeface="Arial"/>
              </a:rPr>
              <a:t>LLM parses the request</a:t>
            </a:r>
          </a:p>
        </p:txBody>
      </p:sp>
      <p:sp>
        <p:nvSpPr>
          <p:cNvPr id="28" name="!!trade.llm.query.body">
            <a:extLst xmlns:a="http://schemas.openxmlformats.org/drawingml/2006/main">
              <a:ext uri="{FF2B5EF4-FFF2-40B4-BE49-F238E27FC236}">
                <a16:creationId xmlns:a16="http://schemas.microsoft.com/office/drawing/2014/main" id="{0127E97D-EA64-4FD6-A1D9-E893114F470C}"/>
              </a:ext>
            </a:extLst>
          </p:cNvPr>
          <p:cNvSpPr>
            <a:spLocks xmlns:a="http://schemas.openxmlformats.org/drawingml/2006/main" noGrp="1"/>
          </p:cNvSpPr>
          <p:nvPr/>
        </p:nvSpPr>
        <p:spPr>
          <a:xfrm xmlns:a="http://schemas.openxmlformats.org/drawingml/2006/main">
            <a:off x="4248150" y="3686175"/>
            <a:ext cx="2667000" cy="1323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0262C"/>
                </a:solidFill>
                <a:latin typeface="Arial"/>
                <a:ea typeface="Arial"/>
                <a:cs typeface="Arial"/>
              </a:defRPr>
            </a:defPPr>
            <a:lvl1pPr algn="l">
              <a:defRPr sz="1800" b="0">
                <a:solidFill>
                  <a:srgbClr val="20262C"/>
                </a:solidFill>
                <a:latin typeface="Arial"/>
                <a:ea typeface="Arial"/>
                <a:cs typeface="Arial"/>
              </a:defRPr>
            </a:lvl1pPr>
            <a:lvl2pPr algn="l">
              <a:defRPr sz="1800" b="0">
                <a:solidFill>
                  <a:srgbClr val="20262C"/>
                </a:solidFill>
                <a:latin typeface="Arial"/>
                <a:ea typeface="Arial"/>
                <a:cs typeface="Arial"/>
              </a:defRPr>
            </a:lvl2pPr>
            <a:lvl3pPr algn="l">
              <a:defRPr sz="1800" b="0">
                <a:solidFill>
                  <a:srgbClr val="20262C"/>
                </a:solidFill>
                <a:latin typeface="Arial"/>
                <a:ea typeface="Arial"/>
                <a:cs typeface="Arial"/>
              </a:defRPr>
            </a:lvl3pPr>
            <a:lvl4pPr algn="l">
              <a:defRPr sz="1800" b="0">
                <a:solidFill>
                  <a:srgbClr val="20262C"/>
                </a:solidFill>
                <a:latin typeface="Arial"/>
                <a:ea typeface="Arial"/>
                <a:cs typeface="Arial"/>
              </a:defRPr>
            </a:lvl4pPr>
            <a:lvl5pPr algn="l">
              <a:defRPr sz="1800" b="0">
                <a:solidFill>
                  <a:srgbClr val="20262C"/>
                </a:solidFill>
                <a:latin typeface="Arial"/>
                <a:ea typeface="Arial"/>
                <a:cs typeface="Arial"/>
              </a:defRPr>
            </a:lvl5pPr>
            <a:lvl6pPr algn="l">
              <a:defRPr sz="1800" b="0">
                <a:solidFill>
                  <a:srgbClr val="20262C"/>
                </a:solidFill>
                <a:latin typeface="Arial"/>
                <a:ea typeface="Arial"/>
                <a:cs typeface="Arial"/>
              </a:defRPr>
            </a:lvl6pPr>
            <a:lvl7pPr algn="l">
              <a:defRPr sz="1800" b="0">
                <a:solidFill>
                  <a:srgbClr val="20262C"/>
                </a:solidFill>
                <a:latin typeface="Arial"/>
                <a:ea typeface="Arial"/>
                <a:cs typeface="Arial"/>
              </a:defRPr>
            </a:lvl7pPr>
            <a:lvl8pPr algn="l">
              <a:defRPr sz="1800" b="0">
                <a:solidFill>
                  <a:srgbClr val="20262C"/>
                </a:solidFill>
                <a:latin typeface="Arial"/>
                <a:ea typeface="Arial"/>
                <a:cs typeface="Arial"/>
              </a:defRPr>
            </a:lvl8pPr>
            <a:lvl9pPr algn="l">
              <a:defRPr sz="1800" b="0">
                <a:solidFill>
                  <a:srgbClr val="20262C"/>
                </a:solidFill>
                <a:latin typeface="Arial"/>
                <a:ea typeface="Arial"/>
                <a:cs typeface="Arial"/>
              </a:defRPr>
            </a:lvl9pPr>
          </a:lstStyle>
          <a:p xmlns:a="http://schemas.openxmlformats.org/drawingml/2006/main">
            <a:pPr algn="l">
              <a:defRPr sz="1800" b="0">
                <a:solidFill>
                  <a:srgbClr val="20262C"/>
                </a:solidFill>
                <a:latin typeface="Arial"/>
                <a:ea typeface="Arial"/>
                <a:cs typeface="Arial"/>
              </a:defRPr>
            </a:pPr>
            <a:r>
              <a:rPr sz="1800" b="0">
                <a:solidFill>
                  <a:srgbClr val="20262C"/>
                </a:solidFill>
                <a:latin typeface="Arial"/>
                <a:ea typeface="Arial"/>
                <a:cs typeface="Arial"/>
              </a:rPr>
              <a:t>Issuer: Company A</a:t>
            </a:r>
          </a:p>
          <a:p xmlns:a="http://schemas.openxmlformats.org/drawingml/2006/main">
            <a:pPr algn="l">
              <a:defRPr sz="1800" b="0">
                <a:solidFill>
                  <a:srgbClr val="20262C"/>
                </a:solidFill>
                <a:latin typeface="Arial"/>
                <a:ea typeface="Arial"/>
                <a:cs typeface="Arial"/>
              </a:defRPr>
            </a:pPr>
            <a:r>
              <a:rPr sz="1800" b="0">
                <a:solidFill>
                  <a:srgbClr val="20262C"/>
                </a:solidFill>
                <a:latin typeface="Arial"/>
                <a:ea typeface="Arial"/>
                <a:cs typeface="Arial"/>
              </a:rPr>
              <a:t>Side: buy</a:t>
            </a:r>
          </a:p>
          <a:p xmlns:a="http://schemas.openxmlformats.org/drawingml/2006/main">
            <a:pPr algn="l">
              <a:defRPr sz="1800" b="0">
                <a:solidFill>
                  <a:srgbClr val="20262C"/>
                </a:solidFill>
                <a:latin typeface="Arial"/>
                <a:ea typeface="Arial"/>
                <a:cs typeface="Arial"/>
              </a:defRPr>
            </a:pPr>
            <a:r>
              <a:rPr sz="1800" b="0">
                <a:solidFill>
                  <a:srgbClr val="20262C"/>
                </a:solidFill>
                <a:latin typeface="Arial"/>
                <a:ea typeface="Arial"/>
                <a:cs typeface="Arial"/>
              </a:rPr>
              <a:t>Maturity: within two years</a:t>
            </a:r>
          </a:p>
          <a:p xmlns:a="http://schemas.openxmlformats.org/drawingml/2006/main">
            <a:pPr algn="l">
              <a:defRPr sz="1800" b="0">
                <a:solidFill>
                  <a:srgbClr val="20262C"/>
                </a:solidFill>
                <a:latin typeface="Arial"/>
                <a:ea typeface="Arial"/>
                <a:cs typeface="Arial"/>
              </a:defRPr>
            </a:pPr>
            <a:r>
              <a:rPr sz="1800" b="0">
                <a:solidFill>
                  <a:srgbClr val="20262C"/>
                </a:solidFill>
                <a:latin typeface="Arial"/>
                <a:ea typeface="Arial"/>
                <a:cs typeface="Arial"/>
              </a:rPr>
              <a:t>Query: bonds and holdings</a:t>
            </a:r>
          </a:p>
        </p:txBody>
      </p:sp>
      <p:sp>
        <p:nvSpPr>
          <p:cNvPr id="29" name="!!trade.system">
            <a:extLst xmlns:a="http://schemas.openxmlformats.org/drawingml/2006/main">
              <a:ext uri="{FF2B5EF4-FFF2-40B4-BE49-F238E27FC236}">
                <a16:creationId xmlns:a16="http://schemas.microsoft.com/office/drawing/2014/main" id="{E9A892DC-9941-494B-B873-E0877247A70F}"/>
              </a:ext>
            </a:extLst>
          </p:cNvPr>
          <p:cNvSpPr>
            <a:spLocks xmlns:a="http://schemas.openxmlformats.org/drawingml/2006/main" noGrp="1"/>
          </p:cNvSpPr>
          <p:nvPr/>
        </p:nvSpPr>
        <p:spPr>
          <a:xfrm xmlns:a="http://schemas.openxmlformats.org/drawingml/2006/main">
            <a:off x="7486650" y="3105150"/>
            <a:ext cx="3238500" cy="1971675"/>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30" name="!!trade.system.role">
            <a:extLst xmlns:a="http://schemas.openxmlformats.org/drawingml/2006/main">
              <a:ext uri="{FF2B5EF4-FFF2-40B4-BE49-F238E27FC236}">
                <a16:creationId xmlns:a16="http://schemas.microsoft.com/office/drawing/2014/main" id="{7AFE4A8C-A457-4281-AFFD-B2775D2F7E4D}"/>
              </a:ext>
            </a:extLst>
          </p:cNvPr>
          <p:cNvSpPr>
            <a:spLocks xmlns:a="http://schemas.openxmlformats.org/drawingml/2006/main" noGrp="1"/>
          </p:cNvSpPr>
          <p:nvPr/>
        </p:nvSpPr>
        <p:spPr>
          <a:xfrm xmlns:a="http://schemas.openxmlformats.org/drawingml/2006/main">
            <a:off x="7677150" y="3248025"/>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62C"/>
                </a:solidFill>
                <a:latin typeface="Arial"/>
                <a:ea typeface="Arial"/>
                <a:cs typeface="Arial"/>
              </a:defRPr>
            </a:defPPr>
            <a:lvl1pPr algn="l">
              <a:defRPr sz="1800" b="1">
                <a:solidFill>
                  <a:srgbClr val="20262C"/>
                </a:solidFill>
                <a:latin typeface="Arial"/>
                <a:ea typeface="Arial"/>
                <a:cs typeface="Arial"/>
              </a:defRPr>
            </a:lvl1pPr>
            <a:lvl2pPr algn="l">
              <a:defRPr sz="1800" b="1">
                <a:solidFill>
                  <a:srgbClr val="20262C"/>
                </a:solidFill>
                <a:latin typeface="Arial"/>
                <a:ea typeface="Arial"/>
                <a:cs typeface="Arial"/>
              </a:defRPr>
            </a:lvl2pPr>
            <a:lvl3pPr algn="l">
              <a:defRPr sz="1800" b="1">
                <a:solidFill>
                  <a:srgbClr val="20262C"/>
                </a:solidFill>
                <a:latin typeface="Arial"/>
                <a:ea typeface="Arial"/>
                <a:cs typeface="Arial"/>
              </a:defRPr>
            </a:lvl3pPr>
            <a:lvl4pPr algn="l">
              <a:defRPr sz="1800" b="1">
                <a:solidFill>
                  <a:srgbClr val="20262C"/>
                </a:solidFill>
                <a:latin typeface="Arial"/>
                <a:ea typeface="Arial"/>
                <a:cs typeface="Arial"/>
              </a:defRPr>
            </a:lvl4pPr>
            <a:lvl5pPr algn="l">
              <a:defRPr sz="1800" b="1">
                <a:solidFill>
                  <a:srgbClr val="20262C"/>
                </a:solidFill>
                <a:latin typeface="Arial"/>
                <a:ea typeface="Arial"/>
                <a:cs typeface="Arial"/>
              </a:defRPr>
            </a:lvl5pPr>
            <a:lvl6pPr algn="l">
              <a:defRPr sz="1800" b="1">
                <a:solidFill>
                  <a:srgbClr val="20262C"/>
                </a:solidFill>
                <a:latin typeface="Arial"/>
                <a:ea typeface="Arial"/>
                <a:cs typeface="Arial"/>
              </a:defRPr>
            </a:lvl6pPr>
            <a:lvl7pPr algn="l">
              <a:defRPr sz="1800" b="1">
                <a:solidFill>
                  <a:srgbClr val="20262C"/>
                </a:solidFill>
                <a:latin typeface="Arial"/>
                <a:ea typeface="Arial"/>
                <a:cs typeface="Arial"/>
              </a:defRPr>
            </a:lvl7pPr>
            <a:lvl8pPr algn="l">
              <a:defRPr sz="1800" b="1">
                <a:solidFill>
                  <a:srgbClr val="20262C"/>
                </a:solidFill>
                <a:latin typeface="Arial"/>
                <a:ea typeface="Arial"/>
                <a:cs typeface="Arial"/>
              </a:defRPr>
            </a:lvl8pPr>
            <a:lvl9pPr algn="l">
              <a:defRPr sz="1800" b="1">
                <a:solidFill>
                  <a:srgbClr val="20262C"/>
                </a:solidFill>
                <a:latin typeface="Arial"/>
                <a:ea typeface="Arial"/>
                <a:cs typeface="Arial"/>
              </a:defRPr>
            </a:lvl9pPr>
          </a:lstStyle>
          <a:p xmlns:a="http://schemas.openxmlformats.org/drawingml/2006/main">
            <a:pPr algn="l">
              <a:defRPr sz="1800" b="1">
                <a:solidFill>
                  <a:srgbClr val="20262C"/>
                </a:solidFill>
                <a:latin typeface="Arial"/>
                <a:ea typeface="Arial"/>
                <a:cs typeface="Arial"/>
              </a:defRPr>
            </a:pPr>
            <a:r>
              <a:rPr sz="1800" b="1">
                <a:solidFill>
                  <a:srgbClr val="20262C"/>
                </a:solidFill>
                <a:latin typeface="Arial"/>
                <a:ea typeface="Arial"/>
                <a:cs typeface="Arial"/>
              </a:rPr>
              <a:t>Systems run the query</a:t>
            </a:r>
          </a:p>
        </p:txBody>
      </p:sp>
      <p:sp>
        <p:nvSpPr>
          <p:cNvPr id="31" name="!!trade.system.body">
            <a:extLst xmlns:a="http://schemas.openxmlformats.org/drawingml/2006/main">
              <a:ext uri="{FF2B5EF4-FFF2-40B4-BE49-F238E27FC236}">
                <a16:creationId xmlns:a16="http://schemas.microsoft.com/office/drawing/2014/main" id="{7413CF90-E0E2-418A-8BE0-E41CF47D74B4}"/>
              </a:ext>
            </a:extLst>
          </p:cNvPr>
          <p:cNvSpPr>
            <a:spLocks xmlns:a="http://schemas.openxmlformats.org/drawingml/2006/main" noGrp="1"/>
          </p:cNvSpPr>
          <p:nvPr/>
        </p:nvSpPr>
        <p:spPr>
          <a:xfrm xmlns:a="http://schemas.openxmlformats.org/drawingml/2006/main">
            <a:off x="7677150" y="3686175"/>
            <a:ext cx="2857500" cy="1323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0262C"/>
                </a:solidFill>
                <a:latin typeface="Arial"/>
                <a:ea typeface="Arial"/>
                <a:cs typeface="Arial"/>
              </a:defRPr>
            </a:defPPr>
            <a:lvl1pPr algn="l">
              <a:defRPr sz="1875" b="0">
                <a:solidFill>
                  <a:srgbClr val="20262C"/>
                </a:solidFill>
                <a:latin typeface="Arial"/>
                <a:ea typeface="Arial"/>
                <a:cs typeface="Arial"/>
              </a:defRPr>
            </a:lvl1pPr>
            <a:lvl2pPr algn="l">
              <a:defRPr sz="1875" b="0">
                <a:solidFill>
                  <a:srgbClr val="20262C"/>
                </a:solidFill>
                <a:latin typeface="Arial"/>
                <a:ea typeface="Arial"/>
                <a:cs typeface="Arial"/>
              </a:defRPr>
            </a:lvl2pPr>
            <a:lvl3pPr algn="l">
              <a:defRPr sz="1875" b="0">
                <a:solidFill>
                  <a:srgbClr val="20262C"/>
                </a:solidFill>
                <a:latin typeface="Arial"/>
                <a:ea typeface="Arial"/>
                <a:cs typeface="Arial"/>
              </a:defRPr>
            </a:lvl3pPr>
            <a:lvl4pPr algn="l">
              <a:defRPr sz="1875" b="0">
                <a:solidFill>
                  <a:srgbClr val="20262C"/>
                </a:solidFill>
                <a:latin typeface="Arial"/>
                <a:ea typeface="Arial"/>
                <a:cs typeface="Arial"/>
              </a:defRPr>
            </a:lvl4pPr>
            <a:lvl5pPr algn="l">
              <a:defRPr sz="1875" b="0">
                <a:solidFill>
                  <a:srgbClr val="20262C"/>
                </a:solidFill>
                <a:latin typeface="Arial"/>
                <a:ea typeface="Arial"/>
                <a:cs typeface="Arial"/>
              </a:defRPr>
            </a:lvl5pPr>
            <a:lvl6pPr algn="l">
              <a:defRPr sz="1875" b="0">
                <a:solidFill>
                  <a:srgbClr val="20262C"/>
                </a:solidFill>
                <a:latin typeface="Arial"/>
                <a:ea typeface="Arial"/>
                <a:cs typeface="Arial"/>
              </a:defRPr>
            </a:lvl6pPr>
            <a:lvl7pPr algn="l">
              <a:defRPr sz="1875" b="0">
                <a:solidFill>
                  <a:srgbClr val="20262C"/>
                </a:solidFill>
                <a:latin typeface="Arial"/>
                <a:ea typeface="Arial"/>
                <a:cs typeface="Arial"/>
              </a:defRPr>
            </a:lvl7pPr>
            <a:lvl8pPr algn="l">
              <a:defRPr sz="1875" b="0">
                <a:solidFill>
                  <a:srgbClr val="20262C"/>
                </a:solidFill>
                <a:latin typeface="Arial"/>
                <a:ea typeface="Arial"/>
                <a:cs typeface="Arial"/>
              </a:defRPr>
            </a:lvl8pPr>
            <a:lvl9pPr algn="l">
              <a:defRPr sz="1875" b="0">
                <a:solidFill>
                  <a:srgbClr val="20262C"/>
                </a:solidFill>
                <a:latin typeface="Arial"/>
                <a:ea typeface="Arial"/>
                <a:cs typeface="Arial"/>
              </a:defRPr>
            </a:lvl9pPr>
          </a:lstStyle>
          <a:p xmlns:a="http://schemas.openxmlformats.org/drawingml/2006/main">
            <a:pPr algn="l">
              <a:defRPr sz="1875" b="0">
                <a:solidFill>
                  <a:srgbClr val="20262C"/>
                </a:solidFill>
                <a:latin typeface="Arial"/>
                <a:ea typeface="Arial"/>
                <a:cs typeface="Arial"/>
              </a:defRPr>
            </a:pPr>
            <a:r>
              <a:rPr sz="1875" b="0">
                <a:solidFill>
                  <a:srgbClr val="20262C"/>
                </a:solidFill>
                <a:latin typeface="Arial"/>
                <a:ea typeface="Arial"/>
                <a:cs typeface="Arial"/>
              </a:rPr>
              <a:t>Bond A (Company A)</a:t>
            </a:r>
          </a:p>
          <a:p xmlns:a="http://schemas.openxmlformats.org/drawingml/2006/main">
            <a:pPr algn="l">
              <a:defRPr sz="1875" b="0">
                <a:solidFill>
                  <a:srgbClr val="20262C"/>
                </a:solidFill>
                <a:latin typeface="Arial"/>
                <a:ea typeface="Arial"/>
                <a:cs typeface="Arial"/>
              </a:defRPr>
            </a:pPr>
            <a:r>
              <a:rPr sz="1875" b="0">
                <a:solidFill>
                  <a:srgbClr val="20262C"/>
                </a:solidFill>
                <a:latin typeface="Arial"/>
                <a:ea typeface="Arial"/>
                <a:cs typeface="Arial"/>
              </a:rPr>
              <a:t>Maturity: 1.2 years</a:t>
            </a:r>
          </a:p>
          <a:p xmlns:a="http://schemas.openxmlformats.org/drawingml/2006/main">
            <a:pPr algn="l">
              <a:defRPr sz="1875" b="0">
                <a:solidFill>
                  <a:srgbClr val="20262C"/>
                </a:solidFill>
                <a:latin typeface="Arial"/>
                <a:ea typeface="Arial"/>
                <a:cs typeface="Arial"/>
              </a:defRPr>
            </a:pPr>
            <a:r>
              <a:rPr sz="1875" b="0">
                <a:solidFill>
                  <a:srgbClr val="20262C"/>
                </a:solidFill>
                <a:latin typeface="Arial"/>
                <a:ea typeface="Arial"/>
                <a:cs typeface="Arial"/>
              </a:rPr>
              <a:t>Held face value: RMB 20m</a:t>
            </a:r>
          </a:p>
        </p:txBody>
      </p:sp>
      <p:sp>
        <p:nvSpPr>
          <p:cNvPr id="32" name="!!trade.llm.quote">
            <a:extLst xmlns:a="http://schemas.openxmlformats.org/drawingml/2006/main">
              <a:ext uri="{FF2B5EF4-FFF2-40B4-BE49-F238E27FC236}">
                <a16:creationId xmlns:a16="http://schemas.microsoft.com/office/drawing/2014/main" id="{8F9E7671-DD9E-467E-83B2-3D11FBA78A4F}"/>
              </a:ext>
            </a:extLst>
          </p:cNvPr>
          <p:cNvSpPr>
            <a:spLocks xmlns:a="http://schemas.openxmlformats.org/drawingml/2006/main" noGrp="1"/>
          </p:cNvSpPr>
          <p:nvPr/>
        </p:nvSpPr>
        <p:spPr>
          <a:xfrm xmlns:a="http://schemas.openxmlformats.org/drawingml/2006/main">
            <a:off x="11106150" y="3105150"/>
            <a:ext cx="3486150" cy="1971675"/>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33" name="!!trade.llm.quote.role">
            <a:extLst xmlns:a="http://schemas.openxmlformats.org/drawingml/2006/main">
              <a:ext uri="{FF2B5EF4-FFF2-40B4-BE49-F238E27FC236}">
                <a16:creationId xmlns:a16="http://schemas.microsoft.com/office/drawing/2014/main" id="{456005C5-2E2E-4BCC-8283-E1524DBCE58A}"/>
              </a:ext>
            </a:extLst>
          </p:cNvPr>
          <p:cNvSpPr>
            <a:spLocks xmlns:a="http://schemas.openxmlformats.org/drawingml/2006/main" noGrp="1"/>
          </p:cNvSpPr>
          <p:nvPr/>
        </p:nvSpPr>
        <p:spPr>
          <a:xfrm xmlns:a="http://schemas.openxmlformats.org/drawingml/2006/main">
            <a:off x="11296650" y="3248025"/>
            <a:ext cx="3105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62C"/>
                </a:solidFill>
                <a:latin typeface="Arial"/>
                <a:ea typeface="Arial"/>
                <a:cs typeface="Arial"/>
              </a:defRPr>
            </a:defPPr>
            <a:lvl1pPr algn="l">
              <a:defRPr sz="1800" b="1">
                <a:solidFill>
                  <a:srgbClr val="20262C"/>
                </a:solidFill>
                <a:latin typeface="Arial"/>
                <a:ea typeface="Arial"/>
                <a:cs typeface="Arial"/>
              </a:defRPr>
            </a:lvl1pPr>
            <a:lvl2pPr algn="l">
              <a:defRPr sz="1800" b="1">
                <a:solidFill>
                  <a:srgbClr val="20262C"/>
                </a:solidFill>
                <a:latin typeface="Arial"/>
                <a:ea typeface="Arial"/>
                <a:cs typeface="Arial"/>
              </a:defRPr>
            </a:lvl2pPr>
            <a:lvl3pPr algn="l">
              <a:defRPr sz="1800" b="1">
                <a:solidFill>
                  <a:srgbClr val="20262C"/>
                </a:solidFill>
                <a:latin typeface="Arial"/>
                <a:ea typeface="Arial"/>
                <a:cs typeface="Arial"/>
              </a:defRPr>
            </a:lvl3pPr>
            <a:lvl4pPr algn="l">
              <a:defRPr sz="1800" b="1">
                <a:solidFill>
                  <a:srgbClr val="20262C"/>
                </a:solidFill>
                <a:latin typeface="Arial"/>
                <a:ea typeface="Arial"/>
                <a:cs typeface="Arial"/>
              </a:defRPr>
            </a:lvl4pPr>
            <a:lvl5pPr algn="l">
              <a:defRPr sz="1800" b="1">
                <a:solidFill>
                  <a:srgbClr val="20262C"/>
                </a:solidFill>
                <a:latin typeface="Arial"/>
                <a:ea typeface="Arial"/>
                <a:cs typeface="Arial"/>
              </a:defRPr>
            </a:lvl5pPr>
            <a:lvl6pPr algn="l">
              <a:defRPr sz="1800" b="1">
                <a:solidFill>
                  <a:srgbClr val="20262C"/>
                </a:solidFill>
                <a:latin typeface="Arial"/>
                <a:ea typeface="Arial"/>
                <a:cs typeface="Arial"/>
              </a:defRPr>
            </a:lvl6pPr>
            <a:lvl7pPr algn="l">
              <a:defRPr sz="1800" b="1">
                <a:solidFill>
                  <a:srgbClr val="20262C"/>
                </a:solidFill>
                <a:latin typeface="Arial"/>
                <a:ea typeface="Arial"/>
                <a:cs typeface="Arial"/>
              </a:defRPr>
            </a:lvl7pPr>
            <a:lvl8pPr algn="l">
              <a:defRPr sz="1800" b="1">
                <a:solidFill>
                  <a:srgbClr val="20262C"/>
                </a:solidFill>
                <a:latin typeface="Arial"/>
                <a:ea typeface="Arial"/>
                <a:cs typeface="Arial"/>
              </a:defRPr>
            </a:lvl8pPr>
            <a:lvl9pPr algn="l">
              <a:defRPr sz="1800" b="1">
                <a:solidFill>
                  <a:srgbClr val="20262C"/>
                </a:solidFill>
                <a:latin typeface="Arial"/>
                <a:ea typeface="Arial"/>
                <a:cs typeface="Arial"/>
              </a:defRPr>
            </a:lvl9pPr>
          </a:lstStyle>
          <a:p xmlns:a="http://schemas.openxmlformats.org/drawingml/2006/main">
            <a:pPr algn="l">
              <a:defRPr sz="1800" b="1">
                <a:solidFill>
                  <a:srgbClr val="20262C"/>
                </a:solidFill>
                <a:latin typeface="Arial"/>
                <a:ea typeface="Arial"/>
                <a:cs typeface="Arial"/>
              </a:defRPr>
            </a:pPr>
            <a:r>
              <a:rPr sz="1800" b="1">
                <a:solidFill>
                  <a:srgbClr val="20262C"/>
                </a:solidFill>
                <a:latin typeface="Arial"/>
                <a:ea typeface="Arial"/>
                <a:cs typeface="Arial"/>
              </a:rPr>
              <a:t>LLM parses quote records</a:t>
            </a:r>
          </a:p>
        </p:txBody>
      </p:sp>
      <p:sp>
        <p:nvSpPr>
          <p:cNvPr id="34" name="!!trade.llm.quote.body">
            <a:extLst xmlns:a="http://schemas.openxmlformats.org/drawingml/2006/main">
              <a:ext uri="{FF2B5EF4-FFF2-40B4-BE49-F238E27FC236}">
                <a16:creationId xmlns:a16="http://schemas.microsoft.com/office/drawing/2014/main" id="{A05365CF-EEED-4941-8024-1A5E3FC70012}"/>
              </a:ext>
            </a:extLst>
          </p:cNvPr>
          <p:cNvSpPr>
            <a:spLocks xmlns:a="http://schemas.openxmlformats.org/drawingml/2006/main" noGrp="1"/>
          </p:cNvSpPr>
          <p:nvPr/>
        </p:nvSpPr>
        <p:spPr>
          <a:xfrm xmlns:a="http://schemas.openxmlformats.org/drawingml/2006/main">
            <a:off x="11296650" y="3686175"/>
            <a:ext cx="3105150" cy="1323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20262C"/>
                </a:solidFill>
                <a:latin typeface="Arial"/>
                <a:ea typeface="Arial"/>
                <a:cs typeface="Arial"/>
              </a:defRPr>
            </a:defPPr>
            <a:lvl1pPr algn="l">
              <a:defRPr sz="1725" b="0">
                <a:solidFill>
                  <a:srgbClr val="20262C"/>
                </a:solidFill>
                <a:latin typeface="Arial"/>
                <a:ea typeface="Arial"/>
                <a:cs typeface="Arial"/>
              </a:defRPr>
            </a:lvl1pPr>
            <a:lvl2pPr algn="l">
              <a:defRPr sz="1725" b="0">
                <a:solidFill>
                  <a:srgbClr val="20262C"/>
                </a:solidFill>
                <a:latin typeface="Arial"/>
                <a:ea typeface="Arial"/>
                <a:cs typeface="Arial"/>
              </a:defRPr>
            </a:lvl2pPr>
            <a:lvl3pPr algn="l">
              <a:defRPr sz="1725" b="0">
                <a:solidFill>
                  <a:srgbClr val="20262C"/>
                </a:solidFill>
                <a:latin typeface="Arial"/>
                <a:ea typeface="Arial"/>
                <a:cs typeface="Arial"/>
              </a:defRPr>
            </a:lvl3pPr>
            <a:lvl4pPr algn="l">
              <a:defRPr sz="1725" b="0">
                <a:solidFill>
                  <a:srgbClr val="20262C"/>
                </a:solidFill>
                <a:latin typeface="Arial"/>
                <a:ea typeface="Arial"/>
                <a:cs typeface="Arial"/>
              </a:defRPr>
            </a:lvl4pPr>
            <a:lvl5pPr algn="l">
              <a:defRPr sz="1725" b="0">
                <a:solidFill>
                  <a:srgbClr val="20262C"/>
                </a:solidFill>
                <a:latin typeface="Arial"/>
                <a:ea typeface="Arial"/>
                <a:cs typeface="Arial"/>
              </a:defRPr>
            </a:lvl5pPr>
            <a:lvl6pPr algn="l">
              <a:defRPr sz="1725" b="0">
                <a:solidFill>
                  <a:srgbClr val="20262C"/>
                </a:solidFill>
                <a:latin typeface="Arial"/>
                <a:ea typeface="Arial"/>
                <a:cs typeface="Arial"/>
              </a:defRPr>
            </a:lvl6pPr>
            <a:lvl7pPr algn="l">
              <a:defRPr sz="1725" b="0">
                <a:solidFill>
                  <a:srgbClr val="20262C"/>
                </a:solidFill>
                <a:latin typeface="Arial"/>
                <a:ea typeface="Arial"/>
                <a:cs typeface="Arial"/>
              </a:defRPr>
            </a:lvl7pPr>
            <a:lvl8pPr algn="l">
              <a:defRPr sz="1725" b="0">
                <a:solidFill>
                  <a:srgbClr val="20262C"/>
                </a:solidFill>
                <a:latin typeface="Arial"/>
                <a:ea typeface="Arial"/>
                <a:cs typeface="Arial"/>
              </a:defRPr>
            </a:lvl8pPr>
            <a:lvl9pPr algn="l">
              <a:defRPr sz="1725" b="0">
                <a:solidFill>
                  <a:srgbClr val="20262C"/>
                </a:solidFill>
                <a:latin typeface="Arial"/>
                <a:ea typeface="Arial"/>
                <a:cs typeface="Arial"/>
              </a:defRPr>
            </a:lvl9pPr>
          </a:lstStyle>
          <a:p xmlns:a="http://schemas.openxmlformats.org/drawingml/2006/main">
            <a:pPr algn="l">
              <a:defRPr sz="1725" b="0">
                <a:solidFill>
                  <a:srgbClr val="20262C"/>
                </a:solidFill>
                <a:latin typeface="Arial"/>
                <a:ea typeface="Arial"/>
                <a:cs typeface="Arial"/>
              </a:defRPr>
            </a:pPr>
            <a:r>
              <a:rPr sz="1725" b="0">
                <a:solidFill>
                  <a:srgbClr val="20262C"/>
                </a:solidFill>
                <a:latin typeface="Arial"/>
                <a:ea typeface="Arial"/>
                <a:cs typeface="Arial"/>
              </a:rPr>
              <a:t>The trader provides this quote:</a:t>
            </a:r>
          </a:p>
          <a:p xmlns:a="http://schemas.openxmlformats.org/drawingml/2006/main">
            <a:pPr algn="l">
              <a:defRPr sz="1725" b="0">
                <a:solidFill>
                  <a:srgbClr val="20262C"/>
                </a:solidFill>
                <a:latin typeface="Arial"/>
                <a:ea typeface="Arial"/>
                <a:cs typeface="Arial"/>
              </a:defRPr>
            </a:pPr>
            <a:r>
              <a:rPr sz="1725" b="0">
                <a:solidFill>
                  <a:srgbClr val="20262C"/>
                </a:solidFill>
                <a:latin typeface="Arial"/>
                <a:ea typeface="Arial"/>
                <a:cs typeface="Arial"/>
              </a:rPr>
              <a:t>Bond A: clean price 100.20</a:t>
            </a:r>
          </a:p>
          <a:p xmlns:a="http://schemas.openxmlformats.org/drawingml/2006/main">
            <a:pPr algn="l">
              <a:defRPr sz="1725" b="0">
                <a:solidFill>
                  <a:srgbClr val="20262C"/>
                </a:solidFill>
                <a:latin typeface="Arial"/>
                <a:ea typeface="Arial"/>
                <a:cs typeface="Arial"/>
              </a:defRPr>
            </a:pPr>
            <a:r>
              <a:rPr sz="1725" b="0">
                <a:solidFill>
                  <a:srgbClr val="20262C"/>
                </a:solidFill>
                <a:latin typeface="Arial"/>
                <a:ea typeface="Arial"/>
                <a:cs typeface="Arial"/>
              </a:rPr>
              <a:t>RMB 20m face value available</a:t>
            </a:r>
          </a:p>
          <a:p xmlns:a="http://schemas.openxmlformats.org/drawingml/2006/main">
            <a:pPr algn="l">
              <a:defRPr sz="1725" b="0">
                <a:solidFill>
                  <a:srgbClr val="20262C"/>
                </a:solidFill>
                <a:latin typeface="Arial"/>
                <a:ea typeface="Arial"/>
                <a:cs typeface="Arial"/>
              </a:defRPr>
            </a:pPr>
            <a:r>
              <a:rPr sz="1725" b="0">
                <a:solidFill>
                  <a:srgbClr val="20262C"/>
                </a:solidFill>
                <a:latin typeface="Arial"/>
                <a:ea typeface="Arial"/>
                <a:cs typeface="Arial"/>
              </a:rPr>
              <a:t>Extract bond, price, face value</a:t>
            </a:r>
          </a:p>
        </p:txBody>
      </p:sp>
      <p:sp>
        <p:nvSpPr>
          <p:cNvPr id="35" name="!!trade.query.call.line">
            <a:extLst xmlns:a="http://schemas.openxmlformats.org/drawingml/2006/main">
              <a:ext uri="{FF2B5EF4-FFF2-40B4-BE49-F238E27FC236}">
                <a16:creationId xmlns:a16="http://schemas.microsoft.com/office/drawing/2014/main" id="{3C6978D0-5699-44F1-998D-9244C125C300}"/>
              </a:ext>
            </a:extLst>
          </p:cNvPr>
          <p:cNvSpPr>
            <a:spLocks xmlns:a="http://schemas.openxmlformats.org/drawingml/2006/main" noGrp="1"/>
          </p:cNvSpPr>
          <p:nvPr/>
        </p:nvSpPr>
        <p:spPr>
          <a:xfrm xmlns:a="http://schemas.openxmlformats.org/drawingml/2006/main" flipH="0" flipV="0">
            <a:off x="7191375" y="4010025"/>
            <a:ext cx="200025" cy="953"/>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36" name="!!trade.query.call.tip">
            <a:extLst xmlns:a="http://schemas.openxmlformats.org/drawingml/2006/main">
              <a:ext uri="{FF2B5EF4-FFF2-40B4-BE49-F238E27FC236}">
                <a16:creationId xmlns:a16="http://schemas.microsoft.com/office/drawing/2014/main" id="{25A6176E-6543-4784-9CA6-D03B1E5AF9A0}"/>
              </a:ext>
            </a:extLst>
          </p:cNvPr>
          <p:cNvSpPr>
            <a:spLocks xmlns:a="http://schemas.openxmlformats.org/drawingml/2006/main" noGrp="1"/>
          </p:cNvSpPr>
          <p:nvPr/>
        </p:nvSpPr>
        <p:spPr>
          <a:xfrm xmlns:a="http://schemas.openxmlformats.org/drawingml/2006/main" rot="5400000">
            <a:off x="7334250" y="3952875"/>
            <a:ext cx="114300" cy="11430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37" name="!!trade.quote.merge.line">
            <a:extLst xmlns:a="http://schemas.openxmlformats.org/drawingml/2006/main">
              <a:ext uri="{FF2B5EF4-FFF2-40B4-BE49-F238E27FC236}">
                <a16:creationId xmlns:a16="http://schemas.microsoft.com/office/drawing/2014/main" id="{9E6CF2EB-5C63-4A18-93B6-ECB1A2877FA7}"/>
              </a:ext>
            </a:extLst>
          </p:cNvPr>
          <p:cNvSpPr>
            <a:spLocks xmlns:a="http://schemas.openxmlformats.org/drawingml/2006/main" noGrp="1"/>
          </p:cNvSpPr>
          <p:nvPr/>
        </p:nvSpPr>
        <p:spPr>
          <a:xfrm xmlns:a="http://schemas.openxmlformats.org/drawingml/2006/main" flipH="0" flipV="0">
            <a:off x="9105900" y="5162550"/>
            <a:ext cx="953" cy="371475"/>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38" name="!!trade.quote.merge.tip">
            <a:extLst xmlns:a="http://schemas.openxmlformats.org/drawingml/2006/main">
              <a:ext uri="{FF2B5EF4-FFF2-40B4-BE49-F238E27FC236}">
                <a16:creationId xmlns:a16="http://schemas.microsoft.com/office/drawing/2014/main" id="{6EA35065-4EAF-4B6A-A51E-0A8EBA5C6FB1}"/>
              </a:ext>
            </a:extLst>
          </p:cNvPr>
          <p:cNvSpPr>
            <a:spLocks xmlns:a="http://schemas.openxmlformats.org/drawingml/2006/main" noGrp="1"/>
          </p:cNvSpPr>
          <p:nvPr/>
        </p:nvSpPr>
        <p:spPr>
          <a:xfrm xmlns:a="http://schemas.openxmlformats.org/drawingml/2006/main" rot="10800000">
            <a:off x="9048750" y="5476875"/>
            <a:ext cx="114300" cy="11430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39" name="!!trade.chat.merge.line">
            <a:extLst xmlns:a="http://schemas.openxmlformats.org/drawingml/2006/main">
              <a:ext uri="{FF2B5EF4-FFF2-40B4-BE49-F238E27FC236}">
                <a16:creationId xmlns:a16="http://schemas.microsoft.com/office/drawing/2014/main" id="{9FA049AD-0102-4448-8667-DFECC8B0636A}"/>
              </a:ext>
            </a:extLst>
          </p:cNvPr>
          <p:cNvSpPr>
            <a:spLocks xmlns:a="http://schemas.openxmlformats.org/drawingml/2006/main" noGrp="1"/>
          </p:cNvSpPr>
          <p:nvPr/>
        </p:nvSpPr>
        <p:spPr>
          <a:xfrm xmlns:a="http://schemas.openxmlformats.org/drawingml/2006/main" flipH="0" flipV="0">
            <a:off x="12849225" y="5162550"/>
            <a:ext cx="953" cy="371475"/>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40" name="!!trade.chat.merge.tip">
            <a:extLst xmlns:a="http://schemas.openxmlformats.org/drawingml/2006/main">
              <a:ext uri="{FF2B5EF4-FFF2-40B4-BE49-F238E27FC236}">
                <a16:creationId xmlns:a16="http://schemas.microsoft.com/office/drawing/2014/main" id="{44852D8C-C44D-4DC8-B8B1-ECBD82AEACB5}"/>
              </a:ext>
            </a:extLst>
          </p:cNvPr>
          <p:cNvSpPr>
            <a:spLocks xmlns:a="http://schemas.openxmlformats.org/drawingml/2006/main" noGrp="1"/>
          </p:cNvSpPr>
          <p:nvPr/>
        </p:nvSpPr>
        <p:spPr>
          <a:xfrm xmlns:a="http://schemas.openxmlformats.org/drawingml/2006/main" rot="10800000">
            <a:off x="12792075" y="5476875"/>
            <a:ext cx="114300" cy="11430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41" name="!!trade.result.title">
            <a:extLst xmlns:a="http://schemas.openxmlformats.org/drawingml/2006/main">
              <a:ext uri="{FF2B5EF4-FFF2-40B4-BE49-F238E27FC236}">
                <a16:creationId xmlns:a16="http://schemas.microsoft.com/office/drawing/2014/main" id="{C5A2DBC2-D9E4-46FF-9957-BABC2B72FF31}"/>
              </a:ext>
            </a:extLst>
          </p:cNvPr>
          <p:cNvSpPr>
            <a:spLocks xmlns:a="http://schemas.openxmlformats.org/drawingml/2006/main" noGrp="1"/>
          </p:cNvSpPr>
          <p:nvPr/>
        </p:nvSpPr>
        <p:spPr>
          <a:xfrm xmlns:a="http://schemas.openxmlformats.org/drawingml/2006/main">
            <a:off x="4057650" y="5257800"/>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88" b="1">
                <a:solidFill>
                  <a:srgbClr val="20262C"/>
                </a:solidFill>
                <a:latin typeface="Arial"/>
                <a:ea typeface="Arial"/>
                <a:cs typeface="Arial"/>
              </a:defRPr>
            </a:defPPr>
            <a:lvl1pPr algn="l">
              <a:defRPr sz="1988" b="1">
                <a:solidFill>
                  <a:srgbClr val="20262C"/>
                </a:solidFill>
                <a:latin typeface="Arial"/>
                <a:ea typeface="Arial"/>
                <a:cs typeface="Arial"/>
              </a:defRPr>
            </a:lvl1pPr>
            <a:lvl2pPr algn="l">
              <a:defRPr sz="1988" b="1">
                <a:solidFill>
                  <a:srgbClr val="20262C"/>
                </a:solidFill>
                <a:latin typeface="Arial"/>
                <a:ea typeface="Arial"/>
                <a:cs typeface="Arial"/>
              </a:defRPr>
            </a:lvl2pPr>
            <a:lvl3pPr algn="l">
              <a:defRPr sz="1988" b="1">
                <a:solidFill>
                  <a:srgbClr val="20262C"/>
                </a:solidFill>
                <a:latin typeface="Arial"/>
                <a:ea typeface="Arial"/>
                <a:cs typeface="Arial"/>
              </a:defRPr>
            </a:lvl3pPr>
            <a:lvl4pPr algn="l">
              <a:defRPr sz="1988" b="1">
                <a:solidFill>
                  <a:srgbClr val="20262C"/>
                </a:solidFill>
                <a:latin typeface="Arial"/>
                <a:ea typeface="Arial"/>
                <a:cs typeface="Arial"/>
              </a:defRPr>
            </a:lvl4pPr>
            <a:lvl5pPr algn="l">
              <a:defRPr sz="1988" b="1">
                <a:solidFill>
                  <a:srgbClr val="20262C"/>
                </a:solidFill>
                <a:latin typeface="Arial"/>
                <a:ea typeface="Arial"/>
                <a:cs typeface="Arial"/>
              </a:defRPr>
            </a:lvl5pPr>
            <a:lvl6pPr algn="l">
              <a:defRPr sz="1988" b="1">
                <a:solidFill>
                  <a:srgbClr val="20262C"/>
                </a:solidFill>
                <a:latin typeface="Arial"/>
                <a:ea typeface="Arial"/>
                <a:cs typeface="Arial"/>
              </a:defRPr>
            </a:lvl6pPr>
            <a:lvl7pPr algn="l">
              <a:defRPr sz="1988" b="1">
                <a:solidFill>
                  <a:srgbClr val="20262C"/>
                </a:solidFill>
                <a:latin typeface="Arial"/>
                <a:ea typeface="Arial"/>
                <a:cs typeface="Arial"/>
              </a:defRPr>
            </a:lvl7pPr>
            <a:lvl8pPr algn="l">
              <a:defRPr sz="1988" b="1">
                <a:solidFill>
                  <a:srgbClr val="20262C"/>
                </a:solidFill>
                <a:latin typeface="Arial"/>
                <a:ea typeface="Arial"/>
                <a:cs typeface="Arial"/>
              </a:defRPr>
            </a:lvl8pPr>
            <a:lvl9pPr algn="l">
              <a:defRPr sz="1988" b="1">
                <a:solidFill>
                  <a:srgbClr val="20262C"/>
                </a:solidFill>
                <a:latin typeface="Arial"/>
                <a:ea typeface="Arial"/>
                <a:cs typeface="Arial"/>
              </a:defRPr>
            </a:lvl9pPr>
          </a:lstStyle>
          <a:p xmlns:a="http://schemas.openxmlformats.org/drawingml/2006/main">
            <a:pPr algn="l">
              <a:defRPr sz="1988" b="1">
                <a:solidFill>
                  <a:srgbClr val="20262C"/>
                </a:solidFill>
                <a:latin typeface="Arial"/>
                <a:ea typeface="Arial"/>
                <a:cs typeface="Arial"/>
              </a:defRPr>
            </a:pPr>
            <a:r>
              <a:rPr sz="1988" b="1">
                <a:solidFill>
                  <a:srgbClr val="20262C"/>
                </a:solidFill>
                <a:latin typeface="Arial"/>
                <a:ea typeface="Arial"/>
                <a:cs typeface="Arial"/>
              </a:rPr>
              <a:t>LLM combines query results and quotes</a:t>
            </a:r>
          </a:p>
        </p:txBody>
      </p:sp>
      <p:graphicFrame>
        <p:nvGraphicFramePr>
          <p:cNvPr id="42" name="">
            <a:extLst xmlns:a="http://schemas.openxmlformats.org/drawingml/2006/main">
              <a:ext uri="{FF2B5EF4-FFF2-40B4-BE49-F238E27FC236}">
                <a16:creationId xmlns:a16="http://schemas.microsoft.com/office/drawing/2014/main" id="{5468D175-A76B-485C-BBD7-6E86EE98C9A0}"/>
              </a:ext>
            </a:extLst>
          </p:cNvPr>
          <p:cNvGraphicFramePr/>
          <p:nvPr/>
        </p:nvGraphicFramePr>
        <p:xfrm>
          <a:off xmlns:a="http://schemas.openxmlformats.org/drawingml/2006/main" x="4057650" y="5695950"/>
          <a:ext xmlns:a="http://schemas.openxmlformats.org/drawingml/2006/main" cx="10534650" cy="1200150"/>
        </p:xfrm>
        <a:graphic xmlns:a="http://schemas.openxmlformats.org/drawingml/2006/main">
          <a:graphicData uri="http://schemas.openxmlformats.org/drawingml/2006/table">
            <a:tbl>
              <a:tblPr/>
              <a:tblGrid>
                <a:gridCol w="2714625"/>
                <a:gridCol w="2428875"/>
                <a:gridCol w="2819400"/>
                <a:gridCol w="2571750"/>
              </a:tblGrid>
              <a:tr h="762000">
                <a:tc>
                  <a:txBody>
                    <a:bodyPr/>
                    <a:lstStyle/>
                    <a:p>
                      <a:r>
                        <a:rPr sz="1650" b="1">
                          <a:solidFill>
                            <a:srgbClr val="FFFFFF"/>
                          </a:solidFill>
                          <a:latin typeface="Arial"/>
                          <a:ea typeface="Arial"/>
                          <a:cs typeface="Arial"/>
                        </a:rPr>
                        <a:t>Bond / maturity</a:t>
                      </a:r>
                    </a:p>
                  </a:txBody>
                  <a:tcPr marL="142875" marR="142875" marT="57150" marB="57150" anchor="ctr">
                    <a:lnL w="6668">
                      <a:solidFill>
                        <a:srgbClr val="BCC6CF"/>
                      </a:solidFill>
                      <a:prstDash val="solid"/>
                    </a:lnL>
                    <a:lnR w="6668">
                      <a:solidFill>
                        <a:srgbClr val="BCC6CF"/>
                      </a:solidFill>
                      <a:prstDash val="solid"/>
                    </a:lnR>
                    <a:lnT w="6668">
                      <a:solidFill>
                        <a:srgbClr val="BCC6CF"/>
                      </a:solidFill>
                      <a:prstDash val="solid"/>
                    </a:lnT>
                    <a:lnB w="6668">
                      <a:solidFill>
                        <a:srgbClr val="BCC6CF"/>
                      </a:solidFill>
                      <a:prstDash val="solid"/>
                    </a:lnB>
                    <a:solidFill>
                      <a:srgbClr val="005A9C"/>
                    </a:solidFill>
                  </a:tcPr>
                </a:tc>
                <a:tc>
                  <a:txBody>
                    <a:bodyPr/>
                    <a:lstStyle/>
                    <a:p>
                      <a:r>
                        <a:rPr sz="1650" b="1">
                          <a:solidFill>
                            <a:srgbClr val="FFFFFF"/>
                          </a:solidFill>
                          <a:latin typeface="Arial"/>
                          <a:ea typeface="Arial"/>
                          <a:cs typeface="Arial"/>
                        </a:rPr>
                        <a:t>Held face value</a:t>
                      </a:r>
                    </a:p>
                    <a:p>
                      <a:r>
                        <a:rPr sz="1650" b="1">
                          <a:solidFill>
                            <a:srgbClr val="FFFFFF"/>
                          </a:solidFill>
                          <a:latin typeface="Arial"/>
                          <a:ea typeface="Arial"/>
                          <a:cs typeface="Arial"/>
                        </a:rPr>
                        <a:t>(RMB m)</a:t>
                      </a:r>
                    </a:p>
                  </a:txBody>
                  <a:tcPr marL="142875" marR="142875" marT="57150" marB="57150" anchor="ctr">
                    <a:lnR w="6668">
                      <a:solidFill>
                        <a:srgbClr val="BCC6CF"/>
                      </a:solidFill>
                      <a:prstDash val="solid"/>
                    </a:lnR>
                    <a:lnT w="6668">
                      <a:solidFill>
                        <a:srgbClr val="BCC6CF"/>
                      </a:solidFill>
                      <a:prstDash val="solid"/>
                    </a:lnT>
                    <a:lnB w="6668">
                      <a:solidFill>
                        <a:srgbClr val="BCC6CF"/>
                      </a:solidFill>
                      <a:prstDash val="solid"/>
                    </a:lnB>
                    <a:solidFill>
                      <a:srgbClr val="005A9C"/>
                    </a:solidFill>
                  </a:tcPr>
                </a:tc>
                <a:tc>
                  <a:txBody>
                    <a:bodyPr/>
                    <a:lstStyle/>
                    <a:p>
                      <a:r>
                        <a:rPr sz="1650" b="1">
                          <a:solidFill>
                            <a:srgbClr val="FFFFFF"/>
                          </a:solidFill>
                          <a:latin typeface="Arial"/>
                          <a:ea typeface="Arial"/>
                          <a:cs typeface="Arial"/>
                        </a:rPr>
                        <a:t>Clean price</a:t>
                      </a:r>
                    </a:p>
                    <a:p>
                      <a:r>
                        <a:rPr sz="1650" b="1">
                          <a:solidFill>
                            <a:srgbClr val="FFFFFF"/>
                          </a:solidFill>
                          <a:latin typeface="Arial"/>
                          <a:ea typeface="Arial"/>
                          <a:cs typeface="Arial"/>
                        </a:rPr>
                        <a:t>per RMB 100 face value</a:t>
                      </a:r>
                    </a:p>
                  </a:txBody>
                  <a:tcPr marL="142875" marR="142875" marT="57150" marB="57150" anchor="ctr">
                    <a:lnR w="6668">
                      <a:solidFill>
                        <a:srgbClr val="BCC6CF"/>
                      </a:solidFill>
                      <a:prstDash val="solid"/>
                    </a:lnR>
                    <a:lnT w="6668">
                      <a:solidFill>
                        <a:srgbClr val="BCC6CF"/>
                      </a:solidFill>
                      <a:prstDash val="solid"/>
                    </a:lnT>
                    <a:lnB w="6668">
                      <a:solidFill>
                        <a:srgbClr val="BCC6CF"/>
                      </a:solidFill>
                      <a:prstDash val="solid"/>
                    </a:lnB>
                    <a:solidFill>
                      <a:srgbClr val="005A9C"/>
                    </a:solidFill>
                  </a:tcPr>
                </a:tc>
                <a:tc>
                  <a:txBody>
                    <a:bodyPr/>
                    <a:lstStyle/>
                    <a:p>
                      <a:r>
                        <a:rPr sz="1650" b="1">
                          <a:solidFill>
                            <a:srgbClr val="FFFFFF"/>
                          </a:solidFill>
                          <a:latin typeface="Arial"/>
                          <a:ea typeface="Arial"/>
                          <a:cs typeface="Arial"/>
                        </a:rPr>
                        <a:t>Available face value</a:t>
                      </a:r>
                    </a:p>
                    <a:p>
                      <a:r>
                        <a:rPr sz="1650" b="1">
                          <a:solidFill>
                            <a:srgbClr val="FFFFFF"/>
                          </a:solidFill>
                          <a:latin typeface="Arial"/>
                          <a:ea typeface="Arial"/>
                          <a:cs typeface="Arial"/>
                        </a:rPr>
                        <a:t>(RMB m)</a:t>
                      </a:r>
                    </a:p>
                  </a:txBody>
                  <a:tcPr marL="142875" marR="142875" marT="57150" marB="57150" anchor="ctr">
                    <a:lnR w="6668">
                      <a:solidFill>
                        <a:srgbClr val="BCC6CF"/>
                      </a:solidFill>
                      <a:prstDash val="solid"/>
                    </a:lnR>
                    <a:lnT w="6668">
                      <a:solidFill>
                        <a:srgbClr val="BCC6CF"/>
                      </a:solidFill>
                      <a:prstDash val="solid"/>
                    </a:lnT>
                    <a:lnB w="6668">
                      <a:solidFill>
                        <a:srgbClr val="BCC6CF"/>
                      </a:solidFill>
                      <a:prstDash val="solid"/>
                    </a:lnB>
                    <a:solidFill>
                      <a:srgbClr val="005A9C"/>
                    </a:solidFill>
                  </a:tcPr>
                </a:tc>
              </a:tr>
              <a:tr h="438150">
                <a:tc>
                  <a:txBody>
                    <a:bodyPr/>
                    <a:lstStyle/>
                    <a:p>
                      <a:r>
                        <a:rPr sz="1725">
                          <a:solidFill>
                            <a:srgbClr val="20262C"/>
                          </a:solidFill>
                          <a:latin typeface="Arial"/>
                          <a:ea typeface="Arial"/>
                          <a:cs typeface="Arial"/>
                        </a:rPr>
                        <a:t>Bond A / 1.2 years</a:t>
                      </a:r>
                    </a:p>
                  </a:txBody>
                  <a:tcPr marL="142875" marR="142875" marT="57150" marB="57150" anchor="ctr">
                    <a:lnL w="6668">
                      <a:solidFill>
                        <a:srgbClr val="BCC6CF"/>
                      </a:solidFill>
                      <a:prstDash val="solid"/>
                    </a:lnL>
                    <a:lnR w="6668">
                      <a:solidFill>
                        <a:srgbClr val="BCC6CF"/>
                      </a:solidFill>
                      <a:prstDash val="solid"/>
                    </a:lnR>
                    <a:lnB w="6668">
                      <a:solidFill>
                        <a:srgbClr val="BCC6CF"/>
                      </a:solidFill>
                      <a:prstDash val="solid"/>
                    </a:lnB>
                    <a:solidFill>
                      <a:srgbClr val="FFFFFF"/>
                    </a:solidFill>
                  </a:tcPr>
                </a:tc>
                <a:tc>
                  <a:txBody>
                    <a:bodyPr/>
                    <a:lstStyle/>
                    <a:p>
                      <a:r>
                        <a:rPr sz="1725">
                          <a:solidFill>
                            <a:srgbClr val="20262C"/>
                          </a:solidFill>
                          <a:latin typeface="Arial"/>
                          <a:ea typeface="Arial"/>
                          <a:cs typeface="Arial"/>
                        </a:rPr>
                        <a:t>20</a:t>
                      </a:r>
                    </a:p>
                  </a:txBody>
                  <a:tcPr marL="142875" marR="142875" marT="57150" marB="57150" anchor="ctr">
                    <a:lnR w="6668">
                      <a:solidFill>
                        <a:srgbClr val="BCC6CF"/>
                      </a:solidFill>
                      <a:prstDash val="solid"/>
                    </a:lnR>
                    <a:lnB w="6668">
                      <a:solidFill>
                        <a:srgbClr val="BCC6CF"/>
                      </a:solidFill>
                      <a:prstDash val="solid"/>
                    </a:lnB>
                    <a:solidFill>
                      <a:srgbClr val="FFFFFF"/>
                    </a:solidFill>
                  </a:tcPr>
                </a:tc>
                <a:tc>
                  <a:txBody>
                    <a:bodyPr/>
                    <a:lstStyle/>
                    <a:p>
                      <a:r>
                        <a:rPr sz="1725">
                          <a:solidFill>
                            <a:srgbClr val="20262C"/>
                          </a:solidFill>
                          <a:latin typeface="Arial"/>
                          <a:ea typeface="Arial"/>
                          <a:cs typeface="Arial"/>
                        </a:rPr>
                        <a:t>100.20</a:t>
                      </a:r>
                    </a:p>
                  </a:txBody>
                  <a:tcPr marL="142875" marR="142875" marT="57150" marB="57150" anchor="ctr">
                    <a:lnR w="6668">
                      <a:solidFill>
                        <a:srgbClr val="BCC6CF"/>
                      </a:solidFill>
                      <a:prstDash val="solid"/>
                    </a:lnR>
                    <a:lnB w="6668">
                      <a:solidFill>
                        <a:srgbClr val="BCC6CF"/>
                      </a:solidFill>
                      <a:prstDash val="solid"/>
                    </a:lnB>
                    <a:solidFill>
                      <a:srgbClr val="FFFFFF"/>
                    </a:solidFill>
                  </a:tcPr>
                </a:tc>
                <a:tc>
                  <a:txBody>
                    <a:bodyPr/>
                    <a:lstStyle/>
                    <a:p>
                      <a:r>
                        <a:rPr sz="1725">
                          <a:solidFill>
                            <a:srgbClr val="20262C"/>
                          </a:solidFill>
                          <a:latin typeface="Arial"/>
                          <a:ea typeface="Arial"/>
                          <a:cs typeface="Arial"/>
                        </a:rPr>
                        <a:t>20</a:t>
                      </a:r>
                    </a:p>
                  </a:txBody>
                  <a:tcPr marL="142875" marR="142875" marT="57150" marB="57150" anchor="ctr">
                    <a:lnR w="6668">
                      <a:solidFill>
                        <a:srgbClr val="BCC6CF"/>
                      </a:solidFill>
                      <a:prstDash val="solid"/>
                    </a:lnR>
                    <a:lnB w="6668">
                      <a:solidFill>
                        <a:srgbClr val="BCC6CF"/>
                      </a:solidFill>
                      <a:prstDash val="solid"/>
                    </a:lnB>
                    <a:solidFill>
                      <a:srgbClr val="FFFFFF"/>
                    </a:solidFill>
                  </a:tcPr>
                </a:tc>
              </a:tr>
            </a:tbl>
          </a:graphicData>
        </a:graphic>
      </p:graphicFrame>
      <p:sp>
        <p:nvSpPr>
          <p:cNvPr id="43" name="!!trade.user">
            <a:extLst xmlns:a="http://schemas.openxmlformats.org/drawingml/2006/main">
              <a:ext uri="{FF2B5EF4-FFF2-40B4-BE49-F238E27FC236}">
                <a16:creationId xmlns:a16="http://schemas.microsoft.com/office/drawing/2014/main" id="{6FEB1585-092A-4A90-AB10-D71C4C9E87ED}"/>
              </a:ext>
            </a:extLst>
          </p:cNvPr>
          <p:cNvSpPr>
            <a:spLocks xmlns:a="http://schemas.openxmlformats.org/drawingml/2006/main" noGrp="1"/>
          </p:cNvSpPr>
          <p:nvPr/>
        </p:nvSpPr>
        <p:spPr>
          <a:xfrm xmlns:a="http://schemas.openxmlformats.org/drawingml/2006/main">
            <a:off x="4057650" y="7105650"/>
            <a:ext cx="105346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0262C"/>
                </a:solidFill>
                <a:latin typeface="Arial"/>
                <a:ea typeface="Arial"/>
                <a:cs typeface="Arial"/>
              </a:defRPr>
            </a:defPPr>
            <a:lvl1pPr algn="l">
              <a:defRPr sz="1950" b="0">
                <a:solidFill>
                  <a:srgbClr val="20262C"/>
                </a:solidFill>
                <a:latin typeface="Arial"/>
                <a:ea typeface="Arial"/>
                <a:cs typeface="Arial"/>
              </a:defRPr>
            </a:lvl1pPr>
            <a:lvl2pPr algn="l">
              <a:defRPr sz="1950" b="0">
                <a:solidFill>
                  <a:srgbClr val="20262C"/>
                </a:solidFill>
                <a:latin typeface="Arial"/>
                <a:ea typeface="Arial"/>
                <a:cs typeface="Arial"/>
              </a:defRPr>
            </a:lvl2pPr>
            <a:lvl3pPr algn="l">
              <a:defRPr sz="1950" b="0">
                <a:solidFill>
                  <a:srgbClr val="20262C"/>
                </a:solidFill>
                <a:latin typeface="Arial"/>
                <a:ea typeface="Arial"/>
                <a:cs typeface="Arial"/>
              </a:defRPr>
            </a:lvl3pPr>
            <a:lvl4pPr algn="l">
              <a:defRPr sz="1950" b="0">
                <a:solidFill>
                  <a:srgbClr val="20262C"/>
                </a:solidFill>
                <a:latin typeface="Arial"/>
                <a:ea typeface="Arial"/>
                <a:cs typeface="Arial"/>
              </a:defRPr>
            </a:lvl4pPr>
            <a:lvl5pPr algn="l">
              <a:defRPr sz="1950" b="0">
                <a:solidFill>
                  <a:srgbClr val="20262C"/>
                </a:solidFill>
                <a:latin typeface="Arial"/>
                <a:ea typeface="Arial"/>
                <a:cs typeface="Arial"/>
              </a:defRPr>
            </a:lvl5pPr>
            <a:lvl6pPr algn="l">
              <a:defRPr sz="1950" b="0">
                <a:solidFill>
                  <a:srgbClr val="20262C"/>
                </a:solidFill>
                <a:latin typeface="Arial"/>
                <a:ea typeface="Arial"/>
                <a:cs typeface="Arial"/>
              </a:defRPr>
            </a:lvl6pPr>
            <a:lvl7pPr algn="l">
              <a:defRPr sz="1950" b="0">
                <a:solidFill>
                  <a:srgbClr val="20262C"/>
                </a:solidFill>
                <a:latin typeface="Arial"/>
                <a:ea typeface="Arial"/>
                <a:cs typeface="Arial"/>
              </a:defRPr>
            </a:lvl7pPr>
            <a:lvl8pPr algn="l">
              <a:defRPr sz="1950" b="0">
                <a:solidFill>
                  <a:srgbClr val="20262C"/>
                </a:solidFill>
                <a:latin typeface="Arial"/>
                <a:ea typeface="Arial"/>
                <a:cs typeface="Arial"/>
              </a:defRPr>
            </a:lvl8pPr>
            <a:lvl9pPr algn="l">
              <a:defRPr sz="1950" b="0">
                <a:solidFill>
                  <a:srgbClr val="20262C"/>
                </a:solidFill>
                <a:latin typeface="Arial"/>
                <a:ea typeface="Arial"/>
                <a:cs typeface="Arial"/>
              </a:defRPr>
            </a:lvl9pPr>
          </a:lstStyle>
          <a:p xmlns:a="http://schemas.openxmlformats.org/drawingml/2006/main">
            <a:pPr algn="l">
              <a:defRPr sz="1950" b="0">
                <a:solidFill>
                  <a:srgbClr val="20262C"/>
                </a:solidFill>
                <a:latin typeface="Arial"/>
                <a:ea typeface="Arial"/>
                <a:cs typeface="Arial"/>
              </a:defRPr>
            </a:pPr>
            <a:r>
              <a:rPr sz="1950" b="0">
                <a:solidFill>
                  <a:srgbClr val="20262C"/>
                </a:solidFill>
                <a:latin typeface="Arial"/>
                <a:ea typeface="Arial"/>
                <a:cs typeface="Arial"/>
              </a:rPr>
              <a:t>The trader checks the source and quote time. The portfolio manager discusses next steps.</a:t>
            </a:r>
          </a:p>
        </p:txBody>
      </p:sp>
      <p:sp>
        <p:nvSpPr>
          <p:cNvPr id="45" name="!!story.header.issuer.bar">
            <a:extLst xmlns:a="http://schemas.openxmlformats.org/drawingml/2006/main">
              <a:ext uri="{FF2B5EF4-FFF2-40B4-BE49-F238E27FC236}">
                <a16:creationId xmlns:a16="http://schemas.microsoft.com/office/drawing/2014/main" id="{F8B1A2CE-C455-4707-B92A-CEC78AB4EABF}"/>
              </a:ext>
            </a:extLst>
          </p:cNvPr>
          <p:cNvSpPr>
            <a:spLocks xmlns:a="http://schemas.openxmlformats.org/drawingml/2006/main" noGrp="1"/>
          </p:cNvSpPr>
          <p:nvPr/>
        </p:nvSpPr>
        <p:spPr>
          <a:xfrm xmlns:a="http://schemas.openxmlformats.org/drawingml/2006/main">
            <a:off x="10668000" y="1257300"/>
            <a:ext cx="47625" cy="238125"/>
          </a:xfrm>
          <a:prstGeom xmlns:a="http://schemas.openxmlformats.org/drawingml/2006/main" prst="rect">
            <a:avLst/>
          </a:prstGeom>
          <a:solidFill xmlns:a="http://schemas.openxmlformats.org/drawingml/2006/main">
            <a:srgbClr val="317F7B"/>
          </a:solidFill>
          <a:ln xmlns:a="http://schemas.openxmlformats.org/drawingml/2006/main" w="0">
            <a:noFill/>
          </a:ln>
        </p:spPr>
      </p:sp>
      <p:sp>
        <p:nvSpPr>
          <p:cNvPr id="46" name="!!story.header.issuer.name">
            <a:extLst xmlns:a="http://schemas.openxmlformats.org/drawingml/2006/main">
              <a:ext uri="{FF2B5EF4-FFF2-40B4-BE49-F238E27FC236}">
                <a16:creationId xmlns:a16="http://schemas.microsoft.com/office/drawing/2014/main" id="{7A04B7F5-BFFD-40B1-B46A-A94658A39EF7}"/>
              </a:ext>
            </a:extLst>
          </p:cNvPr>
          <p:cNvSpPr>
            <a:spLocks xmlns:a="http://schemas.openxmlformats.org/drawingml/2006/main" noGrp="1"/>
          </p:cNvSpPr>
          <p:nvPr/>
        </p:nvSpPr>
        <p:spPr>
          <a:xfrm xmlns:a="http://schemas.openxmlformats.org/drawingml/2006/main">
            <a:off x="10801350" y="1190625"/>
            <a:ext cx="152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317F7B"/>
                </a:solidFill>
                <a:latin typeface="Arial"/>
                <a:ea typeface="Arial"/>
                <a:cs typeface="Arial"/>
              </a:defRPr>
            </a:defPPr>
            <a:lvl1pPr algn="l">
              <a:defRPr sz="1800" b="1">
                <a:solidFill>
                  <a:srgbClr val="317F7B"/>
                </a:solidFill>
                <a:latin typeface="Arial"/>
                <a:ea typeface="Arial"/>
                <a:cs typeface="Arial"/>
              </a:defRPr>
            </a:lvl1pPr>
            <a:lvl2pPr algn="l">
              <a:defRPr sz="1800" b="1">
                <a:solidFill>
                  <a:srgbClr val="317F7B"/>
                </a:solidFill>
                <a:latin typeface="Arial"/>
                <a:ea typeface="Arial"/>
                <a:cs typeface="Arial"/>
              </a:defRPr>
            </a:lvl2pPr>
            <a:lvl3pPr algn="l">
              <a:defRPr sz="1800" b="1">
                <a:solidFill>
                  <a:srgbClr val="317F7B"/>
                </a:solidFill>
                <a:latin typeface="Arial"/>
                <a:ea typeface="Arial"/>
                <a:cs typeface="Arial"/>
              </a:defRPr>
            </a:lvl3pPr>
            <a:lvl4pPr algn="l">
              <a:defRPr sz="1800" b="1">
                <a:solidFill>
                  <a:srgbClr val="317F7B"/>
                </a:solidFill>
                <a:latin typeface="Arial"/>
                <a:ea typeface="Arial"/>
                <a:cs typeface="Arial"/>
              </a:defRPr>
            </a:lvl4pPr>
            <a:lvl5pPr algn="l">
              <a:defRPr sz="1800" b="1">
                <a:solidFill>
                  <a:srgbClr val="317F7B"/>
                </a:solidFill>
                <a:latin typeface="Arial"/>
                <a:ea typeface="Arial"/>
                <a:cs typeface="Arial"/>
              </a:defRPr>
            </a:lvl5pPr>
            <a:lvl6pPr algn="l">
              <a:defRPr sz="1800" b="1">
                <a:solidFill>
                  <a:srgbClr val="317F7B"/>
                </a:solidFill>
                <a:latin typeface="Arial"/>
                <a:ea typeface="Arial"/>
                <a:cs typeface="Arial"/>
              </a:defRPr>
            </a:lvl6pPr>
            <a:lvl7pPr algn="l">
              <a:defRPr sz="1800" b="1">
                <a:solidFill>
                  <a:srgbClr val="317F7B"/>
                </a:solidFill>
                <a:latin typeface="Arial"/>
                <a:ea typeface="Arial"/>
                <a:cs typeface="Arial"/>
              </a:defRPr>
            </a:lvl7pPr>
            <a:lvl8pPr algn="l">
              <a:defRPr sz="1800" b="1">
                <a:solidFill>
                  <a:srgbClr val="317F7B"/>
                </a:solidFill>
                <a:latin typeface="Arial"/>
                <a:ea typeface="Arial"/>
                <a:cs typeface="Arial"/>
              </a:defRPr>
            </a:lvl8pPr>
            <a:lvl9pPr algn="l">
              <a:defRPr sz="1800" b="1">
                <a:solidFill>
                  <a:srgbClr val="317F7B"/>
                </a:solidFill>
                <a:latin typeface="Arial"/>
                <a:ea typeface="Arial"/>
                <a:cs typeface="Arial"/>
              </a:defRPr>
            </a:lvl9pPr>
          </a:lstStyle>
          <a:p xmlns:a="http://schemas.openxmlformats.org/drawingml/2006/main">
            <a:pPr algn="l">
              <a:defRPr sz="1800" b="1">
                <a:solidFill>
                  <a:srgbClr val="317F7B"/>
                </a:solidFill>
                <a:latin typeface="Arial"/>
                <a:ea typeface="Arial"/>
                <a:cs typeface="Arial"/>
              </a:defRPr>
            </a:pPr>
            <a:r>
              <a:rPr sz="1800" b="1">
                <a:solidFill>
                  <a:srgbClr val="317F7B"/>
                </a:solidFill>
                <a:latin typeface="Arial"/>
                <a:ea typeface="Arial"/>
                <a:cs typeface="Arial"/>
              </a:rPr>
              <a:t>Company A</a:t>
            </a:r>
          </a:p>
        </p:txBody>
      </p:sp>
      <p:sp>
        <p:nvSpPr>
          <p:cNvPr id="47" name="!!story.issuer.quote.table">
            <a:extLst xmlns:a="http://schemas.openxmlformats.org/drawingml/2006/main">
              <a:ext uri="{FF2B5EF4-FFF2-40B4-BE49-F238E27FC236}">
                <a16:creationId xmlns:a16="http://schemas.microsoft.com/office/drawing/2014/main" id="{936919E1-9174-4C93-ADCE-C48740C524B7}"/>
              </a:ext>
            </a:extLst>
          </p:cNvPr>
          <p:cNvSpPr>
            <a:spLocks xmlns:a="http://schemas.openxmlformats.org/drawingml/2006/main" noGrp="1"/>
          </p:cNvSpPr>
          <p:nvPr/>
        </p:nvSpPr>
        <p:spPr>
          <a:xfrm xmlns:a="http://schemas.openxmlformats.org/drawingml/2006/main">
            <a:off x="4000500" y="5695950"/>
            <a:ext cx="57150" cy="1200150"/>
          </a:xfrm>
          <a:prstGeom xmlns:a="http://schemas.openxmlformats.org/drawingml/2006/main" prst="rect">
            <a:avLst/>
          </a:prstGeom>
          <a:solidFill xmlns:a="http://schemas.openxmlformats.org/drawingml/2006/main">
            <a:srgbClr val="317F7B"/>
          </a:solidFill>
          <a:ln xmlns:a="http://schemas.openxmlformats.org/drawingml/2006/main" w="0">
            <a:noFill/>
          </a:ln>
        </p:spPr>
      </p:sp>
      <p:sp>
        <p:nvSpPr>
          <p:cNvPr id="48" name="!!story.issuer.holdings.data">
            <a:extLst xmlns:a="http://schemas.openxmlformats.org/drawingml/2006/main">
              <a:ext uri="{FF2B5EF4-FFF2-40B4-BE49-F238E27FC236}">
                <a16:creationId xmlns:a16="http://schemas.microsoft.com/office/drawing/2014/main" id="{307E8334-B042-42FF-85DA-C87B9985B8F2}"/>
              </a:ext>
            </a:extLst>
          </p:cNvPr>
          <p:cNvSpPr>
            <a:spLocks xmlns:a="http://schemas.openxmlformats.org/drawingml/2006/main" noGrp="1"/>
          </p:cNvSpPr>
          <p:nvPr/>
        </p:nvSpPr>
        <p:spPr>
          <a:xfrm xmlns:a="http://schemas.openxmlformats.org/drawingml/2006/main">
            <a:off x="7581900" y="3705225"/>
            <a:ext cx="38100" cy="914400"/>
          </a:xfrm>
          <a:prstGeom xmlns:a="http://schemas.openxmlformats.org/drawingml/2006/main" prst="rect">
            <a:avLst/>
          </a:prstGeom>
          <a:solidFill xmlns:a="http://schemas.openxmlformats.org/drawingml/2006/main">
            <a:srgbClr val="317F7B"/>
          </a:solidFill>
          <a:ln xmlns:a="http://schemas.openxmlformats.org/drawingml/2006/main" w="0">
            <a:noFill/>
          </a:ln>
        </p:spPr>
      </p:sp>
      <p:sp>
        <p:nvSpPr>
          <p:cNvPr id="49" name="!!story.issuer.quote.record">
            <a:extLst xmlns:a="http://schemas.openxmlformats.org/drawingml/2006/main">
              <a:ext uri="{FF2B5EF4-FFF2-40B4-BE49-F238E27FC236}">
                <a16:creationId xmlns:a16="http://schemas.microsoft.com/office/drawing/2014/main" id="{202E505D-EAC9-45DF-A274-5760FC7F00CE}"/>
              </a:ext>
            </a:extLst>
          </p:cNvPr>
          <p:cNvSpPr>
            <a:spLocks xmlns:a="http://schemas.openxmlformats.org/drawingml/2006/main" noGrp="1"/>
          </p:cNvSpPr>
          <p:nvPr/>
        </p:nvSpPr>
        <p:spPr>
          <a:xfrm xmlns:a="http://schemas.openxmlformats.org/drawingml/2006/main">
            <a:off x="11201400" y="4000500"/>
            <a:ext cx="38100" cy="571500"/>
          </a:xfrm>
          <a:prstGeom xmlns:a="http://schemas.openxmlformats.org/drawingml/2006/main" prst="rect">
            <a:avLst/>
          </a:prstGeom>
          <a:solidFill xmlns:a="http://schemas.openxmlformats.org/drawingml/2006/main">
            <a:srgbClr val="317F7B"/>
          </a:solidFill>
          <a:ln xmlns:a="http://schemas.openxmlformats.org/drawingml/2006/main" w="0">
            <a:noFill/>
          </a:ln>
        </p:spPr>
      </p:sp>
    </p:spTree>
    <p:extLst>
      <p:ext uri="{BB962C8B-B14F-4D97-AF65-F5344CB8AC3E}">
        <p14:creationId xmlns:p14="http://schemas.microsoft.com/office/powerpoint/2010/main" val="354409521"/>
      </p:ext>
    </p:extLst>
  </p:cSld>
  <mc:AlternateContent xmlns:mc="http://schemas.openxmlformats.org/markup-compatibility/2006">
    <mc:Choice xmlns:p159="http://schemas.microsoft.com/office/powerpoint/2015/09/main" Requires="p159">
      <p:transition xmlns:p14="http://schemas.microsoft.com/office/powerpoint/2010/main" spd="med" advClick="1" p14:dur="700">
        <p159:morph option="byObject"/>
      </p:transition>
    </mc:Choice>
    <mc:Fallback>
      <p:transition spd="fast" advClick="1">
        <p:fade/>
      </p:transition>
    </mc:Fallback>
  </mc:AlternateContent>
  <p:timing>
    <p:tnLst>
      <p:par>
        <p:cTn id="1" dur="indefinite" restart="never" nodeType="tmRoot">
          <p:childTnLst>
            <p:seq concurrent="1" nextAc="seek">
              <p:cTn id="2" dur="indefinite" nodeType="mainSeq">
                <p:childTnLst>
                  <p:par>
                    <p:cTn id="3" fill="hold">
                      <p:stCondLst>
                        <p:cond delay="0"/>
                      </p:stCondLst>
                      <p:childTnLst>
                        <p:par>
                          <p:cTn id="4" presetID="1" presetClass="entr" presetSubtype="0" fill="hold" nodeType="withEffect" grpId="0">
                            <p:stCondLst>
                              <p:cond delay="150"/>
                            </p:stCondLst>
                            <p:childTnLst>
                              <p:set>
                                <p:cBhvr>
                                  <p:cTn id="5" dur="1" fill="hold">
                                    <p:stCondLst>
                                      <p:cond delay="0"/>
                                    </p:stCondLst>
                                  </p:cTn>
                                  <p:tgtEl>
                                    <p:spTgt spid="26"/>
                                  </p:tgtEl>
                                  <p:attrNameLst>
                                    <p:attrName>style.visibility</p:attrName>
                                  </p:attrNameLst>
                                </p:cBhvr>
                                <p:to>
                                  <p:strVal val="visible"/>
                                </p:to>
                              </p:set>
                            </p:childTnLst>
                          </p:cTn>
                        </p:par>
                        <p:par>
                          <p:cTn id="6" presetID="1" presetClass="entr" presetSubtype="0" fill="hold" nodeType="withEffect" grpId="0">
                            <p:stCondLst>
                              <p:cond delay="150"/>
                            </p:stCondLst>
                            <p:childTnLst>
                              <p:set>
                                <p:cBhvr>
                                  <p:cTn id="7" dur="1" fill="hold">
                                    <p:stCondLst>
                                      <p:cond delay="0"/>
                                    </p:stCondLst>
                                  </p:cTn>
                                  <p:tgtEl>
                                    <p:spTgt spid="27"/>
                                  </p:tgtEl>
                                  <p:attrNameLst>
                                    <p:attrName>style.visibility</p:attrName>
                                  </p:attrNameLst>
                                </p:cBhvr>
                                <p:to>
                                  <p:strVal val="visible"/>
                                </p:to>
                              </p:set>
                            </p:childTnLst>
                          </p:cTn>
                        </p:par>
                        <p:par>
                          <p:cTn id="8" presetID="1" presetClass="entr" presetSubtype="0" fill="hold" nodeType="withEffect" grpId="0">
                            <p:stCondLst>
                              <p:cond delay="150"/>
                            </p:stCondLst>
                            <p:childTnLst>
                              <p:set>
                                <p:cBhvr>
                                  <p:cTn id="9" dur="1" fill="hold">
                                    <p:stCondLst>
                                      <p:cond delay="0"/>
                                    </p:stCondLst>
                                  </p:cTn>
                                  <p:tgtEl>
                                    <p:spTgt spid="28"/>
                                  </p:tgtEl>
                                  <p:attrNameLst>
                                    <p:attrName>style.visibility</p:attrName>
                                  </p:attrNameLst>
                                </p:cBhvr>
                                <p:to>
                                  <p:strVal val="visible"/>
                                </p:to>
                              </p:set>
                            </p:childTnLst>
                          </p:cTn>
                        </p:par>
                        <p:par>
                          <p:cTn id="10" presetID="1" presetClass="entr" presetSubtype="0" fill="hold" nodeType="withEffect" grpId="0">
                            <p:stCondLst>
                              <p:cond delay="700"/>
                            </p:stCondLst>
                            <p:childTnLst>
                              <p:set>
                                <p:cBhvr>
                                  <p:cTn id="11" dur="1" fill="hold">
                                    <p:stCondLst>
                                      <p:cond delay="0"/>
                                    </p:stCondLst>
                                  </p:cTn>
                                  <p:tgtEl>
                                    <p:spTgt spid="32"/>
                                  </p:tgtEl>
                                  <p:attrNameLst>
                                    <p:attrName>style.visibility</p:attrName>
                                  </p:attrNameLst>
                                </p:cBhvr>
                                <p:to>
                                  <p:strVal val="visible"/>
                                </p:to>
                              </p:set>
                            </p:childTnLst>
                          </p:cTn>
                        </p:par>
                        <p:par>
                          <p:cTn id="12" presetID="1" presetClass="entr" presetSubtype="0" fill="hold" nodeType="withEffect" grpId="0">
                            <p:stCondLst>
                              <p:cond delay="700"/>
                            </p:stCondLst>
                            <p:childTnLst>
                              <p:set>
                                <p:cBhvr>
                                  <p:cTn id="13" dur="1" fill="hold">
                                    <p:stCondLst>
                                      <p:cond delay="0"/>
                                    </p:stCondLst>
                                  </p:cTn>
                                  <p:tgtEl>
                                    <p:spTgt spid="33"/>
                                  </p:tgtEl>
                                  <p:attrNameLst>
                                    <p:attrName>style.visibility</p:attrName>
                                  </p:attrNameLst>
                                </p:cBhvr>
                                <p:to>
                                  <p:strVal val="visible"/>
                                </p:to>
                              </p:set>
                            </p:childTnLst>
                          </p:cTn>
                        </p:par>
                        <p:par>
                          <p:cTn id="14" presetID="1" presetClass="entr" presetSubtype="0" fill="hold" nodeType="withEffect" grpId="0">
                            <p:stCondLst>
                              <p:cond delay="700"/>
                            </p:stCondLst>
                            <p:childTnLst>
                              <p:set>
                                <p:cBhvr>
                                  <p:cTn id="15" dur="1" fill="hold">
                                    <p:stCondLst>
                                      <p:cond delay="0"/>
                                    </p:stCondLst>
                                  </p:cTn>
                                  <p:tgtEl>
                                    <p:spTgt spid="34"/>
                                  </p:tgtEl>
                                  <p:attrNameLst>
                                    <p:attrName>style.visibility</p:attrName>
                                  </p:attrNameLst>
                                </p:cBhvr>
                                <p:to>
                                  <p:strVal val="visible"/>
                                </p:to>
                              </p:set>
                            </p:childTnLst>
                          </p:cTn>
                        </p:par>
                        <p:par>
                          <p:cTn id="16" presetID="1" presetClass="entr" presetSubtype="0" fill="hold" nodeType="withEffect" grpId="0">
                            <p:stCondLst>
                              <p:cond delay="700"/>
                            </p:stCondLst>
                            <p:childTnLst>
                              <p:set>
                                <p:cBhvr>
                                  <p:cTn id="17" dur="1" fill="hold">
                                    <p:stCondLst>
                                      <p:cond delay="0"/>
                                    </p:stCondLst>
                                  </p:cTn>
                                  <p:tgtEl>
                                    <p:spTgt spid="49"/>
                                  </p:tgtEl>
                                  <p:attrNameLst>
                                    <p:attrName>style.visibility</p:attrName>
                                  </p:attrNameLst>
                                </p:cBhvr>
                                <p:to>
                                  <p:strVal val="visible"/>
                                </p:to>
                              </p:set>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P spid="28" grpId="0" animBg="1"/>
      <p:bldP spid="32" grpId="0" animBg="1"/>
      <p:bldP spid="33" grpId="0" animBg="1"/>
      <p:bldP spid="34" grpId="0" animBg="1"/>
      <p:bldP spid="49" grpId="0" animBg="1"/>
    </p:bldLst>
  </p:timing>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0" name="!!heading">
            <a:extLst xmlns:a="http://schemas.openxmlformats.org/drawingml/2006/main">
              <a:ext uri="{FF2B5EF4-FFF2-40B4-BE49-F238E27FC236}">
                <a16:creationId xmlns:a16="http://schemas.microsoft.com/office/drawing/2014/main" id="{A92B96A5-FFCD-43EF-B86F-5C1745146570}"/>
              </a:ext>
            </a:extLst>
          </p:cNvPr>
          <p:cNvSpPr>
            <a:spLocks xmlns:a="http://schemas.openxmlformats.org/drawingml/2006/main" noGrp="1"/>
          </p:cNvSpPr>
          <p:nvPr/>
        </p:nvSpPr>
        <p:spPr>
          <a:xfrm xmlns:a="http://schemas.openxmlformats.org/drawingml/2006/main">
            <a:off x="647700" y="428625"/>
            <a:ext cx="13944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0262C"/>
                </a:solidFill>
                <a:latin typeface="Arial"/>
                <a:ea typeface="Arial"/>
                <a:cs typeface="Arial"/>
              </a:defRPr>
            </a:defPPr>
            <a:lvl1pPr algn="l">
              <a:defRPr sz="3300" b="1">
                <a:solidFill>
                  <a:srgbClr val="20262C"/>
                </a:solidFill>
                <a:latin typeface="Arial"/>
                <a:ea typeface="Arial"/>
                <a:cs typeface="Arial"/>
              </a:defRPr>
            </a:lvl1pPr>
            <a:lvl2pPr algn="l">
              <a:defRPr sz="3300" b="1">
                <a:solidFill>
                  <a:srgbClr val="20262C"/>
                </a:solidFill>
                <a:latin typeface="Arial"/>
                <a:ea typeface="Arial"/>
                <a:cs typeface="Arial"/>
              </a:defRPr>
            </a:lvl2pPr>
            <a:lvl3pPr algn="l">
              <a:defRPr sz="3300" b="1">
                <a:solidFill>
                  <a:srgbClr val="20262C"/>
                </a:solidFill>
                <a:latin typeface="Arial"/>
                <a:ea typeface="Arial"/>
                <a:cs typeface="Arial"/>
              </a:defRPr>
            </a:lvl3pPr>
            <a:lvl4pPr algn="l">
              <a:defRPr sz="3300" b="1">
                <a:solidFill>
                  <a:srgbClr val="20262C"/>
                </a:solidFill>
                <a:latin typeface="Arial"/>
                <a:ea typeface="Arial"/>
                <a:cs typeface="Arial"/>
              </a:defRPr>
            </a:lvl4pPr>
            <a:lvl5pPr algn="l">
              <a:defRPr sz="3300" b="1">
                <a:solidFill>
                  <a:srgbClr val="20262C"/>
                </a:solidFill>
                <a:latin typeface="Arial"/>
                <a:ea typeface="Arial"/>
                <a:cs typeface="Arial"/>
              </a:defRPr>
            </a:lvl5pPr>
            <a:lvl6pPr algn="l">
              <a:defRPr sz="3300" b="1">
                <a:solidFill>
                  <a:srgbClr val="20262C"/>
                </a:solidFill>
                <a:latin typeface="Arial"/>
                <a:ea typeface="Arial"/>
                <a:cs typeface="Arial"/>
              </a:defRPr>
            </a:lvl6pPr>
            <a:lvl7pPr algn="l">
              <a:defRPr sz="3300" b="1">
                <a:solidFill>
                  <a:srgbClr val="20262C"/>
                </a:solidFill>
                <a:latin typeface="Arial"/>
                <a:ea typeface="Arial"/>
                <a:cs typeface="Arial"/>
              </a:defRPr>
            </a:lvl7pPr>
            <a:lvl8pPr algn="l">
              <a:defRPr sz="3300" b="1">
                <a:solidFill>
                  <a:srgbClr val="20262C"/>
                </a:solidFill>
                <a:latin typeface="Arial"/>
                <a:ea typeface="Arial"/>
                <a:cs typeface="Arial"/>
              </a:defRPr>
            </a:lvl8pPr>
            <a:lvl9pPr algn="l">
              <a:defRPr sz="3300" b="1">
                <a:solidFill>
                  <a:srgbClr val="20262C"/>
                </a:solidFill>
                <a:latin typeface="Arial"/>
                <a:ea typeface="Arial"/>
                <a:cs typeface="Arial"/>
              </a:defRPr>
            </a:lvl9pPr>
          </a:lstStyle>
          <a:p xmlns:a="http://schemas.openxmlformats.org/drawingml/2006/main">
            <a:pPr algn="l">
              <a:defRPr sz="3300" b="1">
                <a:solidFill>
                  <a:srgbClr val="20262C"/>
                </a:solidFill>
                <a:latin typeface="Arial"/>
                <a:ea typeface="Arial"/>
                <a:cs typeface="Arial"/>
              </a:defRPr>
            </a:pPr>
            <a:r>
              <a:rPr sz="3300" b="1">
                <a:solidFill>
                  <a:srgbClr val="20262C"/>
                </a:solidFill>
                <a:latin typeface="Arial"/>
                <a:ea typeface="Arial"/>
                <a:cs typeface="Arial"/>
              </a:rPr>
              <a:t>Preparing a quarterly client update</a:t>
            </a:r>
          </a:p>
        </p:txBody>
      </p:sp>
      <p:sp>
        <p:nvSpPr>
          <p:cNvPr id="2" name="!!subtitle">
            <a:extLst xmlns:a="http://schemas.openxmlformats.org/drawingml/2006/main">
              <a:ext uri="{FF2B5EF4-FFF2-40B4-BE49-F238E27FC236}">
                <a16:creationId xmlns:a16="http://schemas.microsoft.com/office/drawing/2014/main" id="{965FD980-9DAE-4827-B7F0-9DBC3BC597EE}"/>
              </a:ext>
            </a:extLst>
          </p:cNvPr>
          <p:cNvSpPr>
            <a:spLocks xmlns:a="http://schemas.openxmlformats.org/drawingml/2006/main" noGrp="1"/>
          </p:cNvSpPr>
          <p:nvPr/>
        </p:nvSpPr>
        <p:spPr>
          <a:xfrm xmlns:a="http://schemas.openxmlformats.org/drawingml/2006/main">
            <a:off x="647700" y="1190625"/>
            <a:ext cx="139446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05A9C"/>
                </a:solidFill>
                <a:latin typeface="Arial"/>
                <a:ea typeface="Arial"/>
                <a:cs typeface="Arial"/>
              </a:defRPr>
            </a:defPPr>
            <a:lvl1pPr algn="l">
              <a:defRPr sz="1875" b="0">
                <a:solidFill>
                  <a:srgbClr val="005A9C"/>
                </a:solidFill>
                <a:latin typeface="Arial"/>
                <a:ea typeface="Arial"/>
                <a:cs typeface="Arial"/>
              </a:defRPr>
            </a:lvl1pPr>
            <a:lvl2pPr algn="l">
              <a:defRPr sz="1875" b="0">
                <a:solidFill>
                  <a:srgbClr val="005A9C"/>
                </a:solidFill>
                <a:latin typeface="Arial"/>
                <a:ea typeface="Arial"/>
                <a:cs typeface="Arial"/>
              </a:defRPr>
            </a:lvl2pPr>
            <a:lvl3pPr algn="l">
              <a:defRPr sz="1875" b="0">
                <a:solidFill>
                  <a:srgbClr val="005A9C"/>
                </a:solidFill>
                <a:latin typeface="Arial"/>
                <a:ea typeface="Arial"/>
                <a:cs typeface="Arial"/>
              </a:defRPr>
            </a:lvl3pPr>
            <a:lvl4pPr algn="l">
              <a:defRPr sz="1875" b="0">
                <a:solidFill>
                  <a:srgbClr val="005A9C"/>
                </a:solidFill>
                <a:latin typeface="Arial"/>
                <a:ea typeface="Arial"/>
                <a:cs typeface="Arial"/>
              </a:defRPr>
            </a:lvl4pPr>
            <a:lvl5pPr algn="l">
              <a:defRPr sz="1875" b="0">
                <a:solidFill>
                  <a:srgbClr val="005A9C"/>
                </a:solidFill>
                <a:latin typeface="Arial"/>
                <a:ea typeface="Arial"/>
                <a:cs typeface="Arial"/>
              </a:defRPr>
            </a:lvl5pPr>
            <a:lvl6pPr algn="l">
              <a:defRPr sz="1875" b="0">
                <a:solidFill>
                  <a:srgbClr val="005A9C"/>
                </a:solidFill>
                <a:latin typeface="Arial"/>
                <a:ea typeface="Arial"/>
                <a:cs typeface="Arial"/>
              </a:defRPr>
            </a:lvl6pPr>
            <a:lvl7pPr algn="l">
              <a:defRPr sz="1875" b="0">
                <a:solidFill>
                  <a:srgbClr val="005A9C"/>
                </a:solidFill>
                <a:latin typeface="Arial"/>
                <a:ea typeface="Arial"/>
                <a:cs typeface="Arial"/>
              </a:defRPr>
            </a:lvl7pPr>
            <a:lvl8pPr algn="l">
              <a:defRPr sz="1875" b="0">
                <a:solidFill>
                  <a:srgbClr val="005A9C"/>
                </a:solidFill>
                <a:latin typeface="Arial"/>
                <a:ea typeface="Arial"/>
                <a:cs typeface="Arial"/>
              </a:defRPr>
            </a:lvl8pPr>
            <a:lvl9pPr algn="l">
              <a:defRPr sz="1875" b="0">
                <a:solidFill>
                  <a:srgbClr val="005A9C"/>
                </a:solidFill>
                <a:latin typeface="Arial"/>
                <a:ea typeface="Arial"/>
                <a:cs typeface="Arial"/>
              </a:defRPr>
            </a:lvl9pPr>
          </a:lstStyle>
          <a:p xmlns:a="http://schemas.openxmlformats.org/drawingml/2006/main">
            <a:pPr algn="l">
              <a:defRPr sz="1875" b="0">
                <a:solidFill>
                  <a:srgbClr val="005A9C"/>
                </a:solidFill>
                <a:latin typeface="Arial"/>
                <a:ea typeface="Arial"/>
                <a:cs typeface="Arial"/>
              </a:defRPr>
            </a:pPr>
            <a:r>
              <a:rPr sz="1875" b="0">
                <a:solidFill>
                  <a:srgbClr val="005A9C"/>
                </a:solidFill>
                <a:latin typeface="Arial"/>
                <a:ea typeface="Arial"/>
                <a:cs typeface="Arial"/>
              </a:rPr>
              <a:t>Front office  /  Client materials  /  Workflow</a:t>
            </a:r>
          </a:p>
        </p:txBody>
      </p:sp>
      <p:sp>
        <p:nvSpPr>
          <p:cNvPr id="3" name="!!heading.rule">
            <a:extLst xmlns:a="http://schemas.openxmlformats.org/drawingml/2006/main">
              <a:ext uri="{FF2B5EF4-FFF2-40B4-BE49-F238E27FC236}">
                <a16:creationId xmlns:a16="http://schemas.microsoft.com/office/drawing/2014/main" id="{2A689B5D-91F1-428A-9AFC-9C77E65AF091}"/>
              </a:ext>
            </a:extLst>
          </p:cNvPr>
          <p:cNvSpPr>
            <a:spLocks xmlns:a="http://schemas.openxmlformats.org/drawingml/2006/main" noGrp="1"/>
          </p:cNvSpPr>
          <p:nvPr/>
        </p:nvSpPr>
        <p:spPr>
          <a:xfrm xmlns:a="http://schemas.openxmlformats.org/drawingml/2006/main" flipH="0" flipV="0">
            <a:off x="647700" y="1733550"/>
            <a:ext cx="13944600" cy="953"/>
          </a:xfrm>
          <a:prstGeom xmlns:a="http://schemas.openxmlformats.org/drawingml/2006/main" prst="line">
            <a:avLst/>
          </a:prstGeom>
          <a:noFill xmlns:a="http://schemas.openxmlformats.org/drawingml/2006/main"/>
          <a:ln xmlns:a="http://schemas.openxmlformats.org/drawingml/2006/main" w="11430">
            <a:solidFill>
              <a:srgbClr val="BCC6CF"/>
            </a:solidFill>
            <a:prstDash val="solid"/>
          </a:ln>
        </p:spPr>
      </p:sp>
      <p:sp>
        <p:nvSpPr>
          <p:cNvPr id="4" name="!!map.front">
            <a:extLst xmlns:a="http://schemas.openxmlformats.org/drawingml/2006/main">
              <a:ext uri="{FF2B5EF4-FFF2-40B4-BE49-F238E27FC236}">
                <a16:creationId xmlns:a16="http://schemas.microsoft.com/office/drawing/2014/main" id="{4DD3A52E-3335-4B2A-92A0-AC83A7B8552F}"/>
              </a:ext>
            </a:extLst>
          </p:cNvPr>
          <p:cNvSpPr>
            <a:spLocks xmlns:a="http://schemas.openxmlformats.org/drawingml/2006/main" noGrp="1"/>
          </p:cNvSpPr>
          <p:nvPr/>
        </p:nvSpPr>
        <p:spPr>
          <a:xfrm xmlns:a="http://schemas.openxmlformats.org/drawingml/2006/main">
            <a:off x="647700" y="1990725"/>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5" name="!!nav.front">
            <ns0:hlinkClick xmlns:ns0="http://schemas.openxmlformats.org/drawingml/2006/main" xmlns:ns1="http://schemas.openxmlformats.org/officeDocument/2006/relationships" ns1:id="rIdNavSlide4" action="ppaction://hlinksldjump" tooltip="Slide 4: Preparing a company research assessment"/>
            <a:extLst xmlns:a="http://schemas.openxmlformats.org/drawingml/2006/main">
              <a:ext uri="{FF2B5EF4-FFF2-40B4-BE49-F238E27FC236}">
                <a16:creationId xmlns:a16="http://schemas.microsoft.com/office/drawing/2014/main" id="{78B63523-E56F-43BC-B8DD-BCE61F7E32DE}"/>
              </a:ext>
            </a:extLst>
          </p:cNvPr>
          <p:cNvSpPr>
            <a:spLocks xmlns:a="http://schemas.openxmlformats.org/drawingml/2006/main" noGrp="1"/>
          </p:cNvSpPr>
          <p:nvPr/>
        </p:nvSpPr>
        <p:spPr>
          <a:xfrm xmlns:a="http://schemas.openxmlformats.org/drawingml/2006/main">
            <a:off x="647700" y="1990725"/>
            <a:ext cx="2609850" cy="409575"/>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FFFFFF"/>
                </a:solidFill>
                <a:latin typeface="Arial"/>
                <a:ea typeface="Arial"/>
                <a:cs typeface="Arial"/>
              </a:defRPr>
            </a:defPPr>
            <a:lvl1pPr algn="ctr">
              <a:defRPr sz="2025" b="1">
                <a:solidFill>
                  <a:srgbClr val="FFFFFF"/>
                </a:solidFill>
                <a:latin typeface="Arial"/>
                <a:ea typeface="Arial"/>
                <a:cs typeface="Arial"/>
              </a:defRPr>
            </a:lvl1pPr>
            <a:lvl2pPr algn="ctr">
              <a:defRPr sz="2025" b="1">
                <a:solidFill>
                  <a:srgbClr val="FFFFFF"/>
                </a:solidFill>
                <a:latin typeface="Arial"/>
                <a:ea typeface="Arial"/>
                <a:cs typeface="Arial"/>
              </a:defRPr>
            </a:lvl2pPr>
            <a:lvl3pPr algn="ctr">
              <a:defRPr sz="2025" b="1">
                <a:solidFill>
                  <a:srgbClr val="FFFFFF"/>
                </a:solidFill>
                <a:latin typeface="Arial"/>
                <a:ea typeface="Arial"/>
                <a:cs typeface="Arial"/>
              </a:defRPr>
            </a:lvl3pPr>
            <a:lvl4pPr algn="ctr">
              <a:defRPr sz="2025" b="1">
                <a:solidFill>
                  <a:srgbClr val="FFFFFF"/>
                </a:solidFill>
                <a:latin typeface="Arial"/>
                <a:ea typeface="Arial"/>
                <a:cs typeface="Arial"/>
              </a:defRPr>
            </a:lvl4pPr>
            <a:lvl5pPr algn="ctr">
              <a:defRPr sz="2025" b="1">
                <a:solidFill>
                  <a:srgbClr val="FFFFFF"/>
                </a:solidFill>
                <a:latin typeface="Arial"/>
                <a:ea typeface="Arial"/>
                <a:cs typeface="Arial"/>
              </a:defRPr>
            </a:lvl5pPr>
            <a:lvl6pPr algn="ctr">
              <a:defRPr sz="2025" b="1">
                <a:solidFill>
                  <a:srgbClr val="FFFFFF"/>
                </a:solidFill>
                <a:latin typeface="Arial"/>
                <a:ea typeface="Arial"/>
                <a:cs typeface="Arial"/>
              </a:defRPr>
            </a:lvl6pPr>
            <a:lvl7pPr algn="ctr">
              <a:defRPr sz="2025" b="1">
                <a:solidFill>
                  <a:srgbClr val="FFFFFF"/>
                </a:solidFill>
                <a:latin typeface="Arial"/>
                <a:ea typeface="Arial"/>
                <a:cs typeface="Arial"/>
              </a:defRPr>
            </a:lvl7pPr>
            <a:lvl8pPr algn="ctr">
              <a:defRPr sz="2025" b="1">
                <a:solidFill>
                  <a:srgbClr val="FFFFFF"/>
                </a:solidFill>
                <a:latin typeface="Arial"/>
                <a:ea typeface="Arial"/>
                <a:cs typeface="Arial"/>
              </a:defRPr>
            </a:lvl8pPr>
            <a:lvl9pPr algn="ctr">
              <a:defRPr sz="2025" b="1">
                <a:solidFill>
                  <a:srgbClr val="FFFFFF"/>
                </a:solidFill>
                <a:latin typeface="Arial"/>
                <a:ea typeface="Arial"/>
                <a:cs typeface="Arial"/>
              </a:defRPr>
            </a:lvl9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Front office</a:t>
            </a:r>
          </a:p>
        </p:txBody>
      </p:sp>
      <p:sp>
        <p:nvSpPr>
          <p:cNvPr id="6" name="!!task.research">
            <ns0:hlinkClick xmlns:ns0="http://schemas.openxmlformats.org/drawingml/2006/main" xmlns:ns1="http://schemas.openxmlformats.org/officeDocument/2006/relationships" ns1:id="rIdNavSlide4" action="ppaction://hlinksldjump" tooltip="Slide 4: Preparing a company research assessment"/>
            <a:extLst xmlns:a="http://schemas.openxmlformats.org/drawingml/2006/main">
              <a:ext uri="{FF2B5EF4-FFF2-40B4-BE49-F238E27FC236}">
                <a16:creationId xmlns:a16="http://schemas.microsoft.com/office/drawing/2014/main" id="{10FD1739-FE5D-4EB9-9D60-0898A80CDA7F}"/>
              </a:ext>
            </a:extLst>
          </p:cNvPr>
          <p:cNvSpPr>
            <a:spLocks xmlns:a="http://schemas.openxmlformats.org/drawingml/2006/main" noGrp="1"/>
          </p:cNvSpPr>
          <p:nvPr/>
        </p:nvSpPr>
        <p:spPr>
          <a:xfrm xmlns:a="http://schemas.openxmlformats.org/drawingml/2006/main">
            <a:off x="762000" y="249555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Research</a:t>
            </a:r>
          </a:p>
        </p:txBody>
      </p:sp>
      <p:sp>
        <p:nvSpPr>
          <p:cNvPr id="7" name="!!task.trade">
            <ns0:hlinkClick xmlns:ns0="http://schemas.openxmlformats.org/drawingml/2006/main" xmlns:ns1="http://schemas.openxmlformats.org/officeDocument/2006/relationships" ns1:id="rIdNavSlide9" action="ppaction://hlinksldjump" tooltip="Slide 9: Preparing a bond quote request"/>
            <a:extLst xmlns:a="http://schemas.openxmlformats.org/drawingml/2006/main">
              <a:ext uri="{FF2B5EF4-FFF2-40B4-BE49-F238E27FC236}">
                <a16:creationId xmlns:a16="http://schemas.microsoft.com/office/drawing/2014/main" id="{098F86B4-E35F-464D-9690-D567FA35E4A0}"/>
              </a:ext>
            </a:extLst>
          </p:cNvPr>
          <p:cNvSpPr>
            <a:spLocks xmlns:a="http://schemas.openxmlformats.org/drawingml/2006/main" noGrp="1"/>
          </p:cNvSpPr>
          <p:nvPr/>
        </p:nvSpPr>
        <p:spPr>
          <a:xfrm xmlns:a="http://schemas.openxmlformats.org/drawingml/2006/main">
            <a:off x="762000" y="280987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Trading support</a:t>
            </a:r>
          </a:p>
        </p:txBody>
      </p:sp>
      <p:sp>
        <p:nvSpPr>
          <p:cNvPr id="8" name="!!task.client">
            <ns0:hlinkClick xmlns:ns0="http://schemas.openxmlformats.org/drawingml/2006/main" xmlns:ns1="http://schemas.openxmlformats.org/officeDocument/2006/relationships" ns1:id="rIdNavSlide12" action="ppaction://hlinksldjump" tooltip="Slide 12: Preparing a quarterly client update"/>
            <a:extLst xmlns:a="http://schemas.openxmlformats.org/drawingml/2006/main">
              <a:ext uri="{FF2B5EF4-FFF2-40B4-BE49-F238E27FC236}">
                <a16:creationId xmlns:a16="http://schemas.microsoft.com/office/drawing/2014/main" id="{ACF53102-ACF7-4496-AB82-1B51611F257D}"/>
              </a:ext>
            </a:extLst>
          </p:cNvPr>
          <p:cNvSpPr>
            <a:spLocks xmlns:a="http://schemas.openxmlformats.org/drawingml/2006/main" noGrp="1"/>
          </p:cNvSpPr>
          <p:nvPr/>
        </p:nvSpPr>
        <p:spPr>
          <a:xfrm xmlns:a="http://schemas.openxmlformats.org/drawingml/2006/main">
            <a:off x="762000" y="3124200"/>
            <a:ext cx="2381250" cy="304800"/>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1">
                <a:solidFill>
                  <a:srgbClr val="005A9C"/>
                </a:solidFill>
                <a:latin typeface="Arial"/>
                <a:ea typeface="Arial"/>
                <a:cs typeface="Arial"/>
              </a:defRPr>
            </a:defPPr>
            <a:lvl1pPr algn="ctr">
              <a:defRPr sz="1650" b="1">
                <a:solidFill>
                  <a:srgbClr val="005A9C"/>
                </a:solidFill>
                <a:latin typeface="Arial"/>
                <a:ea typeface="Arial"/>
                <a:cs typeface="Arial"/>
              </a:defRPr>
            </a:lvl1pPr>
            <a:lvl2pPr algn="ctr">
              <a:defRPr sz="1650" b="1">
                <a:solidFill>
                  <a:srgbClr val="005A9C"/>
                </a:solidFill>
                <a:latin typeface="Arial"/>
                <a:ea typeface="Arial"/>
                <a:cs typeface="Arial"/>
              </a:defRPr>
            </a:lvl2pPr>
            <a:lvl3pPr algn="ctr">
              <a:defRPr sz="1650" b="1">
                <a:solidFill>
                  <a:srgbClr val="005A9C"/>
                </a:solidFill>
                <a:latin typeface="Arial"/>
                <a:ea typeface="Arial"/>
                <a:cs typeface="Arial"/>
              </a:defRPr>
            </a:lvl3pPr>
            <a:lvl4pPr algn="ctr">
              <a:defRPr sz="1650" b="1">
                <a:solidFill>
                  <a:srgbClr val="005A9C"/>
                </a:solidFill>
                <a:latin typeface="Arial"/>
                <a:ea typeface="Arial"/>
                <a:cs typeface="Arial"/>
              </a:defRPr>
            </a:lvl4pPr>
            <a:lvl5pPr algn="ctr">
              <a:defRPr sz="1650" b="1">
                <a:solidFill>
                  <a:srgbClr val="005A9C"/>
                </a:solidFill>
                <a:latin typeface="Arial"/>
                <a:ea typeface="Arial"/>
                <a:cs typeface="Arial"/>
              </a:defRPr>
            </a:lvl5pPr>
            <a:lvl6pPr algn="ctr">
              <a:defRPr sz="1650" b="1">
                <a:solidFill>
                  <a:srgbClr val="005A9C"/>
                </a:solidFill>
                <a:latin typeface="Arial"/>
                <a:ea typeface="Arial"/>
                <a:cs typeface="Arial"/>
              </a:defRPr>
            </a:lvl6pPr>
            <a:lvl7pPr algn="ctr">
              <a:defRPr sz="1650" b="1">
                <a:solidFill>
                  <a:srgbClr val="005A9C"/>
                </a:solidFill>
                <a:latin typeface="Arial"/>
                <a:ea typeface="Arial"/>
                <a:cs typeface="Arial"/>
              </a:defRPr>
            </a:lvl7pPr>
            <a:lvl8pPr algn="ctr">
              <a:defRPr sz="1650" b="1">
                <a:solidFill>
                  <a:srgbClr val="005A9C"/>
                </a:solidFill>
                <a:latin typeface="Arial"/>
                <a:ea typeface="Arial"/>
                <a:cs typeface="Arial"/>
              </a:defRPr>
            </a:lvl8pPr>
            <a:lvl9pPr algn="ctr">
              <a:defRPr sz="1650" b="1">
                <a:solidFill>
                  <a:srgbClr val="005A9C"/>
                </a:solidFill>
                <a:latin typeface="Arial"/>
                <a:ea typeface="Arial"/>
                <a:cs typeface="Arial"/>
              </a:defRPr>
            </a:lvl9pPr>
          </a:lstStyle>
          <a:p xmlns:a="http://schemas.openxmlformats.org/drawingml/2006/main">
            <a:pPr algn="ctr">
              <a:defRPr sz="1650" b="1">
                <a:solidFill>
                  <a:srgbClr val="005A9C"/>
                </a:solidFill>
                <a:latin typeface="Arial"/>
                <a:ea typeface="Arial"/>
                <a:cs typeface="Arial"/>
              </a:defRPr>
            </a:pPr>
            <a:r>
              <a:rPr sz="1650" b="1">
                <a:solidFill>
                  <a:srgbClr val="005A9C"/>
                </a:solidFill>
                <a:latin typeface="Arial"/>
                <a:ea typeface="Arial"/>
                <a:cs typeface="Arial"/>
              </a:rPr>
              <a:t>Client materials</a:t>
            </a:r>
          </a:p>
        </p:txBody>
      </p:sp>
      <p:sp>
        <p:nvSpPr>
          <p:cNvPr id="9" name="!!map.middle">
            <a:extLst xmlns:a="http://schemas.openxmlformats.org/drawingml/2006/main">
              <a:ext uri="{FF2B5EF4-FFF2-40B4-BE49-F238E27FC236}">
                <a16:creationId xmlns:a16="http://schemas.microsoft.com/office/drawing/2014/main" id="{9E01A48D-A05F-48E2-8243-23439408A894}"/>
              </a:ext>
            </a:extLst>
          </p:cNvPr>
          <p:cNvSpPr>
            <a:spLocks xmlns:a="http://schemas.openxmlformats.org/drawingml/2006/main" noGrp="1"/>
          </p:cNvSpPr>
          <p:nvPr/>
        </p:nvSpPr>
        <p:spPr>
          <a:xfrm xmlns:a="http://schemas.openxmlformats.org/drawingml/2006/main">
            <a:off x="647700" y="3657600"/>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10" name="!!nav.middle">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4EA982FE-BE07-49CC-A4FC-10477C2DD09E}"/>
              </a:ext>
            </a:extLst>
          </p:cNvPr>
          <p:cNvSpPr>
            <a:spLocks xmlns:a="http://schemas.openxmlformats.org/drawingml/2006/main" noGrp="1"/>
          </p:cNvSpPr>
          <p:nvPr/>
        </p:nvSpPr>
        <p:spPr>
          <a:xfrm xmlns:a="http://schemas.openxmlformats.org/drawingml/2006/main">
            <a:off x="647700" y="3657600"/>
            <a:ext cx="2609850" cy="409575"/>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005A9C"/>
                </a:solidFill>
                <a:latin typeface="Arial"/>
                <a:ea typeface="Arial"/>
                <a:cs typeface="Arial"/>
              </a:defRPr>
            </a:defPPr>
            <a:lvl1pPr algn="ctr">
              <a:defRPr sz="2025" b="1">
                <a:solidFill>
                  <a:srgbClr val="005A9C"/>
                </a:solidFill>
                <a:latin typeface="Arial"/>
                <a:ea typeface="Arial"/>
                <a:cs typeface="Arial"/>
              </a:defRPr>
            </a:lvl1pPr>
            <a:lvl2pPr algn="ctr">
              <a:defRPr sz="2025" b="1">
                <a:solidFill>
                  <a:srgbClr val="005A9C"/>
                </a:solidFill>
                <a:latin typeface="Arial"/>
                <a:ea typeface="Arial"/>
                <a:cs typeface="Arial"/>
              </a:defRPr>
            </a:lvl2pPr>
            <a:lvl3pPr algn="ctr">
              <a:defRPr sz="2025" b="1">
                <a:solidFill>
                  <a:srgbClr val="005A9C"/>
                </a:solidFill>
                <a:latin typeface="Arial"/>
                <a:ea typeface="Arial"/>
                <a:cs typeface="Arial"/>
              </a:defRPr>
            </a:lvl3pPr>
            <a:lvl4pPr algn="ctr">
              <a:defRPr sz="2025" b="1">
                <a:solidFill>
                  <a:srgbClr val="005A9C"/>
                </a:solidFill>
                <a:latin typeface="Arial"/>
                <a:ea typeface="Arial"/>
                <a:cs typeface="Arial"/>
              </a:defRPr>
            </a:lvl4pPr>
            <a:lvl5pPr algn="ctr">
              <a:defRPr sz="2025" b="1">
                <a:solidFill>
                  <a:srgbClr val="005A9C"/>
                </a:solidFill>
                <a:latin typeface="Arial"/>
                <a:ea typeface="Arial"/>
                <a:cs typeface="Arial"/>
              </a:defRPr>
            </a:lvl5pPr>
            <a:lvl6pPr algn="ctr">
              <a:defRPr sz="2025" b="1">
                <a:solidFill>
                  <a:srgbClr val="005A9C"/>
                </a:solidFill>
                <a:latin typeface="Arial"/>
                <a:ea typeface="Arial"/>
                <a:cs typeface="Arial"/>
              </a:defRPr>
            </a:lvl6pPr>
            <a:lvl7pPr algn="ctr">
              <a:defRPr sz="2025" b="1">
                <a:solidFill>
                  <a:srgbClr val="005A9C"/>
                </a:solidFill>
                <a:latin typeface="Arial"/>
                <a:ea typeface="Arial"/>
                <a:cs typeface="Arial"/>
              </a:defRPr>
            </a:lvl7pPr>
            <a:lvl8pPr algn="ctr">
              <a:defRPr sz="2025" b="1">
                <a:solidFill>
                  <a:srgbClr val="005A9C"/>
                </a:solidFill>
                <a:latin typeface="Arial"/>
                <a:ea typeface="Arial"/>
                <a:cs typeface="Arial"/>
              </a:defRPr>
            </a:lvl8pPr>
            <a:lvl9pPr algn="ctr">
              <a:defRPr sz="2025" b="1">
                <a:solidFill>
                  <a:srgbClr val="005A9C"/>
                </a:solidFill>
                <a:latin typeface="Arial"/>
                <a:ea typeface="Arial"/>
                <a:cs typeface="Arial"/>
              </a:defRPr>
            </a:lvl9pPr>
          </a:lstStyle>
          <a:p xmlns:a="http://schemas.openxmlformats.org/drawingml/2006/main">
            <a:pPr algn="ctr">
              <a:defRPr sz="2025" b="1">
                <a:solidFill>
                  <a:srgbClr val="005A9C"/>
                </a:solidFill>
                <a:latin typeface="Arial"/>
                <a:ea typeface="Arial"/>
                <a:cs typeface="Arial"/>
              </a:defRPr>
            </a:pPr>
            <a:r>
              <a:rPr sz="2025" b="1">
                <a:solidFill>
                  <a:srgbClr val="005A9C"/>
                </a:solidFill>
                <a:latin typeface="Arial"/>
                <a:ea typeface="Arial"/>
                <a:cs typeface="Arial"/>
              </a:rPr>
              <a:t>Middle office</a:t>
            </a:r>
          </a:p>
        </p:txBody>
      </p:sp>
      <p:sp>
        <p:nvSpPr>
          <p:cNvPr id="11" name="!!task.review">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9E74C734-7807-446F-B618-CD358E7BA98A}"/>
              </a:ext>
            </a:extLst>
          </p:cNvPr>
          <p:cNvSpPr>
            <a:spLocks xmlns:a="http://schemas.openxmlformats.org/drawingml/2006/main" noGrp="1"/>
          </p:cNvSpPr>
          <p:nvPr/>
        </p:nvSpPr>
        <p:spPr>
          <a:xfrm xmlns:a="http://schemas.openxmlformats.org/drawingml/2006/main">
            <a:off x="762000" y="416242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Content review</a:t>
            </a:r>
          </a:p>
        </p:txBody>
      </p:sp>
      <p:sp>
        <p:nvSpPr>
          <p:cNvPr id="12" name="!!task.risk">
            <ns0:hlinkClick xmlns:ns0="http://schemas.openxmlformats.org/drawingml/2006/main" xmlns:ns1="http://schemas.openxmlformats.org/officeDocument/2006/relationships" ns1:id="rIdNavSlide19" action="ppaction://hlinksldjump" tooltip="Slide 19: Investigating a risk alert"/>
            <a:extLst xmlns:a="http://schemas.openxmlformats.org/drawingml/2006/main">
              <a:ext uri="{FF2B5EF4-FFF2-40B4-BE49-F238E27FC236}">
                <a16:creationId xmlns:a16="http://schemas.microsoft.com/office/drawing/2014/main" id="{298A2956-EA18-4FD7-8DCD-3519944AF050}"/>
              </a:ext>
            </a:extLst>
          </p:cNvPr>
          <p:cNvSpPr>
            <a:spLocks xmlns:a="http://schemas.openxmlformats.org/drawingml/2006/main" noGrp="1"/>
          </p:cNvSpPr>
          <p:nvPr/>
        </p:nvSpPr>
        <p:spPr>
          <a:xfrm xmlns:a="http://schemas.openxmlformats.org/drawingml/2006/main">
            <a:off x="762000" y="447675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Risk analysis</a:t>
            </a:r>
          </a:p>
        </p:txBody>
      </p:sp>
      <p:sp>
        <p:nvSpPr>
          <p:cNvPr id="13" name="!!map.back">
            <a:extLst xmlns:a="http://schemas.openxmlformats.org/drawingml/2006/main">
              <a:ext uri="{FF2B5EF4-FFF2-40B4-BE49-F238E27FC236}">
                <a16:creationId xmlns:a16="http://schemas.microsoft.com/office/drawing/2014/main" id="{4E7F7C34-649C-42B5-AF8C-3DCBBE75DA77}"/>
              </a:ext>
            </a:extLst>
          </p:cNvPr>
          <p:cNvSpPr>
            <a:spLocks xmlns:a="http://schemas.openxmlformats.org/drawingml/2006/main" noGrp="1"/>
          </p:cNvSpPr>
          <p:nvPr/>
        </p:nvSpPr>
        <p:spPr>
          <a:xfrm xmlns:a="http://schemas.openxmlformats.org/drawingml/2006/main">
            <a:off x="647700" y="5324475"/>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14" name="!!nav.back">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70E41308-FA03-4A70-87F5-0A132C51251E}"/>
              </a:ext>
            </a:extLst>
          </p:cNvPr>
          <p:cNvSpPr>
            <a:spLocks xmlns:a="http://schemas.openxmlformats.org/drawingml/2006/main" noGrp="1"/>
          </p:cNvSpPr>
          <p:nvPr/>
        </p:nvSpPr>
        <p:spPr>
          <a:xfrm xmlns:a="http://schemas.openxmlformats.org/drawingml/2006/main">
            <a:off x="647700" y="5324475"/>
            <a:ext cx="2609850" cy="409575"/>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005A9C"/>
                </a:solidFill>
                <a:latin typeface="Arial"/>
                <a:ea typeface="Arial"/>
                <a:cs typeface="Arial"/>
              </a:defRPr>
            </a:defPPr>
            <a:lvl1pPr algn="ctr">
              <a:defRPr sz="2025" b="1">
                <a:solidFill>
                  <a:srgbClr val="005A9C"/>
                </a:solidFill>
                <a:latin typeface="Arial"/>
                <a:ea typeface="Arial"/>
                <a:cs typeface="Arial"/>
              </a:defRPr>
            </a:lvl1pPr>
            <a:lvl2pPr algn="ctr">
              <a:defRPr sz="2025" b="1">
                <a:solidFill>
                  <a:srgbClr val="005A9C"/>
                </a:solidFill>
                <a:latin typeface="Arial"/>
                <a:ea typeface="Arial"/>
                <a:cs typeface="Arial"/>
              </a:defRPr>
            </a:lvl2pPr>
            <a:lvl3pPr algn="ctr">
              <a:defRPr sz="2025" b="1">
                <a:solidFill>
                  <a:srgbClr val="005A9C"/>
                </a:solidFill>
                <a:latin typeface="Arial"/>
                <a:ea typeface="Arial"/>
                <a:cs typeface="Arial"/>
              </a:defRPr>
            </a:lvl3pPr>
            <a:lvl4pPr algn="ctr">
              <a:defRPr sz="2025" b="1">
                <a:solidFill>
                  <a:srgbClr val="005A9C"/>
                </a:solidFill>
                <a:latin typeface="Arial"/>
                <a:ea typeface="Arial"/>
                <a:cs typeface="Arial"/>
              </a:defRPr>
            </a:lvl4pPr>
            <a:lvl5pPr algn="ctr">
              <a:defRPr sz="2025" b="1">
                <a:solidFill>
                  <a:srgbClr val="005A9C"/>
                </a:solidFill>
                <a:latin typeface="Arial"/>
                <a:ea typeface="Arial"/>
                <a:cs typeface="Arial"/>
              </a:defRPr>
            </a:lvl5pPr>
            <a:lvl6pPr algn="ctr">
              <a:defRPr sz="2025" b="1">
                <a:solidFill>
                  <a:srgbClr val="005A9C"/>
                </a:solidFill>
                <a:latin typeface="Arial"/>
                <a:ea typeface="Arial"/>
                <a:cs typeface="Arial"/>
              </a:defRPr>
            </a:lvl6pPr>
            <a:lvl7pPr algn="ctr">
              <a:defRPr sz="2025" b="1">
                <a:solidFill>
                  <a:srgbClr val="005A9C"/>
                </a:solidFill>
                <a:latin typeface="Arial"/>
                <a:ea typeface="Arial"/>
                <a:cs typeface="Arial"/>
              </a:defRPr>
            </a:lvl7pPr>
            <a:lvl8pPr algn="ctr">
              <a:defRPr sz="2025" b="1">
                <a:solidFill>
                  <a:srgbClr val="005A9C"/>
                </a:solidFill>
                <a:latin typeface="Arial"/>
                <a:ea typeface="Arial"/>
                <a:cs typeface="Arial"/>
              </a:defRPr>
            </a:lvl8pPr>
            <a:lvl9pPr algn="ctr">
              <a:defRPr sz="2025" b="1">
                <a:solidFill>
                  <a:srgbClr val="005A9C"/>
                </a:solidFill>
                <a:latin typeface="Arial"/>
                <a:ea typeface="Arial"/>
                <a:cs typeface="Arial"/>
              </a:defRPr>
            </a:lvl9pPr>
          </a:lstStyle>
          <a:p xmlns:a="http://schemas.openxmlformats.org/drawingml/2006/main">
            <a:pPr algn="ctr">
              <a:defRPr sz="2025" b="1">
                <a:solidFill>
                  <a:srgbClr val="005A9C"/>
                </a:solidFill>
                <a:latin typeface="Arial"/>
                <a:ea typeface="Arial"/>
                <a:cs typeface="Arial"/>
              </a:defRPr>
            </a:pPr>
            <a:r>
              <a:rPr sz="2025" b="1">
                <a:solidFill>
                  <a:srgbClr val="005A9C"/>
                </a:solidFill>
                <a:latin typeface="Arial"/>
                <a:ea typeface="Arial"/>
                <a:cs typeface="Arial"/>
              </a:rPr>
              <a:t>Back office</a:t>
            </a:r>
          </a:p>
        </p:txBody>
      </p:sp>
      <p:sp>
        <p:nvSpPr>
          <p:cNvPr id="15" name="!!task.files">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2E0892D8-C70C-4718-A29A-8936159801F3}"/>
              </a:ext>
            </a:extLst>
          </p:cNvPr>
          <p:cNvSpPr>
            <a:spLocks xmlns:a="http://schemas.openxmlformats.org/drawingml/2006/main" noGrp="1"/>
          </p:cNvSpPr>
          <p:nvPr/>
        </p:nvSpPr>
        <p:spPr>
          <a:xfrm xmlns:a="http://schemas.openxmlformats.org/drawingml/2006/main">
            <a:off x="762000" y="582930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Document processing</a:t>
            </a:r>
          </a:p>
        </p:txBody>
      </p:sp>
      <p:sp>
        <p:nvSpPr>
          <p:cNvPr id="16" name="!!task.dev">
            <ns0:hlinkClick xmlns:ns0="http://schemas.openxmlformats.org/drawingml/2006/main" xmlns:ns1="http://schemas.openxmlformats.org/officeDocument/2006/relationships" ns1:id="rIdNavSlide25" action="ppaction://hlinksldjump" tooltip="Slide 25: Turning a business request into a working tool"/>
            <a:extLst xmlns:a="http://schemas.openxmlformats.org/drawingml/2006/main">
              <a:ext uri="{FF2B5EF4-FFF2-40B4-BE49-F238E27FC236}">
                <a16:creationId xmlns:a16="http://schemas.microsoft.com/office/drawing/2014/main" id="{5F305236-6921-421E-8607-91DF08CF982E}"/>
              </a:ext>
            </a:extLst>
          </p:cNvPr>
          <p:cNvSpPr>
            <a:spLocks xmlns:a="http://schemas.openxmlformats.org/drawingml/2006/main" noGrp="1"/>
          </p:cNvSpPr>
          <p:nvPr/>
        </p:nvSpPr>
        <p:spPr>
          <a:xfrm xmlns:a="http://schemas.openxmlformats.org/drawingml/2006/main">
            <a:off x="762000" y="614362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Tool development</a:t>
            </a:r>
          </a:p>
        </p:txBody>
      </p:sp>
      <p:sp>
        <p:nvSpPr>
          <p:cNvPr id="17" name="!!map.separator">
            <a:extLst xmlns:a="http://schemas.openxmlformats.org/drawingml/2006/main">
              <a:ext uri="{FF2B5EF4-FFF2-40B4-BE49-F238E27FC236}">
                <a16:creationId xmlns:a16="http://schemas.microsoft.com/office/drawing/2014/main" id="{D80D8B8C-70B6-416A-9CE4-A78D249CCA44}"/>
              </a:ext>
            </a:extLst>
          </p:cNvPr>
          <p:cNvSpPr>
            <a:spLocks xmlns:a="http://schemas.openxmlformats.org/drawingml/2006/main" noGrp="1"/>
          </p:cNvSpPr>
          <p:nvPr/>
        </p:nvSpPr>
        <p:spPr>
          <a:xfrm xmlns:a="http://schemas.openxmlformats.org/drawingml/2006/main" flipH="0" flipV="0">
            <a:off x="3600450" y="1990725"/>
            <a:ext cx="953" cy="5076825"/>
          </a:xfrm>
          <a:prstGeom xmlns:a="http://schemas.openxmlformats.org/drawingml/2006/main" prst="line">
            <a:avLst/>
          </a:prstGeom>
          <a:noFill xmlns:a="http://schemas.openxmlformats.org/drawingml/2006/main"/>
          <a:ln xmlns:a="http://schemas.openxmlformats.org/drawingml/2006/main" w="9525">
            <a:solidFill>
              <a:srgbClr val="BCC6CF"/>
            </a:solidFill>
            <a:prstDash val="solid"/>
          </a:ln>
        </p:spPr>
      </p:sp>
      <p:sp>
        <p:nvSpPr>
          <p:cNvPr id="18" name="!!nav.home">
            <ns0:hlinkClick xmlns:ns0="http://schemas.openxmlformats.org/drawingml/2006/main" xmlns:ns1="http://schemas.openxmlformats.org/officeDocument/2006/relationships" ns1:id="rIdNavSlide3" action="ppaction://hlinksldjump" tooltip="Slide 3: Seven workflows across the firm"/>
            <a:extLst xmlns:a="http://schemas.openxmlformats.org/drawingml/2006/main">
              <a:ext uri="{FF2B5EF4-FFF2-40B4-BE49-F238E27FC236}">
                <a16:creationId xmlns:a16="http://schemas.microsoft.com/office/drawing/2014/main" id="{B0FBCEC1-DFD3-43B0-9A17-481B00E2C94B}"/>
              </a:ext>
            </a:extLst>
          </p:cNvPr>
          <p:cNvSpPr>
            <a:spLocks xmlns:a="http://schemas.openxmlformats.org/drawingml/2006/main" noGrp="1"/>
          </p:cNvSpPr>
          <p:nvPr/>
        </p:nvSpPr>
        <p:spPr>
          <a:xfrm xmlns:a="http://schemas.openxmlformats.org/drawingml/2006/main">
            <a:off x="647700" y="7496175"/>
            <a:ext cx="26098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BCC6CF"/>
            </a:solidFill>
            <a:prstDash val="solid"/>
          </a:ln>
        </p:spPr>
        <p:txBody>
          <a:bodyPr xmlns:a="http://schemas.openxmlformats.org/drawingml/2006/main" wrap="square" lIns="114300" tIns="0" rIns="114300" bIns="0" anchor="ctr">
            <a:noAutofit/>
          </a:bodyPr>
          <a:lstStyle xmlns:a="http://schemas.openxmlformats.org/drawingml/2006/main">
            <a:defPPr algn="ctr">
              <a:defRPr sz="1800" b="1">
                <a:solidFill>
                  <a:srgbClr val="005A9C"/>
                </a:solidFill>
                <a:latin typeface="Arial"/>
                <a:ea typeface="Arial"/>
                <a:cs typeface="Arial"/>
              </a:defRPr>
            </a:defPPr>
            <a:lvl1pPr algn="ctr">
              <a:defRPr sz="1800" b="1">
                <a:solidFill>
                  <a:srgbClr val="005A9C"/>
                </a:solidFill>
                <a:latin typeface="Arial"/>
                <a:ea typeface="Arial"/>
                <a:cs typeface="Arial"/>
              </a:defRPr>
            </a:lvl1pPr>
            <a:lvl2pPr algn="ctr">
              <a:defRPr sz="1800" b="1">
                <a:solidFill>
                  <a:srgbClr val="005A9C"/>
                </a:solidFill>
                <a:latin typeface="Arial"/>
                <a:ea typeface="Arial"/>
                <a:cs typeface="Arial"/>
              </a:defRPr>
            </a:lvl2pPr>
            <a:lvl3pPr algn="ctr">
              <a:defRPr sz="1800" b="1">
                <a:solidFill>
                  <a:srgbClr val="005A9C"/>
                </a:solidFill>
                <a:latin typeface="Arial"/>
                <a:ea typeface="Arial"/>
                <a:cs typeface="Arial"/>
              </a:defRPr>
            </a:lvl3pPr>
            <a:lvl4pPr algn="ctr">
              <a:defRPr sz="1800" b="1">
                <a:solidFill>
                  <a:srgbClr val="005A9C"/>
                </a:solidFill>
                <a:latin typeface="Arial"/>
                <a:ea typeface="Arial"/>
                <a:cs typeface="Arial"/>
              </a:defRPr>
            </a:lvl4pPr>
            <a:lvl5pPr algn="ctr">
              <a:defRPr sz="1800" b="1">
                <a:solidFill>
                  <a:srgbClr val="005A9C"/>
                </a:solidFill>
                <a:latin typeface="Arial"/>
                <a:ea typeface="Arial"/>
                <a:cs typeface="Arial"/>
              </a:defRPr>
            </a:lvl5pPr>
            <a:lvl6pPr algn="ctr">
              <a:defRPr sz="1800" b="1">
                <a:solidFill>
                  <a:srgbClr val="005A9C"/>
                </a:solidFill>
                <a:latin typeface="Arial"/>
                <a:ea typeface="Arial"/>
                <a:cs typeface="Arial"/>
              </a:defRPr>
            </a:lvl6pPr>
            <a:lvl7pPr algn="ctr">
              <a:defRPr sz="1800" b="1">
                <a:solidFill>
                  <a:srgbClr val="005A9C"/>
                </a:solidFill>
                <a:latin typeface="Arial"/>
                <a:ea typeface="Arial"/>
                <a:cs typeface="Arial"/>
              </a:defRPr>
            </a:lvl7pPr>
            <a:lvl8pPr algn="ctr">
              <a:defRPr sz="1800" b="1">
                <a:solidFill>
                  <a:srgbClr val="005A9C"/>
                </a:solidFill>
                <a:latin typeface="Arial"/>
                <a:ea typeface="Arial"/>
                <a:cs typeface="Arial"/>
              </a:defRPr>
            </a:lvl8pPr>
            <a:lvl9pPr algn="ctr">
              <a:defRPr sz="1800" b="1">
                <a:solidFill>
                  <a:srgbClr val="005A9C"/>
                </a:solidFill>
                <a:latin typeface="Arial"/>
                <a:ea typeface="Arial"/>
                <a:cs typeface="Arial"/>
              </a:defRPr>
            </a:lvl9pPr>
          </a:lstStyle>
          <a:p xmlns:a="http://schemas.openxmlformats.org/drawingml/2006/main">
            <a:pPr algn="ctr">
              <a:defRPr sz="1800" b="1">
                <a:solidFill>
                  <a:srgbClr val="005A9C"/>
                </a:solidFill>
                <a:latin typeface="Arial"/>
                <a:ea typeface="Arial"/>
                <a:cs typeface="Arial"/>
              </a:defRPr>
            </a:pPr>
            <a:r>
              <a:rPr sz="1800" b="1">
                <a:solidFill>
                  <a:srgbClr val="005A9C"/>
                </a:solidFill>
                <a:latin typeface="Arial"/>
                <a:ea typeface="Arial"/>
                <a:cs typeface="Arial"/>
              </a:rPr>
              <a:t>Firm overview</a:t>
            </a:r>
          </a:p>
        </p:txBody>
      </p:sp>
      <p:sp>
        <p:nvSpPr>
          <p:cNvPr id="19" name="!!page">
            <a:extLst xmlns:a="http://schemas.openxmlformats.org/drawingml/2006/main">
              <a:ext uri="{FF2B5EF4-FFF2-40B4-BE49-F238E27FC236}">
                <a16:creationId xmlns:a16="http://schemas.microsoft.com/office/drawing/2014/main" id="{86307939-236B-4668-955E-754D2B26FE28}"/>
              </a:ext>
            </a:extLst>
          </p:cNvPr>
          <p:cNvSpPr>
            <a:spLocks xmlns:a="http://schemas.openxmlformats.org/drawingml/2006/main" noGrp="1"/>
          </p:cNvSpPr>
          <p:nvPr/>
        </p:nvSpPr>
        <p:spPr>
          <a:xfrm xmlns:a="http://schemas.openxmlformats.org/drawingml/2006/main">
            <a:off x="11144250" y="7591425"/>
            <a:ext cx="904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650" b="0">
                <a:solidFill>
                  <a:srgbClr val="707C88"/>
                </a:solidFill>
                <a:latin typeface="Arial"/>
                <a:ea typeface="Arial"/>
                <a:cs typeface="Arial"/>
              </a:defRPr>
            </a:defPPr>
            <a:lvl1pPr algn="r">
              <a:defRPr sz="1650" b="0">
                <a:solidFill>
                  <a:srgbClr val="707C88"/>
                </a:solidFill>
                <a:latin typeface="Arial"/>
                <a:ea typeface="Arial"/>
                <a:cs typeface="Arial"/>
              </a:defRPr>
            </a:lvl1pPr>
            <a:lvl2pPr algn="r">
              <a:defRPr sz="1650" b="0">
                <a:solidFill>
                  <a:srgbClr val="707C88"/>
                </a:solidFill>
                <a:latin typeface="Arial"/>
                <a:ea typeface="Arial"/>
                <a:cs typeface="Arial"/>
              </a:defRPr>
            </a:lvl2pPr>
            <a:lvl3pPr algn="r">
              <a:defRPr sz="1650" b="0">
                <a:solidFill>
                  <a:srgbClr val="707C88"/>
                </a:solidFill>
                <a:latin typeface="Arial"/>
                <a:ea typeface="Arial"/>
                <a:cs typeface="Arial"/>
              </a:defRPr>
            </a:lvl3pPr>
            <a:lvl4pPr algn="r">
              <a:defRPr sz="1650" b="0">
                <a:solidFill>
                  <a:srgbClr val="707C88"/>
                </a:solidFill>
                <a:latin typeface="Arial"/>
                <a:ea typeface="Arial"/>
                <a:cs typeface="Arial"/>
              </a:defRPr>
            </a:lvl4pPr>
            <a:lvl5pPr algn="r">
              <a:defRPr sz="1650" b="0">
                <a:solidFill>
                  <a:srgbClr val="707C88"/>
                </a:solidFill>
                <a:latin typeface="Arial"/>
                <a:ea typeface="Arial"/>
                <a:cs typeface="Arial"/>
              </a:defRPr>
            </a:lvl5pPr>
            <a:lvl6pPr algn="r">
              <a:defRPr sz="1650" b="0">
                <a:solidFill>
                  <a:srgbClr val="707C88"/>
                </a:solidFill>
                <a:latin typeface="Arial"/>
                <a:ea typeface="Arial"/>
                <a:cs typeface="Arial"/>
              </a:defRPr>
            </a:lvl6pPr>
            <a:lvl7pPr algn="r">
              <a:defRPr sz="1650" b="0">
                <a:solidFill>
                  <a:srgbClr val="707C88"/>
                </a:solidFill>
                <a:latin typeface="Arial"/>
                <a:ea typeface="Arial"/>
                <a:cs typeface="Arial"/>
              </a:defRPr>
            </a:lvl7pPr>
            <a:lvl8pPr algn="r">
              <a:defRPr sz="1650" b="0">
                <a:solidFill>
                  <a:srgbClr val="707C88"/>
                </a:solidFill>
                <a:latin typeface="Arial"/>
                <a:ea typeface="Arial"/>
                <a:cs typeface="Arial"/>
              </a:defRPr>
            </a:lvl8pPr>
            <a:lvl9pPr algn="r">
              <a:defRPr sz="1650" b="0">
                <a:solidFill>
                  <a:srgbClr val="707C88"/>
                </a:solidFill>
                <a:latin typeface="Arial"/>
                <a:ea typeface="Arial"/>
                <a:cs typeface="Arial"/>
              </a:defRPr>
            </a:lvl9pPr>
          </a:lstStyle>
          <a:p xmlns:a="http://schemas.openxmlformats.org/drawingml/2006/main">
            <a:pPr algn="r">
              <a:defRPr sz="1650" b="0">
                <a:solidFill>
                  <a:srgbClr val="707C88"/>
                </a:solidFill>
                <a:latin typeface="Arial"/>
                <a:ea typeface="Arial"/>
                <a:cs typeface="Arial"/>
              </a:defRPr>
            </a:pPr>
            <a:r>
              <a:rPr sz="1650" b="0">
                <a:solidFill>
                  <a:srgbClr val="707C88"/>
                </a:solidFill>
                <a:latin typeface="Arial"/>
                <a:ea typeface="Arial"/>
                <a:cs typeface="Arial"/>
              </a:rPr>
              <a:t>12 / 33</a:t>
            </a:r>
          </a:p>
        </p:txBody>
      </p:sp>
      <p:sp>
        <p:nvSpPr>
          <p:cNvPr id="20" name="!!nav.prev">
            <ns0:hlinkClick xmlns:ns0="http://schemas.openxmlformats.org/drawingml/2006/main" xmlns:ns1="http://schemas.openxmlformats.org/officeDocument/2006/relationships" ns1:id="rIdNavSlide11" action="ppaction://hlinksldjump" tooltip="Slide 11: Proposed bond quote workflow"/>
            <a:extLst xmlns:a="http://schemas.openxmlformats.org/drawingml/2006/main">
              <a:ext uri="{FF2B5EF4-FFF2-40B4-BE49-F238E27FC236}">
                <a16:creationId xmlns:a16="http://schemas.microsoft.com/office/drawing/2014/main" id="{4A856815-F4B8-44DF-96AF-D41DF160EBB7}"/>
              </a:ext>
            </a:extLst>
          </p:cNvPr>
          <p:cNvSpPr>
            <a:spLocks xmlns:a="http://schemas.openxmlformats.org/drawingml/2006/main" noGrp="1"/>
          </p:cNvSpPr>
          <p:nvPr/>
        </p:nvSpPr>
        <p:spPr>
          <a:xfrm xmlns:a="http://schemas.openxmlformats.org/drawingml/2006/main">
            <a:off x="12287250" y="7496175"/>
            <a:ext cx="1047750" cy="4572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725" b="1">
                <a:solidFill>
                  <a:srgbClr val="005A9C"/>
                </a:solidFill>
                <a:latin typeface="Arial"/>
                <a:ea typeface="Arial"/>
                <a:cs typeface="Arial"/>
              </a:defRPr>
            </a:defPPr>
            <a:lvl1pPr algn="ctr">
              <a:defRPr sz="1725" b="1">
                <a:solidFill>
                  <a:srgbClr val="005A9C"/>
                </a:solidFill>
                <a:latin typeface="Arial"/>
                <a:ea typeface="Arial"/>
                <a:cs typeface="Arial"/>
              </a:defRPr>
            </a:lvl1pPr>
            <a:lvl2pPr algn="ctr">
              <a:defRPr sz="1725" b="1">
                <a:solidFill>
                  <a:srgbClr val="005A9C"/>
                </a:solidFill>
                <a:latin typeface="Arial"/>
                <a:ea typeface="Arial"/>
                <a:cs typeface="Arial"/>
              </a:defRPr>
            </a:lvl2pPr>
            <a:lvl3pPr algn="ctr">
              <a:defRPr sz="1725" b="1">
                <a:solidFill>
                  <a:srgbClr val="005A9C"/>
                </a:solidFill>
                <a:latin typeface="Arial"/>
                <a:ea typeface="Arial"/>
                <a:cs typeface="Arial"/>
              </a:defRPr>
            </a:lvl3pPr>
            <a:lvl4pPr algn="ctr">
              <a:defRPr sz="1725" b="1">
                <a:solidFill>
                  <a:srgbClr val="005A9C"/>
                </a:solidFill>
                <a:latin typeface="Arial"/>
                <a:ea typeface="Arial"/>
                <a:cs typeface="Arial"/>
              </a:defRPr>
            </a:lvl4pPr>
            <a:lvl5pPr algn="ctr">
              <a:defRPr sz="1725" b="1">
                <a:solidFill>
                  <a:srgbClr val="005A9C"/>
                </a:solidFill>
                <a:latin typeface="Arial"/>
                <a:ea typeface="Arial"/>
                <a:cs typeface="Arial"/>
              </a:defRPr>
            </a:lvl5pPr>
            <a:lvl6pPr algn="ctr">
              <a:defRPr sz="1725" b="1">
                <a:solidFill>
                  <a:srgbClr val="005A9C"/>
                </a:solidFill>
                <a:latin typeface="Arial"/>
                <a:ea typeface="Arial"/>
                <a:cs typeface="Arial"/>
              </a:defRPr>
            </a:lvl6pPr>
            <a:lvl7pPr algn="ctr">
              <a:defRPr sz="1725" b="1">
                <a:solidFill>
                  <a:srgbClr val="005A9C"/>
                </a:solidFill>
                <a:latin typeface="Arial"/>
                <a:ea typeface="Arial"/>
                <a:cs typeface="Arial"/>
              </a:defRPr>
            </a:lvl7pPr>
            <a:lvl8pPr algn="ctr">
              <a:defRPr sz="1725" b="1">
                <a:solidFill>
                  <a:srgbClr val="005A9C"/>
                </a:solidFill>
                <a:latin typeface="Arial"/>
                <a:ea typeface="Arial"/>
                <a:cs typeface="Arial"/>
              </a:defRPr>
            </a:lvl8pPr>
            <a:lvl9pPr algn="ctr">
              <a:defRPr sz="1725" b="1">
                <a:solidFill>
                  <a:srgbClr val="005A9C"/>
                </a:solidFill>
                <a:latin typeface="Arial"/>
                <a:ea typeface="Arial"/>
                <a:cs typeface="Arial"/>
              </a:defRPr>
            </a:lvl9pPr>
          </a:lstStyle>
          <a:p xmlns:a="http://schemas.openxmlformats.org/drawingml/2006/main">
            <a:pPr algn="ctr">
              <a:defRPr sz="1725" b="1">
                <a:solidFill>
                  <a:srgbClr val="005A9C"/>
                </a:solidFill>
                <a:latin typeface="Arial"/>
                <a:ea typeface="Arial"/>
                <a:cs typeface="Arial"/>
              </a:defRPr>
            </a:pPr>
            <a:r>
              <a:rPr sz="1725" b="1">
                <a:solidFill>
                  <a:srgbClr val="005A9C"/>
                </a:solidFill>
                <a:latin typeface="Arial"/>
                <a:ea typeface="Arial"/>
                <a:cs typeface="Arial"/>
              </a:rPr>
              <a:t>Back</a:t>
            </a:r>
          </a:p>
        </p:txBody>
      </p:sp>
      <p:sp>
        <p:nvSpPr>
          <p:cNvPr id="21" name="!!nav.next">
            <ns0:hlinkClick xmlns:ns0="http://schemas.openxmlformats.org/drawingml/2006/main" xmlns:ns1="http://schemas.openxmlformats.org/officeDocument/2006/relationships" ns1:id="rIdNavSlide13" action="ppaction://hlinksldjump" tooltip="Slide 13: Tianhong: portfolio manager views and market commentary"/>
            <a:extLst xmlns:a="http://schemas.openxmlformats.org/drawingml/2006/main">
              <a:ext uri="{FF2B5EF4-FFF2-40B4-BE49-F238E27FC236}">
                <a16:creationId xmlns:a16="http://schemas.microsoft.com/office/drawing/2014/main" id="{95DE3093-958E-4B66-864A-C987DECE1714}"/>
              </a:ext>
            </a:extLst>
          </p:cNvPr>
          <p:cNvSpPr>
            <a:spLocks xmlns:a="http://schemas.openxmlformats.org/drawingml/2006/main" noGrp="1"/>
          </p:cNvSpPr>
          <p:nvPr/>
        </p:nvSpPr>
        <p:spPr>
          <a:xfrm xmlns:a="http://schemas.openxmlformats.org/drawingml/2006/main">
            <a:off x="13506450" y="7496175"/>
            <a:ext cx="1085850" cy="45720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725" b="1">
                <a:solidFill>
                  <a:srgbClr val="FFFFFF"/>
                </a:solidFill>
                <a:latin typeface="Arial"/>
                <a:ea typeface="Arial"/>
                <a:cs typeface="Arial"/>
              </a:defRPr>
            </a:defPPr>
            <a:lvl1pPr algn="ctr">
              <a:defRPr sz="1725" b="1">
                <a:solidFill>
                  <a:srgbClr val="FFFFFF"/>
                </a:solidFill>
                <a:latin typeface="Arial"/>
                <a:ea typeface="Arial"/>
                <a:cs typeface="Arial"/>
              </a:defRPr>
            </a:lvl1pPr>
            <a:lvl2pPr algn="ctr">
              <a:defRPr sz="1725" b="1">
                <a:solidFill>
                  <a:srgbClr val="FFFFFF"/>
                </a:solidFill>
                <a:latin typeface="Arial"/>
                <a:ea typeface="Arial"/>
                <a:cs typeface="Arial"/>
              </a:defRPr>
            </a:lvl2pPr>
            <a:lvl3pPr algn="ctr">
              <a:defRPr sz="1725" b="1">
                <a:solidFill>
                  <a:srgbClr val="FFFFFF"/>
                </a:solidFill>
                <a:latin typeface="Arial"/>
                <a:ea typeface="Arial"/>
                <a:cs typeface="Arial"/>
              </a:defRPr>
            </a:lvl3pPr>
            <a:lvl4pPr algn="ctr">
              <a:defRPr sz="1725" b="1">
                <a:solidFill>
                  <a:srgbClr val="FFFFFF"/>
                </a:solidFill>
                <a:latin typeface="Arial"/>
                <a:ea typeface="Arial"/>
                <a:cs typeface="Arial"/>
              </a:defRPr>
            </a:lvl4pPr>
            <a:lvl5pPr algn="ctr">
              <a:defRPr sz="1725" b="1">
                <a:solidFill>
                  <a:srgbClr val="FFFFFF"/>
                </a:solidFill>
                <a:latin typeface="Arial"/>
                <a:ea typeface="Arial"/>
                <a:cs typeface="Arial"/>
              </a:defRPr>
            </a:lvl5pPr>
            <a:lvl6pPr algn="ctr">
              <a:defRPr sz="1725" b="1">
                <a:solidFill>
                  <a:srgbClr val="FFFFFF"/>
                </a:solidFill>
                <a:latin typeface="Arial"/>
                <a:ea typeface="Arial"/>
                <a:cs typeface="Arial"/>
              </a:defRPr>
            </a:lvl6pPr>
            <a:lvl7pPr algn="ctr">
              <a:defRPr sz="1725" b="1">
                <a:solidFill>
                  <a:srgbClr val="FFFFFF"/>
                </a:solidFill>
                <a:latin typeface="Arial"/>
                <a:ea typeface="Arial"/>
                <a:cs typeface="Arial"/>
              </a:defRPr>
            </a:lvl7pPr>
            <a:lvl8pPr algn="ctr">
              <a:defRPr sz="1725" b="1">
                <a:solidFill>
                  <a:srgbClr val="FFFFFF"/>
                </a:solidFill>
                <a:latin typeface="Arial"/>
                <a:ea typeface="Arial"/>
                <a:cs typeface="Arial"/>
              </a:defRPr>
            </a:lvl8pPr>
            <a:lvl9pPr algn="ctr">
              <a:defRPr sz="1725" b="1">
                <a:solidFill>
                  <a:srgbClr val="FFFFFF"/>
                </a:solidFill>
                <a:latin typeface="Arial"/>
                <a:ea typeface="Arial"/>
                <a:cs typeface="Arial"/>
              </a:defRPr>
            </a:lvl9pPr>
          </a:lstStyle>
          <a:p xmlns:a="http://schemas.openxmlformats.org/drawingml/2006/main">
            <a:pPr algn="ctr">
              <a:defRPr sz="1725" b="1">
                <a:solidFill>
                  <a:srgbClr val="FFFFFF"/>
                </a:solidFill>
                <a:latin typeface="Arial"/>
                <a:ea typeface="Arial"/>
                <a:cs typeface="Arial"/>
              </a:defRPr>
            </a:pPr>
            <a:r>
              <a:rPr sz="1725" b="1">
                <a:solidFill>
                  <a:srgbClr val="FFFFFF"/>
                </a:solidFill>
                <a:latin typeface="Arial"/>
                <a:ea typeface="Arial"/>
                <a:cs typeface="Arial"/>
              </a:rPr>
              <a:t>Next</a:t>
            </a:r>
          </a:p>
        </p:txBody>
      </p:sp>
      <p:sp>
        <p:nvSpPr>
          <p:cNvPr id="22" name="!!footer.rule">
            <a:extLst xmlns:a="http://schemas.openxmlformats.org/drawingml/2006/main">
              <a:ext uri="{FF2B5EF4-FFF2-40B4-BE49-F238E27FC236}">
                <a16:creationId xmlns:a16="http://schemas.microsoft.com/office/drawing/2014/main" id="{BF80D38D-59EE-4139-B7E9-1A86C1BCFBAF}"/>
              </a:ext>
            </a:extLst>
          </p:cNvPr>
          <p:cNvSpPr>
            <a:spLocks xmlns:a="http://schemas.openxmlformats.org/drawingml/2006/main" noGrp="1"/>
          </p:cNvSpPr>
          <p:nvPr/>
        </p:nvSpPr>
        <p:spPr>
          <a:xfrm xmlns:a="http://schemas.openxmlformats.org/drawingml/2006/main" flipH="0" flipV="0">
            <a:off x="647700" y="8134350"/>
            <a:ext cx="13944600" cy="953"/>
          </a:xfrm>
          <a:prstGeom xmlns:a="http://schemas.openxmlformats.org/drawingml/2006/main" prst="line">
            <a:avLst/>
          </a:prstGeom>
          <a:noFill xmlns:a="http://schemas.openxmlformats.org/drawingml/2006/main"/>
          <a:ln xmlns:a="http://schemas.openxmlformats.org/drawingml/2006/main" w="9525">
            <a:solidFill>
              <a:srgbClr val="BCC6CF"/>
            </a:solidFill>
            <a:prstDash val="solid"/>
          </a:ln>
        </p:spPr>
      </p:sp>
      <p:sp>
        <p:nvSpPr>
          <p:cNvPr id="23" name="!!source">
            <a:extLst xmlns:a="http://schemas.openxmlformats.org/drawingml/2006/main">
              <a:ext uri="{FF2B5EF4-FFF2-40B4-BE49-F238E27FC236}">
                <a16:creationId xmlns:a16="http://schemas.microsoft.com/office/drawing/2014/main" id="{7C334EF9-850A-439F-8C15-A7359FA07154}"/>
              </a:ext>
            </a:extLst>
          </p:cNvPr>
          <p:cNvSpPr>
            <a:spLocks xmlns:a="http://schemas.openxmlformats.org/drawingml/2006/main" noGrp="1"/>
          </p:cNvSpPr>
          <p:nvPr/>
        </p:nvSpPr>
        <p:spPr>
          <a:xfrm xmlns:a="http://schemas.openxmlformats.org/drawingml/2006/main">
            <a:off x="647700" y="8267700"/>
            <a:ext cx="13944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707C88"/>
                </a:solidFill>
                <a:latin typeface="Arial"/>
                <a:ea typeface="Arial"/>
                <a:cs typeface="Arial"/>
              </a:defRPr>
            </a:defPPr>
            <a:lvl1pPr algn="l">
              <a:defRPr sz="1050" b="0">
                <a:solidFill>
                  <a:srgbClr val="707C88"/>
                </a:solidFill>
                <a:latin typeface="Arial"/>
                <a:ea typeface="Arial"/>
                <a:cs typeface="Arial"/>
              </a:defRPr>
            </a:lvl1pPr>
            <a:lvl2pPr algn="l">
              <a:defRPr sz="1050" b="0">
                <a:solidFill>
                  <a:srgbClr val="707C88"/>
                </a:solidFill>
                <a:latin typeface="Arial"/>
                <a:ea typeface="Arial"/>
                <a:cs typeface="Arial"/>
              </a:defRPr>
            </a:lvl2pPr>
            <a:lvl3pPr algn="l">
              <a:defRPr sz="1050" b="0">
                <a:solidFill>
                  <a:srgbClr val="707C88"/>
                </a:solidFill>
                <a:latin typeface="Arial"/>
                <a:ea typeface="Arial"/>
                <a:cs typeface="Arial"/>
              </a:defRPr>
            </a:lvl3pPr>
            <a:lvl4pPr algn="l">
              <a:defRPr sz="1050" b="0">
                <a:solidFill>
                  <a:srgbClr val="707C88"/>
                </a:solidFill>
                <a:latin typeface="Arial"/>
                <a:ea typeface="Arial"/>
                <a:cs typeface="Arial"/>
              </a:defRPr>
            </a:lvl4pPr>
            <a:lvl5pPr algn="l">
              <a:defRPr sz="1050" b="0">
                <a:solidFill>
                  <a:srgbClr val="707C88"/>
                </a:solidFill>
                <a:latin typeface="Arial"/>
                <a:ea typeface="Arial"/>
                <a:cs typeface="Arial"/>
              </a:defRPr>
            </a:lvl5pPr>
            <a:lvl6pPr algn="l">
              <a:defRPr sz="1050" b="0">
                <a:solidFill>
                  <a:srgbClr val="707C88"/>
                </a:solidFill>
                <a:latin typeface="Arial"/>
                <a:ea typeface="Arial"/>
                <a:cs typeface="Arial"/>
              </a:defRPr>
            </a:lvl6pPr>
            <a:lvl7pPr algn="l">
              <a:defRPr sz="1050" b="0">
                <a:solidFill>
                  <a:srgbClr val="707C88"/>
                </a:solidFill>
                <a:latin typeface="Arial"/>
                <a:ea typeface="Arial"/>
                <a:cs typeface="Arial"/>
              </a:defRPr>
            </a:lvl7pPr>
            <a:lvl8pPr algn="l">
              <a:defRPr sz="1050" b="0">
                <a:solidFill>
                  <a:srgbClr val="707C88"/>
                </a:solidFill>
                <a:latin typeface="Arial"/>
                <a:ea typeface="Arial"/>
                <a:cs typeface="Arial"/>
              </a:defRPr>
            </a:lvl8pPr>
            <a:lvl9pPr algn="l">
              <a:defRPr sz="1050" b="0">
                <a:solidFill>
                  <a:srgbClr val="707C88"/>
                </a:solidFill>
                <a:latin typeface="Arial"/>
                <a:ea typeface="Arial"/>
                <a:cs typeface="Arial"/>
              </a:defRPr>
            </a:lvl9pPr>
          </a:lstStyle>
          <a:p xmlns:a="http://schemas.openxmlformats.org/drawingml/2006/main">
            <a:r>
              <a:t/>
            </a:r>
          </a:p>
        </p:txBody>
      </p:sp>
      <p:sp>
        <p:nvSpPr>
          <p:cNvPr id="24" name="!!client.task">
            <a:extLst xmlns:a="http://schemas.openxmlformats.org/drawingml/2006/main">
              <a:ext uri="{FF2B5EF4-FFF2-40B4-BE49-F238E27FC236}">
                <a16:creationId xmlns:a16="http://schemas.microsoft.com/office/drawing/2014/main" id="{6079BF16-3200-4692-B247-2F17087DBCE2}"/>
              </a:ext>
            </a:extLst>
          </p:cNvPr>
          <p:cNvSpPr>
            <a:spLocks xmlns:a="http://schemas.openxmlformats.org/drawingml/2006/main" noGrp="1"/>
          </p:cNvSpPr>
          <p:nvPr/>
        </p:nvSpPr>
        <p:spPr>
          <a:xfrm xmlns:a="http://schemas.openxmlformats.org/drawingml/2006/main">
            <a:off x="4057650" y="2047875"/>
            <a:ext cx="105346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5A9C"/>
                </a:solidFill>
                <a:latin typeface="Arial"/>
                <a:ea typeface="Arial"/>
                <a:cs typeface="Arial"/>
              </a:defRPr>
            </a:defPPr>
            <a:lvl1pPr algn="l">
              <a:defRPr sz="2400" b="1">
                <a:solidFill>
                  <a:srgbClr val="005A9C"/>
                </a:solidFill>
                <a:latin typeface="Arial"/>
                <a:ea typeface="Arial"/>
                <a:cs typeface="Arial"/>
              </a:defRPr>
            </a:lvl1pPr>
            <a:lvl2pPr algn="l">
              <a:defRPr sz="2400" b="1">
                <a:solidFill>
                  <a:srgbClr val="005A9C"/>
                </a:solidFill>
                <a:latin typeface="Arial"/>
                <a:ea typeface="Arial"/>
                <a:cs typeface="Arial"/>
              </a:defRPr>
            </a:lvl2pPr>
            <a:lvl3pPr algn="l">
              <a:defRPr sz="2400" b="1">
                <a:solidFill>
                  <a:srgbClr val="005A9C"/>
                </a:solidFill>
                <a:latin typeface="Arial"/>
                <a:ea typeface="Arial"/>
                <a:cs typeface="Arial"/>
              </a:defRPr>
            </a:lvl3pPr>
            <a:lvl4pPr algn="l">
              <a:defRPr sz="2400" b="1">
                <a:solidFill>
                  <a:srgbClr val="005A9C"/>
                </a:solidFill>
                <a:latin typeface="Arial"/>
                <a:ea typeface="Arial"/>
                <a:cs typeface="Arial"/>
              </a:defRPr>
            </a:lvl4pPr>
            <a:lvl5pPr algn="l">
              <a:defRPr sz="2400" b="1">
                <a:solidFill>
                  <a:srgbClr val="005A9C"/>
                </a:solidFill>
                <a:latin typeface="Arial"/>
                <a:ea typeface="Arial"/>
                <a:cs typeface="Arial"/>
              </a:defRPr>
            </a:lvl5pPr>
            <a:lvl6pPr algn="l">
              <a:defRPr sz="2400" b="1">
                <a:solidFill>
                  <a:srgbClr val="005A9C"/>
                </a:solidFill>
                <a:latin typeface="Arial"/>
                <a:ea typeface="Arial"/>
                <a:cs typeface="Arial"/>
              </a:defRPr>
            </a:lvl6pPr>
            <a:lvl7pPr algn="l">
              <a:defRPr sz="2400" b="1">
                <a:solidFill>
                  <a:srgbClr val="005A9C"/>
                </a:solidFill>
                <a:latin typeface="Arial"/>
                <a:ea typeface="Arial"/>
                <a:cs typeface="Arial"/>
              </a:defRPr>
            </a:lvl7pPr>
            <a:lvl8pPr algn="l">
              <a:defRPr sz="2400" b="1">
                <a:solidFill>
                  <a:srgbClr val="005A9C"/>
                </a:solidFill>
                <a:latin typeface="Arial"/>
                <a:ea typeface="Arial"/>
                <a:cs typeface="Arial"/>
              </a:defRPr>
            </a:lvl8pPr>
            <a:lvl9pPr algn="l">
              <a:defRPr sz="2400" b="1">
                <a:solidFill>
                  <a:srgbClr val="005A9C"/>
                </a:solidFill>
                <a:latin typeface="Arial"/>
                <a:ea typeface="Arial"/>
                <a:cs typeface="Arial"/>
              </a:defRPr>
            </a:lvl9pPr>
          </a:lstStyle>
          <a:p xmlns:a="http://schemas.openxmlformats.org/drawingml/2006/main">
            <a:pPr algn="l">
              <a:defRPr sz="2400" b="1">
                <a:solidFill>
                  <a:srgbClr val="005A9C"/>
                </a:solidFill>
                <a:latin typeface="Arial"/>
                <a:ea typeface="Arial"/>
                <a:cs typeface="Arial"/>
              </a:defRPr>
            </a:pPr>
            <a:r>
              <a:rPr sz="2400" b="1">
                <a:solidFill>
                  <a:srgbClr val="005A9C"/>
                </a:solidFill>
                <a:latin typeface="Arial"/>
                <a:ea typeface="Arial"/>
                <a:cs typeface="Arial"/>
              </a:rPr>
              <a:t>A client relationship manager prepares a quarterly update</a:t>
            </a:r>
          </a:p>
        </p:txBody>
      </p:sp>
      <p:sp>
        <p:nvSpPr>
          <p:cNvPr id="25" name="!!client.question.rule">
            <a:extLst xmlns:a="http://schemas.openxmlformats.org/drawingml/2006/main">
              <a:ext uri="{FF2B5EF4-FFF2-40B4-BE49-F238E27FC236}">
                <a16:creationId xmlns:a16="http://schemas.microsoft.com/office/drawing/2014/main" id="{A1E02C7F-27C1-48D0-BADB-19BFC078317C}"/>
              </a:ext>
            </a:extLst>
          </p:cNvPr>
          <p:cNvSpPr>
            <a:spLocks xmlns:a="http://schemas.openxmlformats.org/drawingml/2006/main" noGrp="1"/>
          </p:cNvSpPr>
          <p:nvPr/>
        </p:nvSpPr>
        <p:spPr>
          <a:xfrm xmlns:a="http://schemas.openxmlformats.org/drawingml/2006/main" flipH="0" flipV="0">
            <a:off x="4057650" y="2981325"/>
            <a:ext cx="10534650" cy="953"/>
          </a:xfrm>
          <a:prstGeom xmlns:a="http://schemas.openxmlformats.org/drawingml/2006/main" prst="line">
            <a:avLst/>
          </a:prstGeom>
          <a:noFill xmlns:a="http://schemas.openxmlformats.org/drawingml/2006/main"/>
          <a:ln xmlns:a="http://schemas.openxmlformats.org/drawingml/2006/main" w="14288">
            <a:solidFill>
              <a:srgbClr val="BCC6CF"/>
            </a:solidFill>
            <a:prstDash val="solid"/>
          </a:ln>
        </p:spPr>
      </p:sp>
      <p:sp>
        <p:nvSpPr>
          <p:cNvPr id="26" name="!!client.question.label">
            <a:extLst xmlns:a="http://schemas.openxmlformats.org/drawingml/2006/main">
              <a:ext uri="{FF2B5EF4-FFF2-40B4-BE49-F238E27FC236}">
                <a16:creationId xmlns:a16="http://schemas.microsoft.com/office/drawing/2014/main" id="{762CB1C6-DE4D-42EF-A099-D8E9922B9692}"/>
              </a:ext>
            </a:extLst>
          </p:cNvPr>
          <p:cNvSpPr>
            <a:spLocks xmlns:a="http://schemas.openxmlformats.org/drawingml/2006/main" noGrp="1"/>
          </p:cNvSpPr>
          <p:nvPr/>
        </p:nvSpPr>
        <p:spPr>
          <a:xfrm xmlns:a="http://schemas.openxmlformats.org/drawingml/2006/main">
            <a:off x="4057650" y="3076575"/>
            <a:ext cx="105346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005A9C"/>
                </a:solidFill>
                <a:latin typeface="Arial"/>
                <a:ea typeface="Arial"/>
                <a:cs typeface="Arial"/>
              </a:defRPr>
            </a:defPPr>
            <a:lvl1pPr algn="l">
              <a:defRPr sz="1650" b="1">
                <a:solidFill>
                  <a:srgbClr val="005A9C"/>
                </a:solidFill>
                <a:latin typeface="Arial"/>
                <a:ea typeface="Arial"/>
                <a:cs typeface="Arial"/>
              </a:defRPr>
            </a:lvl1pPr>
            <a:lvl2pPr algn="l">
              <a:defRPr sz="1650" b="1">
                <a:solidFill>
                  <a:srgbClr val="005A9C"/>
                </a:solidFill>
                <a:latin typeface="Arial"/>
                <a:ea typeface="Arial"/>
                <a:cs typeface="Arial"/>
              </a:defRPr>
            </a:lvl2pPr>
            <a:lvl3pPr algn="l">
              <a:defRPr sz="1650" b="1">
                <a:solidFill>
                  <a:srgbClr val="005A9C"/>
                </a:solidFill>
                <a:latin typeface="Arial"/>
                <a:ea typeface="Arial"/>
                <a:cs typeface="Arial"/>
              </a:defRPr>
            </a:lvl3pPr>
            <a:lvl4pPr algn="l">
              <a:defRPr sz="1650" b="1">
                <a:solidFill>
                  <a:srgbClr val="005A9C"/>
                </a:solidFill>
                <a:latin typeface="Arial"/>
                <a:ea typeface="Arial"/>
                <a:cs typeface="Arial"/>
              </a:defRPr>
            </a:lvl4pPr>
            <a:lvl5pPr algn="l">
              <a:defRPr sz="1650" b="1">
                <a:solidFill>
                  <a:srgbClr val="005A9C"/>
                </a:solidFill>
                <a:latin typeface="Arial"/>
                <a:ea typeface="Arial"/>
                <a:cs typeface="Arial"/>
              </a:defRPr>
            </a:lvl5pPr>
            <a:lvl6pPr algn="l">
              <a:defRPr sz="1650" b="1">
                <a:solidFill>
                  <a:srgbClr val="005A9C"/>
                </a:solidFill>
                <a:latin typeface="Arial"/>
                <a:ea typeface="Arial"/>
                <a:cs typeface="Arial"/>
              </a:defRPr>
            </a:lvl6pPr>
            <a:lvl7pPr algn="l">
              <a:defRPr sz="1650" b="1">
                <a:solidFill>
                  <a:srgbClr val="005A9C"/>
                </a:solidFill>
                <a:latin typeface="Arial"/>
                <a:ea typeface="Arial"/>
                <a:cs typeface="Arial"/>
              </a:defRPr>
            </a:lvl7pPr>
            <a:lvl8pPr algn="l">
              <a:defRPr sz="1650" b="1">
                <a:solidFill>
                  <a:srgbClr val="005A9C"/>
                </a:solidFill>
                <a:latin typeface="Arial"/>
                <a:ea typeface="Arial"/>
                <a:cs typeface="Arial"/>
              </a:defRPr>
            </a:lvl8pPr>
            <a:lvl9pPr algn="l">
              <a:defRPr sz="1650" b="1">
                <a:solidFill>
                  <a:srgbClr val="005A9C"/>
                </a:solidFill>
                <a:latin typeface="Arial"/>
                <a:ea typeface="Arial"/>
                <a:cs typeface="Arial"/>
              </a:defRPr>
            </a:lvl9pPr>
          </a:lstStyle>
          <a:p xmlns:a="http://schemas.openxmlformats.org/drawingml/2006/main">
            <a:pPr algn="l">
              <a:defRPr sz="1650" b="1">
                <a:solidFill>
                  <a:srgbClr val="005A9C"/>
                </a:solidFill>
                <a:latin typeface="Arial"/>
                <a:ea typeface="Arial"/>
                <a:cs typeface="Arial"/>
              </a:defRPr>
            </a:pPr>
            <a:r>
              <a:rPr sz="1650" b="1">
                <a:solidFill>
                  <a:srgbClr val="005A9C"/>
                </a:solidFill>
                <a:latin typeface="Arial"/>
                <a:ea typeface="Arial"/>
                <a:cs typeface="Arial"/>
              </a:rPr>
              <a:t>The client’s questions</a:t>
            </a:r>
          </a:p>
        </p:txBody>
      </p:sp>
      <p:sp>
        <p:nvSpPr>
          <p:cNvPr id="27" name="!!client.question.text">
            <a:extLst xmlns:a="http://schemas.openxmlformats.org/drawingml/2006/main">
              <a:ext uri="{FF2B5EF4-FFF2-40B4-BE49-F238E27FC236}">
                <a16:creationId xmlns:a16="http://schemas.microsoft.com/office/drawing/2014/main" id="{BFCE5A59-C4DB-408C-86F8-C2F5FD1C58F9}"/>
              </a:ext>
            </a:extLst>
          </p:cNvPr>
          <p:cNvSpPr>
            <a:spLocks xmlns:a="http://schemas.openxmlformats.org/drawingml/2006/main" noGrp="1"/>
          </p:cNvSpPr>
          <p:nvPr/>
        </p:nvSpPr>
        <p:spPr>
          <a:xfrm xmlns:a="http://schemas.openxmlformats.org/drawingml/2006/main">
            <a:off x="4057650" y="3419475"/>
            <a:ext cx="105346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20262C"/>
                </a:solidFill>
                <a:latin typeface="Arial"/>
                <a:ea typeface="Arial"/>
                <a:cs typeface="Arial"/>
              </a:defRPr>
            </a:defPPr>
            <a:lvl1pPr algn="l">
              <a:defRPr sz="2250" b="0">
                <a:solidFill>
                  <a:srgbClr val="20262C"/>
                </a:solidFill>
                <a:latin typeface="Arial"/>
                <a:ea typeface="Arial"/>
                <a:cs typeface="Arial"/>
              </a:defRPr>
            </a:lvl1pPr>
            <a:lvl2pPr algn="l">
              <a:defRPr sz="2250" b="0">
                <a:solidFill>
                  <a:srgbClr val="20262C"/>
                </a:solidFill>
                <a:latin typeface="Arial"/>
                <a:ea typeface="Arial"/>
                <a:cs typeface="Arial"/>
              </a:defRPr>
            </a:lvl2pPr>
            <a:lvl3pPr algn="l">
              <a:defRPr sz="2250" b="0">
                <a:solidFill>
                  <a:srgbClr val="20262C"/>
                </a:solidFill>
                <a:latin typeface="Arial"/>
                <a:ea typeface="Arial"/>
                <a:cs typeface="Arial"/>
              </a:defRPr>
            </a:lvl3pPr>
            <a:lvl4pPr algn="l">
              <a:defRPr sz="2250" b="0">
                <a:solidFill>
                  <a:srgbClr val="20262C"/>
                </a:solidFill>
                <a:latin typeface="Arial"/>
                <a:ea typeface="Arial"/>
                <a:cs typeface="Arial"/>
              </a:defRPr>
            </a:lvl4pPr>
            <a:lvl5pPr algn="l">
              <a:defRPr sz="2250" b="0">
                <a:solidFill>
                  <a:srgbClr val="20262C"/>
                </a:solidFill>
                <a:latin typeface="Arial"/>
                <a:ea typeface="Arial"/>
                <a:cs typeface="Arial"/>
              </a:defRPr>
            </a:lvl5pPr>
            <a:lvl6pPr algn="l">
              <a:defRPr sz="2250" b="0">
                <a:solidFill>
                  <a:srgbClr val="20262C"/>
                </a:solidFill>
                <a:latin typeface="Arial"/>
                <a:ea typeface="Arial"/>
                <a:cs typeface="Arial"/>
              </a:defRPr>
            </a:lvl6pPr>
            <a:lvl7pPr algn="l">
              <a:defRPr sz="2250" b="0">
                <a:solidFill>
                  <a:srgbClr val="20262C"/>
                </a:solidFill>
                <a:latin typeface="Arial"/>
                <a:ea typeface="Arial"/>
                <a:cs typeface="Arial"/>
              </a:defRPr>
            </a:lvl7pPr>
            <a:lvl8pPr algn="l">
              <a:defRPr sz="2250" b="0">
                <a:solidFill>
                  <a:srgbClr val="20262C"/>
                </a:solidFill>
                <a:latin typeface="Arial"/>
                <a:ea typeface="Arial"/>
                <a:cs typeface="Arial"/>
              </a:defRPr>
            </a:lvl8pPr>
            <a:lvl9pPr algn="l">
              <a:defRPr sz="2250" b="0">
                <a:solidFill>
                  <a:srgbClr val="20262C"/>
                </a:solidFill>
                <a:latin typeface="Arial"/>
                <a:ea typeface="Arial"/>
                <a:cs typeface="Arial"/>
              </a:defRPr>
            </a:lvl9pPr>
          </a:lstStyle>
          <a:p xmlns:a="http://schemas.openxmlformats.org/drawingml/2006/main">
            <a:pPr algn="l">
              <a:defRPr sz="2250" b="0">
                <a:solidFill>
                  <a:srgbClr val="20262C"/>
                </a:solidFill>
                <a:latin typeface="Arial"/>
                <a:ea typeface="Arial"/>
                <a:cs typeface="Arial"/>
              </a:defRPr>
            </a:pPr>
            <a:r>
              <a:rPr sz="2250" b="0">
                <a:solidFill>
                  <a:srgbClr val="20262C"/>
                </a:solidFill>
                <a:latin typeface="Arial"/>
                <a:ea typeface="Arial"/>
                <a:cs typeface="Arial"/>
              </a:rPr>
              <a:t>What changed in the company’s business this quarter?</a:t>
            </a:r>
          </a:p>
          <a:p xmlns:a="http://schemas.openxmlformats.org/drawingml/2006/main">
            <a:pPr algn="l">
              <a:defRPr sz="2250" b="0">
                <a:solidFill>
                  <a:srgbClr val="20262C"/>
                </a:solidFill>
                <a:latin typeface="Arial"/>
                <a:ea typeface="Arial"/>
                <a:cs typeface="Arial"/>
              </a:defRPr>
            </a:pPr>
            <a:r>
              <a:rPr sz="2250" b="0">
                <a:solidFill>
                  <a:srgbClr val="20262C"/>
                </a:solidFill>
                <a:latin typeface="Arial"/>
                <a:ea typeface="Arial"/>
                <a:cs typeface="Arial"/>
              </a:rPr>
              <a:t>What should we watch next?</a:t>
            </a:r>
          </a:p>
        </p:txBody>
      </p:sp>
      <p:sp>
        <p:nvSpPr>
          <p:cNvPr id="28" name="!!client.material0">
            <a:extLst xmlns:a="http://schemas.openxmlformats.org/drawingml/2006/main">
              <a:ext uri="{FF2B5EF4-FFF2-40B4-BE49-F238E27FC236}">
                <a16:creationId xmlns:a16="http://schemas.microsoft.com/office/drawing/2014/main" id="{B55F81CD-D091-49C2-93D5-C1C1C65B9B4B}"/>
              </a:ext>
            </a:extLst>
          </p:cNvPr>
          <p:cNvSpPr>
            <a:spLocks xmlns:a="http://schemas.openxmlformats.org/drawingml/2006/main" noGrp="1"/>
          </p:cNvSpPr>
          <p:nvPr/>
        </p:nvSpPr>
        <p:spPr>
          <a:xfrm xmlns:a="http://schemas.openxmlformats.org/drawingml/2006/main">
            <a:off x="4057650" y="4514850"/>
            <a:ext cx="3219450" cy="64770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100" b="1">
                <a:solidFill>
                  <a:srgbClr val="20262C"/>
                </a:solidFill>
                <a:latin typeface="Arial"/>
                <a:ea typeface="Arial"/>
                <a:cs typeface="Arial"/>
              </a:defRPr>
            </a:defPPr>
            <a:lvl1pPr algn="ctr">
              <a:defRPr sz="2100" b="1">
                <a:solidFill>
                  <a:srgbClr val="20262C"/>
                </a:solidFill>
                <a:latin typeface="Arial"/>
                <a:ea typeface="Arial"/>
                <a:cs typeface="Arial"/>
              </a:defRPr>
            </a:lvl1pPr>
            <a:lvl2pPr algn="ctr">
              <a:defRPr sz="2100" b="1">
                <a:solidFill>
                  <a:srgbClr val="20262C"/>
                </a:solidFill>
                <a:latin typeface="Arial"/>
                <a:ea typeface="Arial"/>
                <a:cs typeface="Arial"/>
              </a:defRPr>
            </a:lvl2pPr>
            <a:lvl3pPr algn="ctr">
              <a:defRPr sz="2100" b="1">
                <a:solidFill>
                  <a:srgbClr val="20262C"/>
                </a:solidFill>
                <a:latin typeface="Arial"/>
                <a:ea typeface="Arial"/>
                <a:cs typeface="Arial"/>
              </a:defRPr>
            </a:lvl3pPr>
            <a:lvl4pPr algn="ctr">
              <a:defRPr sz="2100" b="1">
                <a:solidFill>
                  <a:srgbClr val="20262C"/>
                </a:solidFill>
                <a:latin typeface="Arial"/>
                <a:ea typeface="Arial"/>
                <a:cs typeface="Arial"/>
              </a:defRPr>
            </a:lvl4pPr>
            <a:lvl5pPr algn="ctr">
              <a:defRPr sz="2100" b="1">
                <a:solidFill>
                  <a:srgbClr val="20262C"/>
                </a:solidFill>
                <a:latin typeface="Arial"/>
                <a:ea typeface="Arial"/>
                <a:cs typeface="Arial"/>
              </a:defRPr>
            </a:lvl5pPr>
            <a:lvl6pPr algn="ctr">
              <a:defRPr sz="2100" b="1">
                <a:solidFill>
                  <a:srgbClr val="20262C"/>
                </a:solidFill>
                <a:latin typeface="Arial"/>
                <a:ea typeface="Arial"/>
                <a:cs typeface="Arial"/>
              </a:defRPr>
            </a:lvl6pPr>
            <a:lvl7pPr algn="ctr">
              <a:defRPr sz="2100" b="1">
                <a:solidFill>
                  <a:srgbClr val="20262C"/>
                </a:solidFill>
                <a:latin typeface="Arial"/>
                <a:ea typeface="Arial"/>
                <a:cs typeface="Arial"/>
              </a:defRPr>
            </a:lvl7pPr>
            <a:lvl8pPr algn="ctr">
              <a:defRPr sz="2100" b="1">
                <a:solidFill>
                  <a:srgbClr val="20262C"/>
                </a:solidFill>
                <a:latin typeface="Arial"/>
                <a:ea typeface="Arial"/>
                <a:cs typeface="Arial"/>
              </a:defRPr>
            </a:lvl8pPr>
            <a:lvl9pPr algn="ctr">
              <a:defRPr sz="2100" b="1">
                <a:solidFill>
                  <a:srgbClr val="20262C"/>
                </a:solidFill>
                <a:latin typeface="Arial"/>
                <a:ea typeface="Arial"/>
                <a:cs typeface="Arial"/>
              </a:defRPr>
            </a:lvl9pPr>
          </a:lstStyle>
          <a:p xmlns:a="http://schemas.openxmlformats.org/drawingml/2006/main">
            <a:pPr algn="ctr">
              <a:defRPr sz="2100" b="1">
                <a:solidFill>
                  <a:srgbClr val="20262C"/>
                </a:solidFill>
                <a:latin typeface="Arial"/>
                <a:ea typeface="Arial"/>
                <a:cs typeface="Arial"/>
              </a:defRPr>
            </a:pPr>
            <a:r>
              <a:rPr sz="2100" b="1">
                <a:solidFill>
                  <a:srgbClr val="20262C"/>
                </a:solidFill>
                <a:latin typeface="Arial"/>
                <a:ea typeface="Arial"/>
                <a:cs typeface="Arial"/>
              </a:rPr>
              <a:t>Portfolio manager views</a:t>
            </a:r>
          </a:p>
        </p:txBody>
      </p:sp>
      <p:sp>
        <p:nvSpPr>
          <p:cNvPr id="29" name="!!client.material1">
            <a:extLst xmlns:a="http://schemas.openxmlformats.org/drawingml/2006/main">
              <a:ext uri="{FF2B5EF4-FFF2-40B4-BE49-F238E27FC236}">
                <a16:creationId xmlns:a16="http://schemas.microsoft.com/office/drawing/2014/main" id="{D807157E-CE1C-49D3-9C0D-7E94791DC31C}"/>
              </a:ext>
            </a:extLst>
          </p:cNvPr>
          <p:cNvSpPr>
            <a:spLocks xmlns:a="http://schemas.openxmlformats.org/drawingml/2006/main" noGrp="1"/>
          </p:cNvSpPr>
          <p:nvPr/>
        </p:nvSpPr>
        <p:spPr>
          <a:xfrm xmlns:a="http://schemas.openxmlformats.org/drawingml/2006/main">
            <a:off x="7715250" y="4514850"/>
            <a:ext cx="3219450" cy="64770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100" b="1">
                <a:solidFill>
                  <a:srgbClr val="20262C"/>
                </a:solidFill>
                <a:latin typeface="Arial"/>
                <a:ea typeface="Arial"/>
                <a:cs typeface="Arial"/>
              </a:defRPr>
            </a:defPPr>
            <a:lvl1pPr algn="ctr">
              <a:defRPr sz="2100" b="1">
                <a:solidFill>
                  <a:srgbClr val="20262C"/>
                </a:solidFill>
                <a:latin typeface="Arial"/>
                <a:ea typeface="Arial"/>
                <a:cs typeface="Arial"/>
              </a:defRPr>
            </a:lvl1pPr>
            <a:lvl2pPr algn="ctr">
              <a:defRPr sz="2100" b="1">
                <a:solidFill>
                  <a:srgbClr val="20262C"/>
                </a:solidFill>
                <a:latin typeface="Arial"/>
                <a:ea typeface="Arial"/>
                <a:cs typeface="Arial"/>
              </a:defRPr>
            </a:lvl2pPr>
            <a:lvl3pPr algn="ctr">
              <a:defRPr sz="2100" b="1">
                <a:solidFill>
                  <a:srgbClr val="20262C"/>
                </a:solidFill>
                <a:latin typeface="Arial"/>
                <a:ea typeface="Arial"/>
                <a:cs typeface="Arial"/>
              </a:defRPr>
            </a:lvl3pPr>
            <a:lvl4pPr algn="ctr">
              <a:defRPr sz="2100" b="1">
                <a:solidFill>
                  <a:srgbClr val="20262C"/>
                </a:solidFill>
                <a:latin typeface="Arial"/>
                <a:ea typeface="Arial"/>
                <a:cs typeface="Arial"/>
              </a:defRPr>
            </a:lvl4pPr>
            <a:lvl5pPr algn="ctr">
              <a:defRPr sz="2100" b="1">
                <a:solidFill>
                  <a:srgbClr val="20262C"/>
                </a:solidFill>
                <a:latin typeface="Arial"/>
                <a:ea typeface="Arial"/>
                <a:cs typeface="Arial"/>
              </a:defRPr>
            </a:lvl5pPr>
            <a:lvl6pPr algn="ctr">
              <a:defRPr sz="2100" b="1">
                <a:solidFill>
                  <a:srgbClr val="20262C"/>
                </a:solidFill>
                <a:latin typeface="Arial"/>
                <a:ea typeface="Arial"/>
                <a:cs typeface="Arial"/>
              </a:defRPr>
            </a:lvl6pPr>
            <a:lvl7pPr algn="ctr">
              <a:defRPr sz="2100" b="1">
                <a:solidFill>
                  <a:srgbClr val="20262C"/>
                </a:solidFill>
                <a:latin typeface="Arial"/>
                <a:ea typeface="Arial"/>
                <a:cs typeface="Arial"/>
              </a:defRPr>
            </a:lvl7pPr>
            <a:lvl8pPr algn="ctr">
              <a:defRPr sz="2100" b="1">
                <a:solidFill>
                  <a:srgbClr val="20262C"/>
                </a:solidFill>
                <a:latin typeface="Arial"/>
                <a:ea typeface="Arial"/>
                <a:cs typeface="Arial"/>
              </a:defRPr>
            </a:lvl8pPr>
            <a:lvl9pPr algn="ctr">
              <a:defRPr sz="2100" b="1">
                <a:solidFill>
                  <a:srgbClr val="20262C"/>
                </a:solidFill>
                <a:latin typeface="Arial"/>
                <a:ea typeface="Arial"/>
                <a:cs typeface="Arial"/>
              </a:defRPr>
            </a:lvl9pPr>
          </a:lstStyle>
          <a:p xmlns:a="http://schemas.openxmlformats.org/drawingml/2006/main">
            <a:pPr algn="ctr">
              <a:defRPr sz="2100" b="1">
                <a:solidFill>
                  <a:srgbClr val="20262C"/>
                </a:solidFill>
                <a:latin typeface="Arial"/>
                <a:ea typeface="Arial"/>
                <a:cs typeface="Arial"/>
              </a:defRPr>
            </a:pPr>
            <a:r>
              <a:rPr sz="2100" b="1">
                <a:solidFill>
                  <a:srgbClr val="20262C"/>
                </a:solidFill>
                <a:latin typeface="Arial"/>
                <a:ea typeface="Arial"/>
                <a:cs typeface="Arial"/>
              </a:rPr>
              <a:t>Product documents</a:t>
            </a:r>
          </a:p>
        </p:txBody>
      </p:sp>
      <p:sp>
        <p:nvSpPr>
          <p:cNvPr id="30" name="!!client.material2">
            <a:extLst xmlns:a="http://schemas.openxmlformats.org/drawingml/2006/main">
              <a:ext uri="{FF2B5EF4-FFF2-40B4-BE49-F238E27FC236}">
                <a16:creationId xmlns:a16="http://schemas.microsoft.com/office/drawing/2014/main" id="{837BBCF2-0513-473D-A6CF-08F53E337477}"/>
              </a:ext>
            </a:extLst>
          </p:cNvPr>
          <p:cNvSpPr>
            <a:spLocks xmlns:a="http://schemas.openxmlformats.org/drawingml/2006/main" noGrp="1"/>
          </p:cNvSpPr>
          <p:nvPr/>
        </p:nvSpPr>
        <p:spPr>
          <a:xfrm xmlns:a="http://schemas.openxmlformats.org/drawingml/2006/main">
            <a:off x="11372850" y="4514850"/>
            <a:ext cx="3219450" cy="64770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100" b="1">
                <a:solidFill>
                  <a:srgbClr val="20262C"/>
                </a:solidFill>
                <a:latin typeface="Arial"/>
                <a:ea typeface="Arial"/>
                <a:cs typeface="Arial"/>
              </a:defRPr>
            </a:defPPr>
            <a:lvl1pPr algn="ctr">
              <a:defRPr sz="2100" b="1">
                <a:solidFill>
                  <a:srgbClr val="20262C"/>
                </a:solidFill>
                <a:latin typeface="Arial"/>
                <a:ea typeface="Arial"/>
                <a:cs typeface="Arial"/>
              </a:defRPr>
            </a:lvl1pPr>
            <a:lvl2pPr algn="ctr">
              <a:defRPr sz="2100" b="1">
                <a:solidFill>
                  <a:srgbClr val="20262C"/>
                </a:solidFill>
                <a:latin typeface="Arial"/>
                <a:ea typeface="Arial"/>
                <a:cs typeface="Arial"/>
              </a:defRPr>
            </a:lvl2pPr>
            <a:lvl3pPr algn="ctr">
              <a:defRPr sz="2100" b="1">
                <a:solidFill>
                  <a:srgbClr val="20262C"/>
                </a:solidFill>
                <a:latin typeface="Arial"/>
                <a:ea typeface="Arial"/>
                <a:cs typeface="Arial"/>
              </a:defRPr>
            </a:lvl3pPr>
            <a:lvl4pPr algn="ctr">
              <a:defRPr sz="2100" b="1">
                <a:solidFill>
                  <a:srgbClr val="20262C"/>
                </a:solidFill>
                <a:latin typeface="Arial"/>
                <a:ea typeface="Arial"/>
                <a:cs typeface="Arial"/>
              </a:defRPr>
            </a:lvl4pPr>
            <a:lvl5pPr algn="ctr">
              <a:defRPr sz="2100" b="1">
                <a:solidFill>
                  <a:srgbClr val="20262C"/>
                </a:solidFill>
                <a:latin typeface="Arial"/>
                <a:ea typeface="Arial"/>
                <a:cs typeface="Arial"/>
              </a:defRPr>
            </a:lvl5pPr>
            <a:lvl6pPr algn="ctr">
              <a:defRPr sz="2100" b="1">
                <a:solidFill>
                  <a:srgbClr val="20262C"/>
                </a:solidFill>
                <a:latin typeface="Arial"/>
                <a:ea typeface="Arial"/>
                <a:cs typeface="Arial"/>
              </a:defRPr>
            </a:lvl6pPr>
            <a:lvl7pPr algn="ctr">
              <a:defRPr sz="2100" b="1">
                <a:solidFill>
                  <a:srgbClr val="20262C"/>
                </a:solidFill>
                <a:latin typeface="Arial"/>
                <a:ea typeface="Arial"/>
                <a:cs typeface="Arial"/>
              </a:defRPr>
            </a:lvl7pPr>
            <a:lvl8pPr algn="ctr">
              <a:defRPr sz="2100" b="1">
                <a:solidFill>
                  <a:srgbClr val="20262C"/>
                </a:solidFill>
                <a:latin typeface="Arial"/>
                <a:ea typeface="Arial"/>
                <a:cs typeface="Arial"/>
              </a:defRPr>
            </a:lvl8pPr>
            <a:lvl9pPr algn="ctr">
              <a:defRPr sz="2100" b="1">
                <a:solidFill>
                  <a:srgbClr val="20262C"/>
                </a:solidFill>
                <a:latin typeface="Arial"/>
                <a:ea typeface="Arial"/>
                <a:cs typeface="Arial"/>
              </a:defRPr>
            </a:lvl9pPr>
          </a:lstStyle>
          <a:p xmlns:a="http://schemas.openxmlformats.org/drawingml/2006/main">
            <a:pPr algn="ctr">
              <a:defRPr sz="2100" b="1">
                <a:solidFill>
                  <a:srgbClr val="20262C"/>
                </a:solidFill>
                <a:latin typeface="Arial"/>
                <a:ea typeface="Arial"/>
                <a:cs typeface="Arial"/>
              </a:defRPr>
            </a:pPr>
            <a:r>
              <a:rPr sz="2100" b="1">
                <a:solidFill>
                  <a:srgbClr val="20262C"/>
                </a:solidFill>
                <a:latin typeface="Arial"/>
                <a:ea typeface="Arial"/>
                <a:cs typeface="Arial"/>
              </a:rPr>
              <a:t>Previous client materials</a:t>
            </a:r>
          </a:p>
        </p:txBody>
      </p:sp>
      <p:sp>
        <p:nvSpPr>
          <p:cNvPr id="31" name="!!client.manual.title">
            <a:extLst xmlns:a="http://schemas.openxmlformats.org/drawingml/2006/main">
              <a:ext uri="{FF2B5EF4-FFF2-40B4-BE49-F238E27FC236}">
                <a16:creationId xmlns:a16="http://schemas.microsoft.com/office/drawing/2014/main" id="{A7525C19-CED0-478F-88EA-CF4427993D8C}"/>
              </a:ext>
            </a:extLst>
          </p:cNvPr>
          <p:cNvSpPr>
            <a:spLocks xmlns:a="http://schemas.openxmlformats.org/drawingml/2006/main" noGrp="1"/>
          </p:cNvSpPr>
          <p:nvPr/>
        </p:nvSpPr>
        <p:spPr>
          <a:xfrm xmlns:a="http://schemas.openxmlformats.org/drawingml/2006/main">
            <a:off x="4057650" y="5562600"/>
            <a:ext cx="105346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5A9C"/>
                </a:solidFill>
                <a:latin typeface="Arial"/>
                <a:ea typeface="Arial"/>
                <a:cs typeface="Arial"/>
              </a:defRPr>
            </a:defPPr>
            <a:lvl1pPr algn="l">
              <a:defRPr sz="2100" b="1">
                <a:solidFill>
                  <a:srgbClr val="005A9C"/>
                </a:solidFill>
                <a:latin typeface="Arial"/>
                <a:ea typeface="Arial"/>
                <a:cs typeface="Arial"/>
              </a:defRPr>
            </a:lvl1pPr>
            <a:lvl2pPr algn="l">
              <a:defRPr sz="2100" b="1">
                <a:solidFill>
                  <a:srgbClr val="005A9C"/>
                </a:solidFill>
                <a:latin typeface="Arial"/>
                <a:ea typeface="Arial"/>
                <a:cs typeface="Arial"/>
              </a:defRPr>
            </a:lvl2pPr>
            <a:lvl3pPr algn="l">
              <a:defRPr sz="2100" b="1">
                <a:solidFill>
                  <a:srgbClr val="005A9C"/>
                </a:solidFill>
                <a:latin typeface="Arial"/>
                <a:ea typeface="Arial"/>
                <a:cs typeface="Arial"/>
              </a:defRPr>
            </a:lvl3pPr>
            <a:lvl4pPr algn="l">
              <a:defRPr sz="2100" b="1">
                <a:solidFill>
                  <a:srgbClr val="005A9C"/>
                </a:solidFill>
                <a:latin typeface="Arial"/>
                <a:ea typeface="Arial"/>
                <a:cs typeface="Arial"/>
              </a:defRPr>
            </a:lvl4pPr>
            <a:lvl5pPr algn="l">
              <a:defRPr sz="2100" b="1">
                <a:solidFill>
                  <a:srgbClr val="005A9C"/>
                </a:solidFill>
                <a:latin typeface="Arial"/>
                <a:ea typeface="Arial"/>
                <a:cs typeface="Arial"/>
              </a:defRPr>
            </a:lvl5pPr>
            <a:lvl6pPr algn="l">
              <a:defRPr sz="2100" b="1">
                <a:solidFill>
                  <a:srgbClr val="005A9C"/>
                </a:solidFill>
                <a:latin typeface="Arial"/>
                <a:ea typeface="Arial"/>
                <a:cs typeface="Arial"/>
              </a:defRPr>
            </a:lvl6pPr>
            <a:lvl7pPr algn="l">
              <a:defRPr sz="2100" b="1">
                <a:solidFill>
                  <a:srgbClr val="005A9C"/>
                </a:solidFill>
                <a:latin typeface="Arial"/>
                <a:ea typeface="Arial"/>
                <a:cs typeface="Arial"/>
              </a:defRPr>
            </a:lvl7pPr>
            <a:lvl8pPr algn="l">
              <a:defRPr sz="2100" b="1">
                <a:solidFill>
                  <a:srgbClr val="005A9C"/>
                </a:solidFill>
                <a:latin typeface="Arial"/>
                <a:ea typeface="Arial"/>
                <a:cs typeface="Arial"/>
              </a:defRPr>
            </a:lvl8pPr>
            <a:lvl9pPr algn="l">
              <a:defRPr sz="2100" b="1">
                <a:solidFill>
                  <a:srgbClr val="005A9C"/>
                </a:solidFill>
                <a:latin typeface="Arial"/>
                <a:ea typeface="Arial"/>
                <a:cs typeface="Arial"/>
              </a:defRPr>
            </a:lvl9pPr>
          </a:lstStyle>
          <a:p xmlns:a="http://schemas.openxmlformats.org/drawingml/2006/main">
            <a:pPr algn="l">
              <a:defRPr sz="2100" b="1">
                <a:solidFill>
                  <a:srgbClr val="005A9C"/>
                </a:solidFill>
                <a:latin typeface="Arial"/>
                <a:ea typeface="Arial"/>
                <a:cs typeface="Arial"/>
              </a:defRPr>
            </a:pPr>
            <a:r>
              <a:rPr sz="2100" b="1">
                <a:solidFill>
                  <a:srgbClr val="005A9C"/>
                </a:solidFill>
                <a:latin typeface="Arial"/>
                <a:ea typeface="Arial"/>
                <a:cs typeface="Arial"/>
              </a:rPr>
              <a:t>Work repeated for each update</a:t>
            </a:r>
          </a:p>
        </p:txBody>
      </p:sp>
      <p:sp>
        <p:nvSpPr>
          <p:cNvPr id="32" name="!!client.manual.0">
            <a:extLst xmlns:a="http://schemas.openxmlformats.org/drawingml/2006/main">
              <a:ext uri="{FF2B5EF4-FFF2-40B4-BE49-F238E27FC236}">
                <a16:creationId xmlns:a16="http://schemas.microsoft.com/office/drawing/2014/main" id="{3CE7E8FA-C20A-4FC7-AE9A-38004E8D9681}"/>
              </a:ext>
            </a:extLst>
          </p:cNvPr>
          <p:cNvSpPr>
            <a:spLocks xmlns:a="http://schemas.openxmlformats.org/drawingml/2006/main" noGrp="1"/>
          </p:cNvSpPr>
          <p:nvPr/>
        </p:nvSpPr>
        <p:spPr>
          <a:xfrm xmlns:a="http://schemas.openxmlformats.org/drawingml/2006/main">
            <a:off x="4057650" y="6057900"/>
            <a:ext cx="3289300" cy="752475"/>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950" b="1">
                <a:solidFill>
                  <a:srgbClr val="20262C"/>
                </a:solidFill>
                <a:latin typeface="Arial"/>
                <a:ea typeface="Arial"/>
                <a:cs typeface="Arial"/>
              </a:defRPr>
            </a:defPPr>
            <a:lvl1pPr algn="ctr">
              <a:defRPr sz="1950" b="1">
                <a:solidFill>
                  <a:srgbClr val="20262C"/>
                </a:solidFill>
                <a:latin typeface="Arial"/>
                <a:ea typeface="Arial"/>
                <a:cs typeface="Arial"/>
              </a:defRPr>
            </a:lvl1pPr>
            <a:lvl2pPr algn="ctr">
              <a:defRPr sz="1950" b="1">
                <a:solidFill>
                  <a:srgbClr val="20262C"/>
                </a:solidFill>
                <a:latin typeface="Arial"/>
                <a:ea typeface="Arial"/>
                <a:cs typeface="Arial"/>
              </a:defRPr>
            </a:lvl2pPr>
            <a:lvl3pPr algn="ctr">
              <a:defRPr sz="1950" b="1">
                <a:solidFill>
                  <a:srgbClr val="20262C"/>
                </a:solidFill>
                <a:latin typeface="Arial"/>
                <a:ea typeface="Arial"/>
                <a:cs typeface="Arial"/>
              </a:defRPr>
            </a:lvl3pPr>
            <a:lvl4pPr algn="ctr">
              <a:defRPr sz="1950" b="1">
                <a:solidFill>
                  <a:srgbClr val="20262C"/>
                </a:solidFill>
                <a:latin typeface="Arial"/>
                <a:ea typeface="Arial"/>
                <a:cs typeface="Arial"/>
              </a:defRPr>
            </a:lvl4pPr>
            <a:lvl5pPr algn="ctr">
              <a:defRPr sz="1950" b="1">
                <a:solidFill>
                  <a:srgbClr val="20262C"/>
                </a:solidFill>
                <a:latin typeface="Arial"/>
                <a:ea typeface="Arial"/>
                <a:cs typeface="Arial"/>
              </a:defRPr>
            </a:lvl5pPr>
            <a:lvl6pPr algn="ctr">
              <a:defRPr sz="1950" b="1">
                <a:solidFill>
                  <a:srgbClr val="20262C"/>
                </a:solidFill>
                <a:latin typeface="Arial"/>
                <a:ea typeface="Arial"/>
                <a:cs typeface="Arial"/>
              </a:defRPr>
            </a:lvl6pPr>
            <a:lvl7pPr algn="ctr">
              <a:defRPr sz="1950" b="1">
                <a:solidFill>
                  <a:srgbClr val="20262C"/>
                </a:solidFill>
                <a:latin typeface="Arial"/>
                <a:ea typeface="Arial"/>
                <a:cs typeface="Arial"/>
              </a:defRPr>
            </a:lvl7pPr>
            <a:lvl8pPr algn="ctr">
              <a:defRPr sz="1950" b="1">
                <a:solidFill>
                  <a:srgbClr val="20262C"/>
                </a:solidFill>
                <a:latin typeface="Arial"/>
                <a:ea typeface="Arial"/>
                <a:cs typeface="Arial"/>
              </a:defRPr>
            </a:lvl8pPr>
            <a:lvl9pPr algn="ctr">
              <a:defRPr sz="1950" b="1">
                <a:solidFill>
                  <a:srgbClr val="20262C"/>
                </a:solidFill>
                <a:latin typeface="Arial"/>
                <a:ea typeface="Arial"/>
                <a:cs typeface="Arial"/>
              </a:defRPr>
            </a:lvl9pPr>
          </a:lstStyle>
          <a:p xmlns:a="http://schemas.openxmlformats.org/drawingml/2006/main">
            <a:pPr algn="ctr">
              <a:defRPr sz="1950" b="1">
                <a:solidFill>
                  <a:srgbClr val="20262C"/>
                </a:solidFill>
                <a:latin typeface="Arial"/>
                <a:ea typeface="Arial"/>
                <a:cs typeface="Arial"/>
              </a:defRPr>
            </a:pPr>
            <a:r>
              <a:rPr sz="1950" b="1">
                <a:solidFill>
                  <a:srgbClr val="20262C"/>
                </a:solidFill>
                <a:latin typeface="Arial"/>
                <a:ea typeface="Arial"/>
                <a:cs typeface="Arial"/>
              </a:rPr>
              <a:t>Find the relevant views</a:t>
            </a:r>
          </a:p>
        </p:txBody>
      </p:sp>
      <p:sp>
        <p:nvSpPr>
          <p:cNvPr id="33" name="!!client.manual.link0.line">
            <a:extLst xmlns:a="http://schemas.openxmlformats.org/drawingml/2006/main">
              <a:ext uri="{FF2B5EF4-FFF2-40B4-BE49-F238E27FC236}">
                <a16:creationId xmlns:a16="http://schemas.microsoft.com/office/drawing/2014/main" id="{E48D4229-5E1B-4D63-929C-D83341BE2B04}"/>
              </a:ext>
            </a:extLst>
          </p:cNvPr>
          <p:cNvSpPr>
            <a:spLocks xmlns:a="http://schemas.openxmlformats.org/drawingml/2006/main" noGrp="1"/>
          </p:cNvSpPr>
          <p:nvPr/>
        </p:nvSpPr>
        <p:spPr>
          <a:xfrm xmlns:a="http://schemas.openxmlformats.org/drawingml/2006/main" flipH="0" flipV="0">
            <a:off x="7385050" y="6434138"/>
            <a:ext cx="209550" cy="953"/>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34" name="!!client.manual.link0.tip">
            <a:extLst xmlns:a="http://schemas.openxmlformats.org/drawingml/2006/main">
              <a:ext uri="{FF2B5EF4-FFF2-40B4-BE49-F238E27FC236}">
                <a16:creationId xmlns:a16="http://schemas.microsoft.com/office/drawing/2014/main" id="{0EB6492A-3793-4691-A0A8-845F258FCF04}"/>
              </a:ext>
            </a:extLst>
          </p:cNvPr>
          <p:cNvSpPr>
            <a:spLocks xmlns:a="http://schemas.openxmlformats.org/drawingml/2006/main" noGrp="1"/>
          </p:cNvSpPr>
          <p:nvPr/>
        </p:nvSpPr>
        <p:spPr>
          <a:xfrm xmlns:a="http://schemas.openxmlformats.org/drawingml/2006/main" rot="5400000">
            <a:off x="7537450" y="6376988"/>
            <a:ext cx="114300" cy="11430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35" name="!!client.manual.1">
            <a:extLst xmlns:a="http://schemas.openxmlformats.org/drawingml/2006/main">
              <a:ext uri="{FF2B5EF4-FFF2-40B4-BE49-F238E27FC236}">
                <a16:creationId xmlns:a16="http://schemas.microsoft.com/office/drawing/2014/main" id="{40C2C68F-DBEE-4D84-854A-003BD23AFF06}"/>
              </a:ext>
            </a:extLst>
          </p:cNvPr>
          <p:cNvSpPr>
            <a:spLocks xmlns:a="http://schemas.openxmlformats.org/drawingml/2006/main" noGrp="1"/>
          </p:cNvSpPr>
          <p:nvPr/>
        </p:nvSpPr>
        <p:spPr>
          <a:xfrm xmlns:a="http://schemas.openxmlformats.org/drawingml/2006/main">
            <a:off x="7680325" y="6057900"/>
            <a:ext cx="3289300" cy="752475"/>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950" b="1">
                <a:solidFill>
                  <a:srgbClr val="20262C"/>
                </a:solidFill>
                <a:latin typeface="Arial"/>
                <a:ea typeface="Arial"/>
                <a:cs typeface="Arial"/>
              </a:defRPr>
            </a:defPPr>
            <a:lvl1pPr algn="ctr">
              <a:defRPr sz="1950" b="1">
                <a:solidFill>
                  <a:srgbClr val="20262C"/>
                </a:solidFill>
                <a:latin typeface="Arial"/>
                <a:ea typeface="Arial"/>
                <a:cs typeface="Arial"/>
              </a:defRPr>
            </a:lvl1pPr>
            <a:lvl2pPr algn="ctr">
              <a:defRPr sz="1950" b="1">
                <a:solidFill>
                  <a:srgbClr val="20262C"/>
                </a:solidFill>
                <a:latin typeface="Arial"/>
                <a:ea typeface="Arial"/>
                <a:cs typeface="Arial"/>
              </a:defRPr>
            </a:lvl2pPr>
            <a:lvl3pPr algn="ctr">
              <a:defRPr sz="1950" b="1">
                <a:solidFill>
                  <a:srgbClr val="20262C"/>
                </a:solidFill>
                <a:latin typeface="Arial"/>
                <a:ea typeface="Arial"/>
                <a:cs typeface="Arial"/>
              </a:defRPr>
            </a:lvl3pPr>
            <a:lvl4pPr algn="ctr">
              <a:defRPr sz="1950" b="1">
                <a:solidFill>
                  <a:srgbClr val="20262C"/>
                </a:solidFill>
                <a:latin typeface="Arial"/>
                <a:ea typeface="Arial"/>
                <a:cs typeface="Arial"/>
              </a:defRPr>
            </a:lvl4pPr>
            <a:lvl5pPr algn="ctr">
              <a:defRPr sz="1950" b="1">
                <a:solidFill>
                  <a:srgbClr val="20262C"/>
                </a:solidFill>
                <a:latin typeface="Arial"/>
                <a:ea typeface="Arial"/>
                <a:cs typeface="Arial"/>
              </a:defRPr>
            </a:lvl5pPr>
            <a:lvl6pPr algn="ctr">
              <a:defRPr sz="1950" b="1">
                <a:solidFill>
                  <a:srgbClr val="20262C"/>
                </a:solidFill>
                <a:latin typeface="Arial"/>
                <a:ea typeface="Arial"/>
                <a:cs typeface="Arial"/>
              </a:defRPr>
            </a:lvl6pPr>
            <a:lvl7pPr algn="ctr">
              <a:defRPr sz="1950" b="1">
                <a:solidFill>
                  <a:srgbClr val="20262C"/>
                </a:solidFill>
                <a:latin typeface="Arial"/>
                <a:ea typeface="Arial"/>
                <a:cs typeface="Arial"/>
              </a:defRPr>
            </a:lvl7pPr>
            <a:lvl8pPr algn="ctr">
              <a:defRPr sz="1950" b="1">
                <a:solidFill>
                  <a:srgbClr val="20262C"/>
                </a:solidFill>
                <a:latin typeface="Arial"/>
                <a:ea typeface="Arial"/>
                <a:cs typeface="Arial"/>
              </a:defRPr>
            </a:lvl8pPr>
            <a:lvl9pPr algn="ctr">
              <a:defRPr sz="1950" b="1">
                <a:solidFill>
                  <a:srgbClr val="20262C"/>
                </a:solidFill>
                <a:latin typeface="Arial"/>
                <a:ea typeface="Arial"/>
                <a:cs typeface="Arial"/>
              </a:defRPr>
            </a:lvl9pPr>
          </a:lstStyle>
          <a:p xmlns:a="http://schemas.openxmlformats.org/drawingml/2006/main">
            <a:pPr algn="ctr">
              <a:defRPr sz="1950" b="1">
                <a:solidFill>
                  <a:srgbClr val="20262C"/>
                </a:solidFill>
                <a:latin typeface="Arial"/>
                <a:ea typeface="Arial"/>
                <a:cs typeface="Arial"/>
              </a:defRPr>
            </a:pPr>
            <a:r>
              <a:rPr sz="1950" b="1">
                <a:solidFill>
                  <a:srgbClr val="20262C"/>
                </a:solidFill>
                <a:latin typeface="Arial"/>
                <a:ea typeface="Arial"/>
                <a:cs typeface="Arial"/>
              </a:rPr>
              <a:t>Check the fund</a:t>
            </a:r>
          </a:p>
          <a:p xmlns:a="http://schemas.openxmlformats.org/drawingml/2006/main">
            <a:pPr algn="ctr">
              <a:defRPr sz="1950" b="1">
                <a:solidFill>
                  <a:srgbClr val="20262C"/>
                </a:solidFill>
                <a:latin typeface="Arial"/>
                <a:ea typeface="Arial"/>
                <a:cs typeface="Arial"/>
              </a:defRPr>
            </a:pPr>
            <a:r>
              <a:rPr sz="1950" b="1">
                <a:solidFill>
                  <a:srgbClr val="20262C"/>
                </a:solidFill>
                <a:latin typeface="Arial"/>
                <a:ea typeface="Arial"/>
                <a:cs typeface="Arial"/>
              </a:rPr>
              <a:t>and source period</a:t>
            </a:r>
          </a:p>
        </p:txBody>
      </p:sp>
      <p:sp>
        <p:nvSpPr>
          <p:cNvPr id="36" name="!!client.manual.link1.line">
            <a:extLst xmlns:a="http://schemas.openxmlformats.org/drawingml/2006/main">
              <a:ext uri="{FF2B5EF4-FFF2-40B4-BE49-F238E27FC236}">
                <a16:creationId xmlns:a16="http://schemas.microsoft.com/office/drawing/2014/main" id="{465E7B25-EA95-40DF-B633-4CA6CF784BA4}"/>
              </a:ext>
            </a:extLst>
          </p:cNvPr>
          <p:cNvSpPr>
            <a:spLocks xmlns:a="http://schemas.openxmlformats.org/drawingml/2006/main" noGrp="1"/>
          </p:cNvSpPr>
          <p:nvPr/>
        </p:nvSpPr>
        <p:spPr>
          <a:xfrm xmlns:a="http://schemas.openxmlformats.org/drawingml/2006/main" flipH="0" flipV="0">
            <a:off x="11007725" y="6434138"/>
            <a:ext cx="209550" cy="953"/>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37" name="!!client.manual.link1.tip">
            <a:extLst xmlns:a="http://schemas.openxmlformats.org/drawingml/2006/main">
              <a:ext uri="{FF2B5EF4-FFF2-40B4-BE49-F238E27FC236}">
                <a16:creationId xmlns:a16="http://schemas.microsoft.com/office/drawing/2014/main" id="{BC56EF15-F3D2-4ED9-A6A8-402BDAA8101E}"/>
              </a:ext>
            </a:extLst>
          </p:cNvPr>
          <p:cNvSpPr>
            <a:spLocks xmlns:a="http://schemas.openxmlformats.org/drawingml/2006/main" noGrp="1"/>
          </p:cNvSpPr>
          <p:nvPr/>
        </p:nvSpPr>
        <p:spPr>
          <a:xfrm xmlns:a="http://schemas.openxmlformats.org/drawingml/2006/main" rot="5400000">
            <a:off x="11160125" y="6376988"/>
            <a:ext cx="114300" cy="11430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38" name="!!client.manual.2">
            <a:extLst xmlns:a="http://schemas.openxmlformats.org/drawingml/2006/main">
              <a:ext uri="{FF2B5EF4-FFF2-40B4-BE49-F238E27FC236}">
                <a16:creationId xmlns:a16="http://schemas.microsoft.com/office/drawing/2014/main" id="{ED039AE1-5BD5-4717-A954-A8ECB5A30511}"/>
              </a:ext>
            </a:extLst>
          </p:cNvPr>
          <p:cNvSpPr>
            <a:spLocks xmlns:a="http://schemas.openxmlformats.org/drawingml/2006/main" noGrp="1"/>
          </p:cNvSpPr>
          <p:nvPr/>
        </p:nvSpPr>
        <p:spPr>
          <a:xfrm xmlns:a="http://schemas.openxmlformats.org/drawingml/2006/main">
            <a:off x="11303000" y="6057900"/>
            <a:ext cx="3289300" cy="752475"/>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950" b="1">
                <a:solidFill>
                  <a:srgbClr val="20262C"/>
                </a:solidFill>
                <a:latin typeface="Arial"/>
                <a:ea typeface="Arial"/>
                <a:cs typeface="Arial"/>
              </a:defRPr>
            </a:defPPr>
            <a:lvl1pPr algn="ctr">
              <a:defRPr sz="1950" b="1">
                <a:solidFill>
                  <a:srgbClr val="20262C"/>
                </a:solidFill>
                <a:latin typeface="Arial"/>
                <a:ea typeface="Arial"/>
                <a:cs typeface="Arial"/>
              </a:defRPr>
            </a:lvl1pPr>
            <a:lvl2pPr algn="ctr">
              <a:defRPr sz="1950" b="1">
                <a:solidFill>
                  <a:srgbClr val="20262C"/>
                </a:solidFill>
                <a:latin typeface="Arial"/>
                <a:ea typeface="Arial"/>
                <a:cs typeface="Arial"/>
              </a:defRPr>
            </a:lvl2pPr>
            <a:lvl3pPr algn="ctr">
              <a:defRPr sz="1950" b="1">
                <a:solidFill>
                  <a:srgbClr val="20262C"/>
                </a:solidFill>
                <a:latin typeface="Arial"/>
                <a:ea typeface="Arial"/>
                <a:cs typeface="Arial"/>
              </a:defRPr>
            </a:lvl3pPr>
            <a:lvl4pPr algn="ctr">
              <a:defRPr sz="1950" b="1">
                <a:solidFill>
                  <a:srgbClr val="20262C"/>
                </a:solidFill>
                <a:latin typeface="Arial"/>
                <a:ea typeface="Arial"/>
                <a:cs typeface="Arial"/>
              </a:defRPr>
            </a:lvl4pPr>
            <a:lvl5pPr algn="ctr">
              <a:defRPr sz="1950" b="1">
                <a:solidFill>
                  <a:srgbClr val="20262C"/>
                </a:solidFill>
                <a:latin typeface="Arial"/>
                <a:ea typeface="Arial"/>
                <a:cs typeface="Arial"/>
              </a:defRPr>
            </a:lvl5pPr>
            <a:lvl6pPr algn="ctr">
              <a:defRPr sz="1950" b="1">
                <a:solidFill>
                  <a:srgbClr val="20262C"/>
                </a:solidFill>
                <a:latin typeface="Arial"/>
                <a:ea typeface="Arial"/>
                <a:cs typeface="Arial"/>
              </a:defRPr>
            </a:lvl6pPr>
            <a:lvl7pPr algn="ctr">
              <a:defRPr sz="1950" b="1">
                <a:solidFill>
                  <a:srgbClr val="20262C"/>
                </a:solidFill>
                <a:latin typeface="Arial"/>
                <a:ea typeface="Arial"/>
                <a:cs typeface="Arial"/>
              </a:defRPr>
            </a:lvl7pPr>
            <a:lvl8pPr algn="ctr">
              <a:defRPr sz="1950" b="1">
                <a:solidFill>
                  <a:srgbClr val="20262C"/>
                </a:solidFill>
                <a:latin typeface="Arial"/>
                <a:ea typeface="Arial"/>
                <a:cs typeface="Arial"/>
              </a:defRPr>
            </a:lvl8pPr>
            <a:lvl9pPr algn="ctr">
              <a:defRPr sz="1950" b="1">
                <a:solidFill>
                  <a:srgbClr val="20262C"/>
                </a:solidFill>
                <a:latin typeface="Arial"/>
                <a:ea typeface="Arial"/>
                <a:cs typeface="Arial"/>
              </a:defRPr>
            </a:lvl9pPr>
          </a:lstStyle>
          <a:p xmlns:a="http://schemas.openxmlformats.org/drawingml/2006/main">
            <a:pPr algn="ctr">
              <a:defRPr sz="1950" b="1">
                <a:solidFill>
                  <a:srgbClr val="20262C"/>
                </a:solidFill>
                <a:latin typeface="Arial"/>
                <a:ea typeface="Arial"/>
                <a:cs typeface="Arial"/>
              </a:defRPr>
            </a:pPr>
            <a:r>
              <a:rPr sz="1950" b="1">
                <a:solidFill>
                  <a:srgbClr val="20262C"/>
                </a:solidFill>
                <a:latin typeface="Arial"/>
                <a:ea typeface="Arial"/>
                <a:cs typeface="Arial"/>
              </a:rPr>
              <a:t>Adapt the content</a:t>
            </a:r>
          </a:p>
          <a:p xmlns:a="http://schemas.openxmlformats.org/drawingml/2006/main">
            <a:pPr algn="ctr">
              <a:defRPr sz="1950" b="1">
                <a:solidFill>
                  <a:srgbClr val="20262C"/>
                </a:solidFill>
                <a:latin typeface="Arial"/>
                <a:ea typeface="Arial"/>
                <a:cs typeface="Arial"/>
              </a:defRPr>
            </a:pPr>
            <a:r>
              <a:rPr sz="1950" b="1">
                <a:solidFill>
                  <a:srgbClr val="20262C"/>
                </a:solidFill>
                <a:latin typeface="Arial"/>
                <a:ea typeface="Arial"/>
                <a:cs typeface="Arial"/>
              </a:rPr>
              <a:t>to the client’s questions</a:t>
            </a:r>
          </a:p>
        </p:txBody>
      </p:sp>
      <p:sp>
        <p:nvSpPr>
          <p:cNvPr id="39" name="!!client.repetition">
            <a:extLst xmlns:a="http://schemas.openxmlformats.org/drawingml/2006/main">
              <a:ext uri="{FF2B5EF4-FFF2-40B4-BE49-F238E27FC236}">
                <a16:creationId xmlns:a16="http://schemas.microsoft.com/office/drawing/2014/main" id="{D2C87160-800E-4624-ADC4-A1D4664B3B50}"/>
              </a:ext>
            </a:extLst>
          </p:cNvPr>
          <p:cNvSpPr>
            <a:spLocks xmlns:a="http://schemas.openxmlformats.org/drawingml/2006/main" noGrp="1"/>
          </p:cNvSpPr>
          <p:nvPr/>
        </p:nvSpPr>
        <p:spPr>
          <a:xfrm xmlns:a="http://schemas.openxmlformats.org/drawingml/2006/main">
            <a:off x="4057650" y="7134225"/>
            <a:ext cx="105346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20262C"/>
                </a:solidFill>
                <a:latin typeface="Arial"/>
                <a:ea typeface="Arial"/>
                <a:cs typeface="Arial"/>
              </a:defRPr>
            </a:defPPr>
            <a:lvl1pPr algn="l">
              <a:defRPr sz="2025" b="0">
                <a:solidFill>
                  <a:srgbClr val="20262C"/>
                </a:solidFill>
                <a:latin typeface="Arial"/>
                <a:ea typeface="Arial"/>
                <a:cs typeface="Arial"/>
              </a:defRPr>
            </a:lvl1pPr>
            <a:lvl2pPr algn="l">
              <a:defRPr sz="2025" b="0">
                <a:solidFill>
                  <a:srgbClr val="20262C"/>
                </a:solidFill>
                <a:latin typeface="Arial"/>
                <a:ea typeface="Arial"/>
                <a:cs typeface="Arial"/>
              </a:defRPr>
            </a:lvl2pPr>
            <a:lvl3pPr algn="l">
              <a:defRPr sz="2025" b="0">
                <a:solidFill>
                  <a:srgbClr val="20262C"/>
                </a:solidFill>
                <a:latin typeface="Arial"/>
                <a:ea typeface="Arial"/>
                <a:cs typeface="Arial"/>
              </a:defRPr>
            </a:lvl3pPr>
            <a:lvl4pPr algn="l">
              <a:defRPr sz="2025" b="0">
                <a:solidFill>
                  <a:srgbClr val="20262C"/>
                </a:solidFill>
                <a:latin typeface="Arial"/>
                <a:ea typeface="Arial"/>
                <a:cs typeface="Arial"/>
              </a:defRPr>
            </a:lvl4pPr>
            <a:lvl5pPr algn="l">
              <a:defRPr sz="2025" b="0">
                <a:solidFill>
                  <a:srgbClr val="20262C"/>
                </a:solidFill>
                <a:latin typeface="Arial"/>
                <a:ea typeface="Arial"/>
                <a:cs typeface="Arial"/>
              </a:defRPr>
            </a:lvl5pPr>
            <a:lvl6pPr algn="l">
              <a:defRPr sz="2025" b="0">
                <a:solidFill>
                  <a:srgbClr val="20262C"/>
                </a:solidFill>
                <a:latin typeface="Arial"/>
                <a:ea typeface="Arial"/>
                <a:cs typeface="Arial"/>
              </a:defRPr>
            </a:lvl6pPr>
            <a:lvl7pPr algn="l">
              <a:defRPr sz="2025" b="0">
                <a:solidFill>
                  <a:srgbClr val="20262C"/>
                </a:solidFill>
                <a:latin typeface="Arial"/>
                <a:ea typeface="Arial"/>
                <a:cs typeface="Arial"/>
              </a:defRPr>
            </a:lvl7pPr>
            <a:lvl8pPr algn="l">
              <a:defRPr sz="2025" b="0">
                <a:solidFill>
                  <a:srgbClr val="20262C"/>
                </a:solidFill>
                <a:latin typeface="Arial"/>
                <a:ea typeface="Arial"/>
                <a:cs typeface="Arial"/>
              </a:defRPr>
            </a:lvl8pPr>
            <a:lvl9pPr algn="l">
              <a:defRPr sz="2025" b="0">
                <a:solidFill>
                  <a:srgbClr val="20262C"/>
                </a:solidFill>
                <a:latin typeface="Arial"/>
                <a:ea typeface="Arial"/>
                <a:cs typeface="Arial"/>
              </a:defRPr>
            </a:lvl9pPr>
          </a:lstStyle>
          <a:p xmlns:a="http://schemas.openxmlformats.org/drawingml/2006/main">
            <a:pPr algn="l">
              <a:defRPr sz="2025" b="0">
                <a:solidFill>
                  <a:srgbClr val="20262C"/>
                </a:solidFill>
                <a:latin typeface="Arial"/>
                <a:ea typeface="Arial"/>
                <a:cs typeface="Arial"/>
              </a:defRPr>
            </a:pPr>
            <a:r>
              <a:rPr sz="2025" b="0">
                <a:solidFill>
                  <a:srgbClr val="20262C"/>
                </a:solidFill>
                <a:latin typeface="Arial"/>
                <a:ea typeface="Arial"/>
                <a:cs typeface="Arial"/>
              </a:rPr>
              <a:t>The same source material is repeatedly adapted for updates, Q&amp;A and RFP responses</a:t>
            </a:r>
          </a:p>
        </p:txBody>
      </p:sp>
      <p:sp>
        <p:nvSpPr>
          <p:cNvPr id="41" name="!!story.header.client.bar">
            <a:extLst xmlns:a="http://schemas.openxmlformats.org/drawingml/2006/main">
              <a:ext uri="{FF2B5EF4-FFF2-40B4-BE49-F238E27FC236}">
                <a16:creationId xmlns:a16="http://schemas.microsoft.com/office/drawing/2014/main" id="{3DDA10A5-ED17-4062-A64F-4E334BB8C3EC}"/>
              </a:ext>
            </a:extLst>
          </p:cNvPr>
          <p:cNvSpPr>
            <a:spLocks xmlns:a="http://schemas.openxmlformats.org/drawingml/2006/main" noGrp="1"/>
          </p:cNvSpPr>
          <p:nvPr/>
        </p:nvSpPr>
        <p:spPr>
          <a:xfrm xmlns:a="http://schemas.openxmlformats.org/drawingml/2006/main">
            <a:off x="10668000" y="1257300"/>
            <a:ext cx="47625" cy="238125"/>
          </a:xfrm>
          <a:prstGeom xmlns:a="http://schemas.openxmlformats.org/drawingml/2006/main" prst="rect">
            <a:avLst/>
          </a:prstGeom>
          <a:solidFill xmlns:a="http://schemas.openxmlformats.org/drawingml/2006/main">
            <a:srgbClr val="7363A6"/>
          </a:solidFill>
          <a:ln xmlns:a="http://schemas.openxmlformats.org/drawingml/2006/main" w="0">
            <a:noFill/>
          </a:ln>
        </p:spPr>
      </p:sp>
      <p:sp>
        <p:nvSpPr>
          <p:cNvPr id="42" name="!!story.header.client.name">
            <a:extLst xmlns:a="http://schemas.openxmlformats.org/drawingml/2006/main">
              <a:ext uri="{FF2B5EF4-FFF2-40B4-BE49-F238E27FC236}">
                <a16:creationId xmlns:a16="http://schemas.microsoft.com/office/drawing/2014/main" id="{EE0D668D-CDD5-4822-ADE8-7FA7B1CDBBF3}"/>
              </a:ext>
            </a:extLst>
          </p:cNvPr>
          <p:cNvSpPr>
            <a:spLocks xmlns:a="http://schemas.openxmlformats.org/drawingml/2006/main" noGrp="1"/>
          </p:cNvSpPr>
          <p:nvPr/>
        </p:nvSpPr>
        <p:spPr>
          <a:xfrm xmlns:a="http://schemas.openxmlformats.org/drawingml/2006/main">
            <a:off x="10801350" y="1190625"/>
            <a:ext cx="152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7363A6"/>
                </a:solidFill>
                <a:latin typeface="Arial"/>
                <a:ea typeface="Arial"/>
                <a:cs typeface="Arial"/>
              </a:defRPr>
            </a:defPPr>
            <a:lvl1pPr algn="l">
              <a:defRPr sz="1800" b="1">
                <a:solidFill>
                  <a:srgbClr val="7363A6"/>
                </a:solidFill>
                <a:latin typeface="Arial"/>
                <a:ea typeface="Arial"/>
                <a:cs typeface="Arial"/>
              </a:defRPr>
            </a:lvl1pPr>
            <a:lvl2pPr algn="l">
              <a:defRPr sz="1800" b="1">
                <a:solidFill>
                  <a:srgbClr val="7363A6"/>
                </a:solidFill>
                <a:latin typeface="Arial"/>
                <a:ea typeface="Arial"/>
                <a:cs typeface="Arial"/>
              </a:defRPr>
            </a:lvl2pPr>
            <a:lvl3pPr algn="l">
              <a:defRPr sz="1800" b="1">
                <a:solidFill>
                  <a:srgbClr val="7363A6"/>
                </a:solidFill>
                <a:latin typeface="Arial"/>
                <a:ea typeface="Arial"/>
                <a:cs typeface="Arial"/>
              </a:defRPr>
            </a:lvl3pPr>
            <a:lvl4pPr algn="l">
              <a:defRPr sz="1800" b="1">
                <a:solidFill>
                  <a:srgbClr val="7363A6"/>
                </a:solidFill>
                <a:latin typeface="Arial"/>
                <a:ea typeface="Arial"/>
                <a:cs typeface="Arial"/>
              </a:defRPr>
            </a:lvl4pPr>
            <a:lvl5pPr algn="l">
              <a:defRPr sz="1800" b="1">
                <a:solidFill>
                  <a:srgbClr val="7363A6"/>
                </a:solidFill>
                <a:latin typeface="Arial"/>
                <a:ea typeface="Arial"/>
                <a:cs typeface="Arial"/>
              </a:defRPr>
            </a:lvl5pPr>
            <a:lvl6pPr algn="l">
              <a:defRPr sz="1800" b="1">
                <a:solidFill>
                  <a:srgbClr val="7363A6"/>
                </a:solidFill>
                <a:latin typeface="Arial"/>
                <a:ea typeface="Arial"/>
                <a:cs typeface="Arial"/>
              </a:defRPr>
            </a:lvl6pPr>
            <a:lvl7pPr algn="l">
              <a:defRPr sz="1800" b="1">
                <a:solidFill>
                  <a:srgbClr val="7363A6"/>
                </a:solidFill>
                <a:latin typeface="Arial"/>
                <a:ea typeface="Arial"/>
                <a:cs typeface="Arial"/>
              </a:defRPr>
            </a:lvl7pPr>
            <a:lvl8pPr algn="l">
              <a:defRPr sz="1800" b="1">
                <a:solidFill>
                  <a:srgbClr val="7363A6"/>
                </a:solidFill>
                <a:latin typeface="Arial"/>
                <a:ea typeface="Arial"/>
                <a:cs typeface="Arial"/>
              </a:defRPr>
            </a:lvl8pPr>
            <a:lvl9pPr algn="l">
              <a:defRPr sz="1800" b="1">
                <a:solidFill>
                  <a:srgbClr val="7363A6"/>
                </a:solidFill>
                <a:latin typeface="Arial"/>
                <a:ea typeface="Arial"/>
                <a:cs typeface="Arial"/>
              </a:defRPr>
            </a:lvl9pPr>
          </a:lstStyle>
          <a:p xmlns:a="http://schemas.openxmlformats.org/drawingml/2006/main">
            <a:pPr algn="l">
              <a:defRPr sz="1800" b="1">
                <a:solidFill>
                  <a:srgbClr val="7363A6"/>
                </a:solidFill>
                <a:latin typeface="Arial"/>
                <a:ea typeface="Arial"/>
                <a:cs typeface="Arial"/>
              </a:defRPr>
            </a:pPr>
            <a:r>
              <a:rPr sz="1800" b="1">
                <a:solidFill>
                  <a:srgbClr val="7363A6"/>
                </a:solidFill>
                <a:latin typeface="Arial"/>
                <a:ea typeface="Arial"/>
                <a:cs typeface="Arial"/>
              </a:rPr>
              <a:t>Client update</a:t>
            </a:r>
          </a:p>
        </p:txBody>
      </p:sp>
      <p:sp>
        <p:nvSpPr>
          <p:cNvPr id="43" name="!!story.header.client.qualifier">
            <a:extLst xmlns:a="http://schemas.openxmlformats.org/drawingml/2006/main">
              <a:ext uri="{FF2B5EF4-FFF2-40B4-BE49-F238E27FC236}">
                <a16:creationId xmlns:a16="http://schemas.microsoft.com/office/drawing/2014/main" id="{F3B897C7-DEDB-437E-A7EC-D90173FE1D36}"/>
              </a:ext>
            </a:extLst>
          </p:cNvPr>
          <p:cNvSpPr>
            <a:spLocks xmlns:a="http://schemas.openxmlformats.org/drawingml/2006/main" noGrp="1"/>
          </p:cNvSpPr>
          <p:nvPr/>
        </p:nvSpPr>
        <p:spPr>
          <a:xfrm xmlns:a="http://schemas.openxmlformats.org/drawingml/2006/main">
            <a:off x="12430125" y="1238250"/>
            <a:ext cx="14001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707C88"/>
                </a:solidFill>
                <a:latin typeface="Arial"/>
                <a:ea typeface="Arial"/>
                <a:cs typeface="Arial"/>
              </a:defRPr>
            </a:defPPr>
            <a:lvl1pPr algn="l">
              <a:defRPr sz="1500" b="0">
                <a:solidFill>
                  <a:srgbClr val="707C88"/>
                </a:solidFill>
                <a:latin typeface="Arial"/>
                <a:ea typeface="Arial"/>
                <a:cs typeface="Arial"/>
              </a:defRPr>
            </a:lvl1pPr>
            <a:lvl2pPr algn="l">
              <a:defRPr sz="1500" b="0">
                <a:solidFill>
                  <a:srgbClr val="707C88"/>
                </a:solidFill>
                <a:latin typeface="Arial"/>
                <a:ea typeface="Arial"/>
                <a:cs typeface="Arial"/>
              </a:defRPr>
            </a:lvl2pPr>
            <a:lvl3pPr algn="l">
              <a:defRPr sz="1500" b="0">
                <a:solidFill>
                  <a:srgbClr val="707C88"/>
                </a:solidFill>
                <a:latin typeface="Arial"/>
                <a:ea typeface="Arial"/>
                <a:cs typeface="Arial"/>
              </a:defRPr>
            </a:lvl3pPr>
            <a:lvl4pPr algn="l">
              <a:defRPr sz="1500" b="0">
                <a:solidFill>
                  <a:srgbClr val="707C88"/>
                </a:solidFill>
                <a:latin typeface="Arial"/>
                <a:ea typeface="Arial"/>
                <a:cs typeface="Arial"/>
              </a:defRPr>
            </a:lvl4pPr>
            <a:lvl5pPr algn="l">
              <a:defRPr sz="1500" b="0">
                <a:solidFill>
                  <a:srgbClr val="707C88"/>
                </a:solidFill>
                <a:latin typeface="Arial"/>
                <a:ea typeface="Arial"/>
                <a:cs typeface="Arial"/>
              </a:defRPr>
            </a:lvl5pPr>
            <a:lvl6pPr algn="l">
              <a:defRPr sz="1500" b="0">
                <a:solidFill>
                  <a:srgbClr val="707C88"/>
                </a:solidFill>
                <a:latin typeface="Arial"/>
                <a:ea typeface="Arial"/>
                <a:cs typeface="Arial"/>
              </a:defRPr>
            </a:lvl6pPr>
            <a:lvl7pPr algn="l">
              <a:defRPr sz="1500" b="0">
                <a:solidFill>
                  <a:srgbClr val="707C88"/>
                </a:solidFill>
                <a:latin typeface="Arial"/>
                <a:ea typeface="Arial"/>
                <a:cs typeface="Arial"/>
              </a:defRPr>
            </a:lvl7pPr>
            <a:lvl8pPr algn="l">
              <a:defRPr sz="1500" b="0">
                <a:solidFill>
                  <a:srgbClr val="707C88"/>
                </a:solidFill>
                <a:latin typeface="Arial"/>
                <a:ea typeface="Arial"/>
                <a:cs typeface="Arial"/>
              </a:defRPr>
            </a:lvl8pPr>
            <a:lvl9pPr algn="l">
              <a:defRPr sz="1500" b="0">
                <a:solidFill>
                  <a:srgbClr val="707C88"/>
                </a:solidFill>
                <a:latin typeface="Arial"/>
                <a:ea typeface="Arial"/>
                <a:cs typeface="Arial"/>
              </a:defRPr>
            </a:lvl9pPr>
          </a:lstStyle>
          <a:p xmlns:a="http://schemas.openxmlformats.org/drawingml/2006/main">
            <a:pPr algn="l">
              <a:defRPr sz="1500" b="0">
                <a:solidFill>
                  <a:srgbClr val="707C88"/>
                </a:solidFill>
                <a:latin typeface="Arial"/>
                <a:ea typeface="Arial"/>
                <a:cs typeface="Arial"/>
              </a:defRPr>
            </a:pPr>
            <a:r>
              <a:rPr sz="1500" b="0">
                <a:solidFill>
                  <a:srgbClr val="707C88"/>
                </a:solidFill>
                <a:latin typeface="Arial"/>
                <a:ea typeface="Arial"/>
                <a:cs typeface="Arial"/>
              </a:rPr>
              <a:t>Preparation</a:t>
            </a:r>
          </a:p>
        </p:txBody>
      </p:sp>
      <p:sp>
        <p:nvSpPr>
          <p:cNvPr id="44" name="!!story.client.prior.material">
            <a:extLst xmlns:a="http://schemas.openxmlformats.org/drawingml/2006/main">
              <a:ext uri="{FF2B5EF4-FFF2-40B4-BE49-F238E27FC236}">
                <a16:creationId xmlns:a16="http://schemas.microsoft.com/office/drawing/2014/main" id="{8D3B5B64-F288-483C-A8B6-642F2F53F22C}"/>
              </a:ext>
            </a:extLst>
          </p:cNvPr>
          <p:cNvSpPr>
            <a:spLocks xmlns:a="http://schemas.openxmlformats.org/drawingml/2006/main" noGrp="1"/>
          </p:cNvSpPr>
          <p:nvPr/>
        </p:nvSpPr>
        <p:spPr>
          <a:xfrm xmlns:a="http://schemas.openxmlformats.org/drawingml/2006/main">
            <a:off x="11315700" y="4514850"/>
            <a:ext cx="57150" cy="647700"/>
          </a:xfrm>
          <a:prstGeom xmlns:a="http://schemas.openxmlformats.org/drawingml/2006/main" prst="rect">
            <a:avLst/>
          </a:prstGeom>
          <a:solidFill xmlns:a="http://schemas.openxmlformats.org/drawingml/2006/main">
            <a:srgbClr val="7363A6"/>
          </a:solidFill>
          <a:ln xmlns:a="http://schemas.openxmlformats.org/drawingml/2006/main" w="0">
            <a:noFill/>
          </a:ln>
        </p:spPr>
      </p:sp>
    </p:spTree>
    <p:extLst>
      <p:ext uri="{BB962C8B-B14F-4D97-AF65-F5344CB8AC3E}">
        <p14:creationId xmlns:p14="http://schemas.microsoft.com/office/powerpoint/2010/main" val="1340161835"/>
      </p:ext>
    </p:extLst>
  </p:cSld>
  <mc:AlternateContent xmlns:mc="http://schemas.openxmlformats.org/markup-compatibility/2006">
    <mc:Choice xmlns:p159="http://schemas.microsoft.com/office/powerpoint/2015/09/main" Requires="p159">
      <p:transition xmlns:p14="http://schemas.microsoft.com/office/powerpoint/2010/main" spd="med" advClick="1" p14:dur="700">
        <p159:morph option="byObject"/>
      </p:transition>
    </mc:Choice>
    <mc:Fallback>
      <p:transition spd="fast" advClick="1">
        <p:fade/>
      </p:transition>
    </mc:Fallback>
  </mc:AlternateContent>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8" name="!!heading">
            <a:extLst xmlns:a="http://schemas.openxmlformats.org/drawingml/2006/main">
              <a:ext uri="{FF2B5EF4-FFF2-40B4-BE49-F238E27FC236}">
                <a16:creationId xmlns:a16="http://schemas.microsoft.com/office/drawing/2014/main" id="{F37E5474-0246-45B5-B8DF-5EE389908414}"/>
              </a:ext>
            </a:extLst>
          </p:cNvPr>
          <p:cNvSpPr>
            <a:spLocks xmlns:a="http://schemas.openxmlformats.org/drawingml/2006/main" noGrp="1"/>
          </p:cNvSpPr>
          <p:nvPr/>
        </p:nvSpPr>
        <p:spPr>
          <a:xfrm xmlns:a="http://schemas.openxmlformats.org/drawingml/2006/main">
            <a:off x="647700" y="428625"/>
            <a:ext cx="13944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0262C"/>
                </a:solidFill>
                <a:latin typeface="Arial"/>
                <a:ea typeface="Arial"/>
                <a:cs typeface="Arial"/>
              </a:defRPr>
            </a:defPPr>
            <a:lvl1pPr algn="l">
              <a:defRPr sz="3300" b="1">
                <a:solidFill>
                  <a:srgbClr val="20262C"/>
                </a:solidFill>
                <a:latin typeface="Arial"/>
                <a:ea typeface="Arial"/>
                <a:cs typeface="Arial"/>
              </a:defRPr>
            </a:lvl1pPr>
            <a:lvl2pPr algn="l">
              <a:defRPr sz="3300" b="1">
                <a:solidFill>
                  <a:srgbClr val="20262C"/>
                </a:solidFill>
                <a:latin typeface="Arial"/>
                <a:ea typeface="Arial"/>
                <a:cs typeface="Arial"/>
              </a:defRPr>
            </a:lvl2pPr>
            <a:lvl3pPr algn="l">
              <a:defRPr sz="3300" b="1">
                <a:solidFill>
                  <a:srgbClr val="20262C"/>
                </a:solidFill>
                <a:latin typeface="Arial"/>
                <a:ea typeface="Arial"/>
                <a:cs typeface="Arial"/>
              </a:defRPr>
            </a:lvl3pPr>
            <a:lvl4pPr algn="l">
              <a:defRPr sz="3300" b="1">
                <a:solidFill>
                  <a:srgbClr val="20262C"/>
                </a:solidFill>
                <a:latin typeface="Arial"/>
                <a:ea typeface="Arial"/>
                <a:cs typeface="Arial"/>
              </a:defRPr>
            </a:lvl4pPr>
            <a:lvl5pPr algn="l">
              <a:defRPr sz="3300" b="1">
                <a:solidFill>
                  <a:srgbClr val="20262C"/>
                </a:solidFill>
                <a:latin typeface="Arial"/>
                <a:ea typeface="Arial"/>
                <a:cs typeface="Arial"/>
              </a:defRPr>
            </a:lvl5pPr>
            <a:lvl6pPr algn="l">
              <a:defRPr sz="3300" b="1">
                <a:solidFill>
                  <a:srgbClr val="20262C"/>
                </a:solidFill>
                <a:latin typeface="Arial"/>
                <a:ea typeface="Arial"/>
                <a:cs typeface="Arial"/>
              </a:defRPr>
            </a:lvl6pPr>
            <a:lvl7pPr algn="l">
              <a:defRPr sz="3300" b="1">
                <a:solidFill>
                  <a:srgbClr val="20262C"/>
                </a:solidFill>
                <a:latin typeface="Arial"/>
                <a:ea typeface="Arial"/>
                <a:cs typeface="Arial"/>
              </a:defRPr>
            </a:lvl7pPr>
            <a:lvl8pPr algn="l">
              <a:defRPr sz="3300" b="1">
                <a:solidFill>
                  <a:srgbClr val="20262C"/>
                </a:solidFill>
                <a:latin typeface="Arial"/>
                <a:ea typeface="Arial"/>
                <a:cs typeface="Arial"/>
              </a:defRPr>
            </a:lvl8pPr>
            <a:lvl9pPr algn="l">
              <a:defRPr sz="3300" b="1">
                <a:solidFill>
                  <a:srgbClr val="20262C"/>
                </a:solidFill>
                <a:latin typeface="Arial"/>
                <a:ea typeface="Arial"/>
                <a:cs typeface="Arial"/>
              </a:defRPr>
            </a:lvl9pPr>
          </a:lstStyle>
          <a:p xmlns:a="http://schemas.openxmlformats.org/drawingml/2006/main">
            <a:pPr algn="l">
              <a:defRPr sz="3300" b="1">
                <a:solidFill>
                  <a:srgbClr val="20262C"/>
                </a:solidFill>
                <a:latin typeface="Arial"/>
                <a:ea typeface="Arial"/>
                <a:cs typeface="Arial"/>
              </a:defRPr>
            </a:pPr>
            <a:r>
              <a:rPr sz="3300" b="1">
                <a:solidFill>
                  <a:srgbClr val="20262C"/>
                </a:solidFill>
                <a:latin typeface="Arial"/>
                <a:ea typeface="Arial"/>
                <a:cs typeface="Arial"/>
              </a:rPr>
              <a:t>Tianhong: portfolio manager views and market commentary</a:t>
            </a:r>
          </a:p>
        </p:txBody>
      </p:sp>
      <p:sp>
        <p:nvSpPr>
          <p:cNvPr id="2" name="!!subtitle">
            <a:extLst xmlns:a="http://schemas.openxmlformats.org/drawingml/2006/main">
              <a:ext uri="{FF2B5EF4-FFF2-40B4-BE49-F238E27FC236}">
                <a16:creationId xmlns:a16="http://schemas.microsoft.com/office/drawing/2014/main" id="{F292D3EA-B597-43FC-9145-576F087BBE73}"/>
              </a:ext>
            </a:extLst>
          </p:cNvPr>
          <p:cNvSpPr>
            <a:spLocks xmlns:a="http://schemas.openxmlformats.org/drawingml/2006/main" noGrp="1"/>
          </p:cNvSpPr>
          <p:nvPr/>
        </p:nvSpPr>
        <p:spPr>
          <a:xfrm xmlns:a="http://schemas.openxmlformats.org/drawingml/2006/main">
            <a:off x="647700" y="1190625"/>
            <a:ext cx="139446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05A9C"/>
                </a:solidFill>
                <a:latin typeface="Arial"/>
                <a:ea typeface="Arial"/>
                <a:cs typeface="Arial"/>
              </a:defRPr>
            </a:defPPr>
            <a:lvl1pPr algn="l">
              <a:defRPr sz="1875" b="0">
                <a:solidFill>
                  <a:srgbClr val="005A9C"/>
                </a:solidFill>
                <a:latin typeface="Arial"/>
                <a:ea typeface="Arial"/>
                <a:cs typeface="Arial"/>
              </a:defRPr>
            </a:lvl1pPr>
            <a:lvl2pPr algn="l">
              <a:defRPr sz="1875" b="0">
                <a:solidFill>
                  <a:srgbClr val="005A9C"/>
                </a:solidFill>
                <a:latin typeface="Arial"/>
                <a:ea typeface="Arial"/>
                <a:cs typeface="Arial"/>
              </a:defRPr>
            </a:lvl2pPr>
            <a:lvl3pPr algn="l">
              <a:defRPr sz="1875" b="0">
                <a:solidFill>
                  <a:srgbClr val="005A9C"/>
                </a:solidFill>
                <a:latin typeface="Arial"/>
                <a:ea typeface="Arial"/>
                <a:cs typeface="Arial"/>
              </a:defRPr>
            </a:lvl3pPr>
            <a:lvl4pPr algn="l">
              <a:defRPr sz="1875" b="0">
                <a:solidFill>
                  <a:srgbClr val="005A9C"/>
                </a:solidFill>
                <a:latin typeface="Arial"/>
                <a:ea typeface="Arial"/>
                <a:cs typeface="Arial"/>
              </a:defRPr>
            </a:lvl4pPr>
            <a:lvl5pPr algn="l">
              <a:defRPr sz="1875" b="0">
                <a:solidFill>
                  <a:srgbClr val="005A9C"/>
                </a:solidFill>
                <a:latin typeface="Arial"/>
                <a:ea typeface="Arial"/>
                <a:cs typeface="Arial"/>
              </a:defRPr>
            </a:lvl5pPr>
            <a:lvl6pPr algn="l">
              <a:defRPr sz="1875" b="0">
                <a:solidFill>
                  <a:srgbClr val="005A9C"/>
                </a:solidFill>
                <a:latin typeface="Arial"/>
                <a:ea typeface="Arial"/>
                <a:cs typeface="Arial"/>
              </a:defRPr>
            </a:lvl6pPr>
            <a:lvl7pPr algn="l">
              <a:defRPr sz="1875" b="0">
                <a:solidFill>
                  <a:srgbClr val="005A9C"/>
                </a:solidFill>
                <a:latin typeface="Arial"/>
                <a:ea typeface="Arial"/>
                <a:cs typeface="Arial"/>
              </a:defRPr>
            </a:lvl7pPr>
            <a:lvl8pPr algn="l">
              <a:defRPr sz="1875" b="0">
                <a:solidFill>
                  <a:srgbClr val="005A9C"/>
                </a:solidFill>
                <a:latin typeface="Arial"/>
                <a:ea typeface="Arial"/>
                <a:cs typeface="Arial"/>
              </a:defRPr>
            </a:lvl8pPr>
            <a:lvl9pPr algn="l">
              <a:defRPr sz="1875" b="0">
                <a:solidFill>
                  <a:srgbClr val="005A9C"/>
                </a:solidFill>
                <a:latin typeface="Arial"/>
                <a:ea typeface="Arial"/>
                <a:cs typeface="Arial"/>
              </a:defRPr>
            </a:lvl9pPr>
          </a:lstStyle>
          <a:p xmlns:a="http://schemas.openxmlformats.org/drawingml/2006/main">
            <a:pPr algn="l">
              <a:defRPr sz="1875" b="0">
                <a:solidFill>
                  <a:srgbClr val="005A9C"/>
                </a:solidFill>
                <a:latin typeface="Arial"/>
                <a:ea typeface="Arial"/>
                <a:cs typeface="Arial"/>
              </a:defRPr>
            </a:pPr>
            <a:r>
              <a:rPr sz="1875" b="0">
                <a:solidFill>
                  <a:srgbClr val="005A9C"/>
                </a:solidFill>
                <a:latin typeface="Arial"/>
                <a:ea typeface="Arial"/>
                <a:cs typeface="Arial"/>
              </a:rPr>
              <a:t>Front office  /  Client materials  /  Peer practices</a:t>
            </a:r>
          </a:p>
        </p:txBody>
      </p:sp>
      <p:sp>
        <p:nvSpPr>
          <p:cNvPr id="3" name="!!heading.rule">
            <a:extLst xmlns:a="http://schemas.openxmlformats.org/drawingml/2006/main">
              <a:ext uri="{FF2B5EF4-FFF2-40B4-BE49-F238E27FC236}">
                <a16:creationId xmlns:a16="http://schemas.microsoft.com/office/drawing/2014/main" id="{10979A2E-23C1-4F97-AA12-F511647E9101}"/>
              </a:ext>
            </a:extLst>
          </p:cNvPr>
          <p:cNvSpPr>
            <a:spLocks xmlns:a="http://schemas.openxmlformats.org/drawingml/2006/main" noGrp="1"/>
          </p:cNvSpPr>
          <p:nvPr/>
        </p:nvSpPr>
        <p:spPr>
          <a:xfrm xmlns:a="http://schemas.openxmlformats.org/drawingml/2006/main" flipH="0" flipV="0">
            <a:off x="647700" y="1733550"/>
            <a:ext cx="13944600" cy="953"/>
          </a:xfrm>
          <a:prstGeom xmlns:a="http://schemas.openxmlformats.org/drawingml/2006/main" prst="line">
            <a:avLst/>
          </a:prstGeom>
          <a:noFill xmlns:a="http://schemas.openxmlformats.org/drawingml/2006/main"/>
          <a:ln xmlns:a="http://schemas.openxmlformats.org/drawingml/2006/main" w="11430">
            <a:solidFill>
              <a:srgbClr val="BCC6CF"/>
            </a:solidFill>
            <a:prstDash val="solid"/>
          </a:ln>
        </p:spPr>
      </p:sp>
      <p:sp>
        <p:nvSpPr>
          <p:cNvPr id="4" name="!!map.front">
            <a:extLst xmlns:a="http://schemas.openxmlformats.org/drawingml/2006/main">
              <a:ext uri="{FF2B5EF4-FFF2-40B4-BE49-F238E27FC236}">
                <a16:creationId xmlns:a16="http://schemas.microsoft.com/office/drawing/2014/main" id="{A590DD6B-1EB1-45F9-B40F-42EA4C5F1D36}"/>
              </a:ext>
            </a:extLst>
          </p:cNvPr>
          <p:cNvSpPr>
            <a:spLocks xmlns:a="http://schemas.openxmlformats.org/drawingml/2006/main" noGrp="1"/>
          </p:cNvSpPr>
          <p:nvPr/>
        </p:nvSpPr>
        <p:spPr>
          <a:xfrm xmlns:a="http://schemas.openxmlformats.org/drawingml/2006/main">
            <a:off x="647700" y="1990725"/>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5" name="!!nav.front">
            <ns0:hlinkClick xmlns:ns0="http://schemas.openxmlformats.org/drawingml/2006/main" xmlns:ns1="http://schemas.openxmlformats.org/officeDocument/2006/relationships" ns1:id="rIdNavSlide4" action="ppaction://hlinksldjump" tooltip="Slide 4: Preparing a company research assessment"/>
            <a:extLst xmlns:a="http://schemas.openxmlformats.org/drawingml/2006/main">
              <a:ext uri="{FF2B5EF4-FFF2-40B4-BE49-F238E27FC236}">
                <a16:creationId xmlns:a16="http://schemas.microsoft.com/office/drawing/2014/main" id="{616E277A-D938-44D3-A86D-CFC9E7ED251F}"/>
              </a:ext>
            </a:extLst>
          </p:cNvPr>
          <p:cNvSpPr>
            <a:spLocks xmlns:a="http://schemas.openxmlformats.org/drawingml/2006/main" noGrp="1"/>
          </p:cNvSpPr>
          <p:nvPr/>
        </p:nvSpPr>
        <p:spPr>
          <a:xfrm xmlns:a="http://schemas.openxmlformats.org/drawingml/2006/main">
            <a:off x="647700" y="1990725"/>
            <a:ext cx="2609850" cy="409575"/>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FFFFFF"/>
                </a:solidFill>
                <a:latin typeface="Arial"/>
                <a:ea typeface="Arial"/>
                <a:cs typeface="Arial"/>
              </a:defRPr>
            </a:defPPr>
            <a:lvl1pPr algn="ctr">
              <a:defRPr sz="2025" b="1">
                <a:solidFill>
                  <a:srgbClr val="FFFFFF"/>
                </a:solidFill>
                <a:latin typeface="Arial"/>
                <a:ea typeface="Arial"/>
                <a:cs typeface="Arial"/>
              </a:defRPr>
            </a:lvl1pPr>
            <a:lvl2pPr algn="ctr">
              <a:defRPr sz="2025" b="1">
                <a:solidFill>
                  <a:srgbClr val="FFFFFF"/>
                </a:solidFill>
                <a:latin typeface="Arial"/>
                <a:ea typeface="Arial"/>
                <a:cs typeface="Arial"/>
              </a:defRPr>
            </a:lvl2pPr>
            <a:lvl3pPr algn="ctr">
              <a:defRPr sz="2025" b="1">
                <a:solidFill>
                  <a:srgbClr val="FFFFFF"/>
                </a:solidFill>
                <a:latin typeface="Arial"/>
                <a:ea typeface="Arial"/>
                <a:cs typeface="Arial"/>
              </a:defRPr>
            </a:lvl3pPr>
            <a:lvl4pPr algn="ctr">
              <a:defRPr sz="2025" b="1">
                <a:solidFill>
                  <a:srgbClr val="FFFFFF"/>
                </a:solidFill>
                <a:latin typeface="Arial"/>
                <a:ea typeface="Arial"/>
                <a:cs typeface="Arial"/>
              </a:defRPr>
            </a:lvl4pPr>
            <a:lvl5pPr algn="ctr">
              <a:defRPr sz="2025" b="1">
                <a:solidFill>
                  <a:srgbClr val="FFFFFF"/>
                </a:solidFill>
                <a:latin typeface="Arial"/>
                <a:ea typeface="Arial"/>
                <a:cs typeface="Arial"/>
              </a:defRPr>
            </a:lvl5pPr>
            <a:lvl6pPr algn="ctr">
              <a:defRPr sz="2025" b="1">
                <a:solidFill>
                  <a:srgbClr val="FFFFFF"/>
                </a:solidFill>
                <a:latin typeface="Arial"/>
                <a:ea typeface="Arial"/>
                <a:cs typeface="Arial"/>
              </a:defRPr>
            </a:lvl6pPr>
            <a:lvl7pPr algn="ctr">
              <a:defRPr sz="2025" b="1">
                <a:solidFill>
                  <a:srgbClr val="FFFFFF"/>
                </a:solidFill>
                <a:latin typeface="Arial"/>
                <a:ea typeface="Arial"/>
                <a:cs typeface="Arial"/>
              </a:defRPr>
            </a:lvl7pPr>
            <a:lvl8pPr algn="ctr">
              <a:defRPr sz="2025" b="1">
                <a:solidFill>
                  <a:srgbClr val="FFFFFF"/>
                </a:solidFill>
                <a:latin typeface="Arial"/>
                <a:ea typeface="Arial"/>
                <a:cs typeface="Arial"/>
              </a:defRPr>
            </a:lvl8pPr>
            <a:lvl9pPr algn="ctr">
              <a:defRPr sz="2025" b="1">
                <a:solidFill>
                  <a:srgbClr val="FFFFFF"/>
                </a:solidFill>
                <a:latin typeface="Arial"/>
                <a:ea typeface="Arial"/>
                <a:cs typeface="Arial"/>
              </a:defRPr>
            </a:lvl9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Front office</a:t>
            </a:r>
          </a:p>
        </p:txBody>
      </p:sp>
      <p:sp>
        <p:nvSpPr>
          <p:cNvPr id="6" name="!!task.research">
            <ns0:hlinkClick xmlns:ns0="http://schemas.openxmlformats.org/drawingml/2006/main" xmlns:ns1="http://schemas.openxmlformats.org/officeDocument/2006/relationships" ns1:id="rIdNavSlide4" action="ppaction://hlinksldjump" tooltip="Slide 4: Preparing a company research assessment"/>
            <a:extLst xmlns:a="http://schemas.openxmlformats.org/drawingml/2006/main">
              <a:ext uri="{FF2B5EF4-FFF2-40B4-BE49-F238E27FC236}">
                <a16:creationId xmlns:a16="http://schemas.microsoft.com/office/drawing/2014/main" id="{647ABC16-D47F-41BC-BD98-8E1B1B7F9FEE}"/>
              </a:ext>
            </a:extLst>
          </p:cNvPr>
          <p:cNvSpPr>
            <a:spLocks xmlns:a="http://schemas.openxmlformats.org/drawingml/2006/main" noGrp="1"/>
          </p:cNvSpPr>
          <p:nvPr/>
        </p:nvSpPr>
        <p:spPr>
          <a:xfrm xmlns:a="http://schemas.openxmlformats.org/drawingml/2006/main">
            <a:off x="762000" y="249555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Research</a:t>
            </a:r>
          </a:p>
        </p:txBody>
      </p:sp>
      <p:sp>
        <p:nvSpPr>
          <p:cNvPr id="7" name="!!task.trade">
            <ns0:hlinkClick xmlns:ns0="http://schemas.openxmlformats.org/drawingml/2006/main" xmlns:ns1="http://schemas.openxmlformats.org/officeDocument/2006/relationships" ns1:id="rIdNavSlide9" action="ppaction://hlinksldjump" tooltip="Slide 9: Preparing a bond quote request"/>
            <a:extLst xmlns:a="http://schemas.openxmlformats.org/drawingml/2006/main">
              <a:ext uri="{FF2B5EF4-FFF2-40B4-BE49-F238E27FC236}">
                <a16:creationId xmlns:a16="http://schemas.microsoft.com/office/drawing/2014/main" id="{5B5D899F-DB9D-49BD-966A-D955FCE8D884}"/>
              </a:ext>
            </a:extLst>
          </p:cNvPr>
          <p:cNvSpPr>
            <a:spLocks xmlns:a="http://schemas.openxmlformats.org/drawingml/2006/main" noGrp="1"/>
          </p:cNvSpPr>
          <p:nvPr/>
        </p:nvSpPr>
        <p:spPr>
          <a:xfrm xmlns:a="http://schemas.openxmlformats.org/drawingml/2006/main">
            <a:off x="762000" y="280987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Trading support</a:t>
            </a:r>
          </a:p>
        </p:txBody>
      </p:sp>
      <p:sp>
        <p:nvSpPr>
          <p:cNvPr id="8" name="!!task.client">
            <ns0:hlinkClick xmlns:ns0="http://schemas.openxmlformats.org/drawingml/2006/main" xmlns:ns1="http://schemas.openxmlformats.org/officeDocument/2006/relationships" ns1:id="rIdNavSlide12" action="ppaction://hlinksldjump" tooltip="Slide 12: Preparing a quarterly client update"/>
            <a:extLst xmlns:a="http://schemas.openxmlformats.org/drawingml/2006/main">
              <a:ext uri="{FF2B5EF4-FFF2-40B4-BE49-F238E27FC236}">
                <a16:creationId xmlns:a16="http://schemas.microsoft.com/office/drawing/2014/main" id="{E8E475CA-F877-4FB8-AFD2-E107F13FCB23}"/>
              </a:ext>
            </a:extLst>
          </p:cNvPr>
          <p:cNvSpPr>
            <a:spLocks xmlns:a="http://schemas.openxmlformats.org/drawingml/2006/main" noGrp="1"/>
          </p:cNvSpPr>
          <p:nvPr/>
        </p:nvSpPr>
        <p:spPr>
          <a:xfrm xmlns:a="http://schemas.openxmlformats.org/drawingml/2006/main">
            <a:off x="762000" y="3124200"/>
            <a:ext cx="2381250" cy="304800"/>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1">
                <a:solidFill>
                  <a:srgbClr val="005A9C"/>
                </a:solidFill>
                <a:latin typeface="Arial"/>
                <a:ea typeface="Arial"/>
                <a:cs typeface="Arial"/>
              </a:defRPr>
            </a:defPPr>
            <a:lvl1pPr algn="ctr">
              <a:defRPr sz="1650" b="1">
                <a:solidFill>
                  <a:srgbClr val="005A9C"/>
                </a:solidFill>
                <a:latin typeface="Arial"/>
                <a:ea typeface="Arial"/>
                <a:cs typeface="Arial"/>
              </a:defRPr>
            </a:lvl1pPr>
            <a:lvl2pPr algn="ctr">
              <a:defRPr sz="1650" b="1">
                <a:solidFill>
                  <a:srgbClr val="005A9C"/>
                </a:solidFill>
                <a:latin typeface="Arial"/>
                <a:ea typeface="Arial"/>
                <a:cs typeface="Arial"/>
              </a:defRPr>
            </a:lvl2pPr>
            <a:lvl3pPr algn="ctr">
              <a:defRPr sz="1650" b="1">
                <a:solidFill>
                  <a:srgbClr val="005A9C"/>
                </a:solidFill>
                <a:latin typeface="Arial"/>
                <a:ea typeface="Arial"/>
                <a:cs typeface="Arial"/>
              </a:defRPr>
            </a:lvl3pPr>
            <a:lvl4pPr algn="ctr">
              <a:defRPr sz="1650" b="1">
                <a:solidFill>
                  <a:srgbClr val="005A9C"/>
                </a:solidFill>
                <a:latin typeface="Arial"/>
                <a:ea typeface="Arial"/>
                <a:cs typeface="Arial"/>
              </a:defRPr>
            </a:lvl4pPr>
            <a:lvl5pPr algn="ctr">
              <a:defRPr sz="1650" b="1">
                <a:solidFill>
                  <a:srgbClr val="005A9C"/>
                </a:solidFill>
                <a:latin typeface="Arial"/>
                <a:ea typeface="Arial"/>
                <a:cs typeface="Arial"/>
              </a:defRPr>
            </a:lvl5pPr>
            <a:lvl6pPr algn="ctr">
              <a:defRPr sz="1650" b="1">
                <a:solidFill>
                  <a:srgbClr val="005A9C"/>
                </a:solidFill>
                <a:latin typeface="Arial"/>
                <a:ea typeface="Arial"/>
                <a:cs typeface="Arial"/>
              </a:defRPr>
            </a:lvl6pPr>
            <a:lvl7pPr algn="ctr">
              <a:defRPr sz="1650" b="1">
                <a:solidFill>
                  <a:srgbClr val="005A9C"/>
                </a:solidFill>
                <a:latin typeface="Arial"/>
                <a:ea typeface="Arial"/>
                <a:cs typeface="Arial"/>
              </a:defRPr>
            </a:lvl7pPr>
            <a:lvl8pPr algn="ctr">
              <a:defRPr sz="1650" b="1">
                <a:solidFill>
                  <a:srgbClr val="005A9C"/>
                </a:solidFill>
                <a:latin typeface="Arial"/>
                <a:ea typeface="Arial"/>
                <a:cs typeface="Arial"/>
              </a:defRPr>
            </a:lvl8pPr>
            <a:lvl9pPr algn="ctr">
              <a:defRPr sz="1650" b="1">
                <a:solidFill>
                  <a:srgbClr val="005A9C"/>
                </a:solidFill>
                <a:latin typeface="Arial"/>
                <a:ea typeface="Arial"/>
                <a:cs typeface="Arial"/>
              </a:defRPr>
            </a:lvl9pPr>
          </a:lstStyle>
          <a:p xmlns:a="http://schemas.openxmlformats.org/drawingml/2006/main">
            <a:pPr algn="ctr">
              <a:defRPr sz="1650" b="1">
                <a:solidFill>
                  <a:srgbClr val="005A9C"/>
                </a:solidFill>
                <a:latin typeface="Arial"/>
                <a:ea typeface="Arial"/>
                <a:cs typeface="Arial"/>
              </a:defRPr>
            </a:pPr>
            <a:r>
              <a:rPr sz="1650" b="1">
                <a:solidFill>
                  <a:srgbClr val="005A9C"/>
                </a:solidFill>
                <a:latin typeface="Arial"/>
                <a:ea typeface="Arial"/>
                <a:cs typeface="Arial"/>
              </a:rPr>
              <a:t>Client materials</a:t>
            </a:r>
          </a:p>
        </p:txBody>
      </p:sp>
      <p:sp>
        <p:nvSpPr>
          <p:cNvPr id="9" name="!!map.middle">
            <a:extLst xmlns:a="http://schemas.openxmlformats.org/drawingml/2006/main">
              <a:ext uri="{FF2B5EF4-FFF2-40B4-BE49-F238E27FC236}">
                <a16:creationId xmlns:a16="http://schemas.microsoft.com/office/drawing/2014/main" id="{C6E81CA1-AEF5-4085-A902-EF4AD8CC7DF1}"/>
              </a:ext>
            </a:extLst>
          </p:cNvPr>
          <p:cNvSpPr>
            <a:spLocks xmlns:a="http://schemas.openxmlformats.org/drawingml/2006/main" noGrp="1"/>
          </p:cNvSpPr>
          <p:nvPr/>
        </p:nvSpPr>
        <p:spPr>
          <a:xfrm xmlns:a="http://schemas.openxmlformats.org/drawingml/2006/main">
            <a:off x="647700" y="3657600"/>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10" name="!!nav.middle">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17B4586D-BFDE-4DCC-A91F-1CFB97CC04E4}"/>
              </a:ext>
            </a:extLst>
          </p:cNvPr>
          <p:cNvSpPr>
            <a:spLocks xmlns:a="http://schemas.openxmlformats.org/drawingml/2006/main" noGrp="1"/>
          </p:cNvSpPr>
          <p:nvPr/>
        </p:nvSpPr>
        <p:spPr>
          <a:xfrm xmlns:a="http://schemas.openxmlformats.org/drawingml/2006/main">
            <a:off x="647700" y="3657600"/>
            <a:ext cx="2609850" cy="409575"/>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005A9C"/>
                </a:solidFill>
                <a:latin typeface="Arial"/>
                <a:ea typeface="Arial"/>
                <a:cs typeface="Arial"/>
              </a:defRPr>
            </a:defPPr>
            <a:lvl1pPr algn="ctr">
              <a:defRPr sz="2025" b="1">
                <a:solidFill>
                  <a:srgbClr val="005A9C"/>
                </a:solidFill>
                <a:latin typeface="Arial"/>
                <a:ea typeface="Arial"/>
                <a:cs typeface="Arial"/>
              </a:defRPr>
            </a:lvl1pPr>
            <a:lvl2pPr algn="ctr">
              <a:defRPr sz="2025" b="1">
                <a:solidFill>
                  <a:srgbClr val="005A9C"/>
                </a:solidFill>
                <a:latin typeface="Arial"/>
                <a:ea typeface="Arial"/>
                <a:cs typeface="Arial"/>
              </a:defRPr>
            </a:lvl2pPr>
            <a:lvl3pPr algn="ctr">
              <a:defRPr sz="2025" b="1">
                <a:solidFill>
                  <a:srgbClr val="005A9C"/>
                </a:solidFill>
                <a:latin typeface="Arial"/>
                <a:ea typeface="Arial"/>
                <a:cs typeface="Arial"/>
              </a:defRPr>
            </a:lvl3pPr>
            <a:lvl4pPr algn="ctr">
              <a:defRPr sz="2025" b="1">
                <a:solidFill>
                  <a:srgbClr val="005A9C"/>
                </a:solidFill>
                <a:latin typeface="Arial"/>
                <a:ea typeface="Arial"/>
                <a:cs typeface="Arial"/>
              </a:defRPr>
            </a:lvl4pPr>
            <a:lvl5pPr algn="ctr">
              <a:defRPr sz="2025" b="1">
                <a:solidFill>
                  <a:srgbClr val="005A9C"/>
                </a:solidFill>
                <a:latin typeface="Arial"/>
                <a:ea typeface="Arial"/>
                <a:cs typeface="Arial"/>
              </a:defRPr>
            </a:lvl5pPr>
            <a:lvl6pPr algn="ctr">
              <a:defRPr sz="2025" b="1">
                <a:solidFill>
                  <a:srgbClr val="005A9C"/>
                </a:solidFill>
                <a:latin typeface="Arial"/>
                <a:ea typeface="Arial"/>
                <a:cs typeface="Arial"/>
              </a:defRPr>
            </a:lvl6pPr>
            <a:lvl7pPr algn="ctr">
              <a:defRPr sz="2025" b="1">
                <a:solidFill>
                  <a:srgbClr val="005A9C"/>
                </a:solidFill>
                <a:latin typeface="Arial"/>
                <a:ea typeface="Arial"/>
                <a:cs typeface="Arial"/>
              </a:defRPr>
            </a:lvl7pPr>
            <a:lvl8pPr algn="ctr">
              <a:defRPr sz="2025" b="1">
                <a:solidFill>
                  <a:srgbClr val="005A9C"/>
                </a:solidFill>
                <a:latin typeface="Arial"/>
                <a:ea typeface="Arial"/>
                <a:cs typeface="Arial"/>
              </a:defRPr>
            </a:lvl8pPr>
            <a:lvl9pPr algn="ctr">
              <a:defRPr sz="2025" b="1">
                <a:solidFill>
                  <a:srgbClr val="005A9C"/>
                </a:solidFill>
                <a:latin typeface="Arial"/>
                <a:ea typeface="Arial"/>
                <a:cs typeface="Arial"/>
              </a:defRPr>
            </a:lvl9pPr>
          </a:lstStyle>
          <a:p xmlns:a="http://schemas.openxmlformats.org/drawingml/2006/main">
            <a:pPr algn="ctr">
              <a:defRPr sz="2025" b="1">
                <a:solidFill>
                  <a:srgbClr val="005A9C"/>
                </a:solidFill>
                <a:latin typeface="Arial"/>
                <a:ea typeface="Arial"/>
                <a:cs typeface="Arial"/>
              </a:defRPr>
            </a:pPr>
            <a:r>
              <a:rPr sz="2025" b="1">
                <a:solidFill>
                  <a:srgbClr val="005A9C"/>
                </a:solidFill>
                <a:latin typeface="Arial"/>
                <a:ea typeface="Arial"/>
                <a:cs typeface="Arial"/>
              </a:rPr>
              <a:t>Middle office</a:t>
            </a:r>
          </a:p>
        </p:txBody>
      </p:sp>
      <p:sp>
        <p:nvSpPr>
          <p:cNvPr id="11" name="!!task.review">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EC3A84B8-F4B5-4A18-A614-DC7ED63C5F0F}"/>
              </a:ext>
            </a:extLst>
          </p:cNvPr>
          <p:cNvSpPr>
            <a:spLocks xmlns:a="http://schemas.openxmlformats.org/drawingml/2006/main" noGrp="1"/>
          </p:cNvSpPr>
          <p:nvPr/>
        </p:nvSpPr>
        <p:spPr>
          <a:xfrm xmlns:a="http://schemas.openxmlformats.org/drawingml/2006/main">
            <a:off x="762000" y="416242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Content review</a:t>
            </a:r>
          </a:p>
        </p:txBody>
      </p:sp>
      <p:sp>
        <p:nvSpPr>
          <p:cNvPr id="12" name="!!task.risk">
            <ns0:hlinkClick xmlns:ns0="http://schemas.openxmlformats.org/drawingml/2006/main" xmlns:ns1="http://schemas.openxmlformats.org/officeDocument/2006/relationships" ns1:id="rIdNavSlide19" action="ppaction://hlinksldjump" tooltip="Slide 19: Investigating a risk alert"/>
            <a:extLst xmlns:a="http://schemas.openxmlformats.org/drawingml/2006/main">
              <a:ext uri="{FF2B5EF4-FFF2-40B4-BE49-F238E27FC236}">
                <a16:creationId xmlns:a16="http://schemas.microsoft.com/office/drawing/2014/main" id="{CEF9227F-4D59-43AE-9974-37A0E4B043BC}"/>
              </a:ext>
            </a:extLst>
          </p:cNvPr>
          <p:cNvSpPr>
            <a:spLocks xmlns:a="http://schemas.openxmlformats.org/drawingml/2006/main" noGrp="1"/>
          </p:cNvSpPr>
          <p:nvPr/>
        </p:nvSpPr>
        <p:spPr>
          <a:xfrm xmlns:a="http://schemas.openxmlformats.org/drawingml/2006/main">
            <a:off x="762000" y="447675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Risk analysis</a:t>
            </a:r>
          </a:p>
        </p:txBody>
      </p:sp>
      <p:sp>
        <p:nvSpPr>
          <p:cNvPr id="13" name="!!map.back">
            <a:extLst xmlns:a="http://schemas.openxmlformats.org/drawingml/2006/main">
              <a:ext uri="{FF2B5EF4-FFF2-40B4-BE49-F238E27FC236}">
                <a16:creationId xmlns:a16="http://schemas.microsoft.com/office/drawing/2014/main" id="{6E0B1D29-2C14-43E3-B776-FDE885C78485}"/>
              </a:ext>
            </a:extLst>
          </p:cNvPr>
          <p:cNvSpPr>
            <a:spLocks xmlns:a="http://schemas.openxmlformats.org/drawingml/2006/main" noGrp="1"/>
          </p:cNvSpPr>
          <p:nvPr/>
        </p:nvSpPr>
        <p:spPr>
          <a:xfrm xmlns:a="http://schemas.openxmlformats.org/drawingml/2006/main">
            <a:off x="647700" y="5324475"/>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14" name="!!nav.back">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A939DEED-F036-4EC9-9175-6F3D09604BEB}"/>
              </a:ext>
            </a:extLst>
          </p:cNvPr>
          <p:cNvSpPr>
            <a:spLocks xmlns:a="http://schemas.openxmlformats.org/drawingml/2006/main" noGrp="1"/>
          </p:cNvSpPr>
          <p:nvPr/>
        </p:nvSpPr>
        <p:spPr>
          <a:xfrm xmlns:a="http://schemas.openxmlformats.org/drawingml/2006/main">
            <a:off x="647700" y="5324475"/>
            <a:ext cx="2609850" cy="409575"/>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005A9C"/>
                </a:solidFill>
                <a:latin typeface="Arial"/>
                <a:ea typeface="Arial"/>
                <a:cs typeface="Arial"/>
              </a:defRPr>
            </a:defPPr>
            <a:lvl1pPr algn="ctr">
              <a:defRPr sz="2025" b="1">
                <a:solidFill>
                  <a:srgbClr val="005A9C"/>
                </a:solidFill>
                <a:latin typeface="Arial"/>
                <a:ea typeface="Arial"/>
                <a:cs typeface="Arial"/>
              </a:defRPr>
            </a:lvl1pPr>
            <a:lvl2pPr algn="ctr">
              <a:defRPr sz="2025" b="1">
                <a:solidFill>
                  <a:srgbClr val="005A9C"/>
                </a:solidFill>
                <a:latin typeface="Arial"/>
                <a:ea typeface="Arial"/>
                <a:cs typeface="Arial"/>
              </a:defRPr>
            </a:lvl2pPr>
            <a:lvl3pPr algn="ctr">
              <a:defRPr sz="2025" b="1">
                <a:solidFill>
                  <a:srgbClr val="005A9C"/>
                </a:solidFill>
                <a:latin typeface="Arial"/>
                <a:ea typeface="Arial"/>
                <a:cs typeface="Arial"/>
              </a:defRPr>
            </a:lvl3pPr>
            <a:lvl4pPr algn="ctr">
              <a:defRPr sz="2025" b="1">
                <a:solidFill>
                  <a:srgbClr val="005A9C"/>
                </a:solidFill>
                <a:latin typeface="Arial"/>
                <a:ea typeface="Arial"/>
                <a:cs typeface="Arial"/>
              </a:defRPr>
            </a:lvl4pPr>
            <a:lvl5pPr algn="ctr">
              <a:defRPr sz="2025" b="1">
                <a:solidFill>
                  <a:srgbClr val="005A9C"/>
                </a:solidFill>
                <a:latin typeface="Arial"/>
                <a:ea typeface="Arial"/>
                <a:cs typeface="Arial"/>
              </a:defRPr>
            </a:lvl5pPr>
            <a:lvl6pPr algn="ctr">
              <a:defRPr sz="2025" b="1">
                <a:solidFill>
                  <a:srgbClr val="005A9C"/>
                </a:solidFill>
                <a:latin typeface="Arial"/>
                <a:ea typeface="Arial"/>
                <a:cs typeface="Arial"/>
              </a:defRPr>
            </a:lvl6pPr>
            <a:lvl7pPr algn="ctr">
              <a:defRPr sz="2025" b="1">
                <a:solidFill>
                  <a:srgbClr val="005A9C"/>
                </a:solidFill>
                <a:latin typeface="Arial"/>
                <a:ea typeface="Arial"/>
                <a:cs typeface="Arial"/>
              </a:defRPr>
            </a:lvl7pPr>
            <a:lvl8pPr algn="ctr">
              <a:defRPr sz="2025" b="1">
                <a:solidFill>
                  <a:srgbClr val="005A9C"/>
                </a:solidFill>
                <a:latin typeface="Arial"/>
                <a:ea typeface="Arial"/>
                <a:cs typeface="Arial"/>
              </a:defRPr>
            </a:lvl8pPr>
            <a:lvl9pPr algn="ctr">
              <a:defRPr sz="2025" b="1">
                <a:solidFill>
                  <a:srgbClr val="005A9C"/>
                </a:solidFill>
                <a:latin typeface="Arial"/>
                <a:ea typeface="Arial"/>
                <a:cs typeface="Arial"/>
              </a:defRPr>
            </a:lvl9pPr>
          </a:lstStyle>
          <a:p xmlns:a="http://schemas.openxmlformats.org/drawingml/2006/main">
            <a:pPr algn="ctr">
              <a:defRPr sz="2025" b="1">
                <a:solidFill>
                  <a:srgbClr val="005A9C"/>
                </a:solidFill>
                <a:latin typeface="Arial"/>
                <a:ea typeface="Arial"/>
                <a:cs typeface="Arial"/>
              </a:defRPr>
            </a:pPr>
            <a:r>
              <a:rPr sz="2025" b="1">
                <a:solidFill>
                  <a:srgbClr val="005A9C"/>
                </a:solidFill>
                <a:latin typeface="Arial"/>
                <a:ea typeface="Arial"/>
                <a:cs typeface="Arial"/>
              </a:rPr>
              <a:t>Back office</a:t>
            </a:r>
          </a:p>
        </p:txBody>
      </p:sp>
      <p:sp>
        <p:nvSpPr>
          <p:cNvPr id="15" name="!!task.files">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7FBB7BC7-9943-49D5-B0C9-A2996256C618}"/>
              </a:ext>
            </a:extLst>
          </p:cNvPr>
          <p:cNvSpPr>
            <a:spLocks xmlns:a="http://schemas.openxmlformats.org/drawingml/2006/main" noGrp="1"/>
          </p:cNvSpPr>
          <p:nvPr/>
        </p:nvSpPr>
        <p:spPr>
          <a:xfrm xmlns:a="http://schemas.openxmlformats.org/drawingml/2006/main">
            <a:off x="762000" y="582930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Document processing</a:t>
            </a:r>
          </a:p>
        </p:txBody>
      </p:sp>
      <p:sp>
        <p:nvSpPr>
          <p:cNvPr id="16" name="!!task.dev">
            <ns0:hlinkClick xmlns:ns0="http://schemas.openxmlformats.org/drawingml/2006/main" xmlns:ns1="http://schemas.openxmlformats.org/officeDocument/2006/relationships" ns1:id="rIdNavSlide25" action="ppaction://hlinksldjump" tooltip="Slide 25: Turning a business request into a working tool"/>
            <a:extLst xmlns:a="http://schemas.openxmlformats.org/drawingml/2006/main">
              <a:ext uri="{FF2B5EF4-FFF2-40B4-BE49-F238E27FC236}">
                <a16:creationId xmlns:a16="http://schemas.microsoft.com/office/drawing/2014/main" id="{407D210E-BD48-4A3D-B5F1-5096CCF7C282}"/>
              </a:ext>
            </a:extLst>
          </p:cNvPr>
          <p:cNvSpPr>
            <a:spLocks xmlns:a="http://schemas.openxmlformats.org/drawingml/2006/main" noGrp="1"/>
          </p:cNvSpPr>
          <p:nvPr/>
        </p:nvSpPr>
        <p:spPr>
          <a:xfrm xmlns:a="http://schemas.openxmlformats.org/drawingml/2006/main">
            <a:off x="762000" y="614362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Tool development</a:t>
            </a:r>
          </a:p>
        </p:txBody>
      </p:sp>
      <p:sp>
        <p:nvSpPr>
          <p:cNvPr id="17" name="!!map.separator">
            <a:extLst xmlns:a="http://schemas.openxmlformats.org/drawingml/2006/main">
              <a:ext uri="{FF2B5EF4-FFF2-40B4-BE49-F238E27FC236}">
                <a16:creationId xmlns:a16="http://schemas.microsoft.com/office/drawing/2014/main" id="{2E661C25-3291-4DB0-AB4E-73E488DC4D3E}"/>
              </a:ext>
            </a:extLst>
          </p:cNvPr>
          <p:cNvSpPr>
            <a:spLocks xmlns:a="http://schemas.openxmlformats.org/drawingml/2006/main" noGrp="1"/>
          </p:cNvSpPr>
          <p:nvPr/>
        </p:nvSpPr>
        <p:spPr>
          <a:xfrm xmlns:a="http://schemas.openxmlformats.org/drawingml/2006/main" flipH="0" flipV="0">
            <a:off x="3600450" y="1990725"/>
            <a:ext cx="953" cy="5076825"/>
          </a:xfrm>
          <a:prstGeom xmlns:a="http://schemas.openxmlformats.org/drawingml/2006/main" prst="line">
            <a:avLst/>
          </a:prstGeom>
          <a:noFill xmlns:a="http://schemas.openxmlformats.org/drawingml/2006/main"/>
          <a:ln xmlns:a="http://schemas.openxmlformats.org/drawingml/2006/main" w="9525">
            <a:solidFill>
              <a:srgbClr val="BCC6CF"/>
            </a:solidFill>
            <a:prstDash val="solid"/>
          </a:ln>
        </p:spPr>
      </p:sp>
      <p:sp>
        <p:nvSpPr>
          <p:cNvPr id="18" name="!!example">
            <a:extLst xmlns:a="http://schemas.openxmlformats.org/drawingml/2006/main">
              <a:ext uri="{FF2B5EF4-FFF2-40B4-BE49-F238E27FC236}">
                <a16:creationId xmlns:a16="http://schemas.microsoft.com/office/drawing/2014/main" id="{D1E43C9C-8CAA-4DB3-B12A-C572A008252B}"/>
              </a:ext>
            </a:extLst>
          </p:cNvPr>
          <p:cNvSpPr>
            <a:spLocks xmlns:a="http://schemas.openxmlformats.org/drawingml/2006/main" noGrp="1"/>
          </p:cNvSpPr>
          <p:nvPr/>
        </p:nvSpPr>
        <p:spPr>
          <a:xfrm xmlns:a="http://schemas.openxmlformats.org/drawingml/2006/main">
            <a:off x="13906500" y="1238250"/>
            <a:ext cx="685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707C88"/>
                </a:solidFill>
                <a:latin typeface="Arial"/>
                <a:ea typeface="Arial"/>
                <a:cs typeface="Arial"/>
              </a:defRPr>
            </a:defPPr>
            <a:lvl1pPr algn="r">
              <a:defRPr sz="1350" b="0">
                <a:solidFill>
                  <a:srgbClr val="707C88"/>
                </a:solidFill>
                <a:latin typeface="Arial"/>
                <a:ea typeface="Arial"/>
                <a:cs typeface="Arial"/>
              </a:defRPr>
            </a:lvl1pPr>
            <a:lvl2pPr algn="r">
              <a:defRPr sz="1350" b="0">
                <a:solidFill>
                  <a:srgbClr val="707C88"/>
                </a:solidFill>
                <a:latin typeface="Arial"/>
                <a:ea typeface="Arial"/>
                <a:cs typeface="Arial"/>
              </a:defRPr>
            </a:lvl2pPr>
            <a:lvl3pPr algn="r">
              <a:defRPr sz="1350" b="0">
                <a:solidFill>
                  <a:srgbClr val="707C88"/>
                </a:solidFill>
                <a:latin typeface="Arial"/>
                <a:ea typeface="Arial"/>
                <a:cs typeface="Arial"/>
              </a:defRPr>
            </a:lvl3pPr>
            <a:lvl4pPr algn="r">
              <a:defRPr sz="1350" b="0">
                <a:solidFill>
                  <a:srgbClr val="707C88"/>
                </a:solidFill>
                <a:latin typeface="Arial"/>
                <a:ea typeface="Arial"/>
                <a:cs typeface="Arial"/>
              </a:defRPr>
            </a:lvl4pPr>
            <a:lvl5pPr algn="r">
              <a:defRPr sz="1350" b="0">
                <a:solidFill>
                  <a:srgbClr val="707C88"/>
                </a:solidFill>
                <a:latin typeface="Arial"/>
                <a:ea typeface="Arial"/>
                <a:cs typeface="Arial"/>
              </a:defRPr>
            </a:lvl5pPr>
            <a:lvl6pPr algn="r">
              <a:defRPr sz="1350" b="0">
                <a:solidFill>
                  <a:srgbClr val="707C88"/>
                </a:solidFill>
                <a:latin typeface="Arial"/>
                <a:ea typeface="Arial"/>
                <a:cs typeface="Arial"/>
              </a:defRPr>
            </a:lvl6pPr>
            <a:lvl7pPr algn="r">
              <a:defRPr sz="1350" b="0">
                <a:solidFill>
                  <a:srgbClr val="707C88"/>
                </a:solidFill>
                <a:latin typeface="Arial"/>
                <a:ea typeface="Arial"/>
                <a:cs typeface="Arial"/>
              </a:defRPr>
            </a:lvl7pPr>
            <a:lvl8pPr algn="r">
              <a:defRPr sz="1350" b="0">
                <a:solidFill>
                  <a:srgbClr val="707C88"/>
                </a:solidFill>
                <a:latin typeface="Arial"/>
                <a:ea typeface="Arial"/>
                <a:cs typeface="Arial"/>
              </a:defRPr>
            </a:lvl8pPr>
            <a:lvl9pPr algn="r">
              <a:defRPr sz="1350" b="0">
                <a:solidFill>
                  <a:srgbClr val="707C88"/>
                </a:solidFill>
                <a:latin typeface="Arial"/>
                <a:ea typeface="Arial"/>
                <a:cs typeface="Arial"/>
              </a:defRPr>
            </a:lvl9pPr>
          </a:lstStyle>
          <a:p xmlns:a="http://schemas.openxmlformats.org/drawingml/2006/main">
            <a:pPr algn="r">
              <a:defRPr sz="1350" b="0">
                <a:solidFill>
                  <a:srgbClr val="707C88"/>
                </a:solidFill>
                <a:latin typeface="Arial"/>
                <a:ea typeface="Arial"/>
                <a:cs typeface="Arial"/>
              </a:defRPr>
            </a:pPr>
            <a:r>
              <a:rPr sz="1350" b="0">
                <a:solidFill>
                  <a:srgbClr val="707C88"/>
                </a:solidFill>
                <a:latin typeface="Arial"/>
                <a:ea typeface="Arial"/>
                <a:cs typeface="Arial"/>
              </a:rPr>
              <a:t>Example</a:t>
            </a:r>
          </a:p>
        </p:txBody>
      </p:sp>
      <p:sp>
        <p:nvSpPr>
          <p:cNvPr id="19" name="!!nav.home">
            <ns0:hlinkClick xmlns:ns0="http://schemas.openxmlformats.org/drawingml/2006/main" xmlns:ns1="http://schemas.openxmlformats.org/officeDocument/2006/relationships" ns1:id="rIdNavSlide3" action="ppaction://hlinksldjump" tooltip="Slide 3: Seven workflows across the firm"/>
            <a:extLst xmlns:a="http://schemas.openxmlformats.org/drawingml/2006/main">
              <a:ext uri="{FF2B5EF4-FFF2-40B4-BE49-F238E27FC236}">
                <a16:creationId xmlns:a16="http://schemas.microsoft.com/office/drawing/2014/main" id="{2EC3F3AE-AAD0-4790-8E40-3A2B40D10CD6}"/>
              </a:ext>
            </a:extLst>
          </p:cNvPr>
          <p:cNvSpPr>
            <a:spLocks xmlns:a="http://schemas.openxmlformats.org/drawingml/2006/main" noGrp="1"/>
          </p:cNvSpPr>
          <p:nvPr/>
        </p:nvSpPr>
        <p:spPr>
          <a:xfrm xmlns:a="http://schemas.openxmlformats.org/drawingml/2006/main">
            <a:off x="647700" y="7496175"/>
            <a:ext cx="26098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BCC6CF"/>
            </a:solidFill>
            <a:prstDash val="solid"/>
          </a:ln>
        </p:spPr>
        <p:txBody>
          <a:bodyPr xmlns:a="http://schemas.openxmlformats.org/drawingml/2006/main" wrap="square" lIns="114300" tIns="0" rIns="114300" bIns="0" anchor="ctr">
            <a:noAutofit/>
          </a:bodyPr>
          <a:lstStyle xmlns:a="http://schemas.openxmlformats.org/drawingml/2006/main">
            <a:defPPr algn="ctr">
              <a:defRPr sz="1800" b="1">
                <a:solidFill>
                  <a:srgbClr val="005A9C"/>
                </a:solidFill>
                <a:latin typeface="Arial"/>
                <a:ea typeface="Arial"/>
                <a:cs typeface="Arial"/>
              </a:defRPr>
            </a:defPPr>
            <a:lvl1pPr algn="ctr">
              <a:defRPr sz="1800" b="1">
                <a:solidFill>
                  <a:srgbClr val="005A9C"/>
                </a:solidFill>
                <a:latin typeface="Arial"/>
                <a:ea typeface="Arial"/>
                <a:cs typeface="Arial"/>
              </a:defRPr>
            </a:lvl1pPr>
            <a:lvl2pPr algn="ctr">
              <a:defRPr sz="1800" b="1">
                <a:solidFill>
                  <a:srgbClr val="005A9C"/>
                </a:solidFill>
                <a:latin typeface="Arial"/>
                <a:ea typeface="Arial"/>
                <a:cs typeface="Arial"/>
              </a:defRPr>
            </a:lvl2pPr>
            <a:lvl3pPr algn="ctr">
              <a:defRPr sz="1800" b="1">
                <a:solidFill>
                  <a:srgbClr val="005A9C"/>
                </a:solidFill>
                <a:latin typeface="Arial"/>
                <a:ea typeface="Arial"/>
                <a:cs typeface="Arial"/>
              </a:defRPr>
            </a:lvl3pPr>
            <a:lvl4pPr algn="ctr">
              <a:defRPr sz="1800" b="1">
                <a:solidFill>
                  <a:srgbClr val="005A9C"/>
                </a:solidFill>
                <a:latin typeface="Arial"/>
                <a:ea typeface="Arial"/>
                <a:cs typeface="Arial"/>
              </a:defRPr>
            </a:lvl4pPr>
            <a:lvl5pPr algn="ctr">
              <a:defRPr sz="1800" b="1">
                <a:solidFill>
                  <a:srgbClr val="005A9C"/>
                </a:solidFill>
                <a:latin typeface="Arial"/>
                <a:ea typeface="Arial"/>
                <a:cs typeface="Arial"/>
              </a:defRPr>
            </a:lvl5pPr>
            <a:lvl6pPr algn="ctr">
              <a:defRPr sz="1800" b="1">
                <a:solidFill>
                  <a:srgbClr val="005A9C"/>
                </a:solidFill>
                <a:latin typeface="Arial"/>
                <a:ea typeface="Arial"/>
                <a:cs typeface="Arial"/>
              </a:defRPr>
            </a:lvl6pPr>
            <a:lvl7pPr algn="ctr">
              <a:defRPr sz="1800" b="1">
                <a:solidFill>
                  <a:srgbClr val="005A9C"/>
                </a:solidFill>
                <a:latin typeface="Arial"/>
                <a:ea typeface="Arial"/>
                <a:cs typeface="Arial"/>
              </a:defRPr>
            </a:lvl7pPr>
            <a:lvl8pPr algn="ctr">
              <a:defRPr sz="1800" b="1">
                <a:solidFill>
                  <a:srgbClr val="005A9C"/>
                </a:solidFill>
                <a:latin typeface="Arial"/>
                <a:ea typeface="Arial"/>
                <a:cs typeface="Arial"/>
              </a:defRPr>
            </a:lvl8pPr>
            <a:lvl9pPr algn="ctr">
              <a:defRPr sz="1800" b="1">
                <a:solidFill>
                  <a:srgbClr val="005A9C"/>
                </a:solidFill>
                <a:latin typeface="Arial"/>
                <a:ea typeface="Arial"/>
                <a:cs typeface="Arial"/>
              </a:defRPr>
            </a:lvl9pPr>
          </a:lstStyle>
          <a:p xmlns:a="http://schemas.openxmlformats.org/drawingml/2006/main">
            <a:pPr algn="ctr">
              <a:defRPr sz="1800" b="1">
                <a:solidFill>
                  <a:srgbClr val="005A9C"/>
                </a:solidFill>
                <a:latin typeface="Arial"/>
                <a:ea typeface="Arial"/>
                <a:cs typeface="Arial"/>
              </a:defRPr>
            </a:pPr>
            <a:r>
              <a:rPr sz="1800" b="1">
                <a:solidFill>
                  <a:srgbClr val="005A9C"/>
                </a:solidFill>
                <a:latin typeface="Arial"/>
                <a:ea typeface="Arial"/>
                <a:cs typeface="Arial"/>
              </a:rPr>
              <a:t>Firm overview</a:t>
            </a:r>
          </a:p>
        </p:txBody>
      </p:sp>
      <p:sp>
        <p:nvSpPr>
          <p:cNvPr id="20" name="!!page">
            <a:extLst xmlns:a="http://schemas.openxmlformats.org/drawingml/2006/main">
              <a:ext uri="{FF2B5EF4-FFF2-40B4-BE49-F238E27FC236}">
                <a16:creationId xmlns:a16="http://schemas.microsoft.com/office/drawing/2014/main" id="{63DBE494-9268-4774-B5E6-975794BB413D}"/>
              </a:ext>
            </a:extLst>
          </p:cNvPr>
          <p:cNvSpPr>
            <a:spLocks xmlns:a="http://schemas.openxmlformats.org/drawingml/2006/main" noGrp="1"/>
          </p:cNvSpPr>
          <p:nvPr/>
        </p:nvSpPr>
        <p:spPr>
          <a:xfrm xmlns:a="http://schemas.openxmlformats.org/drawingml/2006/main">
            <a:off x="11144250" y="7591425"/>
            <a:ext cx="904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650" b="0">
                <a:solidFill>
                  <a:srgbClr val="707C88"/>
                </a:solidFill>
                <a:latin typeface="Arial"/>
                <a:ea typeface="Arial"/>
                <a:cs typeface="Arial"/>
              </a:defRPr>
            </a:defPPr>
            <a:lvl1pPr algn="r">
              <a:defRPr sz="1650" b="0">
                <a:solidFill>
                  <a:srgbClr val="707C88"/>
                </a:solidFill>
                <a:latin typeface="Arial"/>
                <a:ea typeface="Arial"/>
                <a:cs typeface="Arial"/>
              </a:defRPr>
            </a:lvl1pPr>
            <a:lvl2pPr algn="r">
              <a:defRPr sz="1650" b="0">
                <a:solidFill>
                  <a:srgbClr val="707C88"/>
                </a:solidFill>
                <a:latin typeface="Arial"/>
                <a:ea typeface="Arial"/>
                <a:cs typeface="Arial"/>
              </a:defRPr>
            </a:lvl2pPr>
            <a:lvl3pPr algn="r">
              <a:defRPr sz="1650" b="0">
                <a:solidFill>
                  <a:srgbClr val="707C88"/>
                </a:solidFill>
                <a:latin typeface="Arial"/>
                <a:ea typeface="Arial"/>
                <a:cs typeface="Arial"/>
              </a:defRPr>
            </a:lvl3pPr>
            <a:lvl4pPr algn="r">
              <a:defRPr sz="1650" b="0">
                <a:solidFill>
                  <a:srgbClr val="707C88"/>
                </a:solidFill>
                <a:latin typeface="Arial"/>
                <a:ea typeface="Arial"/>
                <a:cs typeface="Arial"/>
              </a:defRPr>
            </a:lvl4pPr>
            <a:lvl5pPr algn="r">
              <a:defRPr sz="1650" b="0">
                <a:solidFill>
                  <a:srgbClr val="707C88"/>
                </a:solidFill>
                <a:latin typeface="Arial"/>
                <a:ea typeface="Arial"/>
                <a:cs typeface="Arial"/>
              </a:defRPr>
            </a:lvl5pPr>
            <a:lvl6pPr algn="r">
              <a:defRPr sz="1650" b="0">
                <a:solidFill>
                  <a:srgbClr val="707C88"/>
                </a:solidFill>
                <a:latin typeface="Arial"/>
                <a:ea typeface="Arial"/>
                <a:cs typeface="Arial"/>
              </a:defRPr>
            </a:lvl6pPr>
            <a:lvl7pPr algn="r">
              <a:defRPr sz="1650" b="0">
                <a:solidFill>
                  <a:srgbClr val="707C88"/>
                </a:solidFill>
                <a:latin typeface="Arial"/>
                <a:ea typeface="Arial"/>
                <a:cs typeface="Arial"/>
              </a:defRPr>
            </a:lvl7pPr>
            <a:lvl8pPr algn="r">
              <a:defRPr sz="1650" b="0">
                <a:solidFill>
                  <a:srgbClr val="707C88"/>
                </a:solidFill>
                <a:latin typeface="Arial"/>
                <a:ea typeface="Arial"/>
                <a:cs typeface="Arial"/>
              </a:defRPr>
            </a:lvl8pPr>
            <a:lvl9pPr algn="r">
              <a:defRPr sz="1650" b="0">
                <a:solidFill>
                  <a:srgbClr val="707C88"/>
                </a:solidFill>
                <a:latin typeface="Arial"/>
                <a:ea typeface="Arial"/>
                <a:cs typeface="Arial"/>
              </a:defRPr>
            </a:lvl9pPr>
          </a:lstStyle>
          <a:p xmlns:a="http://schemas.openxmlformats.org/drawingml/2006/main">
            <a:pPr algn="r">
              <a:defRPr sz="1650" b="0">
                <a:solidFill>
                  <a:srgbClr val="707C88"/>
                </a:solidFill>
                <a:latin typeface="Arial"/>
                <a:ea typeface="Arial"/>
                <a:cs typeface="Arial"/>
              </a:defRPr>
            </a:pPr>
            <a:r>
              <a:rPr sz="1650" b="0">
                <a:solidFill>
                  <a:srgbClr val="707C88"/>
                </a:solidFill>
                <a:latin typeface="Arial"/>
                <a:ea typeface="Arial"/>
                <a:cs typeface="Arial"/>
              </a:rPr>
              <a:t>13 / 33</a:t>
            </a:r>
          </a:p>
        </p:txBody>
      </p:sp>
      <p:sp>
        <p:nvSpPr>
          <p:cNvPr id="21" name="!!nav.prev">
            <ns0:hlinkClick xmlns:ns0="http://schemas.openxmlformats.org/drawingml/2006/main" xmlns:ns1="http://schemas.openxmlformats.org/officeDocument/2006/relationships" ns1:id="rIdNavSlide12" action="ppaction://hlinksldjump" tooltip="Slide 12: Preparing a quarterly client update"/>
            <a:extLst xmlns:a="http://schemas.openxmlformats.org/drawingml/2006/main">
              <a:ext uri="{FF2B5EF4-FFF2-40B4-BE49-F238E27FC236}">
                <a16:creationId xmlns:a16="http://schemas.microsoft.com/office/drawing/2014/main" id="{3AC34055-F35E-44B5-A4F1-57772DB31897}"/>
              </a:ext>
            </a:extLst>
          </p:cNvPr>
          <p:cNvSpPr>
            <a:spLocks xmlns:a="http://schemas.openxmlformats.org/drawingml/2006/main" noGrp="1"/>
          </p:cNvSpPr>
          <p:nvPr/>
        </p:nvSpPr>
        <p:spPr>
          <a:xfrm xmlns:a="http://schemas.openxmlformats.org/drawingml/2006/main">
            <a:off x="12287250" y="7496175"/>
            <a:ext cx="1047750" cy="4572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725" b="1">
                <a:solidFill>
                  <a:srgbClr val="005A9C"/>
                </a:solidFill>
                <a:latin typeface="Arial"/>
                <a:ea typeface="Arial"/>
                <a:cs typeface="Arial"/>
              </a:defRPr>
            </a:defPPr>
            <a:lvl1pPr algn="ctr">
              <a:defRPr sz="1725" b="1">
                <a:solidFill>
                  <a:srgbClr val="005A9C"/>
                </a:solidFill>
                <a:latin typeface="Arial"/>
                <a:ea typeface="Arial"/>
                <a:cs typeface="Arial"/>
              </a:defRPr>
            </a:lvl1pPr>
            <a:lvl2pPr algn="ctr">
              <a:defRPr sz="1725" b="1">
                <a:solidFill>
                  <a:srgbClr val="005A9C"/>
                </a:solidFill>
                <a:latin typeface="Arial"/>
                <a:ea typeface="Arial"/>
                <a:cs typeface="Arial"/>
              </a:defRPr>
            </a:lvl2pPr>
            <a:lvl3pPr algn="ctr">
              <a:defRPr sz="1725" b="1">
                <a:solidFill>
                  <a:srgbClr val="005A9C"/>
                </a:solidFill>
                <a:latin typeface="Arial"/>
                <a:ea typeface="Arial"/>
                <a:cs typeface="Arial"/>
              </a:defRPr>
            </a:lvl3pPr>
            <a:lvl4pPr algn="ctr">
              <a:defRPr sz="1725" b="1">
                <a:solidFill>
                  <a:srgbClr val="005A9C"/>
                </a:solidFill>
                <a:latin typeface="Arial"/>
                <a:ea typeface="Arial"/>
                <a:cs typeface="Arial"/>
              </a:defRPr>
            </a:lvl4pPr>
            <a:lvl5pPr algn="ctr">
              <a:defRPr sz="1725" b="1">
                <a:solidFill>
                  <a:srgbClr val="005A9C"/>
                </a:solidFill>
                <a:latin typeface="Arial"/>
                <a:ea typeface="Arial"/>
                <a:cs typeface="Arial"/>
              </a:defRPr>
            </a:lvl5pPr>
            <a:lvl6pPr algn="ctr">
              <a:defRPr sz="1725" b="1">
                <a:solidFill>
                  <a:srgbClr val="005A9C"/>
                </a:solidFill>
                <a:latin typeface="Arial"/>
                <a:ea typeface="Arial"/>
                <a:cs typeface="Arial"/>
              </a:defRPr>
            </a:lvl6pPr>
            <a:lvl7pPr algn="ctr">
              <a:defRPr sz="1725" b="1">
                <a:solidFill>
                  <a:srgbClr val="005A9C"/>
                </a:solidFill>
                <a:latin typeface="Arial"/>
                <a:ea typeface="Arial"/>
                <a:cs typeface="Arial"/>
              </a:defRPr>
            </a:lvl7pPr>
            <a:lvl8pPr algn="ctr">
              <a:defRPr sz="1725" b="1">
                <a:solidFill>
                  <a:srgbClr val="005A9C"/>
                </a:solidFill>
                <a:latin typeface="Arial"/>
                <a:ea typeface="Arial"/>
                <a:cs typeface="Arial"/>
              </a:defRPr>
            </a:lvl8pPr>
            <a:lvl9pPr algn="ctr">
              <a:defRPr sz="1725" b="1">
                <a:solidFill>
                  <a:srgbClr val="005A9C"/>
                </a:solidFill>
                <a:latin typeface="Arial"/>
                <a:ea typeface="Arial"/>
                <a:cs typeface="Arial"/>
              </a:defRPr>
            </a:lvl9pPr>
          </a:lstStyle>
          <a:p xmlns:a="http://schemas.openxmlformats.org/drawingml/2006/main">
            <a:pPr algn="ctr">
              <a:defRPr sz="1725" b="1">
                <a:solidFill>
                  <a:srgbClr val="005A9C"/>
                </a:solidFill>
                <a:latin typeface="Arial"/>
                <a:ea typeface="Arial"/>
                <a:cs typeface="Arial"/>
              </a:defRPr>
            </a:pPr>
            <a:r>
              <a:rPr sz="1725" b="1">
                <a:solidFill>
                  <a:srgbClr val="005A9C"/>
                </a:solidFill>
                <a:latin typeface="Arial"/>
                <a:ea typeface="Arial"/>
                <a:cs typeface="Arial"/>
              </a:rPr>
              <a:t>Back</a:t>
            </a:r>
          </a:p>
        </p:txBody>
      </p:sp>
      <p:sp>
        <p:nvSpPr>
          <p:cNvPr id="22" name="!!nav.next">
            <ns0:hlinkClick xmlns:ns0="http://schemas.openxmlformats.org/drawingml/2006/main" xmlns:ns1="http://schemas.openxmlformats.org/officeDocument/2006/relationships" ns1:id="rIdNavSlide14" action="ppaction://hlinksldjump" tooltip="Slide 14: ICBCUBS: institutional RFP responses"/>
            <a:extLst xmlns:a="http://schemas.openxmlformats.org/drawingml/2006/main">
              <a:ext uri="{FF2B5EF4-FFF2-40B4-BE49-F238E27FC236}">
                <a16:creationId xmlns:a16="http://schemas.microsoft.com/office/drawing/2014/main" id="{2255AB5C-B8CC-4B15-9EE2-FE6BD75BF0C1}"/>
              </a:ext>
            </a:extLst>
          </p:cNvPr>
          <p:cNvSpPr>
            <a:spLocks xmlns:a="http://schemas.openxmlformats.org/drawingml/2006/main" noGrp="1"/>
          </p:cNvSpPr>
          <p:nvPr/>
        </p:nvSpPr>
        <p:spPr>
          <a:xfrm xmlns:a="http://schemas.openxmlformats.org/drawingml/2006/main">
            <a:off x="13506450" y="7496175"/>
            <a:ext cx="1085850" cy="45720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725" b="1">
                <a:solidFill>
                  <a:srgbClr val="FFFFFF"/>
                </a:solidFill>
                <a:latin typeface="Arial"/>
                <a:ea typeface="Arial"/>
                <a:cs typeface="Arial"/>
              </a:defRPr>
            </a:defPPr>
            <a:lvl1pPr algn="ctr">
              <a:defRPr sz="1725" b="1">
                <a:solidFill>
                  <a:srgbClr val="FFFFFF"/>
                </a:solidFill>
                <a:latin typeface="Arial"/>
                <a:ea typeface="Arial"/>
                <a:cs typeface="Arial"/>
              </a:defRPr>
            </a:lvl1pPr>
            <a:lvl2pPr algn="ctr">
              <a:defRPr sz="1725" b="1">
                <a:solidFill>
                  <a:srgbClr val="FFFFFF"/>
                </a:solidFill>
                <a:latin typeface="Arial"/>
                <a:ea typeface="Arial"/>
                <a:cs typeface="Arial"/>
              </a:defRPr>
            </a:lvl2pPr>
            <a:lvl3pPr algn="ctr">
              <a:defRPr sz="1725" b="1">
                <a:solidFill>
                  <a:srgbClr val="FFFFFF"/>
                </a:solidFill>
                <a:latin typeface="Arial"/>
                <a:ea typeface="Arial"/>
                <a:cs typeface="Arial"/>
              </a:defRPr>
            </a:lvl3pPr>
            <a:lvl4pPr algn="ctr">
              <a:defRPr sz="1725" b="1">
                <a:solidFill>
                  <a:srgbClr val="FFFFFF"/>
                </a:solidFill>
                <a:latin typeface="Arial"/>
                <a:ea typeface="Arial"/>
                <a:cs typeface="Arial"/>
              </a:defRPr>
            </a:lvl4pPr>
            <a:lvl5pPr algn="ctr">
              <a:defRPr sz="1725" b="1">
                <a:solidFill>
                  <a:srgbClr val="FFFFFF"/>
                </a:solidFill>
                <a:latin typeface="Arial"/>
                <a:ea typeface="Arial"/>
                <a:cs typeface="Arial"/>
              </a:defRPr>
            </a:lvl5pPr>
            <a:lvl6pPr algn="ctr">
              <a:defRPr sz="1725" b="1">
                <a:solidFill>
                  <a:srgbClr val="FFFFFF"/>
                </a:solidFill>
                <a:latin typeface="Arial"/>
                <a:ea typeface="Arial"/>
                <a:cs typeface="Arial"/>
              </a:defRPr>
            </a:lvl6pPr>
            <a:lvl7pPr algn="ctr">
              <a:defRPr sz="1725" b="1">
                <a:solidFill>
                  <a:srgbClr val="FFFFFF"/>
                </a:solidFill>
                <a:latin typeface="Arial"/>
                <a:ea typeface="Arial"/>
                <a:cs typeface="Arial"/>
              </a:defRPr>
            </a:lvl7pPr>
            <a:lvl8pPr algn="ctr">
              <a:defRPr sz="1725" b="1">
                <a:solidFill>
                  <a:srgbClr val="FFFFFF"/>
                </a:solidFill>
                <a:latin typeface="Arial"/>
                <a:ea typeface="Arial"/>
                <a:cs typeface="Arial"/>
              </a:defRPr>
            </a:lvl8pPr>
            <a:lvl9pPr algn="ctr">
              <a:defRPr sz="1725" b="1">
                <a:solidFill>
                  <a:srgbClr val="FFFFFF"/>
                </a:solidFill>
                <a:latin typeface="Arial"/>
                <a:ea typeface="Arial"/>
                <a:cs typeface="Arial"/>
              </a:defRPr>
            </a:lvl9pPr>
          </a:lstStyle>
          <a:p xmlns:a="http://schemas.openxmlformats.org/drawingml/2006/main">
            <a:pPr algn="ctr">
              <a:defRPr sz="1725" b="1">
                <a:solidFill>
                  <a:srgbClr val="FFFFFF"/>
                </a:solidFill>
                <a:latin typeface="Arial"/>
                <a:ea typeface="Arial"/>
                <a:cs typeface="Arial"/>
              </a:defRPr>
            </a:pPr>
            <a:r>
              <a:rPr sz="1725" b="1">
                <a:solidFill>
                  <a:srgbClr val="FFFFFF"/>
                </a:solidFill>
                <a:latin typeface="Arial"/>
                <a:ea typeface="Arial"/>
                <a:cs typeface="Arial"/>
              </a:rPr>
              <a:t>Next</a:t>
            </a:r>
          </a:p>
        </p:txBody>
      </p:sp>
      <p:sp>
        <p:nvSpPr>
          <p:cNvPr id="23" name="!!footer.rule">
            <a:extLst xmlns:a="http://schemas.openxmlformats.org/drawingml/2006/main">
              <a:ext uri="{FF2B5EF4-FFF2-40B4-BE49-F238E27FC236}">
                <a16:creationId xmlns:a16="http://schemas.microsoft.com/office/drawing/2014/main" id="{DA0B14CB-A911-438F-AAA0-7A048668AE3B}"/>
              </a:ext>
            </a:extLst>
          </p:cNvPr>
          <p:cNvSpPr>
            <a:spLocks xmlns:a="http://schemas.openxmlformats.org/drawingml/2006/main" noGrp="1"/>
          </p:cNvSpPr>
          <p:nvPr/>
        </p:nvSpPr>
        <p:spPr>
          <a:xfrm xmlns:a="http://schemas.openxmlformats.org/drawingml/2006/main" flipH="0" flipV="0">
            <a:off x="647700" y="8134350"/>
            <a:ext cx="13944600" cy="953"/>
          </a:xfrm>
          <a:prstGeom xmlns:a="http://schemas.openxmlformats.org/drawingml/2006/main" prst="line">
            <a:avLst/>
          </a:prstGeom>
          <a:noFill xmlns:a="http://schemas.openxmlformats.org/drawingml/2006/main"/>
          <a:ln xmlns:a="http://schemas.openxmlformats.org/drawingml/2006/main" w="9525">
            <a:solidFill>
              <a:srgbClr val="BCC6CF"/>
            </a:solidFill>
            <a:prstDash val="solid"/>
          </a:ln>
        </p:spPr>
      </p:sp>
      <p:sp>
        <p:nvSpPr>
          <p:cNvPr id="24" name="!!source">
            <a:extLst xmlns:a="http://schemas.openxmlformats.org/drawingml/2006/main">
              <a:ext uri="{FF2B5EF4-FFF2-40B4-BE49-F238E27FC236}">
                <a16:creationId xmlns:a16="http://schemas.microsoft.com/office/drawing/2014/main" id="{EC2306CC-0AA3-403F-8F1C-7268702778DE}"/>
              </a:ext>
            </a:extLst>
          </p:cNvPr>
          <p:cNvSpPr>
            <a:spLocks xmlns:a="http://schemas.openxmlformats.org/drawingml/2006/main" noGrp="1"/>
          </p:cNvSpPr>
          <p:nvPr/>
        </p:nvSpPr>
        <p:spPr>
          <a:xfrm xmlns:a="http://schemas.openxmlformats.org/drawingml/2006/main">
            <a:off x="647700" y="8267700"/>
            <a:ext cx="13944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707C88"/>
                </a:solidFill>
                <a:latin typeface="Arial"/>
                <a:ea typeface="Arial"/>
                <a:cs typeface="Arial"/>
              </a:defRPr>
            </a:defPPr>
            <a:lvl1pPr algn="l">
              <a:defRPr sz="1050" b="0">
                <a:solidFill>
                  <a:srgbClr val="707C88"/>
                </a:solidFill>
                <a:latin typeface="Arial"/>
                <a:ea typeface="Arial"/>
                <a:cs typeface="Arial"/>
              </a:defRPr>
            </a:lvl1pPr>
            <a:lvl2pPr algn="l">
              <a:defRPr sz="1050" b="0">
                <a:solidFill>
                  <a:srgbClr val="707C88"/>
                </a:solidFill>
                <a:latin typeface="Arial"/>
                <a:ea typeface="Arial"/>
                <a:cs typeface="Arial"/>
              </a:defRPr>
            </a:lvl2pPr>
            <a:lvl3pPr algn="l">
              <a:defRPr sz="1050" b="0">
                <a:solidFill>
                  <a:srgbClr val="707C88"/>
                </a:solidFill>
                <a:latin typeface="Arial"/>
                <a:ea typeface="Arial"/>
                <a:cs typeface="Arial"/>
              </a:defRPr>
            </a:lvl3pPr>
            <a:lvl4pPr algn="l">
              <a:defRPr sz="1050" b="0">
                <a:solidFill>
                  <a:srgbClr val="707C88"/>
                </a:solidFill>
                <a:latin typeface="Arial"/>
                <a:ea typeface="Arial"/>
                <a:cs typeface="Arial"/>
              </a:defRPr>
            </a:lvl4pPr>
            <a:lvl5pPr algn="l">
              <a:defRPr sz="1050" b="0">
                <a:solidFill>
                  <a:srgbClr val="707C88"/>
                </a:solidFill>
                <a:latin typeface="Arial"/>
                <a:ea typeface="Arial"/>
                <a:cs typeface="Arial"/>
              </a:defRPr>
            </a:lvl5pPr>
            <a:lvl6pPr algn="l">
              <a:defRPr sz="1050" b="0">
                <a:solidFill>
                  <a:srgbClr val="707C88"/>
                </a:solidFill>
                <a:latin typeface="Arial"/>
                <a:ea typeface="Arial"/>
                <a:cs typeface="Arial"/>
              </a:defRPr>
            </a:lvl6pPr>
            <a:lvl7pPr algn="l">
              <a:defRPr sz="1050" b="0">
                <a:solidFill>
                  <a:srgbClr val="707C88"/>
                </a:solidFill>
                <a:latin typeface="Arial"/>
                <a:ea typeface="Arial"/>
                <a:cs typeface="Arial"/>
              </a:defRPr>
            </a:lvl7pPr>
            <a:lvl8pPr algn="l">
              <a:defRPr sz="1050" b="0">
                <a:solidFill>
                  <a:srgbClr val="707C88"/>
                </a:solidFill>
                <a:latin typeface="Arial"/>
                <a:ea typeface="Arial"/>
                <a:cs typeface="Arial"/>
              </a:defRPr>
            </a:lvl8pPr>
            <a:lvl9pPr algn="l">
              <a:defRPr sz="1050" b="0">
                <a:solidFill>
                  <a:srgbClr val="707C88"/>
                </a:solidFill>
                <a:latin typeface="Arial"/>
                <a:ea typeface="Arial"/>
                <a:cs typeface="Arial"/>
              </a:defRPr>
            </a:lvl9pPr>
          </a:lstStyle>
          <a:p xmlns:a="http://schemas.openxmlformats.org/drawingml/2006/main">
            <a:pPr algn="l">
              <a:defRPr sz="1050" b="0">
                <a:solidFill>
                  <a:srgbClr val="707C88"/>
                </a:solidFill>
                <a:latin typeface="Arial"/>
                <a:ea typeface="Arial"/>
                <a:cs typeface="Arial"/>
              </a:defRPr>
            </a:pPr>
            <a:r>
              <a:rPr sz="1050" b="0">
                <a:solidFill>
                  <a:srgbClr val="707C88"/>
                </a:solidFill>
                <a:latin typeface="Arial"/>
                <a:ea typeface="Arial"/>
                <a:cs typeface="Arial"/>
              </a:rPr>
              <a:t>Sources: Tianhong / AMAC</a:t>
            </a:r>
          </a:p>
        </p:txBody>
      </p:sp>
      <p:sp>
        <p:nvSpPr>
          <p:cNvPr id="25" name="!!client.views.head">
            <a:extLst xmlns:a="http://schemas.openxmlformats.org/drawingml/2006/main">
              <a:ext uri="{FF2B5EF4-FFF2-40B4-BE49-F238E27FC236}">
                <a16:creationId xmlns:a16="http://schemas.microsoft.com/office/drawing/2014/main" id="{7A359A56-723F-48BD-97B5-90652E709540}"/>
              </a:ext>
            </a:extLst>
          </p:cNvPr>
          <p:cNvSpPr>
            <a:spLocks xmlns:a="http://schemas.openxmlformats.org/drawingml/2006/main" noGrp="1"/>
          </p:cNvSpPr>
          <p:nvPr/>
        </p:nvSpPr>
        <p:spPr>
          <a:xfrm xmlns:a="http://schemas.openxmlformats.org/drawingml/2006/main">
            <a:off x="4057650" y="2047875"/>
            <a:ext cx="105346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05A9C"/>
                </a:solidFill>
                <a:latin typeface="Arial"/>
                <a:ea typeface="Arial"/>
                <a:cs typeface="Arial"/>
              </a:defRPr>
            </a:defPPr>
            <a:lvl1pPr algn="l">
              <a:defRPr sz="2325" b="1">
                <a:solidFill>
                  <a:srgbClr val="005A9C"/>
                </a:solidFill>
                <a:latin typeface="Arial"/>
                <a:ea typeface="Arial"/>
                <a:cs typeface="Arial"/>
              </a:defRPr>
            </a:lvl1pPr>
            <a:lvl2pPr algn="l">
              <a:defRPr sz="2325" b="1">
                <a:solidFill>
                  <a:srgbClr val="005A9C"/>
                </a:solidFill>
                <a:latin typeface="Arial"/>
                <a:ea typeface="Arial"/>
                <a:cs typeface="Arial"/>
              </a:defRPr>
            </a:lvl2pPr>
            <a:lvl3pPr algn="l">
              <a:defRPr sz="2325" b="1">
                <a:solidFill>
                  <a:srgbClr val="005A9C"/>
                </a:solidFill>
                <a:latin typeface="Arial"/>
                <a:ea typeface="Arial"/>
                <a:cs typeface="Arial"/>
              </a:defRPr>
            </a:lvl3pPr>
            <a:lvl4pPr algn="l">
              <a:defRPr sz="2325" b="1">
                <a:solidFill>
                  <a:srgbClr val="005A9C"/>
                </a:solidFill>
                <a:latin typeface="Arial"/>
                <a:ea typeface="Arial"/>
                <a:cs typeface="Arial"/>
              </a:defRPr>
            </a:lvl4pPr>
            <a:lvl5pPr algn="l">
              <a:defRPr sz="2325" b="1">
                <a:solidFill>
                  <a:srgbClr val="005A9C"/>
                </a:solidFill>
                <a:latin typeface="Arial"/>
                <a:ea typeface="Arial"/>
                <a:cs typeface="Arial"/>
              </a:defRPr>
            </a:lvl5pPr>
            <a:lvl6pPr algn="l">
              <a:defRPr sz="2325" b="1">
                <a:solidFill>
                  <a:srgbClr val="005A9C"/>
                </a:solidFill>
                <a:latin typeface="Arial"/>
                <a:ea typeface="Arial"/>
                <a:cs typeface="Arial"/>
              </a:defRPr>
            </a:lvl6pPr>
            <a:lvl7pPr algn="l">
              <a:defRPr sz="2325" b="1">
                <a:solidFill>
                  <a:srgbClr val="005A9C"/>
                </a:solidFill>
                <a:latin typeface="Arial"/>
                <a:ea typeface="Arial"/>
                <a:cs typeface="Arial"/>
              </a:defRPr>
            </a:lvl7pPr>
            <a:lvl8pPr algn="l">
              <a:defRPr sz="2325" b="1">
                <a:solidFill>
                  <a:srgbClr val="005A9C"/>
                </a:solidFill>
                <a:latin typeface="Arial"/>
                <a:ea typeface="Arial"/>
                <a:cs typeface="Arial"/>
              </a:defRPr>
            </a:lvl8pPr>
            <a:lvl9pPr algn="l">
              <a:defRPr sz="2325" b="1">
                <a:solidFill>
                  <a:srgbClr val="005A9C"/>
                </a:solidFill>
                <a:latin typeface="Arial"/>
                <a:ea typeface="Arial"/>
                <a:cs typeface="Arial"/>
              </a:defRPr>
            </a:lvl9pPr>
          </a:lstStyle>
          <a:p xmlns:a="http://schemas.openxmlformats.org/drawingml/2006/main">
            <a:pPr algn="l">
              <a:defRPr sz="2325" b="1">
                <a:solidFill>
                  <a:srgbClr val="005A9C"/>
                </a:solidFill>
                <a:latin typeface="Arial"/>
                <a:ea typeface="Arial"/>
                <a:cs typeface="Arial"/>
              </a:defRPr>
            </a:pPr>
            <a:r>
              <a:rPr sz="2325" b="1">
                <a:solidFill>
                  <a:srgbClr val="005A9C"/>
                </a:solidFill>
                <a:latin typeface="Arial"/>
                <a:ea typeface="Arial"/>
                <a:cs typeface="Arial"/>
              </a:rPr>
              <a:t>Tianhong uses LLMs to bring together recent manager and product views</a:t>
            </a:r>
          </a:p>
        </p:txBody>
      </p:sp>
      <p:sp>
        <p:nvSpPr>
          <p:cNvPr id="26" name="!!client.views.source.rule">
            <a:extLst xmlns:a="http://schemas.openxmlformats.org/drawingml/2006/main">
              <a:ext uri="{FF2B5EF4-FFF2-40B4-BE49-F238E27FC236}">
                <a16:creationId xmlns:a16="http://schemas.microsoft.com/office/drawing/2014/main" id="{229E9AE7-6A33-495A-98C5-80444B9B43B8}"/>
              </a:ext>
            </a:extLst>
          </p:cNvPr>
          <p:cNvSpPr>
            <a:spLocks xmlns:a="http://schemas.openxmlformats.org/drawingml/2006/main" noGrp="1"/>
          </p:cNvSpPr>
          <p:nvPr/>
        </p:nvSpPr>
        <p:spPr>
          <a:xfrm xmlns:a="http://schemas.openxmlformats.org/drawingml/2006/main" flipH="0" flipV="0">
            <a:off x="4057650" y="3143250"/>
            <a:ext cx="4476750" cy="953"/>
          </a:xfrm>
          <a:prstGeom xmlns:a="http://schemas.openxmlformats.org/drawingml/2006/main" prst="line">
            <a:avLst/>
          </a:prstGeom>
          <a:noFill xmlns:a="http://schemas.openxmlformats.org/drawingml/2006/main"/>
          <a:ln xmlns:a="http://schemas.openxmlformats.org/drawingml/2006/main" w="14288">
            <a:solidFill>
              <a:srgbClr val="BCC6CF"/>
            </a:solidFill>
            <a:prstDash val="solid"/>
          </a:ln>
        </p:spPr>
      </p:sp>
      <p:sp>
        <p:nvSpPr>
          <p:cNvPr id="27" name="!!client.views.source.label">
            <a:extLst xmlns:a="http://schemas.openxmlformats.org/drawingml/2006/main">
              <a:ext uri="{FF2B5EF4-FFF2-40B4-BE49-F238E27FC236}">
                <a16:creationId xmlns:a16="http://schemas.microsoft.com/office/drawing/2014/main" id="{F89B2486-54DF-4FC1-9409-8B201CCA9C62}"/>
              </a:ext>
            </a:extLst>
          </p:cNvPr>
          <p:cNvSpPr>
            <a:spLocks xmlns:a="http://schemas.openxmlformats.org/drawingml/2006/main" noGrp="1"/>
          </p:cNvSpPr>
          <p:nvPr/>
        </p:nvSpPr>
        <p:spPr>
          <a:xfrm xmlns:a="http://schemas.openxmlformats.org/drawingml/2006/main">
            <a:off x="4057650" y="3238500"/>
            <a:ext cx="4476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005A9C"/>
                </a:solidFill>
                <a:latin typeface="Arial"/>
                <a:ea typeface="Arial"/>
                <a:cs typeface="Arial"/>
              </a:defRPr>
            </a:defPPr>
            <a:lvl1pPr algn="l">
              <a:defRPr sz="1650" b="1">
                <a:solidFill>
                  <a:srgbClr val="005A9C"/>
                </a:solidFill>
                <a:latin typeface="Arial"/>
                <a:ea typeface="Arial"/>
                <a:cs typeface="Arial"/>
              </a:defRPr>
            </a:lvl1pPr>
            <a:lvl2pPr algn="l">
              <a:defRPr sz="1650" b="1">
                <a:solidFill>
                  <a:srgbClr val="005A9C"/>
                </a:solidFill>
                <a:latin typeface="Arial"/>
                <a:ea typeface="Arial"/>
                <a:cs typeface="Arial"/>
              </a:defRPr>
            </a:lvl2pPr>
            <a:lvl3pPr algn="l">
              <a:defRPr sz="1650" b="1">
                <a:solidFill>
                  <a:srgbClr val="005A9C"/>
                </a:solidFill>
                <a:latin typeface="Arial"/>
                <a:ea typeface="Arial"/>
                <a:cs typeface="Arial"/>
              </a:defRPr>
            </a:lvl3pPr>
            <a:lvl4pPr algn="l">
              <a:defRPr sz="1650" b="1">
                <a:solidFill>
                  <a:srgbClr val="005A9C"/>
                </a:solidFill>
                <a:latin typeface="Arial"/>
                <a:ea typeface="Arial"/>
                <a:cs typeface="Arial"/>
              </a:defRPr>
            </a:lvl4pPr>
            <a:lvl5pPr algn="l">
              <a:defRPr sz="1650" b="1">
                <a:solidFill>
                  <a:srgbClr val="005A9C"/>
                </a:solidFill>
                <a:latin typeface="Arial"/>
                <a:ea typeface="Arial"/>
                <a:cs typeface="Arial"/>
              </a:defRPr>
            </a:lvl5pPr>
            <a:lvl6pPr algn="l">
              <a:defRPr sz="1650" b="1">
                <a:solidFill>
                  <a:srgbClr val="005A9C"/>
                </a:solidFill>
                <a:latin typeface="Arial"/>
                <a:ea typeface="Arial"/>
                <a:cs typeface="Arial"/>
              </a:defRPr>
            </a:lvl6pPr>
            <a:lvl7pPr algn="l">
              <a:defRPr sz="1650" b="1">
                <a:solidFill>
                  <a:srgbClr val="005A9C"/>
                </a:solidFill>
                <a:latin typeface="Arial"/>
                <a:ea typeface="Arial"/>
                <a:cs typeface="Arial"/>
              </a:defRPr>
            </a:lvl7pPr>
            <a:lvl8pPr algn="l">
              <a:defRPr sz="1650" b="1">
                <a:solidFill>
                  <a:srgbClr val="005A9C"/>
                </a:solidFill>
                <a:latin typeface="Arial"/>
                <a:ea typeface="Arial"/>
                <a:cs typeface="Arial"/>
              </a:defRPr>
            </a:lvl8pPr>
            <a:lvl9pPr algn="l">
              <a:defRPr sz="1650" b="1">
                <a:solidFill>
                  <a:srgbClr val="005A9C"/>
                </a:solidFill>
                <a:latin typeface="Arial"/>
                <a:ea typeface="Arial"/>
                <a:cs typeface="Arial"/>
              </a:defRPr>
            </a:lvl9pPr>
          </a:lstStyle>
          <a:p xmlns:a="http://schemas.openxmlformats.org/drawingml/2006/main">
            <a:pPr algn="l">
              <a:defRPr sz="1650" b="1">
                <a:solidFill>
                  <a:srgbClr val="005A9C"/>
                </a:solidFill>
                <a:latin typeface="Arial"/>
                <a:ea typeface="Arial"/>
                <a:cs typeface="Arial"/>
              </a:defRPr>
            </a:pPr>
            <a:r>
              <a:rPr sz="1650" b="1">
                <a:solidFill>
                  <a:srgbClr val="005A9C"/>
                </a:solidFill>
                <a:latin typeface="Arial"/>
                <a:ea typeface="Arial"/>
                <a:cs typeface="Arial"/>
              </a:rPr>
              <a:t>Presentations, commentary and reports</a:t>
            </a:r>
          </a:p>
        </p:txBody>
      </p:sp>
      <p:sp>
        <p:nvSpPr>
          <p:cNvPr id="28" name="!!client.views.source.text">
            <a:extLst xmlns:a="http://schemas.openxmlformats.org/drawingml/2006/main">
              <a:ext uri="{FF2B5EF4-FFF2-40B4-BE49-F238E27FC236}">
                <a16:creationId xmlns:a16="http://schemas.microsoft.com/office/drawing/2014/main" id="{317276D1-17E9-479A-8015-0C369495386B}"/>
              </a:ext>
            </a:extLst>
          </p:cNvPr>
          <p:cNvSpPr>
            <a:spLocks xmlns:a="http://schemas.openxmlformats.org/drawingml/2006/main" noGrp="1"/>
          </p:cNvSpPr>
          <p:nvPr/>
        </p:nvSpPr>
        <p:spPr>
          <a:xfrm xmlns:a="http://schemas.openxmlformats.org/drawingml/2006/main">
            <a:off x="4057650" y="3581400"/>
            <a:ext cx="4476750" cy="1419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20262C"/>
                </a:solidFill>
                <a:latin typeface="Arial"/>
                <a:ea typeface="Arial"/>
                <a:cs typeface="Arial"/>
              </a:defRPr>
            </a:defPPr>
            <a:lvl1pPr algn="l">
              <a:defRPr sz="2100" b="0">
                <a:solidFill>
                  <a:srgbClr val="20262C"/>
                </a:solidFill>
                <a:latin typeface="Arial"/>
                <a:ea typeface="Arial"/>
                <a:cs typeface="Arial"/>
              </a:defRPr>
            </a:lvl1pPr>
            <a:lvl2pPr algn="l">
              <a:defRPr sz="2100" b="0">
                <a:solidFill>
                  <a:srgbClr val="20262C"/>
                </a:solidFill>
                <a:latin typeface="Arial"/>
                <a:ea typeface="Arial"/>
                <a:cs typeface="Arial"/>
              </a:defRPr>
            </a:lvl2pPr>
            <a:lvl3pPr algn="l">
              <a:defRPr sz="2100" b="0">
                <a:solidFill>
                  <a:srgbClr val="20262C"/>
                </a:solidFill>
                <a:latin typeface="Arial"/>
                <a:ea typeface="Arial"/>
                <a:cs typeface="Arial"/>
              </a:defRPr>
            </a:lvl3pPr>
            <a:lvl4pPr algn="l">
              <a:defRPr sz="2100" b="0">
                <a:solidFill>
                  <a:srgbClr val="20262C"/>
                </a:solidFill>
                <a:latin typeface="Arial"/>
                <a:ea typeface="Arial"/>
                <a:cs typeface="Arial"/>
              </a:defRPr>
            </a:lvl4pPr>
            <a:lvl5pPr algn="l">
              <a:defRPr sz="2100" b="0">
                <a:solidFill>
                  <a:srgbClr val="20262C"/>
                </a:solidFill>
                <a:latin typeface="Arial"/>
                <a:ea typeface="Arial"/>
                <a:cs typeface="Arial"/>
              </a:defRPr>
            </a:lvl5pPr>
            <a:lvl6pPr algn="l">
              <a:defRPr sz="2100" b="0">
                <a:solidFill>
                  <a:srgbClr val="20262C"/>
                </a:solidFill>
                <a:latin typeface="Arial"/>
                <a:ea typeface="Arial"/>
                <a:cs typeface="Arial"/>
              </a:defRPr>
            </a:lvl6pPr>
            <a:lvl7pPr algn="l">
              <a:defRPr sz="2100" b="0">
                <a:solidFill>
                  <a:srgbClr val="20262C"/>
                </a:solidFill>
                <a:latin typeface="Arial"/>
                <a:ea typeface="Arial"/>
                <a:cs typeface="Arial"/>
              </a:defRPr>
            </a:lvl7pPr>
            <a:lvl8pPr algn="l">
              <a:defRPr sz="2100" b="0">
                <a:solidFill>
                  <a:srgbClr val="20262C"/>
                </a:solidFill>
                <a:latin typeface="Arial"/>
                <a:ea typeface="Arial"/>
                <a:cs typeface="Arial"/>
              </a:defRPr>
            </a:lvl8pPr>
            <a:lvl9pPr algn="l">
              <a:defRPr sz="2100" b="0">
                <a:solidFill>
                  <a:srgbClr val="20262C"/>
                </a:solidFill>
                <a:latin typeface="Arial"/>
                <a:ea typeface="Arial"/>
                <a:cs typeface="Arial"/>
              </a:defRPr>
            </a:lvl9pPr>
          </a:lstStyle>
          <a:p xmlns:a="http://schemas.openxmlformats.org/drawingml/2006/main">
            <a:pPr algn="l">
              <a:defRPr sz="2100" b="0">
                <a:solidFill>
                  <a:srgbClr val="20262C"/>
                </a:solidFill>
                <a:latin typeface="Arial"/>
                <a:ea typeface="Arial"/>
                <a:cs typeface="Arial"/>
              </a:defRPr>
            </a:pPr>
            <a:r>
              <a:rPr sz="2100" b="0">
                <a:solidFill>
                  <a:srgbClr val="20262C"/>
                </a:solidFill>
                <a:latin typeface="Arial"/>
                <a:ea typeface="Arial"/>
                <a:cs typeface="Arial"/>
              </a:rPr>
              <a:t>“Company A’s revenue grew with volumes.</a:t>
            </a:r>
          </a:p>
          <a:p xmlns:a="http://schemas.openxmlformats.org/drawingml/2006/main">
            <a:pPr algn="l">
              <a:defRPr sz="2100" b="0">
                <a:solidFill>
                  <a:srgbClr val="20262C"/>
                </a:solidFill>
                <a:latin typeface="Arial"/>
                <a:ea typeface="Arial"/>
                <a:cs typeface="Arial"/>
              </a:defRPr>
            </a:pPr>
            <a:r>
              <a:rPr sz="2100" b="0">
                <a:solidFill>
                  <a:srgbClr val="20262C"/>
                </a:solidFill>
                <a:latin typeface="Arial"/>
                <a:ea typeface="Arial"/>
                <a:cs typeface="Arial"/>
              </a:rPr>
              <a:t>We are watching raw-material costs.”</a:t>
            </a:r>
          </a:p>
        </p:txBody>
      </p:sp>
      <p:sp>
        <p:nvSpPr>
          <p:cNvPr id="29" name="!!client.views.llm">
            <a:extLst xmlns:a="http://schemas.openxmlformats.org/drawingml/2006/main">
              <a:ext uri="{FF2B5EF4-FFF2-40B4-BE49-F238E27FC236}">
                <a16:creationId xmlns:a16="http://schemas.microsoft.com/office/drawing/2014/main" id="{E45F2BDD-B697-471A-9490-A7889BF6BC65}"/>
              </a:ext>
            </a:extLst>
          </p:cNvPr>
          <p:cNvSpPr>
            <a:spLocks xmlns:a="http://schemas.openxmlformats.org/drawingml/2006/main" noGrp="1"/>
          </p:cNvSpPr>
          <p:nvPr/>
        </p:nvSpPr>
        <p:spPr>
          <a:xfrm xmlns:a="http://schemas.openxmlformats.org/drawingml/2006/main">
            <a:off x="9315450" y="3143250"/>
            <a:ext cx="5276850" cy="1857375"/>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30" name="!!client.views.llm.role">
            <a:extLst xmlns:a="http://schemas.openxmlformats.org/drawingml/2006/main">
              <a:ext uri="{FF2B5EF4-FFF2-40B4-BE49-F238E27FC236}">
                <a16:creationId xmlns:a16="http://schemas.microsoft.com/office/drawing/2014/main" id="{86C8D954-5532-40AF-8F13-124123EB736A}"/>
              </a:ext>
            </a:extLst>
          </p:cNvPr>
          <p:cNvSpPr>
            <a:spLocks xmlns:a="http://schemas.openxmlformats.org/drawingml/2006/main" noGrp="1"/>
          </p:cNvSpPr>
          <p:nvPr/>
        </p:nvSpPr>
        <p:spPr>
          <a:xfrm xmlns:a="http://schemas.openxmlformats.org/drawingml/2006/main">
            <a:off x="9505950" y="3286125"/>
            <a:ext cx="4895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62C"/>
                </a:solidFill>
                <a:latin typeface="Arial"/>
                <a:ea typeface="Arial"/>
                <a:cs typeface="Arial"/>
              </a:defRPr>
            </a:defPPr>
            <a:lvl1pPr algn="l">
              <a:defRPr sz="1800" b="1">
                <a:solidFill>
                  <a:srgbClr val="20262C"/>
                </a:solidFill>
                <a:latin typeface="Arial"/>
                <a:ea typeface="Arial"/>
                <a:cs typeface="Arial"/>
              </a:defRPr>
            </a:lvl1pPr>
            <a:lvl2pPr algn="l">
              <a:defRPr sz="1800" b="1">
                <a:solidFill>
                  <a:srgbClr val="20262C"/>
                </a:solidFill>
                <a:latin typeface="Arial"/>
                <a:ea typeface="Arial"/>
                <a:cs typeface="Arial"/>
              </a:defRPr>
            </a:lvl2pPr>
            <a:lvl3pPr algn="l">
              <a:defRPr sz="1800" b="1">
                <a:solidFill>
                  <a:srgbClr val="20262C"/>
                </a:solidFill>
                <a:latin typeface="Arial"/>
                <a:ea typeface="Arial"/>
                <a:cs typeface="Arial"/>
              </a:defRPr>
            </a:lvl3pPr>
            <a:lvl4pPr algn="l">
              <a:defRPr sz="1800" b="1">
                <a:solidFill>
                  <a:srgbClr val="20262C"/>
                </a:solidFill>
                <a:latin typeface="Arial"/>
                <a:ea typeface="Arial"/>
                <a:cs typeface="Arial"/>
              </a:defRPr>
            </a:lvl4pPr>
            <a:lvl5pPr algn="l">
              <a:defRPr sz="1800" b="1">
                <a:solidFill>
                  <a:srgbClr val="20262C"/>
                </a:solidFill>
                <a:latin typeface="Arial"/>
                <a:ea typeface="Arial"/>
                <a:cs typeface="Arial"/>
              </a:defRPr>
            </a:lvl5pPr>
            <a:lvl6pPr algn="l">
              <a:defRPr sz="1800" b="1">
                <a:solidFill>
                  <a:srgbClr val="20262C"/>
                </a:solidFill>
                <a:latin typeface="Arial"/>
                <a:ea typeface="Arial"/>
                <a:cs typeface="Arial"/>
              </a:defRPr>
            </a:lvl6pPr>
            <a:lvl7pPr algn="l">
              <a:defRPr sz="1800" b="1">
                <a:solidFill>
                  <a:srgbClr val="20262C"/>
                </a:solidFill>
                <a:latin typeface="Arial"/>
                <a:ea typeface="Arial"/>
                <a:cs typeface="Arial"/>
              </a:defRPr>
            </a:lvl7pPr>
            <a:lvl8pPr algn="l">
              <a:defRPr sz="1800" b="1">
                <a:solidFill>
                  <a:srgbClr val="20262C"/>
                </a:solidFill>
                <a:latin typeface="Arial"/>
                <a:ea typeface="Arial"/>
                <a:cs typeface="Arial"/>
              </a:defRPr>
            </a:lvl8pPr>
            <a:lvl9pPr algn="l">
              <a:defRPr sz="1800" b="1">
                <a:solidFill>
                  <a:srgbClr val="20262C"/>
                </a:solidFill>
                <a:latin typeface="Arial"/>
                <a:ea typeface="Arial"/>
                <a:cs typeface="Arial"/>
              </a:defRPr>
            </a:lvl9pPr>
          </a:lstStyle>
          <a:p xmlns:a="http://schemas.openxmlformats.org/drawingml/2006/main">
            <a:pPr algn="l">
              <a:defRPr sz="1800" b="1">
                <a:solidFill>
                  <a:srgbClr val="20262C"/>
                </a:solidFill>
                <a:latin typeface="Arial"/>
                <a:ea typeface="Arial"/>
                <a:cs typeface="Arial"/>
              </a:defRPr>
            </a:pPr>
            <a:r>
              <a:rPr sz="1800" b="1">
                <a:solidFill>
                  <a:srgbClr val="20262C"/>
                </a:solidFill>
                <a:latin typeface="Arial"/>
                <a:ea typeface="Arial"/>
                <a:cs typeface="Arial"/>
              </a:rPr>
              <a:t>LLM organizes the response</a:t>
            </a:r>
          </a:p>
        </p:txBody>
      </p:sp>
      <p:sp>
        <p:nvSpPr>
          <p:cNvPr id="31" name="!!client.views.llm.body">
            <a:extLst xmlns:a="http://schemas.openxmlformats.org/drawingml/2006/main">
              <a:ext uri="{FF2B5EF4-FFF2-40B4-BE49-F238E27FC236}">
                <a16:creationId xmlns:a16="http://schemas.microsoft.com/office/drawing/2014/main" id="{180AA305-4077-4177-A1C9-76E31E6084C0}"/>
              </a:ext>
            </a:extLst>
          </p:cNvPr>
          <p:cNvSpPr>
            <a:spLocks xmlns:a="http://schemas.openxmlformats.org/drawingml/2006/main" noGrp="1"/>
          </p:cNvSpPr>
          <p:nvPr/>
        </p:nvSpPr>
        <p:spPr>
          <a:xfrm xmlns:a="http://schemas.openxmlformats.org/drawingml/2006/main">
            <a:off x="9505950" y="3724275"/>
            <a:ext cx="48958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20262C"/>
                </a:solidFill>
                <a:latin typeface="Arial"/>
                <a:ea typeface="Arial"/>
                <a:cs typeface="Arial"/>
              </a:defRPr>
            </a:defPPr>
            <a:lvl1pPr algn="l">
              <a:defRPr sz="2025" b="0">
                <a:solidFill>
                  <a:srgbClr val="20262C"/>
                </a:solidFill>
                <a:latin typeface="Arial"/>
                <a:ea typeface="Arial"/>
                <a:cs typeface="Arial"/>
              </a:defRPr>
            </a:lvl1pPr>
            <a:lvl2pPr algn="l">
              <a:defRPr sz="2025" b="0">
                <a:solidFill>
                  <a:srgbClr val="20262C"/>
                </a:solidFill>
                <a:latin typeface="Arial"/>
                <a:ea typeface="Arial"/>
                <a:cs typeface="Arial"/>
              </a:defRPr>
            </a:lvl2pPr>
            <a:lvl3pPr algn="l">
              <a:defRPr sz="2025" b="0">
                <a:solidFill>
                  <a:srgbClr val="20262C"/>
                </a:solidFill>
                <a:latin typeface="Arial"/>
                <a:ea typeface="Arial"/>
                <a:cs typeface="Arial"/>
              </a:defRPr>
            </a:lvl3pPr>
            <a:lvl4pPr algn="l">
              <a:defRPr sz="2025" b="0">
                <a:solidFill>
                  <a:srgbClr val="20262C"/>
                </a:solidFill>
                <a:latin typeface="Arial"/>
                <a:ea typeface="Arial"/>
                <a:cs typeface="Arial"/>
              </a:defRPr>
            </a:lvl4pPr>
            <a:lvl5pPr algn="l">
              <a:defRPr sz="2025" b="0">
                <a:solidFill>
                  <a:srgbClr val="20262C"/>
                </a:solidFill>
                <a:latin typeface="Arial"/>
                <a:ea typeface="Arial"/>
                <a:cs typeface="Arial"/>
              </a:defRPr>
            </a:lvl5pPr>
            <a:lvl6pPr algn="l">
              <a:defRPr sz="2025" b="0">
                <a:solidFill>
                  <a:srgbClr val="20262C"/>
                </a:solidFill>
                <a:latin typeface="Arial"/>
                <a:ea typeface="Arial"/>
                <a:cs typeface="Arial"/>
              </a:defRPr>
            </a:lvl6pPr>
            <a:lvl7pPr algn="l">
              <a:defRPr sz="2025" b="0">
                <a:solidFill>
                  <a:srgbClr val="20262C"/>
                </a:solidFill>
                <a:latin typeface="Arial"/>
                <a:ea typeface="Arial"/>
                <a:cs typeface="Arial"/>
              </a:defRPr>
            </a:lvl7pPr>
            <a:lvl8pPr algn="l">
              <a:defRPr sz="2025" b="0">
                <a:solidFill>
                  <a:srgbClr val="20262C"/>
                </a:solidFill>
                <a:latin typeface="Arial"/>
                <a:ea typeface="Arial"/>
                <a:cs typeface="Arial"/>
              </a:defRPr>
            </a:lvl8pPr>
            <a:lvl9pPr algn="l">
              <a:defRPr sz="2025" b="0">
                <a:solidFill>
                  <a:srgbClr val="20262C"/>
                </a:solidFill>
                <a:latin typeface="Arial"/>
                <a:ea typeface="Arial"/>
                <a:cs typeface="Arial"/>
              </a:defRPr>
            </a:lvl9pPr>
          </a:lstStyle>
          <a:p xmlns:a="http://schemas.openxmlformats.org/drawingml/2006/main">
            <a:pPr algn="l">
              <a:defRPr sz="2025" b="0">
                <a:solidFill>
                  <a:srgbClr val="20262C"/>
                </a:solidFill>
                <a:latin typeface="Arial"/>
                <a:ea typeface="Arial"/>
                <a:cs typeface="Arial"/>
              </a:defRPr>
            </a:pPr>
            <a:r>
              <a:rPr sz="2025" b="0">
                <a:solidFill>
                  <a:srgbClr val="20262C"/>
                </a:solidFill>
                <a:latin typeface="Arial"/>
                <a:ea typeface="Arial"/>
                <a:cs typeface="Arial"/>
              </a:rPr>
              <a:t>Find the relevant views</a:t>
            </a:r>
          </a:p>
          <a:p xmlns:a="http://schemas.openxmlformats.org/drawingml/2006/main">
            <a:pPr algn="l">
              <a:defRPr sz="2025" b="0">
                <a:solidFill>
                  <a:srgbClr val="20262C"/>
                </a:solidFill>
                <a:latin typeface="Arial"/>
                <a:ea typeface="Arial"/>
                <a:cs typeface="Arial"/>
              </a:defRPr>
            </a:pPr>
            <a:r>
              <a:rPr sz="2025" b="0">
                <a:solidFill>
                  <a:srgbClr val="20262C"/>
                </a:solidFill>
                <a:latin typeface="Arial"/>
                <a:ea typeface="Arial"/>
                <a:cs typeface="Arial"/>
              </a:rPr>
              <a:t>Combine overlapping content</a:t>
            </a:r>
          </a:p>
          <a:p xmlns:a="http://schemas.openxmlformats.org/drawingml/2006/main">
            <a:pPr algn="l">
              <a:defRPr sz="2025" b="0">
                <a:solidFill>
                  <a:srgbClr val="20262C"/>
                </a:solidFill>
                <a:latin typeface="Arial"/>
                <a:ea typeface="Arial"/>
                <a:cs typeface="Arial"/>
              </a:defRPr>
            </a:pPr>
            <a:r>
              <a:rPr sz="2025" b="0">
                <a:solidFill>
                  <a:srgbClr val="20262C"/>
                </a:solidFill>
                <a:latin typeface="Arial"/>
                <a:ea typeface="Arial"/>
                <a:cs typeface="Arial"/>
              </a:rPr>
              <a:t>Write a clear client explanation</a:t>
            </a:r>
          </a:p>
        </p:txBody>
      </p:sp>
      <p:sp>
        <p:nvSpPr>
          <p:cNvPr id="32" name="!!client.views.input.line">
            <a:extLst xmlns:a="http://schemas.openxmlformats.org/drawingml/2006/main">
              <a:ext uri="{FF2B5EF4-FFF2-40B4-BE49-F238E27FC236}">
                <a16:creationId xmlns:a16="http://schemas.microsoft.com/office/drawing/2014/main" id="{8AD87F30-B73B-4072-A3D0-1E3A739C875B}"/>
              </a:ext>
            </a:extLst>
          </p:cNvPr>
          <p:cNvSpPr>
            <a:spLocks xmlns:a="http://schemas.openxmlformats.org/drawingml/2006/main" noGrp="1"/>
          </p:cNvSpPr>
          <p:nvPr/>
        </p:nvSpPr>
        <p:spPr>
          <a:xfrm xmlns:a="http://schemas.openxmlformats.org/drawingml/2006/main" flipH="0" flipV="0">
            <a:off x="8648700" y="4067175"/>
            <a:ext cx="552450" cy="953"/>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33" name="!!client.views.input.tip">
            <a:extLst xmlns:a="http://schemas.openxmlformats.org/drawingml/2006/main">
              <a:ext uri="{FF2B5EF4-FFF2-40B4-BE49-F238E27FC236}">
                <a16:creationId xmlns:a16="http://schemas.microsoft.com/office/drawing/2014/main" id="{9D8640D7-DB05-4ED1-855B-128CB5950582}"/>
              </a:ext>
            </a:extLst>
          </p:cNvPr>
          <p:cNvSpPr>
            <a:spLocks xmlns:a="http://schemas.openxmlformats.org/drawingml/2006/main" noGrp="1"/>
          </p:cNvSpPr>
          <p:nvPr/>
        </p:nvSpPr>
        <p:spPr>
          <a:xfrm xmlns:a="http://schemas.openxmlformats.org/drawingml/2006/main" rot="5400000">
            <a:off x="9144000" y="4010025"/>
            <a:ext cx="114300" cy="11430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34" name="!!client.views.result">
            <a:extLst xmlns:a="http://schemas.openxmlformats.org/drawingml/2006/main">
              <a:ext uri="{FF2B5EF4-FFF2-40B4-BE49-F238E27FC236}">
                <a16:creationId xmlns:a16="http://schemas.microsoft.com/office/drawing/2014/main" id="{1080990D-0CFB-42DD-B6CD-83A424998524}"/>
              </a:ext>
            </a:extLst>
          </p:cNvPr>
          <p:cNvSpPr>
            <a:spLocks xmlns:a="http://schemas.openxmlformats.org/drawingml/2006/main" noGrp="1"/>
          </p:cNvSpPr>
          <p:nvPr/>
        </p:nvSpPr>
        <p:spPr>
          <a:xfrm xmlns:a="http://schemas.openxmlformats.org/drawingml/2006/main">
            <a:off x="4057650" y="5562600"/>
            <a:ext cx="10534650" cy="1200150"/>
          </a:xfrm>
          <a:prstGeom xmlns:a="http://schemas.openxmlformats.org/drawingml/2006/main" prst="rect">
            <a:avLst/>
          </a:prstGeom>
          <a:solidFill xmlns:a="http://schemas.openxmlformats.org/drawingml/2006/main">
            <a:srgbClr val="FFFFFF"/>
          </a:solidFill>
          <a:ln xmlns:a="http://schemas.openxmlformats.org/drawingml/2006/main" w="9525">
            <a:solidFill>
              <a:srgbClr val="7363A6"/>
            </a:solidFill>
            <a:prstDash val="solid"/>
          </a:ln>
        </p:spPr>
      </p:sp>
      <p:sp>
        <p:nvSpPr>
          <p:cNvPr id="35" name="!!client.views.result.title">
            <a:extLst xmlns:a="http://schemas.openxmlformats.org/drawingml/2006/main">
              <a:ext uri="{FF2B5EF4-FFF2-40B4-BE49-F238E27FC236}">
                <a16:creationId xmlns:a16="http://schemas.microsoft.com/office/drawing/2014/main" id="{C45C2CCF-6CF4-4181-8375-8D2F92EC51D8}"/>
              </a:ext>
            </a:extLst>
          </p:cNvPr>
          <p:cNvSpPr>
            <a:spLocks xmlns:a="http://schemas.openxmlformats.org/drawingml/2006/main" noGrp="1"/>
          </p:cNvSpPr>
          <p:nvPr/>
        </p:nvSpPr>
        <p:spPr>
          <a:xfrm xmlns:a="http://schemas.openxmlformats.org/drawingml/2006/main">
            <a:off x="4267200" y="5762625"/>
            <a:ext cx="101155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7363A6"/>
                </a:solidFill>
                <a:latin typeface="Arial"/>
                <a:ea typeface="Arial"/>
                <a:cs typeface="Arial"/>
              </a:defRPr>
            </a:defPPr>
            <a:lvl1pPr algn="l">
              <a:defRPr sz="2100" b="1">
                <a:solidFill>
                  <a:srgbClr val="7363A6"/>
                </a:solidFill>
                <a:latin typeface="Arial"/>
                <a:ea typeface="Arial"/>
                <a:cs typeface="Arial"/>
              </a:defRPr>
            </a:lvl1pPr>
            <a:lvl2pPr algn="l">
              <a:defRPr sz="2100" b="1">
                <a:solidFill>
                  <a:srgbClr val="7363A6"/>
                </a:solidFill>
                <a:latin typeface="Arial"/>
                <a:ea typeface="Arial"/>
                <a:cs typeface="Arial"/>
              </a:defRPr>
            </a:lvl2pPr>
            <a:lvl3pPr algn="l">
              <a:defRPr sz="2100" b="1">
                <a:solidFill>
                  <a:srgbClr val="7363A6"/>
                </a:solidFill>
                <a:latin typeface="Arial"/>
                <a:ea typeface="Arial"/>
                <a:cs typeface="Arial"/>
              </a:defRPr>
            </a:lvl3pPr>
            <a:lvl4pPr algn="l">
              <a:defRPr sz="2100" b="1">
                <a:solidFill>
                  <a:srgbClr val="7363A6"/>
                </a:solidFill>
                <a:latin typeface="Arial"/>
                <a:ea typeface="Arial"/>
                <a:cs typeface="Arial"/>
              </a:defRPr>
            </a:lvl4pPr>
            <a:lvl5pPr algn="l">
              <a:defRPr sz="2100" b="1">
                <a:solidFill>
                  <a:srgbClr val="7363A6"/>
                </a:solidFill>
                <a:latin typeface="Arial"/>
                <a:ea typeface="Arial"/>
                <a:cs typeface="Arial"/>
              </a:defRPr>
            </a:lvl5pPr>
            <a:lvl6pPr algn="l">
              <a:defRPr sz="2100" b="1">
                <a:solidFill>
                  <a:srgbClr val="7363A6"/>
                </a:solidFill>
                <a:latin typeface="Arial"/>
                <a:ea typeface="Arial"/>
                <a:cs typeface="Arial"/>
              </a:defRPr>
            </a:lvl6pPr>
            <a:lvl7pPr algn="l">
              <a:defRPr sz="2100" b="1">
                <a:solidFill>
                  <a:srgbClr val="7363A6"/>
                </a:solidFill>
                <a:latin typeface="Arial"/>
                <a:ea typeface="Arial"/>
                <a:cs typeface="Arial"/>
              </a:defRPr>
            </a:lvl7pPr>
            <a:lvl8pPr algn="l">
              <a:defRPr sz="2100" b="1">
                <a:solidFill>
                  <a:srgbClr val="7363A6"/>
                </a:solidFill>
                <a:latin typeface="Arial"/>
                <a:ea typeface="Arial"/>
                <a:cs typeface="Arial"/>
              </a:defRPr>
            </a:lvl8pPr>
            <a:lvl9pPr algn="l">
              <a:defRPr sz="2100" b="1">
                <a:solidFill>
                  <a:srgbClr val="7363A6"/>
                </a:solidFill>
                <a:latin typeface="Arial"/>
                <a:ea typeface="Arial"/>
                <a:cs typeface="Arial"/>
              </a:defRPr>
            </a:lvl9pPr>
          </a:lstStyle>
          <a:p xmlns:a="http://schemas.openxmlformats.org/drawingml/2006/main">
            <a:pPr algn="l">
              <a:defRPr sz="2100" b="1">
                <a:solidFill>
                  <a:srgbClr val="7363A6"/>
                </a:solidFill>
                <a:latin typeface="Arial"/>
                <a:ea typeface="Arial"/>
                <a:cs typeface="Arial"/>
              </a:defRPr>
            </a:pPr>
            <a:r>
              <a:rPr sz="2100" b="1">
                <a:solidFill>
                  <a:srgbClr val="7363A6"/>
                </a:solidFill>
                <a:latin typeface="Arial"/>
                <a:ea typeface="Arial"/>
                <a:cs typeface="Arial"/>
              </a:rPr>
              <a:t>Summary for client teams</a:t>
            </a:r>
          </a:p>
        </p:txBody>
      </p:sp>
      <p:sp>
        <p:nvSpPr>
          <p:cNvPr id="36" name="!!client.views.result.text">
            <a:extLst xmlns:a="http://schemas.openxmlformats.org/drawingml/2006/main">
              <a:ext uri="{FF2B5EF4-FFF2-40B4-BE49-F238E27FC236}">
                <a16:creationId xmlns:a16="http://schemas.microsoft.com/office/drawing/2014/main" id="{7B9CDE04-61B3-4DB9-B776-0A9FE33AA454}"/>
              </a:ext>
            </a:extLst>
          </p:cNvPr>
          <p:cNvSpPr>
            <a:spLocks xmlns:a="http://schemas.openxmlformats.org/drawingml/2006/main" noGrp="1"/>
          </p:cNvSpPr>
          <p:nvPr/>
        </p:nvSpPr>
        <p:spPr>
          <a:xfrm xmlns:a="http://schemas.openxmlformats.org/drawingml/2006/main">
            <a:off x="4267200" y="6257925"/>
            <a:ext cx="101155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20262C"/>
                </a:solidFill>
                <a:latin typeface="Arial"/>
                <a:ea typeface="Arial"/>
                <a:cs typeface="Arial"/>
              </a:defRPr>
            </a:defPPr>
            <a:lvl1pPr algn="l">
              <a:defRPr sz="2025" b="0">
                <a:solidFill>
                  <a:srgbClr val="20262C"/>
                </a:solidFill>
                <a:latin typeface="Arial"/>
                <a:ea typeface="Arial"/>
                <a:cs typeface="Arial"/>
              </a:defRPr>
            </a:lvl1pPr>
            <a:lvl2pPr algn="l">
              <a:defRPr sz="2025" b="0">
                <a:solidFill>
                  <a:srgbClr val="20262C"/>
                </a:solidFill>
                <a:latin typeface="Arial"/>
                <a:ea typeface="Arial"/>
                <a:cs typeface="Arial"/>
              </a:defRPr>
            </a:lvl2pPr>
            <a:lvl3pPr algn="l">
              <a:defRPr sz="2025" b="0">
                <a:solidFill>
                  <a:srgbClr val="20262C"/>
                </a:solidFill>
                <a:latin typeface="Arial"/>
                <a:ea typeface="Arial"/>
                <a:cs typeface="Arial"/>
              </a:defRPr>
            </a:lvl3pPr>
            <a:lvl4pPr algn="l">
              <a:defRPr sz="2025" b="0">
                <a:solidFill>
                  <a:srgbClr val="20262C"/>
                </a:solidFill>
                <a:latin typeface="Arial"/>
                <a:ea typeface="Arial"/>
                <a:cs typeface="Arial"/>
              </a:defRPr>
            </a:lvl4pPr>
            <a:lvl5pPr algn="l">
              <a:defRPr sz="2025" b="0">
                <a:solidFill>
                  <a:srgbClr val="20262C"/>
                </a:solidFill>
                <a:latin typeface="Arial"/>
                <a:ea typeface="Arial"/>
                <a:cs typeface="Arial"/>
              </a:defRPr>
            </a:lvl5pPr>
            <a:lvl6pPr algn="l">
              <a:defRPr sz="2025" b="0">
                <a:solidFill>
                  <a:srgbClr val="20262C"/>
                </a:solidFill>
                <a:latin typeface="Arial"/>
                <a:ea typeface="Arial"/>
                <a:cs typeface="Arial"/>
              </a:defRPr>
            </a:lvl6pPr>
            <a:lvl7pPr algn="l">
              <a:defRPr sz="2025" b="0">
                <a:solidFill>
                  <a:srgbClr val="20262C"/>
                </a:solidFill>
                <a:latin typeface="Arial"/>
                <a:ea typeface="Arial"/>
                <a:cs typeface="Arial"/>
              </a:defRPr>
            </a:lvl7pPr>
            <a:lvl8pPr algn="l">
              <a:defRPr sz="2025" b="0">
                <a:solidFill>
                  <a:srgbClr val="20262C"/>
                </a:solidFill>
                <a:latin typeface="Arial"/>
                <a:ea typeface="Arial"/>
                <a:cs typeface="Arial"/>
              </a:defRPr>
            </a:lvl8pPr>
            <a:lvl9pPr algn="l">
              <a:defRPr sz="2025" b="0">
                <a:solidFill>
                  <a:srgbClr val="20262C"/>
                </a:solidFill>
                <a:latin typeface="Arial"/>
                <a:ea typeface="Arial"/>
                <a:cs typeface="Arial"/>
              </a:defRPr>
            </a:lvl9pPr>
          </a:lstStyle>
          <a:p xmlns:a="http://schemas.openxmlformats.org/drawingml/2006/main">
            <a:pPr algn="l">
              <a:defRPr sz="2025" b="0">
                <a:solidFill>
                  <a:srgbClr val="20262C"/>
                </a:solidFill>
                <a:latin typeface="Arial"/>
                <a:ea typeface="Arial"/>
                <a:cs typeface="Arial"/>
              </a:defRPr>
            </a:pPr>
            <a:r>
              <a:rPr sz="2025" b="0">
                <a:solidFill>
                  <a:srgbClr val="20262C"/>
                </a:solidFill>
                <a:latin typeface="Arial"/>
                <a:ea typeface="Arial"/>
                <a:cs typeface="Arial"/>
              </a:rPr>
              <a:t>Revenue improved as volumes rose. Continue monitoring raw-material costs.</a:t>
            </a:r>
          </a:p>
        </p:txBody>
      </p:sp>
      <p:sp>
        <p:nvSpPr>
          <p:cNvPr id="37" name="!!client.views.user">
            <a:extLst xmlns:a="http://schemas.openxmlformats.org/drawingml/2006/main">
              <a:ext uri="{FF2B5EF4-FFF2-40B4-BE49-F238E27FC236}">
                <a16:creationId xmlns:a16="http://schemas.microsoft.com/office/drawing/2014/main" id="{E5DBF677-5CA8-48F5-BAF7-A0C35C0F691D}"/>
              </a:ext>
            </a:extLst>
          </p:cNvPr>
          <p:cNvSpPr>
            <a:spLocks xmlns:a="http://schemas.openxmlformats.org/drawingml/2006/main" noGrp="1"/>
          </p:cNvSpPr>
          <p:nvPr/>
        </p:nvSpPr>
        <p:spPr>
          <a:xfrm xmlns:a="http://schemas.openxmlformats.org/drawingml/2006/main">
            <a:off x="4057650" y="7124700"/>
            <a:ext cx="105346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0262C"/>
                </a:solidFill>
                <a:latin typeface="Arial"/>
                <a:ea typeface="Arial"/>
                <a:cs typeface="Arial"/>
              </a:defRPr>
            </a:defPPr>
            <a:lvl1pPr algn="l">
              <a:defRPr sz="1950" b="0">
                <a:solidFill>
                  <a:srgbClr val="20262C"/>
                </a:solidFill>
                <a:latin typeface="Arial"/>
                <a:ea typeface="Arial"/>
                <a:cs typeface="Arial"/>
              </a:defRPr>
            </a:lvl1pPr>
            <a:lvl2pPr algn="l">
              <a:defRPr sz="1950" b="0">
                <a:solidFill>
                  <a:srgbClr val="20262C"/>
                </a:solidFill>
                <a:latin typeface="Arial"/>
                <a:ea typeface="Arial"/>
                <a:cs typeface="Arial"/>
              </a:defRPr>
            </a:lvl2pPr>
            <a:lvl3pPr algn="l">
              <a:defRPr sz="1950" b="0">
                <a:solidFill>
                  <a:srgbClr val="20262C"/>
                </a:solidFill>
                <a:latin typeface="Arial"/>
                <a:ea typeface="Arial"/>
                <a:cs typeface="Arial"/>
              </a:defRPr>
            </a:lvl3pPr>
            <a:lvl4pPr algn="l">
              <a:defRPr sz="1950" b="0">
                <a:solidFill>
                  <a:srgbClr val="20262C"/>
                </a:solidFill>
                <a:latin typeface="Arial"/>
                <a:ea typeface="Arial"/>
                <a:cs typeface="Arial"/>
              </a:defRPr>
            </a:lvl4pPr>
            <a:lvl5pPr algn="l">
              <a:defRPr sz="1950" b="0">
                <a:solidFill>
                  <a:srgbClr val="20262C"/>
                </a:solidFill>
                <a:latin typeface="Arial"/>
                <a:ea typeface="Arial"/>
                <a:cs typeface="Arial"/>
              </a:defRPr>
            </a:lvl5pPr>
            <a:lvl6pPr algn="l">
              <a:defRPr sz="1950" b="0">
                <a:solidFill>
                  <a:srgbClr val="20262C"/>
                </a:solidFill>
                <a:latin typeface="Arial"/>
                <a:ea typeface="Arial"/>
                <a:cs typeface="Arial"/>
              </a:defRPr>
            </a:lvl6pPr>
            <a:lvl7pPr algn="l">
              <a:defRPr sz="1950" b="0">
                <a:solidFill>
                  <a:srgbClr val="20262C"/>
                </a:solidFill>
                <a:latin typeface="Arial"/>
                <a:ea typeface="Arial"/>
                <a:cs typeface="Arial"/>
              </a:defRPr>
            </a:lvl7pPr>
            <a:lvl8pPr algn="l">
              <a:defRPr sz="1950" b="0">
                <a:solidFill>
                  <a:srgbClr val="20262C"/>
                </a:solidFill>
                <a:latin typeface="Arial"/>
                <a:ea typeface="Arial"/>
                <a:cs typeface="Arial"/>
              </a:defRPr>
            </a:lvl8pPr>
            <a:lvl9pPr algn="l">
              <a:defRPr sz="1950" b="0">
                <a:solidFill>
                  <a:srgbClr val="20262C"/>
                </a:solidFill>
                <a:latin typeface="Arial"/>
                <a:ea typeface="Arial"/>
                <a:cs typeface="Arial"/>
              </a:defRPr>
            </a:lvl9pPr>
          </a:lstStyle>
          <a:p xmlns:a="http://schemas.openxmlformats.org/drawingml/2006/main">
            <a:pPr algn="l">
              <a:defRPr sz="1950" b="0">
                <a:solidFill>
                  <a:srgbClr val="20262C"/>
                </a:solidFill>
                <a:latin typeface="Arial"/>
                <a:ea typeface="Arial"/>
                <a:cs typeface="Arial"/>
              </a:defRPr>
            </a:pPr>
            <a:r>
              <a:rPr sz="1950" b="0">
                <a:solidFill>
                  <a:srgbClr val="20262C"/>
                </a:solidFill>
                <a:latin typeface="Arial"/>
                <a:ea typeface="Arial"/>
                <a:cs typeface="Arial"/>
              </a:rPr>
              <a:t>Tianhong also produces weekly sector views and daily market commentary</a:t>
            </a:r>
          </a:p>
        </p:txBody>
      </p:sp>
      <p:sp>
        <p:nvSpPr>
          <p:cNvPr id="39" name="!!story.header.client.bar">
            <a:extLst xmlns:a="http://schemas.openxmlformats.org/drawingml/2006/main">
              <a:ext uri="{FF2B5EF4-FFF2-40B4-BE49-F238E27FC236}">
                <a16:creationId xmlns:a16="http://schemas.microsoft.com/office/drawing/2014/main" id="{7FE15944-CE39-4787-8F79-D5C34133E246}"/>
              </a:ext>
            </a:extLst>
          </p:cNvPr>
          <p:cNvSpPr>
            <a:spLocks xmlns:a="http://schemas.openxmlformats.org/drawingml/2006/main" noGrp="1"/>
          </p:cNvSpPr>
          <p:nvPr/>
        </p:nvSpPr>
        <p:spPr>
          <a:xfrm xmlns:a="http://schemas.openxmlformats.org/drawingml/2006/main">
            <a:off x="10668000" y="1257300"/>
            <a:ext cx="47625" cy="238125"/>
          </a:xfrm>
          <a:prstGeom xmlns:a="http://schemas.openxmlformats.org/drawingml/2006/main" prst="rect">
            <a:avLst/>
          </a:prstGeom>
          <a:solidFill xmlns:a="http://schemas.openxmlformats.org/drawingml/2006/main">
            <a:srgbClr val="7363A6"/>
          </a:solidFill>
          <a:ln xmlns:a="http://schemas.openxmlformats.org/drawingml/2006/main" w="0">
            <a:noFill/>
          </a:ln>
        </p:spPr>
      </p:sp>
      <p:sp>
        <p:nvSpPr>
          <p:cNvPr id="40" name="!!story.header.client.name">
            <a:extLst xmlns:a="http://schemas.openxmlformats.org/drawingml/2006/main">
              <a:ext uri="{FF2B5EF4-FFF2-40B4-BE49-F238E27FC236}">
                <a16:creationId xmlns:a16="http://schemas.microsoft.com/office/drawing/2014/main" id="{EB2729A5-7E0E-430D-B45E-B606B3BE2C59}"/>
              </a:ext>
            </a:extLst>
          </p:cNvPr>
          <p:cNvSpPr>
            <a:spLocks xmlns:a="http://schemas.openxmlformats.org/drawingml/2006/main" noGrp="1"/>
          </p:cNvSpPr>
          <p:nvPr/>
        </p:nvSpPr>
        <p:spPr>
          <a:xfrm xmlns:a="http://schemas.openxmlformats.org/drawingml/2006/main">
            <a:off x="10801350" y="1190625"/>
            <a:ext cx="152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7363A6"/>
                </a:solidFill>
                <a:latin typeface="Arial"/>
                <a:ea typeface="Arial"/>
                <a:cs typeface="Arial"/>
              </a:defRPr>
            </a:defPPr>
            <a:lvl1pPr algn="l">
              <a:defRPr sz="1800" b="1">
                <a:solidFill>
                  <a:srgbClr val="7363A6"/>
                </a:solidFill>
                <a:latin typeface="Arial"/>
                <a:ea typeface="Arial"/>
                <a:cs typeface="Arial"/>
              </a:defRPr>
            </a:lvl1pPr>
            <a:lvl2pPr algn="l">
              <a:defRPr sz="1800" b="1">
                <a:solidFill>
                  <a:srgbClr val="7363A6"/>
                </a:solidFill>
                <a:latin typeface="Arial"/>
                <a:ea typeface="Arial"/>
                <a:cs typeface="Arial"/>
              </a:defRPr>
            </a:lvl2pPr>
            <a:lvl3pPr algn="l">
              <a:defRPr sz="1800" b="1">
                <a:solidFill>
                  <a:srgbClr val="7363A6"/>
                </a:solidFill>
                <a:latin typeface="Arial"/>
                <a:ea typeface="Arial"/>
                <a:cs typeface="Arial"/>
              </a:defRPr>
            </a:lvl3pPr>
            <a:lvl4pPr algn="l">
              <a:defRPr sz="1800" b="1">
                <a:solidFill>
                  <a:srgbClr val="7363A6"/>
                </a:solidFill>
                <a:latin typeface="Arial"/>
                <a:ea typeface="Arial"/>
                <a:cs typeface="Arial"/>
              </a:defRPr>
            </a:lvl4pPr>
            <a:lvl5pPr algn="l">
              <a:defRPr sz="1800" b="1">
                <a:solidFill>
                  <a:srgbClr val="7363A6"/>
                </a:solidFill>
                <a:latin typeface="Arial"/>
                <a:ea typeface="Arial"/>
                <a:cs typeface="Arial"/>
              </a:defRPr>
            </a:lvl5pPr>
            <a:lvl6pPr algn="l">
              <a:defRPr sz="1800" b="1">
                <a:solidFill>
                  <a:srgbClr val="7363A6"/>
                </a:solidFill>
                <a:latin typeface="Arial"/>
                <a:ea typeface="Arial"/>
                <a:cs typeface="Arial"/>
              </a:defRPr>
            </a:lvl6pPr>
            <a:lvl7pPr algn="l">
              <a:defRPr sz="1800" b="1">
                <a:solidFill>
                  <a:srgbClr val="7363A6"/>
                </a:solidFill>
                <a:latin typeface="Arial"/>
                <a:ea typeface="Arial"/>
                <a:cs typeface="Arial"/>
              </a:defRPr>
            </a:lvl7pPr>
            <a:lvl8pPr algn="l">
              <a:defRPr sz="1800" b="1">
                <a:solidFill>
                  <a:srgbClr val="7363A6"/>
                </a:solidFill>
                <a:latin typeface="Arial"/>
                <a:ea typeface="Arial"/>
                <a:cs typeface="Arial"/>
              </a:defRPr>
            </a:lvl8pPr>
            <a:lvl9pPr algn="l">
              <a:defRPr sz="1800" b="1">
                <a:solidFill>
                  <a:srgbClr val="7363A6"/>
                </a:solidFill>
                <a:latin typeface="Arial"/>
                <a:ea typeface="Arial"/>
                <a:cs typeface="Arial"/>
              </a:defRPr>
            </a:lvl9pPr>
          </a:lstStyle>
          <a:p xmlns:a="http://schemas.openxmlformats.org/drawingml/2006/main">
            <a:pPr algn="l">
              <a:defRPr sz="1800" b="1">
                <a:solidFill>
                  <a:srgbClr val="7363A6"/>
                </a:solidFill>
                <a:latin typeface="Arial"/>
                <a:ea typeface="Arial"/>
                <a:cs typeface="Arial"/>
              </a:defRPr>
            </a:pPr>
            <a:r>
              <a:rPr sz="1800" b="1">
                <a:solidFill>
                  <a:srgbClr val="7363A6"/>
                </a:solidFill>
                <a:latin typeface="Arial"/>
                <a:ea typeface="Arial"/>
                <a:cs typeface="Arial"/>
              </a:rPr>
              <a:t>Client update</a:t>
            </a:r>
          </a:p>
        </p:txBody>
      </p:sp>
      <p:sp>
        <p:nvSpPr>
          <p:cNvPr id="41" name="!!story.header.client.qualifier">
            <a:extLst xmlns:a="http://schemas.openxmlformats.org/drawingml/2006/main">
              <a:ext uri="{FF2B5EF4-FFF2-40B4-BE49-F238E27FC236}">
                <a16:creationId xmlns:a16="http://schemas.microsoft.com/office/drawing/2014/main" id="{94735B9B-22D4-4990-9148-E5E967096DED}"/>
              </a:ext>
            </a:extLst>
          </p:cNvPr>
          <p:cNvSpPr>
            <a:spLocks xmlns:a="http://schemas.openxmlformats.org/drawingml/2006/main" noGrp="1"/>
          </p:cNvSpPr>
          <p:nvPr/>
        </p:nvSpPr>
        <p:spPr>
          <a:xfrm xmlns:a="http://schemas.openxmlformats.org/drawingml/2006/main">
            <a:off x="12430125" y="1238250"/>
            <a:ext cx="14001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707C88"/>
                </a:solidFill>
                <a:latin typeface="Arial"/>
                <a:ea typeface="Arial"/>
                <a:cs typeface="Arial"/>
              </a:defRPr>
            </a:defPPr>
            <a:lvl1pPr algn="l">
              <a:defRPr sz="1500" b="0">
                <a:solidFill>
                  <a:srgbClr val="707C88"/>
                </a:solidFill>
                <a:latin typeface="Arial"/>
                <a:ea typeface="Arial"/>
                <a:cs typeface="Arial"/>
              </a:defRPr>
            </a:lvl1pPr>
            <a:lvl2pPr algn="l">
              <a:defRPr sz="1500" b="0">
                <a:solidFill>
                  <a:srgbClr val="707C88"/>
                </a:solidFill>
                <a:latin typeface="Arial"/>
                <a:ea typeface="Arial"/>
                <a:cs typeface="Arial"/>
              </a:defRPr>
            </a:lvl2pPr>
            <a:lvl3pPr algn="l">
              <a:defRPr sz="1500" b="0">
                <a:solidFill>
                  <a:srgbClr val="707C88"/>
                </a:solidFill>
                <a:latin typeface="Arial"/>
                <a:ea typeface="Arial"/>
                <a:cs typeface="Arial"/>
              </a:defRPr>
            </a:lvl3pPr>
            <a:lvl4pPr algn="l">
              <a:defRPr sz="1500" b="0">
                <a:solidFill>
                  <a:srgbClr val="707C88"/>
                </a:solidFill>
                <a:latin typeface="Arial"/>
                <a:ea typeface="Arial"/>
                <a:cs typeface="Arial"/>
              </a:defRPr>
            </a:lvl4pPr>
            <a:lvl5pPr algn="l">
              <a:defRPr sz="1500" b="0">
                <a:solidFill>
                  <a:srgbClr val="707C88"/>
                </a:solidFill>
                <a:latin typeface="Arial"/>
                <a:ea typeface="Arial"/>
                <a:cs typeface="Arial"/>
              </a:defRPr>
            </a:lvl5pPr>
            <a:lvl6pPr algn="l">
              <a:defRPr sz="1500" b="0">
                <a:solidFill>
                  <a:srgbClr val="707C88"/>
                </a:solidFill>
                <a:latin typeface="Arial"/>
                <a:ea typeface="Arial"/>
                <a:cs typeface="Arial"/>
              </a:defRPr>
            </a:lvl6pPr>
            <a:lvl7pPr algn="l">
              <a:defRPr sz="1500" b="0">
                <a:solidFill>
                  <a:srgbClr val="707C88"/>
                </a:solidFill>
                <a:latin typeface="Arial"/>
                <a:ea typeface="Arial"/>
                <a:cs typeface="Arial"/>
              </a:defRPr>
            </a:lvl7pPr>
            <a:lvl8pPr algn="l">
              <a:defRPr sz="1500" b="0">
                <a:solidFill>
                  <a:srgbClr val="707C88"/>
                </a:solidFill>
                <a:latin typeface="Arial"/>
                <a:ea typeface="Arial"/>
                <a:cs typeface="Arial"/>
              </a:defRPr>
            </a:lvl8pPr>
            <a:lvl9pPr algn="l">
              <a:defRPr sz="1500" b="0">
                <a:solidFill>
                  <a:srgbClr val="707C88"/>
                </a:solidFill>
                <a:latin typeface="Arial"/>
                <a:ea typeface="Arial"/>
                <a:cs typeface="Arial"/>
              </a:defRPr>
            </a:lvl9pPr>
          </a:lstStyle>
          <a:p xmlns:a="http://schemas.openxmlformats.org/drawingml/2006/main">
            <a:pPr algn="l">
              <a:defRPr sz="1500" b="0">
                <a:solidFill>
                  <a:srgbClr val="707C88"/>
                </a:solidFill>
                <a:latin typeface="Arial"/>
                <a:ea typeface="Arial"/>
                <a:cs typeface="Arial"/>
              </a:defRPr>
            </a:pPr>
            <a:r>
              <a:rPr sz="1500" b="0">
                <a:solidFill>
                  <a:srgbClr val="707C88"/>
                </a:solidFill>
                <a:latin typeface="Arial"/>
                <a:ea typeface="Arial"/>
                <a:cs typeface="Arial"/>
              </a:rPr>
              <a:t>Views</a:t>
            </a:r>
          </a:p>
        </p:txBody>
      </p:sp>
      <p:sp>
        <p:nvSpPr>
          <p:cNvPr id="42" name="!!story.client.view.summary">
            <a:extLst xmlns:a="http://schemas.openxmlformats.org/drawingml/2006/main">
              <a:ext uri="{FF2B5EF4-FFF2-40B4-BE49-F238E27FC236}">
                <a16:creationId xmlns:a16="http://schemas.microsoft.com/office/drawing/2014/main" id="{03A830A6-5811-4654-A8B4-E53AC48B73BF}"/>
              </a:ext>
            </a:extLst>
          </p:cNvPr>
          <p:cNvSpPr>
            <a:spLocks xmlns:a="http://schemas.openxmlformats.org/drawingml/2006/main" noGrp="1"/>
          </p:cNvSpPr>
          <p:nvPr/>
        </p:nvSpPr>
        <p:spPr>
          <a:xfrm xmlns:a="http://schemas.openxmlformats.org/drawingml/2006/main">
            <a:off x="4000500" y="5562600"/>
            <a:ext cx="57150" cy="1200150"/>
          </a:xfrm>
          <a:prstGeom xmlns:a="http://schemas.openxmlformats.org/drawingml/2006/main" prst="rect">
            <a:avLst/>
          </a:prstGeom>
          <a:solidFill xmlns:a="http://schemas.openxmlformats.org/drawingml/2006/main">
            <a:srgbClr val="7363A6"/>
          </a:solidFill>
          <a:ln xmlns:a="http://schemas.openxmlformats.org/drawingml/2006/main" w="0">
            <a:noFill/>
          </a:ln>
        </p:spPr>
      </p:sp>
    </p:spTree>
    <p:extLst>
      <p:ext uri="{BB962C8B-B14F-4D97-AF65-F5344CB8AC3E}">
        <p14:creationId xmlns:p14="http://schemas.microsoft.com/office/powerpoint/2010/main" val="2058932543"/>
      </p:ext>
    </p:extLst>
  </p:cSld>
  <mc:AlternateContent xmlns:mc="http://schemas.openxmlformats.org/markup-compatibility/2006">
    <mc:Choice xmlns:p159="http://schemas.microsoft.com/office/powerpoint/2015/09/main" Requires="p159">
      <p:transition xmlns:p14="http://schemas.microsoft.com/office/powerpoint/2010/main" spd="med" advClick="1" p14:dur="700">
        <p159:morph option="byObject"/>
      </p:transition>
    </mc:Choice>
    <mc:Fallback>
      <p:transition spd="fast" advClick="1">
        <p:fade/>
      </p:transition>
    </mc:Fallback>
  </mc:AlternateContent>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1" name="!!heading">
            <a:extLst xmlns:a="http://schemas.openxmlformats.org/drawingml/2006/main">
              <a:ext uri="{FF2B5EF4-FFF2-40B4-BE49-F238E27FC236}">
                <a16:creationId xmlns:a16="http://schemas.microsoft.com/office/drawing/2014/main" id="{505C154E-B6EC-4A01-A113-FE4A98ED5A9F}"/>
              </a:ext>
            </a:extLst>
          </p:cNvPr>
          <p:cNvSpPr>
            <a:spLocks xmlns:a="http://schemas.openxmlformats.org/drawingml/2006/main" noGrp="1"/>
          </p:cNvSpPr>
          <p:nvPr/>
        </p:nvSpPr>
        <p:spPr>
          <a:xfrm xmlns:a="http://schemas.openxmlformats.org/drawingml/2006/main">
            <a:off x="647700" y="428625"/>
            <a:ext cx="13944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0262C"/>
                </a:solidFill>
                <a:latin typeface="Arial"/>
                <a:ea typeface="Arial"/>
                <a:cs typeface="Arial"/>
              </a:defRPr>
            </a:defPPr>
            <a:lvl1pPr algn="l">
              <a:defRPr sz="3300" b="1">
                <a:solidFill>
                  <a:srgbClr val="20262C"/>
                </a:solidFill>
                <a:latin typeface="Arial"/>
                <a:ea typeface="Arial"/>
                <a:cs typeface="Arial"/>
              </a:defRPr>
            </a:lvl1pPr>
            <a:lvl2pPr algn="l">
              <a:defRPr sz="3300" b="1">
                <a:solidFill>
                  <a:srgbClr val="20262C"/>
                </a:solidFill>
                <a:latin typeface="Arial"/>
                <a:ea typeface="Arial"/>
                <a:cs typeface="Arial"/>
              </a:defRPr>
            </a:lvl2pPr>
            <a:lvl3pPr algn="l">
              <a:defRPr sz="3300" b="1">
                <a:solidFill>
                  <a:srgbClr val="20262C"/>
                </a:solidFill>
                <a:latin typeface="Arial"/>
                <a:ea typeface="Arial"/>
                <a:cs typeface="Arial"/>
              </a:defRPr>
            </a:lvl3pPr>
            <a:lvl4pPr algn="l">
              <a:defRPr sz="3300" b="1">
                <a:solidFill>
                  <a:srgbClr val="20262C"/>
                </a:solidFill>
                <a:latin typeface="Arial"/>
                <a:ea typeface="Arial"/>
                <a:cs typeface="Arial"/>
              </a:defRPr>
            </a:lvl4pPr>
            <a:lvl5pPr algn="l">
              <a:defRPr sz="3300" b="1">
                <a:solidFill>
                  <a:srgbClr val="20262C"/>
                </a:solidFill>
                <a:latin typeface="Arial"/>
                <a:ea typeface="Arial"/>
                <a:cs typeface="Arial"/>
              </a:defRPr>
            </a:lvl5pPr>
            <a:lvl6pPr algn="l">
              <a:defRPr sz="3300" b="1">
                <a:solidFill>
                  <a:srgbClr val="20262C"/>
                </a:solidFill>
                <a:latin typeface="Arial"/>
                <a:ea typeface="Arial"/>
                <a:cs typeface="Arial"/>
              </a:defRPr>
            </a:lvl6pPr>
            <a:lvl7pPr algn="l">
              <a:defRPr sz="3300" b="1">
                <a:solidFill>
                  <a:srgbClr val="20262C"/>
                </a:solidFill>
                <a:latin typeface="Arial"/>
                <a:ea typeface="Arial"/>
                <a:cs typeface="Arial"/>
              </a:defRPr>
            </a:lvl7pPr>
            <a:lvl8pPr algn="l">
              <a:defRPr sz="3300" b="1">
                <a:solidFill>
                  <a:srgbClr val="20262C"/>
                </a:solidFill>
                <a:latin typeface="Arial"/>
                <a:ea typeface="Arial"/>
                <a:cs typeface="Arial"/>
              </a:defRPr>
            </a:lvl8pPr>
            <a:lvl9pPr algn="l">
              <a:defRPr sz="3300" b="1">
                <a:solidFill>
                  <a:srgbClr val="20262C"/>
                </a:solidFill>
                <a:latin typeface="Arial"/>
                <a:ea typeface="Arial"/>
                <a:cs typeface="Arial"/>
              </a:defRPr>
            </a:lvl9pPr>
          </a:lstStyle>
          <a:p xmlns:a="http://schemas.openxmlformats.org/drawingml/2006/main">
            <a:pPr algn="l">
              <a:defRPr sz="3300" b="1">
                <a:solidFill>
                  <a:srgbClr val="20262C"/>
                </a:solidFill>
                <a:latin typeface="Arial"/>
                <a:ea typeface="Arial"/>
                <a:cs typeface="Arial"/>
              </a:defRPr>
            </a:pPr>
            <a:r>
              <a:rPr sz="3300" b="1">
                <a:solidFill>
                  <a:srgbClr val="20262C"/>
                </a:solidFill>
                <a:latin typeface="Arial"/>
                <a:ea typeface="Arial"/>
                <a:cs typeface="Arial"/>
              </a:rPr>
              <a:t>ICBCUBS: institutional RFP responses</a:t>
            </a:r>
          </a:p>
        </p:txBody>
      </p:sp>
      <p:sp>
        <p:nvSpPr>
          <p:cNvPr id="2" name="!!subtitle">
            <a:extLst xmlns:a="http://schemas.openxmlformats.org/drawingml/2006/main">
              <a:ext uri="{FF2B5EF4-FFF2-40B4-BE49-F238E27FC236}">
                <a16:creationId xmlns:a16="http://schemas.microsoft.com/office/drawing/2014/main" id="{90E4DEC8-BEE2-4380-9D5F-593720E77C1F}"/>
              </a:ext>
            </a:extLst>
          </p:cNvPr>
          <p:cNvSpPr>
            <a:spLocks xmlns:a="http://schemas.openxmlformats.org/drawingml/2006/main" noGrp="1"/>
          </p:cNvSpPr>
          <p:nvPr/>
        </p:nvSpPr>
        <p:spPr>
          <a:xfrm xmlns:a="http://schemas.openxmlformats.org/drawingml/2006/main">
            <a:off x="647700" y="1190625"/>
            <a:ext cx="139446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05A9C"/>
                </a:solidFill>
                <a:latin typeface="Arial"/>
                <a:ea typeface="Arial"/>
                <a:cs typeface="Arial"/>
              </a:defRPr>
            </a:defPPr>
            <a:lvl1pPr algn="l">
              <a:defRPr sz="1875" b="0">
                <a:solidFill>
                  <a:srgbClr val="005A9C"/>
                </a:solidFill>
                <a:latin typeface="Arial"/>
                <a:ea typeface="Arial"/>
                <a:cs typeface="Arial"/>
              </a:defRPr>
            </a:lvl1pPr>
            <a:lvl2pPr algn="l">
              <a:defRPr sz="1875" b="0">
                <a:solidFill>
                  <a:srgbClr val="005A9C"/>
                </a:solidFill>
                <a:latin typeface="Arial"/>
                <a:ea typeface="Arial"/>
                <a:cs typeface="Arial"/>
              </a:defRPr>
            </a:lvl2pPr>
            <a:lvl3pPr algn="l">
              <a:defRPr sz="1875" b="0">
                <a:solidFill>
                  <a:srgbClr val="005A9C"/>
                </a:solidFill>
                <a:latin typeface="Arial"/>
                <a:ea typeface="Arial"/>
                <a:cs typeface="Arial"/>
              </a:defRPr>
            </a:lvl3pPr>
            <a:lvl4pPr algn="l">
              <a:defRPr sz="1875" b="0">
                <a:solidFill>
                  <a:srgbClr val="005A9C"/>
                </a:solidFill>
                <a:latin typeface="Arial"/>
                <a:ea typeface="Arial"/>
                <a:cs typeface="Arial"/>
              </a:defRPr>
            </a:lvl4pPr>
            <a:lvl5pPr algn="l">
              <a:defRPr sz="1875" b="0">
                <a:solidFill>
                  <a:srgbClr val="005A9C"/>
                </a:solidFill>
                <a:latin typeface="Arial"/>
                <a:ea typeface="Arial"/>
                <a:cs typeface="Arial"/>
              </a:defRPr>
            </a:lvl5pPr>
            <a:lvl6pPr algn="l">
              <a:defRPr sz="1875" b="0">
                <a:solidFill>
                  <a:srgbClr val="005A9C"/>
                </a:solidFill>
                <a:latin typeface="Arial"/>
                <a:ea typeface="Arial"/>
                <a:cs typeface="Arial"/>
              </a:defRPr>
            </a:lvl6pPr>
            <a:lvl7pPr algn="l">
              <a:defRPr sz="1875" b="0">
                <a:solidFill>
                  <a:srgbClr val="005A9C"/>
                </a:solidFill>
                <a:latin typeface="Arial"/>
                <a:ea typeface="Arial"/>
                <a:cs typeface="Arial"/>
              </a:defRPr>
            </a:lvl7pPr>
            <a:lvl8pPr algn="l">
              <a:defRPr sz="1875" b="0">
                <a:solidFill>
                  <a:srgbClr val="005A9C"/>
                </a:solidFill>
                <a:latin typeface="Arial"/>
                <a:ea typeface="Arial"/>
                <a:cs typeface="Arial"/>
              </a:defRPr>
            </a:lvl8pPr>
            <a:lvl9pPr algn="l">
              <a:defRPr sz="1875" b="0">
                <a:solidFill>
                  <a:srgbClr val="005A9C"/>
                </a:solidFill>
                <a:latin typeface="Arial"/>
                <a:ea typeface="Arial"/>
                <a:cs typeface="Arial"/>
              </a:defRPr>
            </a:lvl9pPr>
          </a:lstStyle>
          <a:p xmlns:a="http://schemas.openxmlformats.org/drawingml/2006/main">
            <a:pPr algn="l">
              <a:defRPr sz="1875" b="0">
                <a:solidFill>
                  <a:srgbClr val="005A9C"/>
                </a:solidFill>
                <a:latin typeface="Arial"/>
                <a:ea typeface="Arial"/>
                <a:cs typeface="Arial"/>
              </a:defRPr>
            </a:pPr>
            <a:r>
              <a:rPr sz="1875" b="0">
                <a:solidFill>
                  <a:srgbClr val="005A9C"/>
                </a:solidFill>
                <a:latin typeface="Arial"/>
                <a:ea typeface="Arial"/>
                <a:cs typeface="Arial"/>
              </a:rPr>
              <a:t>Front office  /  Client materials  /  Peer practices</a:t>
            </a:r>
          </a:p>
        </p:txBody>
      </p:sp>
      <p:sp>
        <p:nvSpPr>
          <p:cNvPr id="3" name="!!heading.rule">
            <a:extLst xmlns:a="http://schemas.openxmlformats.org/drawingml/2006/main">
              <a:ext uri="{FF2B5EF4-FFF2-40B4-BE49-F238E27FC236}">
                <a16:creationId xmlns:a16="http://schemas.microsoft.com/office/drawing/2014/main" id="{E48B7EDA-0E75-44B4-B6FA-63A79ACF0E89}"/>
              </a:ext>
            </a:extLst>
          </p:cNvPr>
          <p:cNvSpPr>
            <a:spLocks xmlns:a="http://schemas.openxmlformats.org/drawingml/2006/main" noGrp="1"/>
          </p:cNvSpPr>
          <p:nvPr/>
        </p:nvSpPr>
        <p:spPr>
          <a:xfrm xmlns:a="http://schemas.openxmlformats.org/drawingml/2006/main" flipH="0" flipV="0">
            <a:off x="647700" y="1733550"/>
            <a:ext cx="13944600" cy="953"/>
          </a:xfrm>
          <a:prstGeom xmlns:a="http://schemas.openxmlformats.org/drawingml/2006/main" prst="line">
            <a:avLst/>
          </a:prstGeom>
          <a:noFill xmlns:a="http://schemas.openxmlformats.org/drawingml/2006/main"/>
          <a:ln xmlns:a="http://schemas.openxmlformats.org/drawingml/2006/main" w="11430">
            <a:solidFill>
              <a:srgbClr val="BCC6CF"/>
            </a:solidFill>
            <a:prstDash val="solid"/>
          </a:ln>
        </p:spPr>
      </p:sp>
      <p:sp>
        <p:nvSpPr>
          <p:cNvPr id="4" name="!!map.front">
            <a:extLst xmlns:a="http://schemas.openxmlformats.org/drawingml/2006/main">
              <a:ext uri="{FF2B5EF4-FFF2-40B4-BE49-F238E27FC236}">
                <a16:creationId xmlns:a16="http://schemas.microsoft.com/office/drawing/2014/main" id="{43717483-D8FE-4C1B-9AB9-2BDD7A5CC771}"/>
              </a:ext>
            </a:extLst>
          </p:cNvPr>
          <p:cNvSpPr>
            <a:spLocks xmlns:a="http://schemas.openxmlformats.org/drawingml/2006/main" noGrp="1"/>
          </p:cNvSpPr>
          <p:nvPr/>
        </p:nvSpPr>
        <p:spPr>
          <a:xfrm xmlns:a="http://schemas.openxmlformats.org/drawingml/2006/main">
            <a:off x="647700" y="1990725"/>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5" name="!!nav.front">
            <ns0:hlinkClick xmlns:ns0="http://schemas.openxmlformats.org/drawingml/2006/main" xmlns:ns1="http://schemas.openxmlformats.org/officeDocument/2006/relationships" ns1:id="rIdNavSlide4" action="ppaction://hlinksldjump" tooltip="Slide 4: Preparing a company research assessment"/>
            <a:extLst xmlns:a="http://schemas.openxmlformats.org/drawingml/2006/main">
              <a:ext uri="{FF2B5EF4-FFF2-40B4-BE49-F238E27FC236}">
                <a16:creationId xmlns:a16="http://schemas.microsoft.com/office/drawing/2014/main" id="{4C0B414B-11C8-4A58-82E3-DA0A803CF062}"/>
              </a:ext>
            </a:extLst>
          </p:cNvPr>
          <p:cNvSpPr>
            <a:spLocks xmlns:a="http://schemas.openxmlformats.org/drawingml/2006/main" noGrp="1"/>
          </p:cNvSpPr>
          <p:nvPr/>
        </p:nvSpPr>
        <p:spPr>
          <a:xfrm xmlns:a="http://schemas.openxmlformats.org/drawingml/2006/main">
            <a:off x="647700" y="1990725"/>
            <a:ext cx="2609850" cy="409575"/>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FFFFFF"/>
                </a:solidFill>
                <a:latin typeface="Arial"/>
                <a:ea typeface="Arial"/>
                <a:cs typeface="Arial"/>
              </a:defRPr>
            </a:defPPr>
            <a:lvl1pPr algn="ctr">
              <a:defRPr sz="2025" b="1">
                <a:solidFill>
                  <a:srgbClr val="FFFFFF"/>
                </a:solidFill>
                <a:latin typeface="Arial"/>
                <a:ea typeface="Arial"/>
                <a:cs typeface="Arial"/>
              </a:defRPr>
            </a:lvl1pPr>
            <a:lvl2pPr algn="ctr">
              <a:defRPr sz="2025" b="1">
                <a:solidFill>
                  <a:srgbClr val="FFFFFF"/>
                </a:solidFill>
                <a:latin typeface="Arial"/>
                <a:ea typeface="Arial"/>
                <a:cs typeface="Arial"/>
              </a:defRPr>
            </a:lvl2pPr>
            <a:lvl3pPr algn="ctr">
              <a:defRPr sz="2025" b="1">
                <a:solidFill>
                  <a:srgbClr val="FFFFFF"/>
                </a:solidFill>
                <a:latin typeface="Arial"/>
                <a:ea typeface="Arial"/>
                <a:cs typeface="Arial"/>
              </a:defRPr>
            </a:lvl3pPr>
            <a:lvl4pPr algn="ctr">
              <a:defRPr sz="2025" b="1">
                <a:solidFill>
                  <a:srgbClr val="FFFFFF"/>
                </a:solidFill>
                <a:latin typeface="Arial"/>
                <a:ea typeface="Arial"/>
                <a:cs typeface="Arial"/>
              </a:defRPr>
            </a:lvl4pPr>
            <a:lvl5pPr algn="ctr">
              <a:defRPr sz="2025" b="1">
                <a:solidFill>
                  <a:srgbClr val="FFFFFF"/>
                </a:solidFill>
                <a:latin typeface="Arial"/>
                <a:ea typeface="Arial"/>
                <a:cs typeface="Arial"/>
              </a:defRPr>
            </a:lvl5pPr>
            <a:lvl6pPr algn="ctr">
              <a:defRPr sz="2025" b="1">
                <a:solidFill>
                  <a:srgbClr val="FFFFFF"/>
                </a:solidFill>
                <a:latin typeface="Arial"/>
                <a:ea typeface="Arial"/>
                <a:cs typeface="Arial"/>
              </a:defRPr>
            </a:lvl6pPr>
            <a:lvl7pPr algn="ctr">
              <a:defRPr sz="2025" b="1">
                <a:solidFill>
                  <a:srgbClr val="FFFFFF"/>
                </a:solidFill>
                <a:latin typeface="Arial"/>
                <a:ea typeface="Arial"/>
                <a:cs typeface="Arial"/>
              </a:defRPr>
            </a:lvl7pPr>
            <a:lvl8pPr algn="ctr">
              <a:defRPr sz="2025" b="1">
                <a:solidFill>
                  <a:srgbClr val="FFFFFF"/>
                </a:solidFill>
                <a:latin typeface="Arial"/>
                <a:ea typeface="Arial"/>
                <a:cs typeface="Arial"/>
              </a:defRPr>
            </a:lvl8pPr>
            <a:lvl9pPr algn="ctr">
              <a:defRPr sz="2025" b="1">
                <a:solidFill>
                  <a:srgbClr val="FFFFFF"/>
                </a:solidFill>
                <a:latin typeface="Arial"/>
                <a:ea typeface="Arial"/>
                <a:cs typeface="Arial"/>
              </a:defRPr>
            </a:lvl9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Front office</a:t>
            </a:r>
          </a:p>
        </p:txBody>
      </p:sp>
      <p:sp>
        <p:nvSpPr>
          <p:cNvPr id="6" name="!!task.research">
            <ns0:hlinkClick xmlns:ns0="http://schemas.openxmlformats.org/drawingml/2006/main" xmlns:ns1="http://schemas.openxmlformats.org/officeDocument/2006/relationships" ns1:id="rIdNavSlide4" action="ppaction://hlinksldjump" tooltip="Slide 4: Preparing a company research assessment"/>
            <a:extLst xmlns:a="http://schemas.openxmlformats.org/drawingml/2006/main">
              <a:ext uri="{FF2B5EF4-FFF2-40B4-BE49-F238E27FC236}">
                <a16:creationId xmlns:a16="http://schemas.microsoft.com/office/drawing/2014/main" id="{97B825BE-16FF-4EBF-BE34-906313BFDB2B}"/>
              </a:ext>
            </a:extLst>
          </p:cNvPr>
          <p:cNvSpPr>
            <a:spLocks xmlns:a="http://schemas.openxmlformats.org/drawingml/2006/main" noGrp="1"/>
          </p:cNvSpPr>
          <p:nvPr/>
        </p:nvSpPr>
        <p:spPr>
          <a:xfrm xmlns:a="http://schemas.openxmlformats.org/drawingml/2006/main">
            <a:off x="762000" y="249555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Research</a:t>
            </a:r>
          </a:p>
        </p:txBody>
      </p:sp>
      <p:sp>
        <p:nvSpPr>
          <p:cNvPr id="7" name="!!task.trade">
            <ns0:hlinkClick xmlns:ns0="http://schemas.openxmlformats.org/drawingml/2006/main" xmlns:ns1="http://schemas.openxmlformats.org/officeDocument/2006/relationships" ns1:id="rIdNavSlide9" action="ppaction://hlinksldjump" tooltip="Slide 9: Preparing a bond quote request"/>
            <a:extLst xmlns:a="http://schemas.openxmlformats.org/drawingml/2006/main">
              <a:ext uri="{FF2B5EF4-FFF2-40B4-BE49-F238E27FC236}">
                <a16:creationId xmlns:a16="http://schemas.microsoft.com/office/drawing/2014/main" id="{8ED2AB44-C65D-43D8-A35A-EDDBB13BE1F6}"/>
              </a:ext>
            </a:extLst>
          </p:cNvPr>
          <p:cNvSpPr>
            <a:spLocks xmlns:a="http://schemas.openxmlformats.org/drawingml/2006/main" noGrp="1"/>
          </p:cNvSpPr>
          <p:nvPr/>
        </p:nvSpPr>
        <p:spPr>
          <a:xfrm xmlns:a="http://schemas.openxmlformats.org/drawingml/2006/main">
            <a:off x="762000" y="280987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Trading support</a:t>
            </a:r>
          </a:p>
        </p:txBody>
      </p:sp>
      <p:sp>
        <p:nvSpPr>
          <p:cNvPr id="8" name="!!task.client">
            <ns0:hlinkClick xmlns:ns0="http://schemas.openxmlformats.org/drawingml/2006/main" xmlns:ns1="http://schemas.openxmlformats.org/officeDocument/2006/relationships" ns1:id="rIdNavSlide12" action="ppaction://hlinksldjump" tooltip="Slide 12: Preparing a quarterly client update"/>
            <a:extLst xmlns:a="http://schemas.openxmlformats.org/drawingml/2006/main">
              <a:ext uri="{FF2B5EF4-FFF2-40B4-BE49-F238E27FC236}">
                <a16:creationId xmlns:a16="http://schemas.microsoft.com/office/drawing/2014/main" id="{86C3292E-2A2A-43DE-B5D2-C5142DB858D9}"/>
              </a:ext>
            </a:extLst>
          </p:cNvPr>
          <p:cNvSpPr>
            <a:spLocks xmlns:a="http://schemas.openxmlformats.org/drawingml/2006/main" noGrp="1"/>
          </p:cNvSpPr>
          <p:nvPr/>
        </p:nvSpPr>
        <p:spPr>
          <a:xfrm xmlns:a="http://schemas.openxmlformats.org/drawingml/2006/main">
            <a:off x="762000" y="3124200"/>
            <a:ext cx="2381250" cy="304800"/>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1">
                <a:solidFill>
                  <a:srgbClr val="005A9C"/>
                </a:solidFill>
                <a:latin typeface="Arial"/>
                <a:ea typeface="Arial"/>
                <a:cs typeface="Arial"/>
              </a:defRPr>
            </a:defPPr>
            <a:lvl1pPr algn="ctr">
              <a:defRPr sz="1650" b="1">
                <a:solidFill>
                  <a:srgbClr val="005A9C"/>
                </a:solidFill>
                <a:latin typeface="Arial"/>
                <a:ea typeface="Arial"/>
                <a:cs typeface="Arial"/>
              </a:defRPr>
            </a:lvl1pPr>
            <a:lvl2pPr algn="ctr">
              <a:defRPr sz="1650" b="1">
                <a:solidFill>
                  <a:srgbClr val="005A9C"/>
                </a:solidFill>
                <a:latin typeface="Arial"/>
                <a:ea typeface="Arial"/>
                <a:cs typeface="Arial"/>
              </a:defRPr>
            </a:lvl2pPr>
            <a:lvl3pPr algn="ctr">
              <a:defRPr sz="1650" b="1">
                <a:solidFill>
                  <a:srgbClr val="005A9C"/>
                </a:solidFill>
                <a:latin typeface="Arial"/>
                <a:ea typeface="Arial"/>
                <a:cs typeface="Arial"/>
              </a:defRPr>
            </a:lvl3pPr>
            <a:lvl4pPr algn="ctr">
              <a:defRPr sz="1650" b="1">
                <a:solidFill>
                  <a:srgbClr val="005A9C"/>
                </a:solidFill>
                <a:latin typeface="Arial"/>
                <a:ea typeface="Arial"/>
                <a:cs typeface="Arial"/>
              </a:defRPr>
            </a:lvl4pPr>
            <a:lvl5pPr algn="ctr">
              <a:defRPr sz="1650" b="1">
                <a:solidFill>
                  <a:srgbClr val="005A9C"/>
                </a:solidFill>
                <a:latin typeface="Arial"/>
                <a:ea typeface="Arial"/>
                <a:cs typeface="Arial"/>
              </a:defRPr>
            </a:lvl5pPr>
            <a:lvl6pPr algn="ctr">
              <a:defRPr sz="1650" b="1">
                <a:solidFill>
                  <a:srgbClr val="005A9C"/>
                </a:solidFill>
                <a:latin typeface="Arial"/>
                <a:ea typeface="Arial"/>
                <a:cs typeface="Arial"/>
              </a:defRPr>
            </a:lvl6pPr>
            <a:lvl7pPr algn="ctr">
              <a:defRPr sz="1650" b="1">
                <a:solidFill>
                  <a:srgbClr val="005A9C"/>
                </a:solidFill>
                <a:latin typeface="Arial"/>
                <a:ea typeface="Arial"/>
                <a:cs typeface="Arial"/>
              </a:defRPr>
            </a:lvl7pPr>
            <a:lvl8pPr algn="ctr">
              <a:defRPr sz="1650" b="1">
                <a:solidFill>
                  <a:srgbClr val="005A9C"/>
                </a:solidFill>
                <a:latin typeface="Arial"/>
                <a:ea typeface="Arial"/>
                <a:cs typeface="Arial"/>
              </a:defRPr>
            </a:lvl8pPr>
            <a:lvl9pPr algn="ctr">
              <a:defRPr sz="1650" b="1">
                <a:solidFill>
                  <a:srgbClr val="005A9C"/>
                </a:solidFill>
                <a:latin typeface="Arial"/>
                <a:ea typeface="Arial"/>
                <a:cs typeface="Arial"/>
              </a:defRPr>
            </a:lvl9pPr>
          </a:lstStyle>
          <a:p xmlns:a="http://schemas.openxmlformats.org/drawingml/2006/main">
            <a:pPr algn="ctr">
              <a:defRPr sz="1650" b="1">
                <a:solidFill>
                  <a:srgbClr val="005A9C"/>
                </a:solidFill>
                <a:latin typeface="Arial"/>
                <a:ea typeface="Arial"/>
                <a:cs typeface="Arial"/>
              </a:defRPr>
            </a:pPr>
            <a:r>
              <a:rPr sz="1650" b="1">
                <a:solidFill>
                  <a:srgbClr val="005A9C"/>
                </a:solidFill>
                <a:latin typeface="Arial"/>
                <a:ea typeface="Arial"/>
                <a:cs typeface="Arial"/>
              </a:rPr>
              <a:t>Client materials</a:t>
            </a:r>
          </a:p>
        </p:txBody>
      </p:sp>
      <p:sp>
        <p:nvSpPr>
          <p:cNvPr id="9" name="!!map.middle">
            <a:extLst xmlns:a="http://schemas.openxmlformats.org/drawingml/2006/main">
              <a:ext uri="{FF2B5EF4-FFF2-40B4-BE49-F238E27FC236}">
                <a16:creationId xmlns:a16="http://schemas.microsoft.com/office/drawing/2014/main" id="{950EF0C8-7A7F-4AC2-8BA8-C73811A7C744}"/>
              </a:ext>
            </a:extLst>
          </p:cNvPr>
          <p:cNvSpPr>
            <a:spLocks xmlns:a="http://schemas.openxmlformats.org/drawingml/2006/main" noGrp="1"/>
          </p:cNvSpPr>
          <p:nvPr/>
        </p:nvSpPr>
        <p:spPr>
          <a:xfrm xmlns:a="http://schemas.openxmlformats.org/drawingml/2006/main">
            <a:off x="647700" y="3657600"/>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10" name="!!nav.middle">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3CF1D675-AF3F-4B49-883E-830D5EB2109C}"/>
              </a:ext>
            </a:extLst>
          </p:cNvPr>
          <p:cNvSpPr>
            <a:spLocks xmlns:a="http://schemas.openxmlformats.org/drawingml/2006/main" noGrp="1"/>
          </p:cNvSpPr>
          <p:nvPr/>
        </p:nvSpPr>
        <p:spPr>
          <a:xfrm xmlns:a="http://schemas.openxmlformats.org/drawingml/2006/main">
            <a:off x="647700" y="3657600"/>
            <a:ext cx="2609850" cy="409575"/>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005A9C"/>
                </a:solidFill>
                <a:latin typeface="Arial"/>
                <a:ea typeface="Arial"/>
                <a:cs typeface="Arial"/>
              </a:defRPr>
            </a:defPPr>
            <a:lvl1pPr algn="ctr">
              <a:defRPr sz="2025" b="1">
                <a:solidFill>
                  <a:srgbClr val="005A9C"/>
                </a:solidFill>
                <a:latin typeface="Arial"/>
                <a:ea typeface="Arial"/>
                <a:cs typeface="Arial"/>
              </a:defRPr>
            </a:lvl1pPr>
            <a:lvl2pPr algn="ctr">
              <a:defRPr sz="2025" b="1">
                <a:solidFill>
                  <a:srgbClr val="005A9C"/>
                </a:solidFill>
                <a:latin typeface="Arial"/>
                <a:ea typeface="Arial"/>
                <a:cs typeface="Arial"/>
              </a:defRPr>
            </a:lvl2pPr>
            <a:lvl3pPr algn="ctr">
              <a:defRPr sz="2025" b="1">
                <a:solidFill>
                  <a:srgbClr val="005A9C"/>
                </a:solidFill>
                <a:latin typeface="Arial"/>
                <a:ea typeface="Arial"/>
                <a:cs typeface="Arial"/>
              </a:defRPr>
            </a:lvl3pPr>
            <a:lvl4pPr algn="ctr">
              <a:defRPr sz="2025" b="1">
                <a:solidFill>
                  <a:srgbClr val="005A9C"/>
                </a:solidFill>
                <a:latin typeface="Arial"/>
                <a:ea typeface="Arial"/>
                <a:cs typeface="Arial"/>
              </a:defRPr>
            </a:lvl4pPr>
            <a:lvl5pPr algn="ctr">
              <a:defRPr sz="2025" b="1">
                <a:solidFill>
                  <a:srgbClr val="005A9C"/>
                </a:solidFill>
                <a:latin typeface="Arial"/>
                <a:ea typeface="Arial"/>
                <a:cs typeface="Arial"/>
              </a:defRPr>
            </a:lvl5pPr>
            <a:lvl6pPr algn="ctr">
              <a:defRPr sz="2025" b="1">
                <a:solidFill>
                  <a:srgbClr val="005A9C"/>
                </a:solidFill>
                <a:latin typeface="Arial"/>
                <a:ea typeface="Arial"/>
                <a:cs typeface="Arial"/>
              </a:defRPr>
            </a:lvl6pPr>
            <a:lvl7pPr algn="ctr">
              <a:defRPr sz="2025" b="1">
                <a:solidFill>
                  <a:srgbClr val="005A9C"/>
                </a:solidFill>
                <a:latin typeface="Arial"/>
                <a:ea typeface="Arial"/>
                <a:cs typeface="Arial"/>
              </a:defRPr>
            </a:lvl7pPr>
            <a:lvl8pPr algn="ctr">
              <a:defRPr sz="2025" b="1">
                <a:solidFill>
                  <a:srgbClr val="005A9C"/>
                </a:solidFill>
                <a:latin typeface="Arial"/>
                <a:ea typeface="Arial"/>
                <a:cs typeface="Arial"/>
              </a:defRPr>
            </a:lvl8pPr>
            <a:lvl9pPr algn="ctr">
              <a:defRPr sz="2025" b="1">
                <a:solidFill>
                  <a:srgbClr val="005A9C"/>
                </a:solidFill>
                <a:latin typeface="Arial"/>
                <a:ea typeface="Arial"/>
                <a:cs typeface="Arial"/>
              </a:defRPr>
            </a:lvl9pPr>
          </a:lstStyle>
          <a:p xmlns:a="http://schemas.openxmlformats.org/drawingml/2006/main">
            <a:pPr algn="ctr">
              <a:defRPr sz="2025" b="1">
                <a:solidFill>
                  <a:srgbClr val="005A9C"/>
                </a:solidFill>
                <a:latin typeface="Arial"/>
                <a:ea typeface="Arial"/>
                <a:cs typeface="Arial"/>
              </a:defRPr>
            </a:pPr>
            <a:r>
              <a:rPr sz="2025" b="1">
                <a:solidFill>
                  <a:srgbClr val="005A9C"/>
                </a:solidFill>
                <a:latin typeface="Arial"/>
                <a:ea typeface="Arial"/>
                <a:cs typeface="Arial"/>
              </a:rPr>
              <a:t>Middle office</a:t>
            </a:r>
          </a:p>
        </p:txBody>
      </p:sp>
      <p:sp>
        <p:nvSpPr>
          <p:cNvPr id="11" name="!!task.review">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67E247E8-C5DC-4F7B-9193-FCBC01D0FB09}"/>
              </a:ext>
            </a:extLst>
          </p:cNvPr>
          <p:cNvSpPr>
            <a:spLocks xmlns:a="http://schemas.openxmlformats.org/drawingml/2006/main" noGrp="1"/>
          </p:cNvSpPr>
          <p:nvPr/>
        </p:nvSpPr>
        <p:spPr>
          <a:xfrm xmlns:a="http://schemas.openxmlformats.org/drawingml/2006/main">
            <a:off x="762000" y="416242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Content review</a:t>
            </a:r>
          </a:p>
        </p:txBody>
      </p:sp>
      <p:sp>
        <p:nvSpPr>
          <p:cNvPr id="12" name="!!task.risk">
            <ns0:hlinkClick xmlns:ns0="http://schemas.openxmlformats.org/drawingml/2006/main" xmlns:ns1="http://schemas.openxmlformats.org/officeDocument/2006/relationships" ns1:id="rIdNavSlide19" action="ppaction://hlinksldjump" tooltip="Slide 19: Investigating a risk alert"/>
            <a:extLst xmlns:a="http://schemas.openxmlformats.org/drawingml/2006/main">
              <a:ext uri="{FF2B5EF4-FFF2-40B4-BE49-F238E27FC236}">
                <a16:creationId xmlns:a16="http://schemas.microsoft.com/office/drawing/2014/main" id="{D4756ACD-726A-4B2F-AC7D-AB3DC2E8F362}"/>
              </a:ext>
            </a:extLst>
          </p:cNvPr>
          <p:cNvSpPr>
            <a:spLocks xmlns:a="http://schemas.openxmlformats.org/drawingml/2006/main" noGrp="1"/>
          </p:cNvSpPr>
          <p:nvPr/>
        </p:nvSpPr>
        <p:spPr>
          <a:xfrm xmlns:a="http://schemas.openxmlformats.org/drawingml/2006/main">
            <a:off x="762000" y="447675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Risk analysis</a:t>
            </a:r>
          </a:p>
        </p:txBody>
      </p:sp>
      <p:sp>
        <p:nvSpPr>
          <p:cNvPr id="13" name="!!map.back">
            <a:extLst xmlns:a="http://schemas.openxmlformats.org/drawingml/2006/main">
              <a:ext uri="{FF2B5EF4-FFF2-40B4-BE49-F238E27FC236}">
                <a16:creationId xmlns:a16="http://schemas.microsoft.com/office/drawing/2014/main" id="{325E6E7C-7EF1-435F-ABE6-4565F9BF15BE}"/>
              </a:ext>
            </a:extLst>
          </p:cNvPr>
          <p:cNvSpPr>
            <a:spLocks xmlns:a="http://schemas.openxmlformats.org/drawingml/2006/main" noGrp="1"/>
          </p:cNvSpPr>
          <p:nvPr/>
        </p:nvSpPr>
        <p:spPr>
          <a:xfrm xmlns:a="http://schemas.openxmlformats.org/drawingml/2006/main">
            <a:off x="647700" y="5324475"/>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14" name="!!nav.back">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4AC0B84D-0BBC-442E-8693-42DCFB5D42FE}"/>
              </a:ext>
            </a:extLst>
          </p:cNvPr>
          <p:cNvSpPr>
            <a:spLocks xmlns:a="http://schemas.openxmlformats.org/drawingml/2006/main" noGrp="1"/>
          </p:cNvSpPr>
          <p:nvPr/>
        </p:nvSpPr>
        <p:spPr>
          <a:xfrm xmlns:a="http://schemas.openxmlformats.org/drawingml/2006/main">
            <a:off x="647700" y="5324475"/>
            <a:ext cx="2609850" cy="409575"/>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005A9C"/>
                </a:solidFill>
                <a:latin typeface="Arial"/>
                <a:ea typeface="Arial"/>
                <a:cs typeface="Arial"/>
              </a:defRPr>
            </a:defPPr>
            <a:lvl1pPr algn="ctr">
              <a:defRPr sz="2025" b="1">
                <a:solidFill>
                  <a:srgbClr val="005A9C"/>
                </a:solidFill>
                <a:latin typeface="Arial"/>
                <a:ea typeface="Arial"/>
                <a:cs typeface="Arial"/>
              </a:defRPr>
            </a:lvl1pPr>
            <a:lvl2pPr algn="ctr">
              <a:defRPr sz="2025" b="1">
                <a:solidFill>
                  <a:srgbClr val="005A9C"/>
                </a:solidFill>
                <a:latin typeface="Arial"/>
                <a:ea typeface="Arial"/>
                <a:cs typeface="Arial"/>
              </a:defRPr>
            </a:lvl2pPr>
            <a:lvl3pPr algn="ctr">
              <a:defRPr sz="2025" b="1">
                <a:solidFill>
                  <a:srgbClr val="005A9C"/>
                </a:solidFill>
                <a:latin typeface="Arial"/>
                <a:ea typeface="Arial"/>
                <a:cs typeface="Arial"/>
              </a:defRPr>
            </a:lvl3pPr>
            <a:lvl4pPr algn="ctr">
              <a:defRPr sz="2025" b="1">
                <a:solidFill>
                  <a:srgbClr val="005A9C"/>
                </a:solidFill>
                <a:latin typeface="Arial"/>
                <a:ea typeface="Arial"/>
                <a:cs typeface="Arial"/>
              </a:defRPr>
            </a:lvl4pPr>
            <a:lvl5pPr algn="ctr">
              <a:defRPr sz="2025" b="1">
                <a:solidFill>
                  <a:srgbClr val="005A9C"/>
                </a:solidFill>
                <a:latin typeface="Arial"/>
                <a:ea typeface="Arial"/>
                <a:cs typeface="Arial"/>
              </a:defRPr>
            </a:lvl5pPr>
            <a:lvl6pPr algn="ctr">
              <a:defRPr sz="2025" b="1">
                <a:solidFill>
                  <a:srgbClr val="005A9C"/>
                </a:solidFill>
                <a:latin typeface="Arial"/>
                <a:ea typeface="Arial"/>
                <a:cs typeface="Arial"/>
              </a:defRPr>
            </a:lvl6pPr>
            <a:lvl7pPr algn="ctr">
              <a:defRPr sz="2025" b="1">
                <a:solidFill>
                  <a:srgbClr val="005A9C"/>
                </a:solidFill>
                <a:latin typeface="Arial"/>
                <a:ea typeface="Arial"/>
                <a:cs typeface="Arial"/>
              </a:defRPr>
            </a:lvl7pPr>
            <a:lvl8pPr algn="ctr">
              <a:defRPr sz="2025" b="1">
                <a:solidFill>
                  <a:srgbClr val="005A9C"/>
                </a:solidFill>
                <a:latin typeface="Arial"/>
                <a:ea typeface="Arial"/>
                <a:cs typeface="Arial"/>
              </a:defRPr>
            </a:lvl8pPr>
            <a:lvl9pPr algn="ctr">
              <a:defRPr sz="2025" b="1">
                <a:solidFill>
                  <a:srgbClr val="005A9C"/>
                </a:solidFill>
                <a:latin typeface="Arial"/>
                <a:ea typeface="Arial"/>
                <a:cs typeface="Arial"/>
              </a:defRPr>
            </a:lvl9pPr>
          </a:lstStyle>
          <a:p xmlns:a="http://schemas.openxmlformats.org/drawingml/2006/main">
            <a:pPr algn="ctr">
              <a:defRPr sz="2025" b="1">
                <a:solidFill>
                  <a:srgbClr val="005A9C"/>
                </a:solidFill>
                <a:latin typeface="Arial"/>
                <a:ea typeface="Arial"/>
                <a:cs typeface="Arial"/>
              </a:defRPr>
            </a:pPr>
            <a:r>
              <a:rPr sz="2025" b="1">
                <a:solidFill>
                  <a:srgbClr val="005A9C"/>
                </a:solidFill>
                <a:latin typeface="Arial"/>
                <a:ea typeface="Arial"/>
                <a:cs typeface="Arial"/>
              </a:rPr>
              <a:t>Back office</a:t>
            </a:r>
          </a:p>
        </p:txBody>
      </p:sp>
      <p:sp>
        <p:nvSpPr>
          <p:cNvPr id="15" name="!!task.files">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B3A004C2-EC31-4571-858A-9AA4B5CBC71D}"/>
              </a:ext>
            </a:extLst>
          </p:cNvPr>
          <p:cNvSpPr>
            <a:spLocks xmlns:a="http://schemas.openxmlformats.org/drawingml/2006/main" noGrp="1"/>
          </p:cNvSpPr>
          <p:nvPr/>
        </p:nvSpPr>
        <p:spPr>
          <a:xfrm xmlns:a="http://schemas.openxmlformats.org/drawingml/2006/main">
            <a:off x="762000" y="582930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Document processing</a:t>
            </a:r>
          </a:p>
        </p:txBody>
      </p:sp>
      <p:sp>
        <p:nvSpPr>
          <p:cNvPr id="16" name="!!task.dev">
            <ns0:hlinkClick xmlns:ns0="http://schemas.openxmlformats.org/drawingml/2006/main" xmlns:ns1="http://schemas.openxmlformats.org/officeDocument/2006/relationships" ns1:id="rIdNavSlide25" action="ppaction://hlinksldjump" tooltip="Slide 25: Turning a business request into a working tool"/>
            <a:extLst xmlns:a="http://schemas.openxmlformats.org/drawingml/2006/main">
              <a:ext uri="{FF2B5EF4-FFF2-40B4-BE49-F238E27FC236}">
                <a16:creationId xmlns:a16="http://schemas.microsoft.com/office/drawing/2014/main" id="{CBFBA1FF-E971-4567-83FE-D5E4574D6AFC}"/>
              </a:ext>
            </a:extLst>
          </p:cNvPr>
          <p:cNvSpPr>
            <a:spLocks xmlns:a="http://schemas.openxmlformats.org/drawingml/2006/main" noGrp="1"/>
          </p:cNvSpPr>
          <p:nvPr/>
        </p:nvSpPr>
        <p:spPr>
          <a:xfrm xmlns:a="http://schemas.openxmlformats.org/drawingml/2006/main">
            <a:off x="762000" y="614362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Tool development</a:t>
            </a:r>
          </a:p>
        </p:txBody>
      </p:sp>
      <p:sp>
        <p:nvSpPr>
          <p:cNvPr id="17" name="!!map.separator">
            <a:extLst xmlns:a="http://schemas.openxmlformats.org/drawingml/2006/main">
              <a:ext uri="{FF2B5EF4-FFF2-40B4-BE49-F238E27FC236}">
                <a16:creationId xmlns:a16="http://schemas.microsoft.com/office/drawing/2014/main" id="{51922D6A-3CF5-4B27-815F-6A539B61CC59}"/>
              </a:ext>
            </a:extLst>
          </p:cNvPr>
          <p:cNvSpPr>
            <a:spLocks xmlns:a="http://schemas.openxmlformats.org/drawingml/2006/main" noGrp="1"/>
          </p:cNvSpPr>
          <p:nvPr/>
        </p:nvSpPr>
        <p:spPr>
          <a:xfrm xmlns:a="http://schemas.openxmlformats.org/drawingml/2006/main" flipH="0" flipV="0">
            <a:off x="3600450" y="1990725"/>
            <a:ext cx="953" cy="5076825"/>
          </a:xfrm>
          <a:prstGeom xmlns:a="http://schemas.openxmlformats.org/drawingml/2006/main" prst="line">
            <a:avLst/>
          </a:prstGeom>
          <a:noFill xmlns:a="http://schemas.openxmlformats.org/drawingml/2006/main"/>
          <a:ln xmlns:a="http://schemas.openxmlformats.org/drawingml/2006/main" w="9525">
            <a:solidFill>
              <a:srgbClr val="BCC6CF"/>
            </a:solidFill>
            <a:prstDash val="solid"/>
          </a:ln>
        </p:spPr>
      </p:sp>
      <p:sp>
        <p:nvSpPr>
          <p:cNvPr id="18" name="!!example">
            <a:extLst xmlns:a="http://schemas.openxmlformats.org/drawingml/2006/main">
              <a:ext uri="{FF2B5EF4-FFF2-40B4-BE49-F238E27FC236}">
                <a16:creationId xmlns:a16="http://schemas.microsoft.com/office/drawing/2014/main" id="{B7CF6963-6EA6-4EA9-8D93-A473DBF8ECC6}"/>
              </a:ext>
            </a:extLst>
          </p:cNvPr>
          <p:cNvSpPr>
            <a:spLocks xmlns:a="http://schemas.openxmlformats.org/drawingml/2006/main" noGrp="1"/>
          </p:cNvSpPr>
          <p:nvPr/>
        </p:nvSpPr>
        <p:spPr>
          <a:xfrm xmlns:a="http://schemas.openxmlformats.org/drawingml/2006/main">
            <a:off x="13906500" y="1238250"/>
            <a:ext cx="685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707C88"/>
                </a:solidFill>
                <a:latin typeface="Arial"/>
                <a:ea typeface="Arial"/>
                <a:cs typeface="Arial"/>
              </a:defRPr>
            </a:defPPr>
            <a:lvl1pPr algn="r">
              <a:defRPr sz="1350" b="0">
                <a:solidFill>
                  <a:srgbClr val="707C88"/>
                </a:solidFill>
                <a:latin typeface="Arial"/>
                <a:ea typeface="Arial"/>
                <a:cs typeface="Arial"/>
              </a:defRPr>
            </a:lvl1pPr>
            <a:lvl2pPr algn="r">
              <a:defRPr sz="1350" b="0">
                <a:solidFill>
                  <a:srgbClr val="707C88"/>
                </a:solidFill>
                <a:latin typeface="Arial"/>
                <a:ea typeface="Arial"/>
                <a:cs typeface="Arial"/>
              </a:defRPr>
            </a:lvl2pPr>
            <a:lvl3pPr algn="r">
              <a:defRPr sz="1350" b="0">
                <a:solidFill>
                  <a:srgbClr val="707C88"/>
                </a:solidFill>
                <a:latin typeface="Arial"/>
                <a:ea typeface="Arial"/>
                <a:cs typeface="Arial"/>
              </a:defRPr>
            </a:lvl3pPr>
            <a:lvl4pPr algn="r">
              <a:defRPr sz="1350" b="0">
                <a:solidFill>
                  <a:srgbClr val="707C88"/>
                </a:solidFill>
                <a:latin typeface="Arial"/>
                <a:ea typeface="Arial"/>
                <a:cs typeface="Arial"/>
              </a:defRPr>
            </a:lvl4pPr>
            <a:lvl5pPr algn="r">
              <a:defRPr sz="1350" b="0">
                <a:solidFill>
                  <a:srgbClr val="707C88"/>
                </a:solidFill>
                <a:latin typeface="Arial"/>
                <a:ea typeface="Arial"/>
                <a:cs typeface="Arial"/>
              </a:defRPr>
            </a:lvl5pPr>
            <a:lvl6pPr algn="r">
              <a:defRPr sz="1350" b="0">
                <a:solidFill>
                  <a:srgbClr val="707C88"/>
                </a:solidFill>
                <a:latin typeface="Arial"/>
                <a:ea typeface="Arial"/>
                <a:cs typeface="Arial"/>
              </a:defRPr>
            </a:lvl6pPr>
            <a:lvl7pPr algn="r">
              <a:defRPr sz="1350" b="0">
                <a:solidFill>
                  <a:srgbClr val="707C88"/>
                </a:solidFill>
                <a:latin typeface="Arial"/>
                <a:ea typeface="Arial"/>
                <a:cs typeface="Arial"/>
              </a:defRPr>
            </a:lvl7pPr>
            <a:lvl8pPr algn="r">
              <a:defRPr sz="1350" b="0">
                <a:solidFill>
                  <a:srgbClr val="707C88"/>
                </a:solidFill>
                <a:latin typeface="Arial"/>
                <a:ea typeface="Arial"/>
                <a:cs typeface="Arial"/>
              </a:defRPr>
            </a:lvl8pPr>
            <a:lvl9pPr algn="r">
              <a:defRPr sz="1350" b="0">
                <a:solidFill>
                  <a:srgbClr val="707C88"/>
                </a:solidFill>
                <a:latin typeface="Arial"/>
                <a:ea typeface="Arial"/>
                <a:cs typeface="Arial"/>
              </a:defRPr>
            </a:lvl9pPr>
          </a:lstStyle>
          <a:p xmlns:a="http://schemas.openxmlformats.org/drawingml/2006/main">
            <a:pPr algn="r">
              <a:defRPr sz="1350" b="0">
                <a:solidFill>
                  <a:srgbClr val="707C88"/>
                </a:solidFill>
                <a:latin typeface="Arial"/>
                <a:ea typeface="Arial"/>
                <a:cs typeface="Arial"/>
              </a:defRPr>
            </a:pPr>
            <a:r>
              <a:rPr sz="1350" b="0">
                <a:solidFill>
                  <a:srgbClr val="707C88"/>
                </a:solidFill>
                <a:latin typeface="Arial"/>
                <a:ea typeface="Arial"/>
                <a:cs typeface="Arial"/>
              </a:rPr>
              <a:t>Example</a:t>
            </a:r>
          </a:p>
        </p:txBody>
      </p:sp>
      <p:sp>
        <p:nvSpPr>
          <p:cNvPr id="19" name="!!nav.home">
            <ns0:hlinkClick xmlns:ns0="http://schemas.openxmlformats.org/drawingml/2006/main" xmlns:ns1="http://schemas.openxmlformats.org/officeDocument/2006/relationships" ns1:id="rIdNavSlide3" action="ppaction://hlinksldjump" tooltip="Slide 3: Seven workflows across the firm"/>
            <a:extLst xmlns:a="http://schemas.openxmlformats.org/drawingml/2006/main">
              <a:ext uri="{FF2B5EF4-FFF2-40B4-BE49-F238E27FC236}">
                <a16:creationId xmlns:a16="http://schemas.microsoft.com/office/drawing/2014/main" id="{E90E6655-9B9A-4AD0-BC0D-E24468607E1C}"/>
              </a:ext>
            </a:extLst>
          </p:cNvPr>
          <p:cNvSpPr>
            <a:spLocks xmlns:a="http://schemas.openxmlformats.org/drawingml/2006/main" noGrp="1"/>
          </p:cNvSpPr>
          <p:nvPr/>
        </p:nvSpPr>
        <p:spPr>
          <a:xfrm xmlns:a="http://schemas.openxmlformats.org/drawingml/2006/main">
            <a:off x="647700" y="7496175"/>
            <a:ext cx="26098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BCC6CF"/>
            </a:solidFill>
            <a:prstDash val="solid"/>
          </a:ln>
        </p:spPr>
        <p:txBody>
          <a:bodyPr xmlns:a="http://schemas.openxmlformats.org/drawingml/2006/main" wrap="square" lIns="114300" tIns="0" rIns="114300" bIns="0" anchor="ctr">
            <a:noAutofit/>
          </a:bodyPr>
          <a:lstStyle xmlns:a="http://schemas.openxmlformats.org/drawingml/2006/main">
            <a:defPPr algn="ctr">
              <a:defRPr sz="1800" b="1">
                <a:solidFill>
                  <a:srgbClr val="005A9C"/>
                </a:solidFill>
                <a:latin typeface="Arial"/>
                <a:ea typeface="Arial"/>
                <a:cs typeface="Arial"/>
              </a:defRPr>
            </a:defPPr>
            <a:lvl1pPr algn="ctr">
              <a:defRPr sz="1800" b="1">
                <a:solidFill>
                  <a:srgbClr val="005A9C"/>
                </a:solidFill>
                <a:latin typeface="Arial"/>
                <a:ea typeface="Arial"/>
                <a:cs typeface="Arial"/>
              </a:defRPr>
            </a:lvl1pPr>
            <a:lvl2pPr algn="ctr">
              <a:defRPr sz="1800" b="1">
                <a:solidFill>
                  <a:srgbClr val="005A9C"/>
                </a:solidFill>
                <a:latin typeface="Arial"/>
                <a:ea typeface="Arial"/>
                <a:cs typeface="Arial"/>
              </a:defRPr>
            </a:lvl2pPr>
            <a:lvl3pPr algn="ctr">
              <a:defRPr sz="1800" b="1">
                <a:solidFill>
                  <a:srgbClr val="005A9C"/>
                </a:solidFill>
                <a:latin typeface="Arial"/>
                <a:ea typeface="Arial"/>
                <a:cs typeface="Arial"/>
              </a:defRPr>
            </a:lvl3pPr>
            <a:lvl4pPr algn="ctr">
              <a:defRPr sz="1800" b="1">
                <a:solidFill>
                  <a:srgbClr val="005A9C"/>
                </a:solidFill>
                <a:latin typeface="Arial"/>
                <a:ea typeface="Arial"/>
                <a:cs typeface="Arial"/>
              </a:defRPr>
            </a:lvl4pPr>
            <a:lvl5pPr algn="ctr">
              <a:defRPr sz="1800" b="1">
                <a:solidFill>
                  <a:srgbClr val="005A9C"/>
                </a:solidFill>
                <a:latin typeface="Arial"/>
                <a:ea typeface="Arial"/>
                <a:cs typeface="Arial"/>
              </a:defRPr>
            </a:lvl5pPr>
            <a:lvl6pPr algn="ctr">
              <a:defRPr sz="1800" b="1">
                <a:solidFill>
                  <a:srgbClr val="005A9C"/>
                </a:solidFill>
                <a:latin typeface="Arial"/>
                <a:ea typeface="Arial"/>
                <a:cs typeface="Arial"/>
              </a:defRPr>
            </a:lvl6pPr>
            <a:lvl7pPr algn="ctr">
              <a:defRPr sz="1800" b="1">
                <a:solidFill>
                  <a:srgbClr val="005A9C"/>
                </a:solidFill>
                <a:latin typeface="Arial"/>
                <a:ea typeface="Arial"/>
                <a:cs typeface="Arial"/>
              </a:defRPr>
            </a:lvl7pPr>
            <a:lvl8pPr algn="ctr">
              <a:defRPr sz="1800" b="1">
                <a:solidFill>
                  <a:srgbClr val="005A9C"/>
                </a:solidFill>
                <a:latin typeface="Arial"/>
                <a:ea typeface="Arial"/>
                <a:cs typeface="Arial"/>
              </a:defRPr>
            </a:lvl8pPr>
            <a:lvl9pPr algn="ctr">
              <a:defRPr sz="1800" b="1">
                <a:solidFill>
                  <a:srgbClr val="005A9C"/>
                </a:solidFill>
                <a:latin typeface="Arial"/>
                <a:ea typeface="Arial"/>
                <a:cs typeface="Arial"/>
              </a:defRPr>
            </a:lvl9pPr>
          </a:lstStyle>
          <a:p xmlns:a="http://schemas.openxmlformats.org/drawingml/2006/main">
            <a:pPr algn="ctr">
              <a:defRPr sz="1800" b="1">
                <a:solidFill>
                  <a:srgbClr val="005A9C"/>
                </a:solidFill>
                <a:latin typeface="Arial"/>
                <a:ea typeface="Arial"/>
                <a:cs typeface="Arial"/>
              </a:defRPr>
            </a:pPr>
            <a:r>
              <a:rPr sz="1800" b="1">
                <a:solidFill>
                  <a:srgbClr val="005A9C"/>
                </a:solidFill>
                <a:latin typeface="Arial"/>
                <a:ea typeface="Arial"/>
                <a:cs typeface="Arial"/>
              </a:rPr>
              <a:t>Firm overview</a:t>
            </a:r>
          </a:p>
        </p:txBody>
      </p:sp>
      <p:sp>
        <p:nvSpPr>
          <p:cNvPr id="20" name="!!page">
            <a:extLst xmlns:a="http://schemas.openxmlformats.org/drawingml/2006/main">
              <a:ext uri="{FF2B5EF4-FFF2-40B4-BE49-F238E27FC236}">
                <a16:creationId xmlns:a16="http://schemas.microsoft.com/office/drawing/2014/main" id="{B48C5AD5-01C2-480B-A757-82D6553D28EA}"/>
              </a:ext>
            </a:extLst>
          </p:cNvPr>
          <p:cNvSpPr>
            <a:spLocks xmlns:a="http://schemas.openxmlformats.org/drawingml/2006/main" noGrp="1"/>
          </p:cNvSpPr>
          <p:nvPr/>
        </p:nvSpPr>
        <p:spPr>
          <a:xfrm xmlns:a="http://schemas.openxmlformats.org/drawingml/2006/main">
            <a:off x="11144250" y="7591425"/>
            <a:ext cx="904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650" b="0">
                <a:solidFill>
                  <a:srgbClr val="707C88"/>
                </a:solidFill>
                <a:latin typeface="Arial"/>
                <a:ea typeface="Arial"/>
                <a:cs typeface="Arial"/>
              </a:defRPr>
            </a:defPPr>
            <a:lvl1pPr algn="r">
              <a:defRPr sz="1650" b="0">
                <a:solidFill>
                  <a:srgbClr val="707C88"/>
                </a:solidFill>
                <a:latin typeface="Arial"/>
                <a:ea typeface="Arial"/>
                <a:cs typeface="Arial"/>
              </a:defRPr>
            </a:lvl1pPr>
            <a:lvl2pPr algn="r">
              <a:defRPr sz="1650" b="0">
                <a:solidFill>
                  <a:srgbClr val="707C88"/>
                </a:solidFill>
                <a:latin typeface="Arial"/>
                <a:ea typeface="Arial"/>
                <a:cs typeface="Arial"/>
              </a:defRPr>
            </a:lvl2pPr>
            <a:lvl3pPr algn="r">
              <a:defRPr sz="1650" b="0">
                <a:solidFill>
                  <a:srgbClr val="707C88"/>
                </a:solidFill>
                <a:latin typeface="Arial"/>
                <a:ea typeface="Arial"/>
                <a:cs typeface="Arial"/>
              </a:defRPr>
            </a:lvl3pPr>
            <a:lvl4pPr algn="r">
              <a:defRPr sz="1650" b="0">
                <a:solidFill>
                  <a:srgbClr val="707C88"/>
                </a:solidFill>
                <a:latin typeface="Arial"/>
                <a:ea typeface="Arial"/>
                <a:cs typeface="Arial"/>
              </a:defRPr>
            </a:lvl4pPr>
            <a:lvl5pPr algn="r">
              <a:defRPr sz="1650" b="0">
                <a:solidFill>
                  <a:srgbClr val="707C88"/>
                </a:solidFill>
                <a:latin typeface="Arial"/>
                <a:ea typeface="Arial"/>
                <a:cs typeface="Arial"/>
              </a:defRPr>
            </a:lvl5pPr>
            <a:lvl6pPr algn="r">
              <a:defRPr sz="1650" b="0">
                <a:solidFill>
                  <a:srgbClr val="707C88"/>
                </a:solidFill>
                <a:latin typeface="Arial"/>
                <a:ea typeface="Arial"/>
                <a:cs typeface="Arial"/>
              </a:defRPr>
            </a:lvl6pPr>
            <a:lvl7pPr algn="r">
              <a:defRPr sz="1650" b="0">
                <a:solidFill>
                  <a:srgbClr val="707C88"/>
                </a:solidFill>
                <a:latin typeface="Arial"/>
                <a:ea typeface="Arial"/>
                <a:cs typeface="Arial"/>
              </a:defRPr>
            </a:lvl7pPr>
            <a:lvl8pPr algn="r">
              <a:defRPr sz="1650" b="0">
                <a:solidFill>
                  <a:srgbClr val="707C88"/>
                </a:solidFill>
                <a:latin typeface="Arial"/>
                <a:ea typeface="Arial"/>
                <a:cs typeface="Arial"/>
              </a:defRPr>
            </a:lvl8pPr>
            <a:lvl9pPr algn="r">
              <a:defRPr sz="1650" b="0">
                <a:solidFill>
                  <a:srgbClr val="707C88"/>
                </a:solidFill>
                <a:latin typeface="Arial"/>
                <a:ea typeface="Arial"/>
                <a:cs typeface="Arial"/>
              </a:defRPr>
            </a:lvl9pPr>
          </a:lstStyle>
          <a:p xmlns:a="http://schemas.openxmlformats.org/drawingml/2006/main">
            <a:pPr algn="r">
              <a:defRPr sz="1650" b="0">
                <a:solidFill>
                  <a:srgbClr val="707C88"/>
                </a:solidFill>
                <a:latin typeface="Arial"/>
                <a:ea typeface="Arial"/>
                <a:cs typeface="Arial"/>
              </a:defRPr>
            </a:pPr>
            <a:r>
              <a:rPr sz="1650" b="0">
                <a:solidFill>
                  <a:srgbClr val="707C88"/>
                </a:solidFill>
                <a:latin typeface="Arial"/>
                <a:ea typeface="Arial"/>
                <a:cs typeface="Arial"/>
              </a:rPr>
              <a:t>14 / 33</a:t>
            </a:r>
          </a:p>
        </p:txBody>
      </p:sp>
      <p:sp>
        <p:nvSpPr>
          <p:cNvPr id="21" name="!!nav.prev">
            <ns0:hlinkClick xmlns:ns0="http://schemas.openxmlformats.org/drawingml/2006/main" xmlns:ns1="http://schemas.openxmlformats.org/officeDocument/2006/relationships" ns1:id="rIdNavSlide13" action="ppaction://hlinksldjump" tooltip="Slide 13: Tianhong: portfolio manager views and market commentary"/>
            <a:extLst xmlns:a="http://schemas.openxmlformats.org/drawingml/2006/main">
              <a:ext uri="{FF2B5EF4-FFF2-40B4-BE49-F238E27FC236}">
                <a16:creationId xmlns:a16="http://schemas.microsoft.com/office/drawing/2014/main" id="{A3CFF4C4-ECD9-4EDC-B6F4-7AE986BFD36C}"/>
              </a:ext>
            </a:extLst>
          </p:cNvPr>
          <p:cNvSpPr>
            <a:spLocks xmlns:a="http://schemas.openxmlformats.org/drawingml/2006/main" noGrp="1"/>
          </p:cNvSpPr>
          <p:nvPr/>
        </p:nvSpPr>
        <p:spPr>
          <a:xfrm xmlns:a="http://schemas.openxmlformats.org/drawingml/2006/main">
            <a:off x="12287250" y="7496175"/>
            <a:ext cx="1047750" cy="4572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725" b="1">
                <a:solidFill>
                  <a:srgbClr val="005A9C"/>
                </a:solidFill>
                <a:latin typeface="Arial"/>
                <a:ea typeface="Arial"/>
                <a:cs typeface="Arial"/>
              </a:defRPr>
            </a:defPPr>
            <a:lvl1pPr algn="ctr">
              <a:defRPr sz="1725" b="1">
                <a:solidFill>
                  <a:srgbClr val="005A9C"/>
                </a:solidFill>
                <a:latin typeface="Arial"/>
                <a:ea typeface="Arial"/>
                <a:cs typeface="Arial"/>
              </a:defRPr>
            </a:lvl1pPr>
            <a:lvl2pPr algn="ctr">
              <a:defRPr sz="1725" b="1">
                <a:solidFill>
                  <a:srgbClr val="005A9C"/>
                </a:solidFill>
                <a:latin typeface="Arial"/>
                <a:ea typeface="Arial"/>
                <a:cs typeface="Arial"/>
              </a:defRPr>
            </a:lvl2pPr>
            <a:lvl3pPr algn="ctr">
              <a:defRPr sz="1725" b="1">
                <a:solidFill>
                  <a:srgbClr val="005A9C"/>
                </a:solidFill>
                <a:latin typeface="Arial"/>
                <a:ea typeface="Arial"/>
                <a:cs typeface="Arial"/>
              </a:defRPr>
            </a:lvl3pPr>
            <a:lvl4pPr algn="ctr">
              <a:defRPr sz="1725" b="1">
                <a:solidFill>
                  <a:srgbClr val="005A9C"/>
                </a:solidFill>
                <a:latin typeface="Arial"/>
                <a:ea typeface="Arial"/>
                <a:cs typeface="Arial"/>
              </a:defRPr>
            </a:lvl4pPr>
            <a:lvl5pPr algn="ctr">
              <a:defRPr sz="1725" b="1">
                <a:solidFill>
                  <a:srgbClr val="005A9C"/>
                </a:solidFill>
                <a:latin typeface="Arial"/>
                <a:ea typeface="Arial"/>
                <a:cs typeface="Arial"/>
              </a:defRPr>
            </a:lvl5pPr>
            <a:lvl6pPr algn="ctr">
              <a:defRPr sz="1725" b="1">
                <a:solidFill>
                  <a:srgbClr val="005A9C"/>
                </a:solidFill>
                <a:latin typeface="Arial"/>
                <a:ea typeface="Arial"/>
                <a:cs typeface="Arial"/>
              </a:defRPr>
            </a:lvl6pPr>
            <a:lvl7pPr algn="ctr">
              <a:defRPr sz="1725" b="1">
                <a:solidFill>
                  <a:srgbClr val="005A9C"/>
                </a:solidFill>
                <a:latin typeface="Arial"/>
                <a:ea typeface="Arial"/>
                <a:cs typeface="Arial"/>
              </a:defRPr>
            </a:lvl7pPr>
            <a:lvl8pPr algn="ctr">
              <a:defRPr sz="1725" b="1">
                <a:solidFill>
                  <a:srgbClr val="005A9C"/>
                </a:solidFill>
                <a:latin typeface="Arial"/>
                <a:ea typeface="Arial"/>
                <a:cs typeface="Arial"/>
              </a:defRPr>
            </a:lvl8pPr>
            <a:lvl9pPr algn="ctr">
              <a:defRPr sz="1725" b="1">
                <a:solidFill>
                  <a:srgbClr val="005A9C"/>
                </a:solidFill>
                <a:latin typeface="Arial"/>
                <a:ea typeface="Arial"/>
                <a:cs typeface="Arial"/>
              </a:defRPr>
            </a:lvl9pPr>
          </a:lstStyle>
          <a:p xmlns:a="http://schemas.openxmlformats.org/drawingml/2006/main">
            <a:pPr algn="ctr">
              <a:defRPr sz="1725" b="1">
                <a:solidFill>
                  <a:srgbClr val="005A9C"/>
                </a:solidFill>
                <a:latin typeface="Arial"/>
                <a:ea typeface="Arial"/>
                <a:cs typeface="Arial"/>
              </a:defRPr>
            </a:pPr>
            <a:r>
              <a:rPr sz="1725" b="1">
                <a:solidFill>
                  <a:srgbClr val="005A9C"/>
                </a:solidFill>
                <a:latin typeface="Arial"/>
                <a:ea typeface="Arial"/>
                <a:cs typeface="Arial"/>
              </a:rPr>
              <a:t>Back</a:t>
            </a:r>
          </a:p>
        </p:txBody>
      </p:sp>
      <p:sp>
        <p:nvSpPr>
          <p:cNvPr id="22" name="!!nav.next">
            <ns0:hlinkClick xmlns:ns0="http://schemas.openxmlformats.org/drawingml/2006/main" xmlns:ns1="http://schemas.openxmlformats.org/officeDocument/2006/relationships" ns1:id="rIdNavSlide15" action="ppaction://hlinksldjump" tooltip="Slide 15: Proposed client update workflow"/>
            <a:extLst xmlns:a="http://schemas.openxmlformats.org/drawingml/2006/main">
              <a:ext uri="{FF2B5EF4-FFF2-40B4-BE49-F238E27FC236}">
                <a16:creationId xmlns:a16="http://schemas.microsoft.com/office/drawing/2014/main" id="{D329EAB1-68A6-4176-956F-FC76E02B7552}"/>
              </a:ext>
            </a:extLst>
          </p:cNvPr>
          <p:cNvSpPr>
            <a:spLocks xmlns:a="http://schemas.openxmlformats.org/drawingml/2006/main" noGrp="1"/>
          </p:cNvSpPr>
          <p:nvPr/>
        </p:nvSpPr>
        <p:spPr>
          <a:xfrm xmlns:a="http://schemas.openxmlformats.org/drawingml/2006/main">
            <a:off x="13506450" y="7496175"/>
            <a:ext cx="1085850" cy="45720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725" b="1">
                <a:solidFill>
                  <a:srgbClr val="FFFFFF"/>
                </a:solidFill>
                <a:latin typeface="Arial"/>
                <a:ea typeface="Arial"/>
                <a:cs typeface="Arial"/>
              </a:defRPr>
            </a:defPPr>
            <a:lvl1pPr algn="ctr">
              <a:defRPr sz="1725" b="1">
                <a:solidFill>
                  <a:srgbClr val="FFFFFF"/>
                </a:solidFill>
                <a:latin typeface="Arial"/>
                <a:ea typeface="Arial"/>
                <a:cs typeface="Arial"/>
              </a:defRPr>
            </a:lvl1pPr>
            <a:lvl2pPr algn="ctr">
              <a:defRPr sz="1725" b="1">
                <a:solidFill>
                  <a:srgbClr val="FFFFFF"/>
                </a:solidFill>
                <a:latin typeface="Arial"/>
                <a:ea typeface="Arial"/>
                <a:cs typeface="Arial"/>
              </a:defRPr>
            </a:lvl2pPr>
            <a:lvl3pPr algn="ctr">
              <a:defRPr sz="1725" b="1">
                <a:solidFill>
                  <a:srgbClr val="FFFFFF"/>
                </a:solidFill>
                <a:latin typeface="Arial"/>
                <a:ea typeface="Arial"/>
                <a:cs typeface="Arial"/>
              </a:defRPr>
            </a:lvl3pPr>
            <a:lvl4pPr algn="ctr">
              <a:defRPr sz="1725" b="1">
                <a:solidFill>
                  <a:srgbClr val="FFFFFF"/>
                </a:solidFill>
                <a:latin typeface="Arial"/>
                <a:ea typeface="Arial"/>
                <a:cs typeface="Arial"/>
              </a:defRPr>
            </a:lvl4pPr>
            <a:lvl5pPr algn="ctr">
              <a:defRPr sz="1725" b="1">
                <a:solidFill>
                  <a:srgbClr val="FFFFFF"/>
                </a:solidFill>
                <a:latin typeface="Arial"/>
                <a:ea typeface="Arial"/>
                <a:cs typeface="Arial"/>
              </a:defRPr>
            </a:lvl5pPr>
            <a:lvl6pPr algn="ctr">
              <a:defRPr sz="1725" b="1">
                <a:solidFill>
                  <a:srgbClr val="FFFFFF"/>
                </a:solidFill>
                <a:latin typeface="Arial"/>
                <a:ea typeface="Arial"/>
                <a:cs typeface="Arial"/>
              </a:defRPr>
            </a:lvl6pPr>
            <a:lvl7pPr algn="ctr">
              <a:defRPr sz="1725" b="1">
                <a:solidFill>
                  <a:srgbClr val="FFFFFF"/>
                </a:solidFill>
                <a:latin typeface="Arial"/>
                <a:ea typeface="Arial"/>
                <a:cs typeface="Arial"/>
              </a:defRPr>
            </a:lvl7pPr>
            <a:lvl8pPr algn="ctr">
              <a:defRPr sz="1725" b="1">
                <a:solidFill>
                  <a:srgbClr val="FFFFFF"/>
                </a:solidFill>
                <a:latin typeface="Arial"/>
                <a:ea typeface="Arial"/>
                <a:cs typeface="Arial"/>
              </a:defRPr>
            </a:lvl8pPr>
            <a:lvl9pPr algn="ctr">
              <a:defRPr sz="1725" b="1">
                <a:solidFill>
                  <a:srgbClr val="FFFFFF"/>
                </a:solidFill>
                <a:latin typeface="Arial"/>
                <a:ea typeface="Arial"/>
                <a:cs typeface="Arial"/>
              </a:defRPr>
            </a:lvl9pPr>
          </a:lstStyle>
          <a:p xmlns:a="http://schemas.openxmlformats.org/drawingml/2006/main">
            <a:pPr algn="ctr">
              <a:defRPr sz="1725" b="1">
                <a:solidFill>
                  <a:srgbClr val="FFFFFF"/>
                </a:solidFill>
                <a:latin typeface="Arial"/>
                <a:ea typeface="Arial"/>
                <a:cs typeface="Arial"/>
              </a:defRPr>
            </a:pPr>
            <a:r>
              <a:rPr sz="1725" b="1">
                <a:solidFill>
                  <a:srgbClr val="FFFFFF"/>
                </a:solidFill>
                <a:latin typeface="Arial"/>
                <a:ea typeface="Arial"/>
                <a:cs typeface="Arial"/>
              </a:rPr>
              <a:t>Next</a:t>
            </a:r>
          </a:p>
        </p:txBody>
      </p:sp>
      <p:sp>
        <p:nvSpPr>
          <p:cNvPr id="23" name="!!footer.rule">
            <a:extLst xmlns:a="http://schemas.openxmlformats.org/drawingml/2006/main">
              <a:ext uri="{FF2B5EF4-FFF2-40B4-BE49-F238E27FC236}">
                <a16:creationId xmlns:a16="http://schemas.microsoft.com/office/drawing/2014/main" id="{47AB7C29-7FF5-4E19-A984-6CAE4FCB5525}"/>
              </a:ext>
            </a:extLst>
          </p:cNvPr>
          <p:cNvSpPr>
            <a:spLocks xmlns:a="http://schemas.openxmlformats.org/drawingml/2006/main" noGrp="1"/>
          </p:cNvSpPr>
          <p:nvPr/>
        </p:nvSpPr>
        <p:spPr>
          <a:xfrm xmlns:a="http://schemas.openxmlformats.org/drawingml/2006/main" flipH="0" flipV="0">
            <a:off x="647700" y="8134350"/>
            <a:ext cx="13944600" cy="953"/>
          </a:xfrm>
          <a:prstGeom xmlns:a="http://schemas.openxmlformats.org/drawingml/2006/main" prst="line">
            <a:avLst/>
          </a:prstGeom>
          <a:noFill xmlns:a="http://schemas.openxmlformats.org/drawingml/2006/main"/>
          <a:ln xmlns:a="http://schemas.openxmlformats.org/drawingml/2006/main" w="9525">
            <a:solidFill>
              <a:srgbClr val="BCC6CF"/>
            </a:solidFill>
            <a:prstDash val="solid"/>
          </a:ln>
        </p:spPr>
      </p:sp>
      <p:sp>
        <p:nvSpPr>
          <p:cNvPr id="24" name="!!source">
            <a:extLst xmlns:a="http://schemas.openxmlformats.org/drawingml/2006/main">
              <a:ext uri="{FF2B5EF4-FFF2-40B4-BE49-F238E27FC236}">
                <a16:creationId xmlns:a16="http://schemas.microsoft.com/office/drawing/2014/main" id="{7C24D9E5-E512-4E75-814D-840F9B537E88}"/>
              </a:ext>
            </a:extLst>
          </p:cNvPr>
          <p:cNvSpPr>
            <a:spLocks xmlns:a="http://schemas.openxmlformats.org/drawingml/2006/main" noGrp="1"/>
          </p:cNvSpPr>
          <p:nvPr/>
        </p:nvSpPr>
        <p:spPr>
          <a:xfrm xmlns:a="http://schemas.openxmlformats.org/drawingml/2006/main">
            <a:off x="647700" y="8267700"/>
            <a:ext cx="13944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707C88"/>
                </a:solidFill>
                <a:latin typeface="Arial"/>
                <a:ea typeface="Arial"/>
                <a:cs typeface="Arial"/>
              </a:defRPr>
            </a:defPPr>
            <a:lvl1pPr algn="l">
              <a:defRPr sz="1050" b="0">
                <a:solidFill>
                  <a:srgbClr val="707C88"/>
                </a:solidFill>
                <a:latin typeface="Arial"/>
                <a:ea typeface="Arial"/>
                <a:cs typeface="Arial"/>
              </a:defRPr>
            </a:lvl1pPr>
            <a:lvl2pPr algn="l">
              <a:defRPr sz="1050" b="0">
                <a:solidFill>
                  <a:srgbClr val="707C88"/>
                </a:solidFill>
                <a:latin typeface="Arial"/>
                <a:ea typeface="Arial"/>
                <a:cs typeface="Arial"/>
              </a:defRPr>
            </a:lvl2pPr>
            <a:lvl3pPr algn="l">
              <a:defRPr sz="1050" b="0">
                <a:solidFill>
                  <a:srgbClr val="707C88"/>
                </a:solidFill>
                <a:latin typeface="Arial"/>
                <a:ea typeface="Arial"/>
                <a:cs typeface="Arial"/>
              </a:defRPr>
            </a:lvl3pPr>
            <a:lvl4pPr algn="l">
              <a:defRPr sz="1050" b="0">
                <a:solidFill>
                  <a:srgbClr val="707C88"/>
                </a:solidFill>
                <a:latin typeface="Arial"/>
                <a:ea typeface="Arial"/>
                <a:cs typeface="Arial"/>
              </a:defRPr>
            </a:lvl4pPr>
            <a:lvl5pPr algn="l">
              <a:defRPr sz="1050" b="0">
                <a:solidFill>
                  <a:srgbClr val="707C88"/>
                </a:solidFill>
                <a:latin typeface="Arial"/>
                <a:ea typeface="Arial"/>
                <a:cs typeface="Arial"/>
              </a:defRPr>
            </a:lvl5pPr>
            <a:lvl6pPr algn="l">
              <a:defRPr sz="1050" b="0">
                <a:solidFill>
                  <a:srgbClr val="707C88"/>
                </a:solidFill>
                <a:latin typeface="Arial"/>
                <a:ea typeface="Arial"/>
                <a:cs typeface="Arial"/>
              </a:defRPr>
            </a:lvl6pPr>
            <a:lvl7pPr algn="l">
              <a:defRPr sz="1050" b="0">
                <a:solidFill>
                  <a:srgbClr val="707C88"/>
                </a:solidFill>
                <a:latin typeface="Arial"/>
                <a:ea typeface="Arial"/>
                <a:cs typeface="Arial"/>
              </a:defRPr>
            </a:lvl7pPr>
            <a:lvl8pPr algn="l">
              <a:defRPr sz="1050" b="0">
                <a:solidFill>
                  <a:srgbClr val="707C88"/>
                </a:solidFill>
                <a:latin typeface="Arial"/>
                <a:ea typeface="Arial"/>
                <a:cs typeface="Arial"/>
              </a:defRPr>
            </a:lvl8pPr>
            <a:lvl9pPr algn="l">
              <a:defRPr sz="1050" b="0">
                <a:solidFill>
                  <a:srgbClr val="707C88"/>
                </a:solidFill>
                <a:latin typeface="Arial"/>
                <a:ea typeface="Arial"/>
                <a:cs typeface="Arial"/>
              </a:defRPr>
            </a:lvl9pPr>
          </a:lstStyle>
          <a:p xmlns:a="http://schemas.openxmlformats.org/drawingml/2006/main">
            <a:pPr algn="l">
              <a:defRPr sz="1050" b="0">
                <a:solidFill>
                  <a:srgbClr val="707C88"/>
                </a:solidFill>
                <a:latin typeface="Arial"/>
                <a:ea typeface="Arial"/>
                <a:cs typeface="Arial"/>
              </a:defRPr>
            </a:pPr>
            <a:r>
              <a:rPr sz="1050" b="0">
                <a:solidFill>
                  <a:srgbClr val="707C88"/>
                </a:solidFill>
                <a:latin typeface="Arial"/>
                <a:ea typeface="Arial"/>
                <a:cs typeface="Arial"/>
              </a:rPr>
              <a:t>Sources: ICBCUBS / AMAC</a:t>
            </a:r>
          </a:p>
        </p:txBody>
      </p:sp>
      <p:sp>
        <p:nvSpPr>
          <p:cNvPr id="25" name="!!tender.question">
            <a:extLst xmlns:a="http://schemas.openxmlformats.org/drawingml/2006/main">
              <a:ext uri="{FF2B5EF4-FFF2-40B4-BE49-F238E27FC236}">
                <a16:creationId xmlns:a16="http://schemas.microsoft.com/office/drawing/2014/main" id="{26F5DE57-B786-4834-B0F0-759F69D6DA84}"/>
              </a:ext>
            </a:extLst>
          </p:cNvPr>
          <p:cNvSpPr>
            <a:spLocks xmlns:a="http://schemas.openxmlformats.org/drawingml/2006/main" noGrp="1"/>
          </p:cNvSpPr>
          <p:nvPr/>
        </p:nvSpPr>
        <p:spPr>
          <a:xfrm xmlns:a="http://schemas.openxmlformats.org/drawingml/2006/main">
            <a:off x="4057650" y="2047875"/>
            <a:ext cx="10534650" cy="64770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250" b="1">
                <a:solidFill>
                  <a:srgbClr val="20262C"/>
                </a:solidFill>
                <a:latin typeface="Arial"/>
                <a:ea typeface="Arial"/>
                <a:cs typeface="Arial"/>
              </a:defRPr>
            </a:defPPr>
            <a:lvl1pPr algn="ctr">
              <a:defRPr sz="2250" b="1">
                <a:solidFill>
                  <a:srgbClr val="20262C"/>
                </a:solidFill>
                <a:latin typeface="Arial"/>
                <a:ea typeface="Arial"/>
                <a:cs typeface="Arial"/>
              </a:defRPr>
            </a:lvl1pPr>
            <a:lvl2pPr algn="ctr">
              <a:defRPr sz="2250" b="1">
                <a:solidFill>
                  <a:srgbClr val="20262C"/>
                </a:solidFill>
                <a:latin typeface="Arial"/>
                <a:ea typeface="Arial"/>
                <a:cs typeface="Arial"/>
              </a:defRPr>
            </a:lvl2pPr>
            <a:lvl3pPr algn="ctr">
              <a:defRPr sz="2250" b="1">
                <a:solidFill>
                  <a:srgbClr val="20262C"/>
                </a:solidFill>
                <a:latin typeface="Arial"/>
                <a:ea typeface="Arial"/>
                <a:cs typeface="Arial"/>
              </a:defRPr>
            </a:lvl3pPr>
            <a:lvl4pPr algn="ctr">
              <a:defRPr sz="2250" b="1">
                <a:solidFill>
                  <a:srgbClr val="20262C"/>
                </a:solidFill>
                <a:latin typeface="Arial"/>
                <a:ea typeface="Arial"/>
                <a:cs typeface="Arial"/>
              </a:defRPr>
            </a:lvl4pPr>
            <a:lvl5pPr algn="ctr">
              <a:defRPr sz="2250" b="1">
                <a:solidFill>
                  <a:srgbClr val="20262C"/>
                </a:solidFill>
                <a:latin typeface="Arial"/>
                <a:ea typeface="Arial"/>
                <a:cs typeface="Arial"/>
              </a:defRPr>
            </a:lvl5pPr>
            <a:lvl6pPr algn="ctr">
              <a:defRPr sz="2250" b="1">
                <a:solidFill>
                  <a:srgbClr val="20262C"/>
                </a:solidFill>
                <a:latin typeface="Arial"/>
                <a:ea typeface="Arial"/>
                <a:cs typeface="Arial"/>
              </a:defRPr>
            </a:lvl6pPr>
            <a:lvl7pPr algn="ctr">
              <a:defRPr sz="2250" b="1">
                <a:solidFill>
                  <a:srgbClr val="20262C"/>
                </a:solidFill>
                <a:latin typeface="Arial"/>
                <a:ea typeface="Arial"/>
                <a:cs typeface="Arial"/>
              </a:defRPr>
            </a:lvl7pPr>
            <a:lvl8pPr algn="ctr">
              <a:defRPr sz="2250" b="1">
                <a:solidFill>
                  <a:srgbClr val="20262C"/>
                </a:solidFill>
                <a:latin typeface="Arial"/>
                <a:ea typeface="Arial"/>
                <a:cs typeface="Arial"/>
              </a:defRPr>
            </a:lvl8pPr>
            <a:lvl9pPr algn="ctr">
              <a:defRPr sz="2250" b="1">
                <a:solidFill>
                  <a:srgbClr val="20262C"/>
                </a:solidFill>
                <a:latin typeface="Arial"/>
                <a:ea typeface="Arial"/>
                <a:cs typeface="Arial"/>
              </a:defRPr>
            </a:lvl9pPr>
          </a:lstStyle>
          <a:p xmlns:a="http://schemas.openxmlformats.org/drawingml/2006/main">
            <a:pPr algn="ctr">
              <a:defRPr sz="2250" b="1">
                <a:solidFill>
                  <a:srgbClr val="20262C"/>
                </a:solidFill>
                <a:latin typeface="Arial"/>
                <a:ea typeface="Arial"/>
                <a:cs typeface="Arial"/>
              </a:defRPr>
            </a:pPr>
            <a:r>
              <a:rPr sz="2250" b="1">
                <a:solidFill>
                  <a:srgbClr val="20262C"/>
                </a:solidFill>
                <a:latin typeface="Arial"/>
                <a:ea typeface="Arial"/>
                <a:cs typeface="Arial"/>
              </a:rPr>
              <a:t>Institutional client: how is your investment research process organized?</a:t>
            </a:r>
          </a:p>
        </p:txBody>
      </p:sp>
      <p:sp>
        <p:nvSpPr>
          <p:cNvPr id="26" name="!!tender.source.rule">
            <a:extLst xmlns:a="http://schemas.openxmlformats.org/drawingml/2006/main">
              <a:ext uri="{FF2B5EF4-FFF2-40B4-BE49-F238E27FC236}">
                <a16:creationId xmlns:a16="http://schemas.microsoft.com/office/drawing/2014/main" id="{CC8B03A3-8E1E-4773-8153-94BC0F3AB319}"/>
              </a:ext>
            </a:extLst>
          </p:cNvPr>
          <p:cNvSpPr>
            <a:spLocks xmlns:a="http://schemas.openxmlformats.org/drawingml/2006/main" noGrp="1"/>
          </p:cNvSpPr>
          <p:nvPr/>
        </p:nvSpPr>
        <p:spPr>
          <a:xfrm xmlns:a="http://schemas.openxmlformats.org/drawingml/2006/main" flipH="0" flipV="0">
            <a:off x="4057650" y="3209925"/>
            <a:ext cx="3219450" cy="953"/>
          </a:xfrm>
          <a:prstGeom xmlns:a="http://schemas.openxmlformats.org/drawingml/2006/main" prst="line">
            <a:avLst/>
          </a:prstGeom>
          <a:noFill xmlns:a="http://schemas.openxmlformats.org/drawingml/2006/main"/>
          <a:ln xmlns:a="http://schemas.openxmlformats.org/drawingml/2006/main" w="14288">
            <a:solidFill>
              <a:srgbClr val="BCC6CF"/>
            </a:solidFill>
            <a:prstDash val="solid"/>
          </a:ln>
        </p:spPr>
      </p:sp>
      <p:sp>
        <p:nvSpPr>
          <p:cNvPr id="27" name="!!tender.source.label">
            <a:extLst xmlns:a="http://schemas.openxmlformats.org/drawingml/2006/main">
              <a:ext uri="{FF2B5EF4-FFF2-40B4-BE49-F238E27FC236}">
                <a16:creationId xmlns:a16="http://schemas.microsoft.com/office/drawing/2014/main" id="{D77761F5-11A9-4477-8E19-37BBB8E34FCF}"/>
              </a:ext>
            </a:extLst>
          </p:cNvPr>
          <p:cNvSpPr>
            <a:spLocks xmlns:a="http://schemas.openxmlformats.org/drawingml/2006/main" noGrp="1"/>
          </p:cNvSpPr>
          <p:nvPr/>
        </p:nvSpPr>
        <p:spPr>
          <a:xfrm xmlns:a="http://schemas.openxmlformats.org/drawingml/2006/main">
            <a:off x="4057650" y="3305175"/>
            <a:ext cx="32194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005A9C"/>
                </a:solidFill>
                <a:latin typeface="Arial"/>
                <a:ea typeface="Arial"/>
                <a:cs typeface="Arial"/>
              </a:defRPr>
            </a:defPPr>
            <a:lvl1pPr algn="l">
              <a:defRPr sz="1650" b="1">
                <a:solidFill>
                  <a:srgbClr val="005A9C"/>
                </a:solidFill>
                <a:latin typeface="Arial"/>
                <a:ea typeface="Arial"/>
                <a:cs typeface="Arial"/>
              </a:defRPr>
            </a:lvl1pPr>
            <a:lvl2pPr algn="l">
              <a:defRPr sz="1650" b="1">
                <a:solidFill>
                  <a:srgbClr val="005A9C"/>
                </a:solidFill>
                <a:latin typeface="Arial"/>
                <a:ea typeface="Arial"/>
                <a:cs typeface="Arial"/>
              </a:defRPr>
            </a:lvl2pPr>
            <a:lvl3pPr algn="l">
              <a:defRPr sz="1650" b="1">
                <a:solidFill>
                  <a:srgbClr val="005A9C"/>
                </a:solidFill>
                <a:latin typeface="Arial"/>
                <a:ea typeface="Arial"/>
                <a:cs typeface="Arial"/>
              </a:defRPr>
            </a:lvl3pPr>
            <a:lvl4pPr algn="l">
              <a:defRPr sz="1650" b="1">
                <a:solidFill>
                  <a:srgbClr val="005A9C"/>
                </a:solidFill>
                <a:latin typeface="Arial"/>
                <a:ea typeface="Arial"/>
                <a:cs typeface="Arial"/>
              </a:defRPr>
            </a:lvl4pPr>
            <a:lvl5pPr algn="l">
              <a:defRPr sz="1650" b="1">
                <a:solidFill>
                  <a:srgbClr val="005A9C"/>
                </a:solidFill>
                <a:latin typeface="Arial"/>
                <a:ea typeface="Arial"/>
                <a:cs typeface="Arial"/>
              </a:defRPr>
            </a:lvl5pPr>
            <a:lvl6pPr algn="l">
              <a:defRPr sz="1650" b="1">
                <a:solidFill>
                  <a:srgbClr val="005A9C"/>
                </a:solidFill>
                <a:latin typeface="Arial"/>
                <a:ea typeface="Arial"/>
                <a:cs typeface="Arial"/>
              </a:defRPr>
            </a:lvl6pPr>
            <a:lvl7pPr algn="l">
              <a:defRPr sz="1650" b="1">
                <a:solidFill>
                  <a:srgbClr val="005A9C"/>
                </a:solidFill>
                <a:latin typeface="Arial"/>
                <a:ea typeface="Arial"/>
                <a:cs typeface="Arial"/>
              </a:defRPr>
            </a:lvl7pPr>
            <a:lvl8pPr algn="l">
              <a:defRPr sz="1650" b="1">
                <a:solidFill>
                  <a:srgbClr val="005A9C"/>
                </a:solidFill>
                <a:latin typeface="Arial"/>
                <a:ea typeface="Arial"/>
                <a:cs typeface="Arial"/>
              </a:defRPr>
            </a:lvl8pPr>
            <a:lvl9pPr algn="l">
              <a:defRPr sz="1650" b="1">
                <a:solidFill>
                  <a:srgbClr val="005A9C"/>
                </a:solidFill>
                <a:latin typeface="Arial"/>
                <a:ea typeface="Arial"/>
                <a:cs typeface="Arial"/>
              </a:defRPr>
            </a:lvl9pPr>
          </a:lstStyle>
          <a:p xmlns:a="http://schemas.openxmlformats.org/drawingml/2006/main">
            <a:pPr algn="l">
              <a:defRPr sz="1650" b="1">
                <a:solidFill>
                  <a:srgbClr val="005A9C"/>
                </a:solidFill>
                <a:latin typeface="Arial"/>
                <a:ea typeface="Arial"/>
                <a:cs typeface="Arial"/>
              </a:defRPr>
            </a:pPr>
            <a:r>
              <a:rPr sz="1650" b="1">
                <a:solidFill>
                  <a:srgbClr val="005A9C"/>
                </a:solidFill>
                <a:latin typeface="Arial"/>
                <a:ea typeface="Arial"/>
                <a:cs typeface="Arial"/>
              </a:rPr>
              <a:t>Internal reference material</a:t>
            </a:r>
          </a:p>
        </p:txBody>
      </p:sp>
      <p:sp>
        <p:nvSpPr>
          <p:cNvPr id="28" name="!!tender.source.text">
            <a:extLst xmlns:a="http://schemas.openxmlformats.org/drawingml/2006/main">
              <a:ext uri="{FF2B5EF4-FFF2-40B4-BE49-F238E27FC236}">
                <a16:creationId xmlns:a16="http://schemas.microsoft.com/office/drawing/2014/main" id="{FAA2DB54-1241-48FB-A5FA-2E5D682A2DFF}"/>
              </a:ext>
            </a:extLst>
          </p:cNvPr>
          <p:cNvSpPr>
            <a:spLocks xmlns:a="http://schemas.openxmlformats.org/drawingml/2006/main" noGrp="1"/>
          </p:cNvSpPr>
          <p:nvPr/>
        </p:nvSpPr>
        <p:spPr>
          <a:xfrm xmlns:a="http://schemas.openxmlformats.org/drawingml/2006/main">
            <a:off x="4057650" y="3648075"/>
            <a:ext cx="3219450"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0262C"/>
                </a:solidFill>
                <a:latin typeface="Arial"/>
                <a:ea typeface="Arial"/>
                <a:cs typeface="Arial"/>
              </a:defRPr>
            </a:defPPr>
            <a:lvl1pPr algn="l">
              <a:defRPr sz="1875" b="0">
                <a:solidFill>
                  <a:srgbClr val="20262C"/>
                </a:solidFill>
                <a:latin typeface="Arial"/>
                <a:ea typeface="Arial"/>
                <a:cs typeface="Arial"/>
              </a:defRPr>
            </a:lvl1pPr>
            <a:lvl2pPr algn="l">
              <a:defRPr sz="1875" b="0">
                <a:solidFill>
                  <a:srgbClr val="20262C"/>
                </a:solidFill>
                <a:latin typeface="Arial"/>
                <a:ea typeface="Arial"/>
                <a:cs typeface="Arial"/>
              </a:defRPr>
            </a:lvl2pPr>
            <a:lvl3pPr algn="l">
              <a:defRPr sz="1875" b="0">
                <a:solidFill>
                  <a:srgbClr val="20262C"/>
                </a:solidFill>
                <a:latin typeface="Arial"/>
                <a:ea typeface="Arial"/>
                <a:cs typeface="Arial"/>
              </a:defRPr>
            </a:lvl3pPr>
            <a:lvl4pPr algn="l">
              <a:defRPr sz="1875" b="0">
                <a:solidFill>
                  <a:srgbClr val="20262C"/>
                </a:solidFill>
                <a:latin typeface="Arial"/>
                <a:ea typeface="Arial"/>
                <a:cs typeface="Arial"/>
              </a:defRPr>
            </a:lvl4pPr>
            <a:lvl5pPr algn="l">
              <a:defRPr sz="1875" b="0">
                <a:solidFill>
                  <a:srgbClr val="20262C"/>
                </a:solidFill>
                <a:latin typeface="Arial"/>
                <a:ea typeface="Arial"/>
                <a:cs typeface="Arial"/>
              </a:defRPr>
            </a:lvl5pPr>
            <a:lvl6pPr algn="l">
              <a:defRPr sz="1875" b="0">
                <a:solidFill>
                  <a:srgbClr val="20262C"/>
                </a:solidFill>
                <a:latin typeface="Arial"/>
                <a:ea typeface="Arial"/>
                <a:cs typeface="Arial"/>
              </a:defRPr>
            </a:lvl6pPr>
            <a:lvl7pPr algn="l">
              <a:defRPr sz="1875" b="0">
                <a:solidFill>
                  <a:srgbClr val="20262C"/>
                </a:solidFill>
                <a:latin typeface="Arial"/>
                <a:ea typeface="Arial"/>
                <a:cs typeface="Arial"/>
              </a:defRPr>
            </a:lvl7pPr>
            <a:lvl8pPr algn="l">
              <a:defRPr sz="1875" b="0">
                <a:solidFill>
                  <a:srgbClr val="20262C"/>
                </a:solidFill>
                <a:latin typeface="Arial"/>
                <a:ea typeface="Arial"/>
                <a:cs typeface="Arial"/>
              </a:defRPr>
            </a:lvl8pPr>
            <a:lvl9pPr algn="l">
              <a:defRPr sz="1875" b="0">
                <a:solidFill>
                  <a:srgbClr val="20262C"/>
                </a:solidFill>
                <a:latin typeface="Arial"/>
                <a:ea typeface="Arial"/>
                <a:cs typeface="Arial"/>
              </a:defRPr>
            </a:lvl9pPr>
          </a:lstStyle>
          <a:p xmlns:a="http://schemas.openxmlformats.org/drawingml/2006/main">
            <a:pPr algn="l">
              <a:defRPr sz="1875" b="0">
                <a:solidFill>
                  <a:srgbClr val="20262C"/>
                </a:solidFill>
                <a:latin typeface="Arial"/>
                <a:ea typeface="Arial"/>
                <a:cs typeface="Arial"/>
              </a:defRPr>
            </a:pPr>
            <a:r>
              <a:rPr sz="1875" b="0">
                <a:solidFill>
                  <a:srgbClr val="20262C"/>
                </a:solidFill>
                <a:latin typeface="Arial"/>
                <a:ea typeface="Arial"/>
                <a:cs typeface="Arial"/>
              </a:rPr>
              <a:t>Research process description:</a:t>
            </a:r>
          </a:p>
          <a:p xmlns:a="http://schemas.openxmlformats.org/drawingml/2006/main">
            <a:pPr algn="l">
              <a:defRPr sz="1875" b="0">
                <a:solidFill>
                  <a:srgbClr val="20262C"/>
                </a:solidFill>
                <a:latin typeface="Arial"/>
                <a:ea typeface="Arial"/>
                <a:cs typeface="Arial"/>
              </a:defRPr>
            </a:pPr>
            <a:r>
              <a:rPr sz="1875" b="0">
                <a:solidFill>
                  <a:srgbClr val="20262C"/>
                </a:solidFill>
                <a:latin typeface="Arial"/>
                <a:ea typeface="Arial"/>
                <a:cs typeface="Arial"/>
              </a:rPr>
              <a:t>Analysts prepare company research.</a:t>
            </a:r>
          </a:p>
          <a:p xmlns:a="http://schemas.openxmlformats.org/drawingml/2006/main">
            <a:pPr algn="l">
              <a:defRPr sz="1875" b="0">
                <a:solidFill>
                  <a:srgbClr val="20262C"/>
                </a:solidFill>
                <a:latin typeface="Arial"/>
                <a:ea typeface="Arial"/>
                <a:cs typeface="Arial"/>
              </a:defRPr>
            </a:pPr>
            <a:r>
              <a:rPr sz="1875" b="0">
                <a:solidFill>
                  <a:srgbClr val="20262C"/>
                </a:solidFill>
                <a:latin typeface="Arial"/>
                <a:ea typeface="Arial"/>
                <a:cs typeface="Arial"/>
              </a:rPr>
              <a:t>Portfolio managers discuss the view.</a:t>
            </a:r>
          </a:p>
        </p:txBody>
      </p:sp>
      <p:sp>
        <p:nvSpPr>
          <p:cNvPr id="29" name="!!tender.llm">
            <a:extLst xmlns:a="http://schemas.openxmlformats.org/drawingml/2006/main">
              <a:ext uri="{FF2B5EF4-FFF2-40B4-BE49-F238E27FC236}">
                <a16:creationId xmlns:a16="http://schemas.microsoft.com/office/drawing/2014/main" id="{D5667B8B-9218-4CF8-A8BD-56370283386A}"/>
              </a:ext>
            </a:extLst>
          </p:cNvPr>
          <p:cNvSpPr>
            <a:spLocks xmlns:a="http://schemas.openxmlformats.org/drawingml/2006/main" noGrp="1"/>
          </p:cNvSpPr>
          <p:nvPr/>
        </p:nvSpPr>
        <p:spPr>
          <a:xfrm xmlns:a="http://schemas.openxmlformats.org/drawingml/2006/main">
            <a:off x="7715250" y="3209925"/>
            <a:ext cx="3219450" cy="209550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30" name="!!tender.llm.role">
            <a:extLst xmlns:a="http://schemas.openxmlformats.org/drawingml/2006/main">
              <a:ext uri="{FF2B5EF4-FFF2-40B4-BE49-F238E27FC236}">
                <a16:creationId xmlns:a16="http://schemas.microsoft.com/office/drawing/2014/main" id="{859D6C53-4C69-4493-BAF9-7CBB84FC9792}"/>
              </a:ext>
            </a:extLst>
          </p:cNvPr>
          <p:cNvSpPr>
            <a:spLocks xmlns:a="http://schemas.openxmlformats.org/drawingml/2006/main" noGrp="1"/>
          </p:cNvSpPr>
          <p:nvPr/>
        </p:nvSpPr>
        <p:spPr>
          <a:xfrm xmlns:a="http://schemas.openxmlformats.org/drawingml/2006/main">
            <a:off x="7905750" y="3352800"/>
            <a:ext cx="28384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62C"/>
                </a:solidFill>
                <a:latin typeface="Arial"/>
                <a:ea typeface="Arial"/>
                <a:cs typeface="Arial"/>
              </a:defRPr>
            </a:defPPr>
            <a:lvl1pPr algn="l">
              <a:defRPr sz="1800" b="1">
                <a:solidFill>
                  <a:srgbClr val="20262C"/>
                </a:solidFill>
                <a:latin typeface="Arial"/>
                <a:ea typeface="Arial"/>
                <a:cs typeface="Arial"/>
              </a:defRPr>
            </a:lvl1pPr>
            <a:lvl2pPr algn="l">
              <a:defRPr sz="1800" b="1">
                <a:solidFill>
                  <a:srgbClr val="20262C"/>
                </a:solidFill>
                <a:latin typeface="Arial"/>
                <a:ea typeface="Arial"/>
                <a:cs typeface="Arial"/>
              </a:defRPr>
            </a:lvl2pPr>
            <a:lvl3pPr algn="l">
              <a:defRPr sz="1800" b="1">
                <a:solidFill>
                  <a:srgbClr val="20262C"/>
                </a:solidFill>
                <a:latin typeface="Arial"/>
                <a:ea typeface="Arial"/>
                <a:cs typeface="Arial"/>
              </a:defRPr>
            </a:lvl3pPr>
            <a:lvl4pPr algn="l">
              <a:defRPr sz="1800" b="1">
                <a:solidFill>
                  <a:srgbClr val="20262C"/>
                </a:solidFill>
                <a:latin typeface="Arial"/>
                <a:ea typeface="Arial"/>
                <a:cs typeface="Arial"/>
              </a:defRPr>
            </a:lvl4pPr>
            <a:lvl5pPr algn="l">
              <a:defRPr sz="1800" b="1">
                <a:solidFill>
                  <a:srgbClr val="20262C"/>
                </a:solidFill>
                <a:latin typeface="Arial"/>
                <a:ea typeface="Arial"/>
                <a:cs typeface="Arial"/>
              </a:defRPr>
            </a:lvl5pPr>
            <a:lvl6pPr algn="l">
              <a:defRPr sz="1800" b="1">
                <a:solidFill>
                  <a:srgbClr val="20262C"/>
                </a:solidFill>
                <a:latin typeface="Arial"/>
                <a:ea typeface="Arial"/>
                <a:cs typeface="Arial"/>
              </a:defRPr>
            </a:lvl6pPr>
            <a:lvl7pPr algn="l">
              <a:defRPr sz="1800" b="1">
                <a:solidFill>
                  <a:srgbClr val="20262C"/>
                </a:solidFill>
                <a:latin typeface="Arial"/>
                <a:ea typeface="Arial"/>
                <a:cs typeface="Arial"/>
              </a:defRPr>
            </a:lvl7pPr>
            <a:lvl8pPr algn="l">
              <a:defRPr sz="1800" b="1">
                <a:solidFill>
                  <a:srgbClr val="20262C"/>
                </a:solidFill>
                <a:latin typeface="Arial"/>
                <a:ea typeface="Arial"/>
                <a:cs typeface="Arial"/>
              </a:defRPr>
            </a:lvl8pPr>
            <a:lvl9pPr algn="l">
              <a:defRPr sz="1800" b="1">
                <a:solidFill>
                  <a:srgbClr val="20262C"/>
                </a:solidFill>
                <a:latin typeface="Arial"/>
                <a:ea typeface="Arial"/>
                <a:cs typeface="Arial"/>
              </a:defRPr>
            </a:lvl9pPr>
          </a:lstStyle>
          <a:p xmlns:a="http://schemas.openxmlformats.org/drawingml/2006/main">
            <a:pPr algn="l">
              <a:defRPr sz="1800" b="1">
                <a:solidFill>
                  <a:srgbClr val="20262C"/>
                </a:solidFill>
                <a:latin typeface="Arial"/>
                <a:ea typeface="Arial"/>
                <a:cs typeface="Arial"/>
              </a:defRPr>
            </a:pPr>
            <a:r>
              <a:rPr sz="1800" b="1">
                <a:solidFill>
                  <a:srgbClr val="20262C"/>
                </a:solidFill>
                <a:latin typeface="Arial"/>
                <a:ea typeface="Arial"/>
                <a:cs typeface="Arial"/>
              </a:rPr>
              <a:t>LLM finds and drafts</a:t>
            </a:r>
          </a:p>
        </p:txBody>
      </p:sp>
      <p:sp>
        <p:nvSpPr>
          <p:cNvPr id="31" name="!!tender.llm.body">
            <a:extLst xmlns:a="http://schemas.openxmlformats.org/drawingml/2006/main">
              <a:ext uri="{FF2B5EF4-FFF2-40B4-BE49-F238E27FC236}">
                <a16:creationId xmlns:a16="http://schemas.microsoft.com/office/drawing/2014/main" id="{87126AA1-8BFD-4302-A656-F6FAF3B50B07}"/>
              </a:ext>
            </a:extLst>
          </p:cNvPr>
          <p:cNvSpPr>
            <a:spLocks xmlns:a="http://schemas.openxmlformats.org/drawingml/2006/main" noGrp="1"/>
          </p:cNvSpPr>
          <p:nvPr/>
        </p:nvSpPr>
        <p:spPr>
          <a:xfrm xmlns:a="http://schemas.openxmlformats.org/drawingml/2006/main">
            <a:off x="7905750" y="3790950"/>
            <a:ext cx="2838450"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0262C"/>
                </a:solidFill>
                <a:latin typeface="Arial"/>
                <a:ea typeface="Arial"/>
                <a:cs typeface="Arial"/>
              </a:defRPr>
            </a:defPPr>
            <a:lvl1pPr algn="l">
              <a:defRPr sz="1875" b="0">
                <a:solidFill>
                  <a:srgbClr val="20262C"/>
                </a:solidFill>
                <a:latin typeface="Arial"/>
                <a:ea typeface="Arial"/>
                <a:cs typeface="Arial"/>
              </a:defRPr>
            </a:lvl1pPr>
            <a:lvl2pPr algn="l">
              <a:defRPr sz="1875" b="0">
                <a:solidFill>
                  <a:srgbClr val="20262C"/>
                </a:solidFill>
                <a:latin typeface="Arial"/>
                <a:ea typeface="Arial"/>
                <a:cs typeface="Arial"/>
              </a:defRPr>
            </a:lvl2pPr>
            <a:lvl3pPr algn="l">
              <a:defRPr sz="1875" b="0">
                <a:solidFill>
                  <a:srgbClr val="20262C"/>
                </a:solidFill>
                <a:latin typeface="Arial"/>
                <a:ea typeface="Arial"/>
                <a:cs typeface="Arial"/>
              </a:defRPr>
            </a:lvl3pPr>
            <a:lvl4pPr algn="l">
              <a:defRPr sz="1875" b="0">
                <a:solidFill>
                  <a:srgbClr val="20262C"/>
                </a:solidFill>
                <a:latin typeface="Arial"/>
                <a:ea typeface="Arial"/>
                <a:cs typeface="Arial"/>
              </a:defRPr>
            </a:lvl4pPr>
            <a:lvl5pPr algn="l">
              <a:defRPr sz="1875" b="0">
                <a:solidFill>
                  <a:srgbClr val="20262C"/>
                </a:solidFill>
                <a:latin typeface="Arial"/>
                <a:ea typeface="Arial"/>
                <a:cs typeface="Arial"/>
              </a:defRPr>
            </a:lvl5pPr>
            <a:lvl6pPr algn="l">
              <a:defRPr sz="1875" b="0">
                <a:solidFill>
                  <a:srgbClr val="20262C"/>
                </a:solidFill>
                <a:latin typeface="Arial"/>
                <a:ea typeface="Arial"/>
                <a:cs typeface="Arial"/>
              </a:defRPr>
            </a:lvl6pPr>
            <a:lvl7pPr algn="l">
              <a:defRPr sz="1875" b="0">
                <a:solidFill>
                  <a:srgbClr val="20262C"/>
                </a:solidFill>
                <a:latin typeface="Arial"/>
                <a:ea typeface="Arial"/>
                <a:cs typeface="Arial"/>
              </a:defRPr>
            </a:lvl7pPr>
            <a:lvl8pPr algn="l">
              <a:defRPr sz="1875" b="0">
                <a:solidFill>
                  <a:srgbClr val="20262C"/>
                </a:solidFill>
                <a:latin typeface="Arial"/>
                <a:ea typeface="Arial"/>
                <a:cs typeface="Arial"/>
              </a:defRPr>
            </a:lvl8pPr>
            <a:lvl9pPr algn="l">
              <a:defRPr sz="1875" b="0">
                <a:solidFill>
                  <a:srgbClr val="20262C"/>
                </a:solidFill>
                <a:latin typeface="Arial"/>
                <a:ea typeface="Arial"/>
                <a:cs typeface="Arial"/>
              </a:defRPr>
            </a:lvl9pPr>
          </a:lstStyle>
          <a:p xmlns:a="http://schemas.openxmlformats.org/drawingml/2006/main">
            <a:pPr algn="l">
              <a:defRPr sz="1875" b="0">
                <a:solidFill>
                  <a:srgbClr val="20262C"/>
                </a:solidFill>
                <a:latin typeface="Arial"/>
                <a:ea typeface="Arial"/>
                <a:cs typeface="Arial"/>
              </a:defRPr>
            </a:pPr>
            <a:r>
              <a:rPr sz="1875" b="0">
                <a:solidFill>
                  <a:srgbClr val="20262C"/>
                </a:solidFill>
                <a:latin typeface="Arial"/>
                <a:ea typeface="Arial"/>
                <a:cs typeface="Arial"/>
              </a:rPr>
              <a:t>Find the research process</a:t>
            </a:r>
          </a:p>
          <a:p xmlns:a="http://schemas.openxmlformats.org/drawingml/2006/main">
            <a:pPr algn="l">
              <a:defRPr sz="1875" b="0">
                <a:solidFill>
                  <a:srgbClr val="20262C"/>
                </a:solidFill>
                <a:latin typeface="Arial"/>
                <a:ea typeface="Arial"/>
                <a:cs typeface="Arial"/>
              </a:defRPr>
            </a:pPr>
            <a:r>
              <a:rPr sz="1875" b="0">
                <a:solidFill>
                  <a:srgbClr val="20262C"/>
                </a:solidFill>
                <a:latin typeface="Arial"/>
                <a:ea typeface="Arial"/>
                <a:cs typeface="Arial"/>
              </a:rPr>
              <a:t>Identify who does what</a:t>
            </a:r>
          </a:p>
          <a:p xmlns:a="http://schemas.openxmlformats.org/drawingml/2006/main">
            <a:pPr algn="l">
              <a:defRPr sz="1875" b="0">
                <a:solidFill>
                  <a:srgbClr val="20262C"/>
                </a:solidFill>
                <a:latin typeface="Arial"/>
                <a:ea typeface="Arial"/>
                <a:cs typeface="Arial"/>
              </a:defRPr>
            </a:pPr>
            <a:r>
              <a:rPr sz="1875" b="0">
                <a:solidFill>
                  <a:srgbClr val="20262C"/>
                </a:solidFill>
                <a:latin typeface="Arial"/>
                <a:ea typeface="Arial"/>
                <a:cs typeface="Arial"/>
              </a:rPr>
              <a:t>Draft the RFP response</a:t>
            </a:r>
          </a:p>
        </p:txBody>
      </p:sp>
      <p:sp>
        <p:nvSpPr>
          <p:cNvPr id="32" name="!!tender.answer">
            <a:extLst xmlns:a="http://schemas.openxmlformats.org/drawingml/2006/main">
              <a:ext uri="{FF2B5EF4-FFF2-40B4-BE49-F238E27FC236}">
                <a16:creationId xmlns:a16="http://schemas.microsoft.com/office/drawing/2014/main" id="{4D34DD9A-375A-474E-BC3E-6BC2079EED24}"/>
              </a:ext>
            </a:extLst>
          </p:cNvPr>
          <p:cNvSpPr>
            <a:spLocks xmlns:a="http://schemas.openxmlformats.org/drawingml/2006/main" noGrp="1"/>
          </p:cNvSpPr>
          <p:nvPr/>
        </p:nvSpPr>
        <p:spPr>
          <a:xfrm xmlns:a="http://schemas.openxmlformats.org/drawingml/2006/main">
            <a:off x="11372850" y="3209925"/>
            <a:ext cx="3219450" cy="209550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33" name="!!tender.answer.role">
            <a:extLst xmlns:a="http://schemas.openxmlformats.org/drawingml/2006/main">
              <a:ext uri="{FF2B5EF4-FFF2-40B4-BE49-F238E27FC236}">
                <a16:creationId xmlns:a16="http://schemas.microsoft.com/office/drawing/2014/main" id="{8F4CD158-3EEC-44CF-AAB5-172B29CC44B3}"/>
              </a:ext>
            </a:extLst>
          </p:cNvPr>
          <p:cNvSpPr>
            <a:spLocks xmlns:a="http://schemas.openxmlformats.org/drawingml/2006/main" noGrp="1"/>
          </p:cNvSpPr>
          <p:nvPr/>
        </p:nvSpPr>
        <p:spPr>
          <a:xfrm xmlns:a="http://schemas.openxmlformats.org/drawingml/2006/main">
            <a:off x="11563350" y="3352800"/>
            <a:ext cx="28384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62C"/>
                </a:solidFill>
                <a:latin typeface="Arial"/>
                <a:ea typeface="Arial"/>
                <a:cs typeface="Arial"/>
              </a:defRPr>
            </a:defPPr>
            <a:lvl1pPr algn="l">
              <a:defRPr sz="1800" b="1">
                <a:solidFill>
                  <a:srgbClr val="20262C"/>
                </a:solidFill>
                <a:latin typeface="Arial"/>
                <a:ea typeface="Arial"/>
                <a:cs typeface="Arial"/>
              </a:defRPr>
            </a:lvl1pPr>
            <a:lvl2pPr algn="l">
              <a:defRPr sz="1800" b="1">
                <a:solidFill>
                  <a:srgbClr val="20262C"/>
                </a:solidFill>
                <a:latin typeface="Arial"/>
                <a:ea typeface="Arial"/>
                <a:cs typeface="Arial"/>
              </a:defRPr>
            </a:lvl2pPr>
            <a:lvl3pPr algn="l">
              <a:defRPr sz="1800" b="1">
                <a:solidFill>
                  <a:srgbClr val="20262C"/>
                </a:solidFill>
                <a:latin typeface="Arial"/>
                <a:ea typeface="Arial"/>
                <a:cs typeface="Arial"/>
              </a:defRPr>
            </a:lvl3pPr>
            <a:lvl4pPr algn="l">
              <a:defRPr sz="1800" b="1">
                <a:solidFill>
                  <a:srgbClr val="20262C"/>
                </a:solidFill>
                <a:latin typeface="Arial"/>
                <a:ea typeface="Arial"/>
                <a:cs typeface="Arial"/>
              </a:defRPr>
            </a:lvl4pPr>
            <a:lvl5pPr algn="l">
              <a:defRPr sz="1800" b="1">
                <a:solidFill>
                  <a:srgbClr val="20262C"/>
                </a:solidFill>
                <a:latin typeface="Arial"/>
                <a:ea typeface="Arial"/>
                <a:cs typeface="Arial"/>
              </a:defRPr>
            </a:lvl5pPr>
            <a:lvl6pPr algn="l">
              <a:defRPr sz="1800" b="1">
                <a:solidFill>
                  <a:srgbClr val="20262C"/>
                </a:solidFill>
                <a:latin typeface="Arial"/>
                <a:ea typeface="Arial"/>
                <a:cs typeface="Arial"/>
              </a:defRPr>
            </a:lvl6pPr>
            <a:lvl7pPr algn="l">
              <a:defRPr sz="1800" b="1">
                <a:solidFill>
                  <a:srgbClr val="20262C"/>
                </a:solidFill>
                <a:latin typeface="Arial"/>
                <a:ea typeface="Arial"/>
                <a:cs typeface="Arial"/>
              </a:defRPr>
            </a:lvl7pPr>
            <a:lvl8pPr algn="l">
              <a:defRPr sz="1800" b="1">
                <a:solidFill>
                  <a:srgbClr val="20262C"/>
                </a:solidFill>
                <a:latin typeface="Arial"/>
                <a:ea typeface="Arial"/>
                <a:cs typeface="Arial"/>
              </a:defRPr>
            </a:lvl8pPr>
            <a:lvl9pPr algn="l">
              <a:defRPr sz="1800" b="1">
                <a:solidFill>
                  <a:srgbClr val="20262C"/>
                </a:solidFill>
                <a:latin typeface="Arial"/>
                <a:ea typeface="Arial"/>
                <a:cs typeface="Arial"/>
              </a:defRPr>
            </a:lvl9pPr>
          </a:lstStyle>
          <a:p xmlns:a="http://schemas.openxmlformats.org/drawingml/2006/main">
            <a:pPr algn="l">
              <a:defRPr sz="1800" b="1">
                <a:solidFill>
                  <a:srgbClr val="20262C"/>
                </a:solidFill>
                <a:latin typeface="Arial"/>
                <a:ea typeface="Arial"/>
                <a:cs typeface="Arial"/>
              </a:defRPr>
            </a:pPr>
            <a:r>
              <a:rPr sz="1800" b="1">
                <a:solidFill>
                  <a:srgbClr val="20262C"/>
                </a:solidFill>
                <a:latin typeface="Arial"/>
                <a:ea typeface="Arial"/>
                <a:cs typeface="Arial"/>
              </a:rPr>
              <a:t>Draft RFP response</a:t>
            </a:r>
          </a:p>
        </p:txBody>
      </p:sp>
      <p:sp>
        <p:nvSpPr>
          <p:cNvPr id="34" name="!!tender.answer.body">
            <a:extLst xmlns:a="http://schemas.openxmlformats.org/drawingml/2006/main">
              <a:ext uri="{FF2B5EF4-FFF2-40B4-BE49-F238E27FC236}">
                <a16:creationId xmlns:a16="http://schemas.microsoft.com/office/drawing/2014/main" id="{047F46EE-19FA-43B4-BB09-12BD97474A4B}"/>
              </a:ext>
            </a:extLst>
          </p:cNvPr>
          <p:cNvSpPr>
            <a:spLocks xmlns:a="http://schemas.openxmlformats.org/drawingml/2006/main" noGrp="1"/>
          </p:cNvSpPr>
          <p:nvPr/>
        </p:nvSpPr>
        <p:spPr>
          <a:xfrm xmlns:a="http://schemas.openxmlformats.org/drawingml/2006/main">
            <a:off x="11563350" y="3790950"/>
            <a:ext cx="2838450"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38" b="0">
                <a:solidFill>
                  <a:srgbClr val="20262C"/>
                </a:solidFill>
                <a:latin typeface="Arial"/>
                <a:ea typeface="Arial"/>
                <a:cs typeface="Arial"/>
              </a:defRPr>
            </a:defPPr>
            <a:lvl1pPr algn="l">
              <a:defRPr sz="1838" b="0">
                <a:solidFill>
                  <a:srgbClr val="20262C"/>
                </a:solidFill>
                <a:latin typeface="Arial"/>
                <a:ea typeface="Arial"/>
                <a:cs typeface="Arial"/>
              </a:defRPr>
            </a:lvl1pPr>
            <a:lvl2pPr algn="l">
              <a:defRPr sz="1838" b="0">
                <a:solidFill>
                  <a:srgbClr val="20262C"/>
                </a:solidFill>
                <a:latin typeface="Arial"/>
                <a:ea typeface="Arial"/>
                <a:cs typeface="Arial"/>
              </a:defRPr>
            </a:lvl2pPr>
            <a:lvl3pPr algn="l">
              <a:defRPr sz="1838" b="0">
                <a:solidFill>
                  <a:srgbClr val="20262C"/>
                </a:solidFill>
                <a:latin typeface="Arial"/>
                <a:ea typeface="Arial"/>
                <a:cs typeface="Arial"/>
              </a:defRPr>
            </a:lvl3pPr>
            <a:lvl4pPr algn="l">
              <a:defRPr sz="1838" b="0">
                <a:solidFill>
                  <a:srgbClr val="20262C"/>
                </a:solidFill>
                <a:latin typeface="Arial"/>
                <a:ea typeface="Arial"/>
                <a:cs typeface="Arial"/>
              </a:defRPr>
            </a:lvl4pPr>
            <a:lvl5pPr algn="l">
              <a:defRPr sz="1838" b="0">
                <a:solidFill>
                  <a:srgbClr val="20262C"/>
                </a:solidFill>
                <a:latin typeface="Arial"/>
                <a:ea typeface="Arial"/>
                <a:cs typeface="Arial"/>
              </a:defRPr>
            </a:lvl5pPr>
            <a:lvl6pPr algn="l">
              <a:defRPr sz="1838" b="0">
                <a:solidFill>
                  <a:srgbClr val="20262C"/>
                </a:solidFill>
                <a:latin typeface="Arial"/>
                <a:ea typeface="Arial"/>
                <a:cs typeface="Arial"/>
              </a:defRPr>
            </a:lvl6pPr>
            <a:lvl7pPr algn="l">
              <a:defRPr sz="1838" b="0">
                <a:solidFill>
                  <a:srgbClr val="20262C"/>
                </a:solidFill>
                <a:latin typeface="Arial"/>
                <a:ea typeface="Arial"/>
                <a:cs typeface="Arial"/>
              </a:defRPr>
            </a:lvl7pPr>
            <a:lvl8pPr algn="l">
              <a:defRPr sz="1838" b="0">
                <a:solidFill>
                  <a:srgbClr val="20262C"/>
                </a:solidFill>
                <a:latin typeface="Arial"/>
                <a:ea typeface="Arial"/>
                <a:cs typeface="Arial"/>
              </a:defRPr>
            </a:lvl8pPr>
            <a:lvl9pPr algn="l">
              <a:defRPr sz="1838" b="0">
                <a:solidFill>
                  <a:srgbClr val="20262C"/>
                </a:solidFill>
                <a:latin typeface="Arial"/>
                <a:ea typeface="Arial"/>
                <a:cs typeface="Arial"/>
              </a:defRPr>
            </a:lvl9pPr>
          </a:lstStyle>
          <a:p xmlns:a="http://schemas.openxmlformats.org/drawingml/2006/main">
            <a:pPr algn="l">
              <a:defRPr sz="1838" b="0">
                <a:solidFill>
                  <a:srgbClr val="20262C"/>
                </a:solidFill>
                <a:latin typeface="Arial"/>
                <a:ea typeface="Arial"/>
                <a:cs typeface="Arial"/>
              </a:defRPr>
            </a:pPr>
            <a:r>
              <a:rPr sz="1838" b="0">
                <a:solidFill>
                  <a:srgbClr val="20262C"/>
                </a:solidFill>
                <a:latin typeface="Arial"/>
                <a:ea typeface="Arial"/>
                <a:cs typeface="Arial"/>
              </a:rPr>
              <a:t>Analysts prepare research.</a:t>
            </a:r>
          </a:p>
          <a:p xmlns:a="http://schemas.openxmlformats.org/drawingml/2006/main">
            <a:pPr algn="l">
              <a:defRPr sz="1838" b="0">
                <a:solidFill>
                  <a:srgbClr val="20262C"/>
                </a:solidFill>
                <a:latin typeface="Arial"/>
                <a:ea typeface="Arial"/>
                <a:cs typeface="Arial"/>
              </a:defRPr>
            </a:pPr>
            <a:r>
              <a:rPr sz="1838" b="0">
                <a:solidFill>
                  <a:srgbClr val="20262C"/>
                </a:solidFill>
                <a:latin typeface="Arial"/>
                <a:ea typeface="Arial"/>
                <a:cs typeface="Arial"/>
              </a:rPr>
              <a:t>Portfolio managers discuss</a:t>
            </a:r>
          </a:p>
          <a:p xmlns:a="http://schemas.openxmlformats.org/drawingml/2006/main">
            <a:pPr algn="l">
              <a:defRPr sz="1838" b="0">
                <a:solidFill>
                  <a:srgbClr val="20262C"/>
                </a:solidFill>
                <a:latin typeface="Arial"/>
                <a:ea typeface="Arial"/>
                <a:cs typeface="Arial"/>
              </a:defRPr>
            </a:pPr>
            <a:r>
              <a:rPr sz="1838" b="0">
                <a:solidFill>
                  <a:srgbClr val="20262C"/>
                </a:solidFill>
                <a:latin typeface="Arial"/>
                <a:ea typeface="Arial"/>
                <a:cs typeface="Arial"/>
              </a:rPr>
              <a:t>the investment view.</a:t>
            </a:r>
          </a:p>
          <a:p xmlns:a="http://schemas.openxmlformats.org/drawingml/2006/main">
            <a:pPr algn="l">
              <a:defRPr sz="1838" b="0">
                <a:solidFill>
                  <a:srgbClr val="20262C"/>
                </a:solidFill>
                <a:latin typeface="Arial"/>
                <a:ea typeface="Arial"/>
                <a:cs typeface="Arial"/>
              </a:defRPr>
            </a:pPr>
            <a:r>
              <a:rPr sz="1838" b="0">
                <a:solidFill>
                  <a:srgbClr val="20262C"/>
                </a:solidFill>
                <a:latin typeface="Arial"/>
                <a:ea typeface="Arial"/>
                <a:cs typeface="Arial"/>
              </a:rPr>
              <a:t>Source: research process</a:t>
            </a:r>
          </a:p>
        </p:txBody>
      </p:sp>
      <p:sp>
        <p:nvSpPr>
          <p:cNvPr id="35" name="!!tender.input.line">
            <a:extLst xmlns:a="http://schemas.openxmlformats.org/drawingml/2006/main">
              <a:ext uri="{FF2B5EF4-FFF2-40B4-BE49-F238E27FC236}">
                <a16:creationId xmlns:a16="http://schemas.microsoft.com/office/drawing/2014/main" id="{0AB5DFE9-6807-4590-B96F-94FB30F6A9E4}"/>
              </a:ext>
            </a:extLst>
          </p:cNvPr>
          <p:cNvSpPr>
            <a:spLocks xmlns:a="http://schemas.openxmlformats.org/drawingml/2006/main" noGrp="1"/>
          </p:cNvSpPr>
          <p:nvPr/>
        </p:nvSpPr>
        <p:spPr>
          <a:xfrm xmlns:a="http://schemas.openxmlformats.org/drawingml/2006/main" flipH="0" flipV="0">
            <a:off x="7372350" y="4257675"/>
            <a:ext cx="247650" cy="953"/>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36" name="!!tender.input.tip">
            <a:extLst xmlns:a="http://schemas.openxmlformats.org/drawingml/2006/main">
              <a:ext uri="{FF2B5EF4-FFF2-40B4-BE49-F238E27FC236}">
                <a16:creationId xmlns:a16="http://schemas.microsoft.com/office/drawing/2014/main" id="{9CF3D49E-7DB8-45C4-B372-A42B0F1F542A}"/>
              </a:ext>
            </a:extLst>
          </p:cNvPr>
          <p:cNvSpPr>
            <a:spLocks xmlns:a="http://schemas.openxmlformats.org/drawingml/2006/main" noGrp="1"/>
          </p:cNvSpPr>
          <p:nvPr/>
        </p:nvSpPr>
        <p:spPr>
          <a:xfrm xmlns:a="http://schemas.openxmlformats.org/drawingml/2006/main" rot="5400000">
            <a:off x="7562850" y="4200525"/>
            <a:ext cx="114300" cy="11430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37" name="!!tender.output.line">
            <a:extLst xmlns:a="http://schemas.openxmlformats.org/drawingml/2006/main">
              <a:ext uri="{FF2B5EF4-FFF2-40B4-BE49-F238E27FC236}">
                <a16:creationId xmlns:a16="http://schemas.microsoft.com/office/drawing/2014/main" id="{2B15A54F-B114-4736-B681-E608DF985F67}"/>
              </a:ext>
            </a:extLst>
          </p:cNvPr>
          <p:cNvSpPr>
            <a:spLocks xmlns:a="http://schemas.openxmlformats.org/drawingml/2006/main" noGrp="1"/>
          </p:cNvSpPr>
          <p:nvPr/>
        </p:nvSpPr>
        <p:spPr>
          <a:xfrm xmlns:a="http://schemas.openxmlformats.org/drawingml/2006/main" flipH="0" flipV="0">
            <a:off x="11029950" y="4257675"/>
            <a:ext cx="247650" cy="953"/>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38" name="!!tender.output.tip">
            <a:extLst xmlns:a="http://schemas.openxmlformats.org/drawingml/2006/main">
              <a:ext uri="{FF2B5EF4-FFF2-40B4-BE49-F238E27FC236}">
                <a16:creationId xmlns:a16="http://schemas.microsoft.com/office/drawing/2014/main" id="{104BABA1-1529-4F59-83F7-FB5148D17A0B}"/>
              </a:ext>
            </a:extLst>
          </p:cNvPr>
          <p:cNvSpPr>
            <a:spLocks xmlns:a="http://schemas.openxmlformats.org/drawingml/2006/main" noGrp="1"/>
          </p:cNvSpPr>
          <p:nvPr/>
        </p:nvSpPr>
        <p:spPr>
          <a:xfrm xmlns:a="http://schemas.openxmlformats.org/drawingml/2006/main" rot="5400000">
            <a:off x="11220450" y="4200525"/>
            <a:ext cx="114300" cy="11430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39" name="!!tender.user">
            <a:extLst xmlns:a="http://schemas.openxmlformats.org/drawingml/2006/main">
              <a:ext uri="{FF2B5EF4-FFF2-40B4-BE49-F238E27FC236}">
                <a16:creationId xmlns:a16="http://schemas.microsoft.com/office/drawing/2014/main" id="{A6D7D761-D433-43A8-B6FE-08B4C84BD654}"/>
              </a:ext>
            </a:extLst>
          </p:cNvPr>
          <p:cNvSpPr>
            <a:spLocks xmlns:a="http://schemas.openxmlformats.org/drawingml/2006/main" noGrp="1"/>
          </p:cNvSpPr>
          <p:nvPr/>
        </p:nvSpPr>
        <p:spPr>
          <a:xfrm xmlns:a="http://schemas.openxmlformats.org/drawingml/2006/main">
            <a:off x="4057650" y="6181725"/>
            <a:ext cx="105346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38" b="0">
                <a:solidFill>
                  <a:srgbClr val="20262C"/>
                </a:solidFill>
                <a:latin typeface="Arial"/>
                <a:ea typeface="Arial"/>
                <a:cs typeface="Arial"/>
              </a:defRPr>
            </a:defPPr>
            <a:lvl1pPr algn="l">
              <a:defRPr sz="1838" b="0">
                <a:solidFill>
                  <a:srgbClr val="20262C"/>
                </a:solidFill>
                <a:latin typeface="Arial"/>
                <a:ea typeface="Arial"/>
                <a:cs typeface="Arial"/>
              </a:defRPr>
            </a:lvl1pPr>
            <a:lvl2pPr algn="l">
              <a:defRPr sz="1838" b="0">
                <a:solidFill>
                  <a:srgbClr val="20262C"/>
                </a:solidFill>
                <a:latin typeface="Arial"/>
                <a:ea typeface="Arial"/>
                <a:cs typeface="Arial"/>
              </a:defRPr>
            </a:lvl2pPr>
            <a:lvl3pPr algn="l">
              <a:defRPr sz="1838" b="0">
                <a:solidFill>
                  <a:srgbClr val="20262C"/>
                </a:solidFill>
                <a:latin typeface="Arial"/>
                <a:ea typeface="Arial"/>
                <a:cs typeface="Arial"/>
              </a:defRPr>
            </a:lvl3pPr>
            <a:lvl4pPr algn="l">
              <a:defRPr sz="1838" b="0">
                <a:solidFill>
                  <a:srgbClr val="20262C"/>
                </a:solidFill>
                <a:latin typeface="Arial"/>
                <a:ea typeface="Arial"/>
                <a:cs typeface="Arial"/>
              </a:defRPr>
            </a:lvl4pPr>
            <a:lvl5pPr algn="l">
              <a:defRPr sz="1838" b="0">
                <a:solidFill>
                  <a:srgbClr val="20262C"/>
                </a:solidFill>
                <a:latin typeface="Arial"/>
                <a:ea typeface="Arial"/>
                <a:cs typeface="Arial"/>
              </a:defRPr>
            </a:lvl5pPr>
            <a:lvl6pPr algn="l">
              <a:defRPr sz="1838" b="0">
                <a:solidFill>
                  <a:srgbClr val="20262C"/>
                </a:solidFill>
                <a:latin typeface="Arial"/>
                <a:ea typeface="Arial"/>
                <a:cs typeface="Arial"/>
              </a:defRPr>
            </a:lvl6pPr>
            <a:lvl7pPr algn="l">
              <a:defRPr sz="1838" b="0">
                <a:solidFill>
                  <a:srgbClr val="20262C"/>
                </a:solidFill>
                <a:latin typeface="Arial"/>
                <a:ea typeface="Arial"/>
                <a:cs typeface="Arial"/>
              </a:defRPr>
            </a:lvl7pPr>
            <a:lvl8pPr algn="l">
              <a:defRPr sz="1838" b="0">
                <a:solidFill>
                  <a:srgbClr val="20262C"/>
                </a:solidFill>
                <a:latin typeface="Arial"/>
                <a:ea typeface="Arial"/>
                <a:cs typeface="Arial"/>
              </a:defRPr>
            </a:lvl8pPr>
            <a:lvl9pPr algn="l">
              <a:defRPr sz="1838" b="0">
                <a:solidFill>
                  <a:srgbClr val="20262C"/>
                </a:solidFill>
                <a:latin typeface="Arial"/>
                <a:ea typeface="Arial"/>
                <a:cs typeface="Arial"/>
              </a:defRPr>
            </a:lvl9pPr>
          </a:lstStyle>
          <a:p xmlns:a="http://schemas.openxmlformats.org/drawingml/2006/main">
            <a:pPr algn="l">
              <a:defRPr sz="1838" b="0">
                <a:solidFill>
                  <a:srgbClr val="20262C"/>
                </a:solidFill>
                <a:latin typeface="Arial"/>
                <a:ea typeface="Arial"/>
                <a:cs typeface="Arial"/>
              </a:defRPr>
            </a:pPr>
            <a:r>
              <a:rPr sz="1838" b="0">
                <a:solidFill>
                  <a:srgbClr val="20262C"/>
                </a:solidFill>
                <a:latin typeface="Arial"/>
                <a:ea typeface="Arial"/>
                <a:cs typeface="Arial"/>
              </a:rPr>
              <a:t>The business team checks the answer and source, then addresses the client’s specific requirements</a:t>
            </a:r>
          </a:p>
        </p:txBody>
      </p:sp>
      <p:sp>
        <p:nvSpPr>
          <p:cNvPr id="40" name="!!tender.case">
            <a:extLst xmlns:a="http://schemas.openxmlformats.org/drawingml/2006/main">
              <a:ext uri="{FF2B5EF4-FFF2-40B4-BE49-F238E27FC236}">
                <a16:creationId xmlns:a16="http://schemas.microsoft.com/office/drawing/2014/main" id="{5BA8674F-0D51-4532-8E29-3415611FF31E}"/>
              </a:ext>
            </a:extLst>
          </p:cNvPr>
          <p:cNvSpPr>
            <a:spLocks xmlns:a="http://schemas.openxmlformats.org/drawingml/2006/main" noGrp="1"/>
          </p:cNvSpPr>
          <p:nvPr/>
        </p:nvSpPr>
        <p:spPr>
          <a:xfrm xmlns:a="http://schemas.openxmlformats.org/drawingml/2006/main">
            <a:off x="4057650" y="6886575"/>
            <a:ext cx="105346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005A9C"/>
                </a:solidFill>
                <a:latin typeface="Arial"/>
                <a:ea typeface="Arial"/>
                <a:cs typeface="Arial"/>
              </a:defRPr>
            </a:defPPr>
            <a:lvl1pPr algn="l">
              <a:defRPr sz="1725" b="1">
                <a:solidFill>
                  <a:srgbClr val="005A9C"/>
                </a:solidFill>
                <a:latin typeface="Arial"/>
                <a:ea typeface="Arial"/>
                <a:cs typeface="Arial"/>
              </a:defRPr>
            </a:lvl1pPr>
            <a:lvl2pPr algn="l">
              <a:defRPr sz="1725" b="1">
                <a:solidFill>
                  <a:srgbClr val="005A9C"/>
                </a:solidFill>
                <a:latin typeface="Arial"/>
                <a:ea typeface="Arial"/>
                <a:cs typeface="Arial"/>
              </a:defRPr>
            </a:lvl2pPr>
            <a:lvl3pPr algn="l">
              <a:defRPr sz="1725" b="1">
                <a:solidFill>
                  <a:srgbClr val="005A9C"/>
                </a:solidFill>
                <a:latin typeface="Arial"/>
                <a:ea typeface="Arial"/>
                <a:cs typeface="Arial"/>
              </a:defRPr>
            </a:lvl3pPr>
            <a:lvl4pPr algn="l">
              <a:defRPr sz="1725" b="1">
                <a:solidFill>
                  <a:srgbClr val="005A9C"/>
                </a:solidFill>
                <a:latin typeface="Arial"/>
                <a:ea typeface="Arial"/>
                <a:cs typeface="Arial"/>
              </a:defRPr>
            </a:lvl4pPr>
            <a:lvl5pPr algn="l">
              <a:defRPr sz="1725" b="1">
                <a:solidFill>
                  <a:srgbClr val="005A9C"/>
                </a:solidFill>
                <a:latin typeface="Arial"/>
                <a:ea typeface="Arial"/>
                <a:cs typeface="Arial"/>
              </a:defRPr>
            </a:lvl5pPr>
            <a:lvl6pPr algn="l">
              <a:defRPr sz="1725" b="1">
                <a:solidFill>
                  <a:srgbClr val="005A9C"/>
                </a:solidFill>
                <a:latin typeface="Arial"/>
                <a:ea typeface="Arial"/>
                <a:cs typeface="Arial"/>
              </a:defRPr>
            </a:lvl6pPr>
            <a:lvl7pPr algn="l">
              <a:defRPr sz="1725" b="1">
                <a:solidFill>
                  <a:srgbClr val="005A9C"/>
                </a:solidFill>
                <a:latin typeface="Arial"/>
                <a:ea typeface="Arial"/>
                <a:cs typeface="Arial"/>
              </a:defRPr>
            </a:lvl7pPr>
            <a:lvl8pPr algn="l">
              <a:defRPr sz="1725" b="1">
                <a:solidFill>
                  <a:srgbClr val="005A9C"/>
                </a:solidFill>
                <a:latin typeface="Arial"/>
                <a:ea typeface="Arial"/>
                <a:cs typeface="Arial"/>
              </a:defRPr>
            </a:lvl8pPr>
            <a:lvl9pPr algn="l">
              <a:defRPr sz="1725" b="1">
                <a:solidFill>
                  <a:srgbClr val="005A9C"/>
                </a:solidFill>
                <a:latin typeface="Arial"/>
                <a:ea typeface="Arial"/>
                <a:cs typeface="Arial"/>
              </a:defRPr>
            </a:lvl9pPr>
          </a:lstStyle>
          <a:p xmlns:a="http://schemas.openxmlformats.org/drawingml/2006/main">
            <a:pPr algn="l">
              <a:defRPr sz="1725" b="1">
                <a:solidFill>
                  <a:srgbClr val="005A9C"/>
                </a:solidFill>
                <a:latin typeface="Arial"/>
                <a:ea typeface="Arial"/>
                <a:cs typeface="Arial"/>
              </a:defRPr>
            </a:pPr>
            <a:r>
              <a:rPr sz="1725" b="1">
                <a:solidFill>
                  <a:srgbClr val="005A9C"/>
                </a:solidFill>
                <a:latin typeface="Arial"/>
                <a:ea typeface="Arial"/>
                <a:cs typeface="Arial"/>
              </a:rPr>
              <a:t>ICBCUBS FundGPT connects knowledge maintenance, question analysis, review and RFP drafting</a:t>
            </a:r>
          </a:p>
        </p:txBody>
      </p:sp>
      <p:sp>
        <p:nvSpPr>
          <p:cNvPr id="42" name="!!story.header.neutral.bar">
            <a:extLst xmlns:a="http://schemas.openxmlformats.org/drawingml/2006/main">
              <a:ext uri="{FF2B5EF4-FFF2-40B4-BE49-F238E27FC236}">
                <a16:creationId xmlns:a16="http://schemas.microsoft.com/office/drawing/2014/main" id="{D905C31C-B372-4B65-A16B-74FD8880D657}"/>
              </a:ext>
            </a:extLst>
          </p:cNvPr>
          <p:cNvSpPr>
            <a:spLocks xmlns:a="http://schemas.openxmlformats.org/drawingml/2006/main" noGrp="1"/>
          </p:cNvSpPr>
          <p:nvPr/>
        </p:nvSpPr>
        <p:spPr>
          <a:xfrm xmlns:a="http://schemas.openxmlformats.org/drawingml/2006/main">
            <a:off x="10668000" y="1257300"/>
            <a:ext cx="47625" cy="238125"/>
          </a:xfrm>
          <a:prstGeom xmlns:a="http://schemas.openxmlformats.org/drawingml/2006/main" prst="rect">
            <a:avLst/>
          </a:prstGeom>
          <a:solidFill xmlns:a="http://schemas.openxmlformats.org/drawingml/2006/main">
            <a:srgbClr val="707C88"/>
          </a:solidFill>
          <a:ln xmlns:a="http://schemas.openxmlformats.org/drawingml/2006/main" w="0">
            <a:noFill/>
          </a:ln>
        </p:spPr>
      </p:sp>
      <p:sp>
        <p:nvSpPr>
          <p:cNvPr id="43" name="!!story.header.neutral.name">
            <a:extLst xmlns:a="http://schemas.openxmlformats.org/drawingml/2006/main">
              <a:ext uri="{FF2B5EF4-FFF2-40B4-BE49-F238E27FC236}">
                <a16:creationId xmlns:a16="http://schemas.microsoft.com/office/drawing/2014/main" id="{CAFA38A9-C1BA-49AD-A788-6AEA5F093DDB}"/>
              </a:ext>
            </a:extLst>
          </p:cNvPr>
          <p:cNvSpPr>
            <a:spLocks xmlns:a="http://schemas.openxmlformats.org/drawingml/2006/main" noGrp="1"/>
          </p:cNvSpPr>
          <p:nvPr/>
        </p:nvSpPr>
        <p:spPr>
          <a:xfrm xmlns:a="http://schemas.openxmlformats.org/drawingml/2006/main">
            <a:off x="10801350" y="1190625"/>
            <a:ext cx="152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707C88"/>
                </a:solidFill>
                <a:latin typeface="Arial"/>
                <a:ea typeface="Arial"/>
                <a:cs typeface="Arial"/>
              </a:defRPr>
            </a:defPPr>
            <a:lvl1pPr algn="l">
              <a:defRPr sz="1725" b="1">
                <a:solidFill>
                  <a:srgbClr val="707C88"/>
                </a:solidFill>
                <a:latin typeface="Arial"/>
                <a:ea typeface="Arial"/>
                <a:cs typeface="Arial"/>
              </a:defRPr>
            </a:lvl1pPr>
            <a:lvl2pPr algn="l">
              <a:defRPr sz="1725" b="1">
                <a:solidFill>
                  <a:srgbClr val="707C88"/>
                </a:solidFill>
                <a:latin typeface="Arial"/>
                <a:ea typeface="Arial"/>
                <a:cs typeface="Arial"/>
              </a:defRPr>
            </a:lvl2pPr>
            <a:lvl3pPr algn="l">
              <a:defRPr sz="1725" b="1">
                <a:solidFill>
                  <a:srgbClr val="707C88"/>
                </a:solidFill>
                <a:latin typeface="Arial"/>
                <a:ea typeface="Arial"/>
                <a:cs typeface="Arial"/>
              </a:defRPr>
            </a:lvl3pPr>
            <a:lvl4pPr algn="l">
              <a:defRPr sz="1725" b="1">
                <a:solidFill>
                  <a:srgbClr val="707C88"/>
                </a:solidFill>
                <a:latin typeface="Arial"/>
                <a:ea typeface="Arial"/>
                <a:cs typeface="Arial"/>
              </a:defRPr>
            </a:lvl4pPr>
            <a:lvl5pPr algn="l">
              <a:defRPr sz="1725" b="1">
                <a:solidFill>
                  <a:srgbClr val="707C88"/>
                </a:solidFill>
                <a:latin typeface="Arial"/>
                <a:ea typeface="Arial"/>
                <a:cs typeface="Arial"/>
              </a:defRPr>
            </a:lvl5pPr>
            <a:lvl6pPr algn="l">
              <a:defRPr sz="1725" b="1">
                <a:solidFill>
                  <a:srgbClr val="707C88"/>
                </a:solidFill>
                <a:latin typeface="Arial"/>
                <a:ea typeface="Arial"/>
                <a:cs typeface="Arial"/>
              </a:defRPr>
            </a:lvl6pPr>
            <a:lvl7pPr algn="l">
              <a:defRPr sz="1725" b="1">
                <a:solidFill>
                  <a:srgbClr val="707C88"/>
                </a:solidFill>
                <a:latin typeface="Arial"/>
                <a:ea typeface="Arial"/>
                <a:cs typeface="Arial"/>
              </a:defRPr>
            </a:lvl7pPr>
            <a:lvl8pPr algn="l">
              <a:defRPr sz="1725" b="1">
                <a:solidFill>
                  <a:srgbClr val="707C88"/>
                </a:solidFill>
                <a:latin typeface="Arial"/>
                <a:ea typeface="Arial"/>
                <a:cs typeface="Arial"/>
              </a:defRPr>
            </a:lvl8pPr>
            <a:lvl9pPr algn="l">
              <a:defRPr sz="1725" b="1">
                <a:solidFill>
                  <a:srgbClr val="707C88"/>
                </a:solidFill>
                <a:latin typeface="Arial"/>
                <a:ea typeface="Arial"/>
                <a:cs typeface="Arial"/>
              </a:defRPr>
            </a:lvl9pPr>
          </a:lstStyle>
          <a:p xmlns:a="http://schemas.openxmlformats.org/drawingml/2006/main">
            <a:pPr algn="l">
              <a:defRPr sz="1725" b="1">
                <a:solidFill>
                  <a:srgbClr val="707C88"/>
                </a:solidFill>
                <a:latin typeface="Arial"/>
                <a:ea typeface="Arial"/>
                <a:cs typeface="Arial"/>
              </a:defRPr>
            </a:pPr>
            <a:r>
              <a:rPr sz="1725" b="1">
                <a:solidFill>
                  <a:srgbClr val="707C88"/>
                </a:solidFill>
                <a:latin typeface="Arial"/>
                <a:ea typeface="Arial"/>
                <a:cs typeface="Arial"/>
              </a:rPr>
              <a:t>RFP response</a:t>
            </a:r>
          </a:p>
        </p:txBody>
      </p:sp>
      <p:sp>
        <p:nvSpPr>
          <p:cNvPr id="44" name="!!story.header.neutral.qualifier">
            <a:extLst xmlns:a="http://schemas.openxmlformats.org/drawingml/2006/main">
              <a:ext uri="{FF2B5EF4-FFF2-40B4-BE49-F238E27FC236}">
                <a16:creationId xmlns:a16="http://schemas.microsoft.com/office/drawing/2014/main" id="{FDF8F750-A17B-44AE-99DB-5FC295F4F112}"/>
              </a:ext>
            </a:extLst>
          </p:cNvPr>
          <p:cNvSpPr>
            <a:spLocks xmlns:a="http://schemas.openxmlformats.org/drawingml/2006/main" noGrp="1"/>
          </p:cNvSpPr>
          <p:nvPr/>
        </p:nvSpPr>
        <p:spPr>
          <a:xfrm xmlns:a="http://schemas.openxmlformats.org/drawingml/2006/main">
            <a:off x="12430125" y="1238250"/>
            <a:ext cx="14001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707C88"/>
                </a:solidFill>
                <a:latin typeface="Arial"/>
                <a:ea typeface="Arial"/>
                <a:cs typeface="Arial"/>
              </a:defRPr>
            </a:defPPr>
            <a:lvl1pPr algn="l">
              <a:defRPr sz="1500" b="0">
                <a:solidFill>
                  <a:srgbClr val="707C88"/>
                </a:solidFill>
                <a:latin typeface="Arial"/>
                <a:ea typeface="Arial"/>
                <a:cs typeface="Arial"/>
              </a:defRPr>
            </a:lvl1pPr>
            <a:lvl2pPr algn="l">
              <a:defRPr sz="1500" b="0">
                <a:solidFill>
                  <a:srgbClr val="707C88"/>
                </a:solidFill>
                <a:latin typeface="Arial"/>
                <a:ea typeface="Arial"/>
                <a:cs typeface="Arial"/>
              </a:defRPr>
            </a:lvl2pPr>
            <a:lvl3pPr algn="l">
              <a:defRPr sz="1500" b="0">
                <a:solidFill>
                  <a:srgbClr val="707C88"/>
                </a:solidFill>
                <a:latin typeface="Arial"/>
                <a:ea typeface="Arial"/>
                <a:cs typeface="Arial"/>
              </a:defRPr>
            </a:lvl3pPr>
            <a:lvl4pPr algn="l">
              <a:defRPr sz="1500" b="0">
                <a:solidFill>
                  <a:srgbClr val="707C88"/>
                </a:solidFill>
                <a:latin typeface="Arial"/>
                <a:ea typeface="Arial"/>
                <a:cs typeface="Arial"/>
              </a:defRPr>
            </a:lvl4pPr>
            <a:lvl5pPr algn="l">
              <a:defRPr sz="1500" b="0">
                <a:solidFill>
                  <a:srgbClr val="707C88"/>
                </a:solidFill>
                <a:latin typeface="Arial"/>
                <a:ea typeface="Arial"/>
                <a:cs typeface="Arial"/>
              </a:defRPr>
            </a:lvl5pPr>
            <a:lvl6pPr algn="l">
              <a:defRPr sz="1500" b="0">
                <a:solidFill>
                  <a:srgbClr val="707C88"/>
                </a:solidFill>
                <a:latin typeface="Arial"/>
                <a:ea typeface="Arial"/>
                <a:cs typeface="Arial"/>
              </a:defRPr>
            </a:lvl6pPr>
            <a:lvl7pPr algn="l">
              <a:defRPr sz="1500" b="0">
                <a:solidFill>
                  <a:srgbClr val="707C88"/>
                </a:solidFill>
                <a:latin typeface="Arial"/>
                <a:ea typeface="Arial"/>
                <a:cs typeface="Arial"/>
              </a:defRPr>
            </a:lvl7pPr>
            <a:lvl8pPr algn="l">
              <a:defRPr sz="1500" b="0">
                <a:solidFill>
                  <a:srgbClr val="707C88"/>
                </a:solidFill>
                <a:latin typeface="Arial"/>
                <a:ea typeface="Arial"/>
                <a:cs typeface="Arial"/>
              </a:defRPr>
            </a:lvl8pPr>
            <a:lvl9pPr algn="l">
              <a:defRPr sz="1500" b="0">
                <a:solidFill>
                  <a:srgbClr val="707C88"/>
                </a:solidFill>
                <a:latin typeface="Arial"/>
                <a:ea typeface="Arial"/>
                <a:cs typeface="Arial"/>
              </a:defRPr>
            </a:lvl9pPr>
          </a:lstStyle>
          <a:p xmlns:a="http://schemas.openxmlformats.org/drawingml/2006/main">
            <a:pPr algn="l">
              <a:defRPr sz="1500" b="0">
                <a:solidFill>
                  <a:srgbClr val="707C88"/>
                </a:solidFill>
                <a:latin typeface="Arial"/>
                <a:ea typeface="Arial"/>
                <a:cs typeface="Arial"/>
              </a:defRPr>
            </a:pPr>
            <a:r>
              <a:rPr sz="1500" b="0">
                <a:solidFill>
                  <a:srgbClr val="707C88"/>
                </a:solidFill>
                <a:latin typeface="Arial"/>
                <a:ea typeface="Arial"/>
                <a:cs typeface="Arial"/>
              </a:rPr>
              <a:t>Separate case</a:t>
            </a:r>
          </a:p>
        </p:txBody>
      </p:sp>
    </p:spTree>
    <p:extLst>
      <p:ext uri="{BB962C8B-B14F-4D97-AF65-F5344CB8AC3E}">
        <p14:creationId xmlns:p14="http://schemas.microsoft.com/office/powerpoint/2010/main" val="1285626867"/>
      </p:ext>
    </p:extLst>
  </p:cSld>
  <mc:AlternateContent xmlns:mc="http://schemas.openxmlformats.org/markup-compatibility/2006">
    <mc:Choice xmlns:p159="http://schemas.microsoft.com/office/powerpoint/2015/09/main" Requires="p159">
      <p:transition xmlns:p14="http://schemas.microsoft.com/office/powerpoint/2010/main" spd="med" advClick="1" p14:dur="700">
        <p159:morph option="byObject"/>
      </p:transition>
    </mc:Choice>
    <mc:Fallback>
      <p:transition spd="fast" advClick="1">
        <p:fade/>
      </p:transition>
    </mc:Fallback>
  </mc:AlternateContent>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2" name="!!heading">
            <a:extLst xmlns:a="http://schemas.openxmlformats.org/drawingml/2006/main">
              <a:ext uri="{FF2B5EF4-FFF2-40B4-BE49-F238E27FC236}">
                <a16:creationId xmlns:a16="http://schemas.microsoft.com/office/drawing/2014/main" id="{92538C93-9558-454E-BC96-EC31F7458B34}"/>
              </a:ext>
            </a:extLst>
          </p:cNvPr>
          <p:cNvSpPr>
            <a:spLocks xmlns:a="http://schemas.openxmlformats.org/drawingml/2006/main" noGrp="1"/>
          </p:cNvSpPr>
          <p:nvPr/>
        </p:nvSpPr>
        <p:spPr>
          <a:xfrm xmlns:a="http://schemas.openxmlformats.org/drawingml/2006/main">
            <a:off x="647700" y="428625"/>
            <a:ext cx="13944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0262C"/>
                </a:solidFill>
                <a:latin typeface="Arial"/>
                <a:ea typeface="Arial"/>
                <a:cs typeface="Arial"/>
              </a:defRPr>
            </a:defPPr>
            <a:lvl1pPr algn="l">
              <a:defRPr sz="3300" b="1">
                <a:solidFill>
                  <a:srgbClr val="20262C"/>
                </a:solidFill>
                <a:latin typeface="Arial"/>
                <a:ea typeface="Arial"/>
                <a:cs typeface="Arial"/>
              </a:defRPr>
            </a:lvl1pPr>
            <a:lvl2pPr algn="l">
              <a:defRPr sz="3300" b="1">
                <a:solidFill>
                  <a:srgbClr val="20262C"/>
                </a:solidFill>
                <a:latin typeface="Arial"/>
                <a:ea typeface="Arial"/>
                <a:cs typeface="Arial"/>
              </a:defRPr>
            </a:lvl2pPr>
            <a:lvl3pPr algn="l">
              <a:defRPr sz="3300" b="1">
                <a:solidFill>
                  <a:srgbClr val="20262C"/>
                </a:solidFill>
                <a:latin typeface="Arial"/>
                <a:ea typeface="Arial"/>
                <a:cs typeface="Arial"/>
              </a:defRPr>
            </a:lvl3pPr>
            <a:lvl4pPr algn="l">
              <a:defRPr sz="3300" b="1">
                <a:solidFill>
                  <a:srgbClr val="20262C"/>
                </a:solidFill>
                <a:latin typeface="Arial"/>
                <a:ea typeface="Arial"/>
                <a:cs typeface="Arial"/>
              </a:defRPr>
            </a:lvl4pPr>
            <a:lvl5pPr algn="l">
              <a:defRPr sz="3300" b="1">
                <a:solidFill>
                  <a:srgbClr val="20262C"/>
                </a:solidFill>
                <a:latin typeface="Arial"/>
                <a:ea typeface="Arial"/>
                <a:cs typeface="Arial"/>
              </a:defRPr>
            </a:lvl5pPr>
            <a:lvl6pPr algn="l">
              <a:defRPr sz="3300" b="1">
                <a:solidFill>
                  <a:srgbClr val="20262C"/>
                </a:solidFill>
                <a:latin typeface="Arial"/>
                <a:ea typeface="Arial"/>
                <a:cs typeface="Arial"/>
              </a:defRPr>
            </a:lvl6pPr>
            <a:lvl7pPr algn="l">
              <a:defRPr sz="3300" b="1">
                <a:solidFill>
                  <a:srgbClr val="20262C"/>
                </a:solidFill>
                <a:latin typeface="Arial"/>
                <a:ea typeface="Arial"/>
                <a:cs typeface="Arial"/>
              </a:defRPr>
            </a:lvl7pPr>
            <a:lvl8pPr algn="l">
              <a:defRPr sz="3300" b="1">
                <a:solidFill>
                  <a:srgbClr val="20262C"/>
                </a:solidFill>
                <a:latin typeface="Arial"/>
                <a:ea typeface="Arial"/>
                <a:cs typeface="Arial"/>
              </a:defRPr>
            </a:lvl8pPr>
            <a:lvl9pPr algn="l">
              <a:defRPr sz="3300" b="1">
                <a:solidFill>
                  <a:srgbClr val="20262C"/>
                </a:solidFill>
                <a:latin typeface="Arial"/>
                <a:ea typeface="Arial"/>
                <a:cs typeface="Arial"/>
              </a:defRPr>
            </a:lvl9pPr>
          </a:lstStyle>
          <a:p xmlns:a="http://schemas.openxmlformats.org/drawingml/2006/main">
            <a:pPr algn="l">
              <a:defRPr sz="3300" b="1">
                <a:solidFill>
                  <a:srgbClr val="20262C"/>
                </a:solidFill>
                <a:latin typeface="Arial"/>
                <a:ea typeface="Arial"/>
                <a:cs typeface="Arial"/>
              </a:defRPr>
            </a:pPr>
            <a:r>
              <a:rPr sz="3300" b="1">
                <a:solidFill>
                  <a:srgbClr val="20262C"/>
                </a:solidFill>
                <a:latin typeface="Arial"/>
                <a:ea typeface="Arial"/>
                <a:cs typeface="Arial"/>
              </a:rPr>
              <a:t>Proposed client update workflow</a:t>
            </a:r>
          </a:p>
        </p:txBody>
      </p:sp>
      <p:sp>
        <p:nvSpPr>
          <p:cNvPr id="2" name="!!subtitle">
            <a:extLst xmlns:a="http://schemas.openxmlformats.org/drawingml/2006/main">
              <a:ext uri="{FF2B5EF4-FFF2-40B4-BE49-F238E27FC236}">
                <a16:creationId xmlns:a16="http://schemas.microsoft.com/office/drawing/2014/main" id="{7524E9F8-563A-4A6F-BA31-48A2D708E305}"/>
              </a:ext>
            </a:extLst>
          </p:cNvPr>
          <p:cNvSpPr>
            <a:spLocks xmlns:a="http://schemas.openxmlformats.org/drawingml/2006/main" noGrp="1"/>
          </p:cNvSpPr>
          <p:nvPr/>
        </p:nvSpPr>
        <p:spPr>
          <a:xfrm xmlns:a="http://schemas.openxmlformats.org/drawingml/2006/main">
            <a:off x="647700" y="1190625"/>
            <a:ext cx="139446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05A9C"/>
                </a:solidFill>
                <a:latin typeface="Arial"/>
                <a:ea typeface="Arial"/>
                <a:cs typeface="Arial"/>
              </a:defRPr>
            </a:defPPr>
            <a:lvl1pPr algn="l">
              <a:defRPr sz="1875" b="0">
                <a:solidFill>
                  <a:srgbClr val="005A9C"/>
                </a:solidFill>
                <a:latin typeface="Arial"/>
                <a:ea typeface="Arial"/>
                <a:cs typeface="Arial"/>
              </a:defRPr>
            </a:lvl1pPr>
            <a:lvl2pPr algn="l">
              <a:defRPr sz="1875" b="0">
                <a:solidFill>
                  <a:srgbClr val="005A9C"/>
                </a:solidFill>
                <a:latin typeface="Arial"/>
                <a:ea typeface="Arial"/>
                <a:cs typeface="Arial"/>
              </a:defRPr>
            </a:lvl2pPr>
            <a:lvl3pPr algn="l">
              <a:defRPr sz="1875" b="0">
                <a:solidFill>
                  <a:srgbClr val="005A9C"/>
                </a:solidFill>
                <a:latin typeface="Arial"/>
                <a:ea typeface="Arial"/>
                <a:cs typeface="Arial"/>
              </a:defRPr>
            </a:lvl3pPr>
            <a:lvl4pPr algn="l">
              <a:defRPr sz="1875" b="0">
                <a:solidFill>
                  <a:srgbClr val="005A9C"/>
                </a:solidFill>
                <a:latin typeface="Arial"/>
                <a:ea typeface="Arial"/>
                <a:cs typeface="Arial"/>
              </a:defRPr>
            </a:lvl4pPr>
            <a:lvl5pPr algn="l">
              <a:defRPr sz="1875" b="0">
                <a:solidFill>
                  <a:srgbClr val="005A9C"/>
                </a:solidFill>
                <a:latin typeface="Arial"/>
                <a:ea typeface="Arial"/>
                <a:cs typeface="Arial"/>
              </a:defRPr>
            </a:lvl5pPr>
            <a:lvl6pPr algn="l">
              <a:defRPr sz="1875" b="0">
                <a:solidFill>
                  <a:srgbClr val="005A9C"/>
                </a:solidFill>
                <a:latin typeface="Arial"/>
                <a:ea typeface="Arial"/>
                <a:cs typeface="Arial"/>
              </a:defRPr>
            </a:lvl6pPr>
            <a:lvl7pPr algn="l">
              <a:defRPr sz="1875" b="0">
                <a:solidFill>
                  <a:srgbClr val="005A9C"/>
                </a:solidFill>
                <a:latin typeface="Arial"/>
                <a:ea typeface="Arial"/>
                <a:cs typeface="Arial"/>
              </a:defRPr>
            </a:lvl7pPr>
            <a:lvl8pPr algn="l">
              <a:defRPr sz="1875" b="0">
                <a:solidFill>
                  <a:srgbClr val="005A9C"/>
                </a:solidFill>
                <a:latin typeface="Arial"/>
                <a:ea typeface="Arial"/>
                <a:cs typeface="Arial"/>
              </a:defRPr>
            </a:lvl8pPr>
            <a:lvl9pPr algn="l">
              <a:defRPr sz="1875" b="0">
                <a:solidFill>
                  <a:srgbClr val="005A9C"/>
                </a:solidFill>
                <a:latin typeface="Arial"/>
                <a:ea typeface="Arial"/>
                <a:cs typeface="Arial"/>
              </a:defRPr>
            </a:lvl9pPr>
          </a:lstStyle>
          <a:p xmlns:a="http://schemas.openxmlformats.org/drawingml/2006/main">
            <a:pPr algn="l">
              <a:defRPr sz="1875" b="0">
                <a:solidFill>
                  <a:srgbClr val="005A9C"/>
                </a:solidFill>
                <a:latin typeface="Arial"/>
                <a:ea typeface="Arial"/>
                <a:cs typeface="Arial"/>
              </a:defRPr>
            </a:pPr>
            <a:r>
              <a:rPr sz="1875" b="0">
                <a:solidFill>
                  <a:srgbClr val="005A9C"/>
                </a:solidFill>
                <a:latin typeface="Arial"/>
                <a:ea typeface="Arial"/>
                <a:cs typeface="Arial"/>
              </a:rPr>
              <a:t>Front office  /  Client materials  /  Proposed approach</a:t>
            </a:r>
          </a:p>
        </p:txBody>
      </p:sp>
      <p:sp>
        <p:nvSpPr>
          <p:cNvPr id="3" name="!!heading.rule">
            <a:extLst xmlns:a="http://schemas.openxmlformats.org/drawingml/2006/main">
              <a:ext uri="{FF2B5EF4-FFF2-40B4-BE49-F238E27FC236}">
                <a16:creationId xmlns:a16="http://schemas.microsoft.com/office/drawing/2014/main" id="{948D44C1-676F-4C9F-AEF2-EB9821F94720}"/>
              </a:ext>
            </a:extLst>
          </p:cNvPr>
          <p:cNvSpPr>
            <a:spLocks xmlns:a="http://schemas.openxmlformats.org/drawingml/2006/main" noGrp="1"/>
          </p:cNvSpPr>
          <p:nvPr/>
        </p:nvSpPr>
        <p:spPr>
          <a:xfrm xmlns:a="http://schemas.openxmlformats.org/drawingml/2006/main" flipH="0" flipV="0">
            <a:off x="647700" y="1733550"/>
            <a:ext cx="13944600" cy="953"/>
          </a:xfrm>
          <a:prstGeom xmlns:a="http://schemas.openxmlformats.org/drawingml/2006/main" prst="line">
            <a:avLst/>
          </a:prstGeom>
          <a:noFill xmlns:a="http://schemas.openxmlformats.org/drawingml/2006/main"/>
          <a:ln xmlns:a="http://schemas.openxmlformats.org/drawingml/2006/main" w="11430">
            <a:solidFill>
              <a:srgbClr val="BCC6CF"/>
            </a:solidFill>
            <a:prstDash val="solid"/>
          </a:ln>
        </p:spPr>
      </p:sp>
      <p:sp>
        <p:nvSpPr>
          <p:cNvPr id="4" name="!!map.front">
            <a:extLst xmlns:a="http://schemas.openxmlformats.org/drawingml/2006/main">
              <a:ext uri="{FF2B5EF4-FFF2-40B4-BE49-F238E27FC236}">
                <a16:creationId xmlns:a16="http://schemas.microsoft.com/office/drawing/2014/main" id="{72BFDBD1-7A9C-421A-BC2E-864822FB5506}"/>
              </a:ext>
            </a:extLst>
          </p:cNvPr>
          <p:cNvSpPr>
            <a:spLocks xmlns:a="http://schemas.openxmlformats.org/drawingml/2006/main" noGrp="1"/>
          </p:cNvSpPr>
          <p:nvPr/>
        </p:nvSpPr>
        <p:spPr>
          <a:xfrm xmlns:a="http://schemas.openxmlformats.org/drawingml/2006/main">
            <a:off x="647700" y="1990725"/>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5" name="!!nav.front">
            <ns0:hlinkClick xmlns:ns0="http://schemas.openxmlformats.org/drawingml/2006/main" xmlns:ns1="http://schemas.openxmlformats.org/officeDocument/2006/relationships" ns1:id="rIdNavSlide4" action="ppaction://hlinksldjump" tooltip="Slide 4: Preparing a company research assessment"/>
            <a:extLst xmlns:a="http://schemas.openxmlformats.org/drawingml/2006/main">
              <a:ext uri="{FF2B5EF4-FFF2-40B4-BE49-F238E27FC236}">
                <a16:creationId xmlns:a16="http://schemas.microsoft.com/office/drawing/2014/main" id="{0B18CE86-45EC-41C9-843E-0537371FDB0F}"/>
              </a:ext>
            </a:extLst>
          </p:cNvPr>
          <p:cNvSpPr>
            <a:spLocks xmlns:a="http://schemas.openxmlformats.org/drawingml/2006/main" noGrp="1"/>
          </p:cNvSpPr>
          <p:nvPr/>
        </p:nvSpPr>
        <p:spPr>
          <a:xfrm xmlns:a="http://schemas.openxmlformats.org/drawingml/2006/main">
            <a:off x="647700" y="1990725"/>
            <a:ext cx="2609850" cy="409575"/>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FFFFFF"/>
                </a:solidFill>
                <a:latin typeface="Arial"/>
                <a:ea typeface="Arial"/>
                <a:cs typeface="Arial"/>
              </a:defRPr>
            </a:defPPr>
            <a:lvl1pPr algn="ctr">
              <a:defRPr sz="2025" b="1">
                <a:solidFill>
                  <a:srgbClr val="FFFFFF"/>
                </a:solidFill>
                <a:latin typeface="Arial"/>
                <a:ea typeface="Arial"/>
                <a:cs typeface="Arial"/>
              </a:defRPr>
            </a:lvl1pPr>
            <a:lvl2pPr algn="ctr">
              <a:defRPr sz="2025" b="1">
                <a:solidFill>
                  <a:srgbClr val="FFFFFF"/>
                </a:solidFill>
                <a:latin typeface="Arial"/>
                <a:ea typeface="Arial"/>
                <a:cs typeface="Arial"/>
              </a:defRPr>
            </a:lvl2pPr>
            <a:lvl3pPr algn="ctr">
              <a:defRPr sz="2025" b="1">
                <a:solidFill>
                  <a:srgbClr val="FFFFFF"/>
                </a:solidFill>
                <a:latin typeface="Arial"/>
                <a:ea typeface="Arial"/>
                <a:cs typeface="Arial"/>
              </a:defRPr>
            </a:lvl3pPr>
            <a:lvl4pPr algn="ctr">
              <a:defRPr sz="2025" b="1">
                <a:solidFill>
                  <a:srgbClr val="FFFFFF"/>
                </a:solidFill>
                <a:latin typeface="Arial"/>
                <a:ea typeface="Arial"/>
                <a:cs typeface="Arial"/>
              </a:defRPr>
            </a:lvl4pPr>
            <a:lvl5pPr algn="ctr">
              <a:defRPr sz="2025" b="1">
                <a:solidFill>
                  <a:srgbClr val="FFFFFF"/>
                </a:solidFill>
                <a:latin typeface="Arial"/>
                <a:ea typeface="Arial"/>
                <a:cs typeface="Arial"/>
              </a:defRPr>
            </a:lvl5pPr>
            <a:lvl6pPr algn="ctr">
              <a:defRPr sz="2025" b="1">
                <a:solidFill>
                  <a:srgbClr val="FFFFFF"/>
                </a:solidFill>
                <a:latin typeface="Arial"/>
                <a:ea typeface="Arial"/>
                <a:cs typeface="Arial"/>
              </a:defRPr>
            </a:lvl6pPr>
            <a:lvl7pPr algn="ctr">
              <a:defRPr sz="2025" b="1">
                <a:solidFill>
                  <a:srgbClr val="FFFFFF"/>
                </a:solidFill>
                <a:latin typeface="Arial"/>
                <a:ea typeface="Arial"/>
                <a:cs typeface="Arial"/>
              </a:defRPr>
            </a:lvl7pPr>
            <a:lvl8pPr algn="ctr">
              <a:defRPr sz="2025" b="1">
                <a:solidFill>
                  <a:srgbClr val="FFFFFF"/>
                </a:solidFill>
                <a:latin typeface="Arial"/>
                <a:ea typeface="Arial"/>
                <a:cs typeface="Arial"/>
              </a:defRPr>
            </a:lvl8pPr>
            <a:lvl9pPr algn="ctr">
              <a:defRPr sz="2025" b="1">
                <a:solidFill>
                  <a:srgbClr val="FFFFFF"/>
                </a:solidFill>
                <a:latin typeface="Arial"/>
                <a:ea typeface="Arial"/>
                <a:cs typeface="Arial"/>
              </a:defRPr>
            </a:lvl9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Front office</a:t>
            </a:r>
          </a:p>
        </p:txBody>
      </p:sp>
      <p:sp>
        <p:nvSpPr>
          <p:cNvPr id="6" name="!!task.research">
            <ns0:hlinkClick xmlns:ns0="http://schemas.openxmlformats.org/drawingml/2006/main" xmlns:ns1="http://schemas.openxmlformats.org/officeDocument/2006/relationships" ns1:id="rIdNavSlide4" action="ppaction://hlinksldjump" tooltip="Slide 4: Preparing a company research assessment"/>
            <a:extLst xmlns:a="http://schemas.openxmlformats.org/drawingml/2006/main">
              <a:ext uri="{FF2B5EF4-FFF2-40B4-BE49-F238E27FC236}">
                <a16:creationId xmlns:a16="http://schemas.microsoft.com/office/drawing/2014/main" id="{AB67F3DE-BB47-4A52-9369-D71BCDA7EC77}"/>
              </a:ext>
            </a:extLst>
          </p:cNvPr>
          <p:cNvSpPr>
            <a:spLocks xmlns:a="http://schemas.openxmlformats.org/drawingml/2006/main" noGrp="1"/>
          </p:cNvSpPr>
          <p:nvPr/>
        </p:nvSpPr>
        <p:spPr>
          <a:xfrm xmlns:a="http://schemas.openxmlformats.org/drawingml/2006/main">
            <a:off x="762000" y="249555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Research</a:t>
            </a:r>
          </a:p>
        </p:txBody>
      </p:sp>
      <p:sp>
        <p:nvSpPr>
          <p:cNvPr id="7" name="!!task.trade">
            <ns0:hlinkClick xmlns:ns0="http://schemas.openxmlformats.org/drawingml/2006/main" xmlns:ns1="http://schemas.openxmlformats.org/officeDocument/2006/relationships" ns1:id="rIdNavSlide9" action="ppaction://hlinksldjump" tooltip="Slide 9: Preparing a bond quote request"/>
            <a:extLst xmlns:a="http://schemas.openxmlformats.org/drawingml/2006/main">
              <a:ext uri="{FF2B5EF4-FFF2-40B4-BE49-F238E27FC236}">
                <a16:creationId xmlns:a16="http://schemas.microsoft.com/office/drawing/2014/main" id="{E4E7D03A-CB0E-4940-A84E-C13C75708ECF}"/>
              </a:ext>
            </a:extLst>
          </p:cNvPr>
          <p:cNvSpPr>
            <a:spLocks xmlns:a="http://schemas.openxmlformats.org/drawingml/2006/main" noGrp="1"/>
          </p:cNvSpPr>
          <p:nvPr/>
        </p:nvSpPr>
        <p:spPr>
          <a:xfrm xmlns:a="http://schemas.openxmlformats.org/drawingml/2006/main">
            <a:off x="762000" y="280987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Trading support</a:t>
            </a:r>
          </a:p>
        </p:txBody>
      </p:sp>
      <p:sp>
        <p:nvSpPr>
          <p:cNvPr id="8" name="!!task.client">
            <ns0:hlinkClick xmlns:ns0="http://schemas.openxmlformats.org/drawingml/2006/main" xmlns:ns1="http://schemas.openxmlformats.org/officeDocument/2006/relationships" ns1:id="rIdNavSlide12" action="ppaction://hlinksldjump" tooltip="Slide 12: Preparing a quarterly client update"/>
            <a:extLst xmlns:a="http://schemas.openxmlformats.org/drawingml/2006/main">
              <a:ext uri="{FF2B5EF4-FFF2-40B4-BE49-F238E27FC236}">
                <a16:creationId xmlns:a16="http://schemas.microsoft.com/office/drawing/2014/main" id="{C758F409-1925-4C7E-9DA7-6B227742E50D}"/>
              </a:ext>
            </a:extLst>
          </p:cNvPr>
          <p:cNvSpPr>
            <a:spLocks xmlns:a="http://schemas.openxmlformats.org/drawingml/2006/main" noGrp="1"/>
          </p:cNvSpPr>
          <p:nvPr/>
        </p:nvSpPr>
        <p:spPr>
          <a:xfrm xmlns:a="http://schemas.openxmlformats.org/drawingml/2006/main">
            <a:off x="762000" y="3124200"/>
            <a:ext cx="2381250" cy="304800"/>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1">
                <a:solidFill>
                  <a:srgbClr val="005A9C"/>
                </a:solidFill>
                <a:latin typeface="Arial"/>
                <a:ea typeface="Arial"/>
                <a:cs typeface="Arial"/>
              </a:defRPr>
            </a:defPPr>
            <a:lvl1pPr algn="ctr">
              <a:defRPr sz="1650" b="1">
                <a:solidFill>
                  <a:srgbClr val="005A9C"/>
                </a:solidFill>
                <a:latin typeface="Arial"/>
                <a:ea typeface="Arial"/>
                <a:cs typeface="Arial"/>
              </a:defRPr>
            </a:lvl1pPr>
            <a:lvl2pPr algn="ctr">
              <a:defRPr sz="1650" b="1">
                <a:solidFill>
                  <a:srgbClr val="005A9C"/>
                </a:solidFill>
                <a:latin typeface="Arial"/>
                <a:ea typeface="Arial"/>
                <a:cs typeface="Arial"/>
              </a:defRPr>
            </a:lvl2pPr>
            <a:lvl3pPr algn="ctr">
              <a:defRPr sz="1650" b="1">
                <a:solidFill>
                  <a:srgbClr val="005A9C"/>
                </a:solidFill>
                <a:latin typeface="Arial"/>
                <a:ea typeface="Arial"/>
                <a:cs typeface="Arial"/>
              </a:defRPr>
            </a:lvl3pPr>
            <a:lvl4pPr algn="ctr">
              <a:defRPr sz="1650" b="1">
                <a:solidFill>
                  <a:srgbClr val="005A9C"/>
                </a:solidFill>
                <a:latin typeface="Arial"/>
                <a:ea typeface="Arial"/>
                <a:cs typeface="Arial"/>
              </a:defRPr>
            </a:lvl4pPr>
            <a:lvl5pPr algn="ctr">
              <a:defRPr sz="1650" b="1">
                <a:solidFill>
                  <a:srgbClr val="005A9C"/>
                </a:solidFill>
                <a:latin typeface="Arial"/>
                <a:ea typeface="Arial"/>
                <a:cs typeface="Arial"/>
              </a:defRPr>
            </a:lvl5pPr>
            <a:lvl6pPr algn="ctr">
              <a:defRPr sz="1650" b="1">
                <a:solidFill>
                  <a:srgbClr val="005A9C"/>
                </a:solidFill>
                <a:latin typeface="Arial"/>
                <a:ea typeface="Arial"/>
                <a:cs typeface="Arial"/>
              </a:defRPr>
            </a:lvl6pPr>
            <a:lvl7pPr algn="ctr">
              <a:defRPr sz="1650" b="1">
                <a:solidFill>
                  <a:srgbClr val="005A9C"/>
                </a:solidFill>
                <a:latin typeface="Arial"/>
                <a:ea typeface="Arial"/>
                <a:cs typeface="Arial"/>
              </a:defRPr>
            </a:lvl7pPr>
            <a:lvl8pPr algn="ctr">
              <a:defRPr sz="1650" b="1">
                <a:solidFill>
                  <a:srgbClr val="005A9C"/>
                </a:solidFill>
                <a:latin typeface="Arial"/>
                <a:ea typeface="Arial"/>
                <a:cs typeface="Arial"/>
              </a:defRPr>
            </a:lvl8pPr>
            <a:lvl9pPr algn="ctr">
              <a:defRPr sz="1650" b="1">
                <a:solidFill>
                  <a:srgbClr val="005A9C"/>
                </a:solidFill>
                <a:latin typeface="Arial"/>
                <a:ea typeface="Arial"/>
                <a:cs typeface="Arial"/>
              </a:defRPr>
            </a:lvl9pPr>
          </a:lstStyle>
          <a:p xmlns:a="http://schemas.openxmlformats.org/drawingml/2006/main">
            <a:pPr algn="ctr">
              <a:defRPr sz="1650" b="1">
                <a:solidFill>
                  <a:srgbClr val="005A9C"/>
                </a:solidFill>
                <a:latin typeface="Arial"/>
                <a:ea typeface="Arial"/>
                <a:cs typeface="Arial"/>
              </a:defRPr>
            </a:pPr>
            <a:r>
              <a:rPr sz="1650" b="1">
                <a:solidFill>
                  <a:srgbClr val="005A9C"/>
                </a:solidFill>
                <a:latin typeface="Arial"/>
                <a:ea typeface="Arial"/>
                <a:cs typeface="Arial"/>
              </a:rPr>
              <a:t>Client materials</a:t>
            </a:r>
          </a:p>
        </p:txBody>
      </p:sp>
      <p:sp>
        <p:nvSpPr>
          <p:cNvPr id="9" name="!!map.middle">
            <a:extLst xmlns:a="http://schemas.openxmlformats.org/drawingml/2006/main">
              <a:ext uri="{FF2B5EF4-FFF2-40B4-BE49-F238E27FC236}">
                <a16:creationId xmlns:a16="http://schemas.microsoft.com/office/drawing/2014/main" id="{1CE899B5-68D4-43AC-9621-49F610FB5E29}"/>
              </a:ext>
            </a:extLst>
          </p:cNvPr>
          <p:cNvSpPr>
            <a:spLocks xmlns:a="http://schemas.openxmlformats.org/drawingml/2006/main" noGrp="1"/>
          </p:cNvSpPr>
          <p:nvPr/>
        </p:nvSpPr>
        <p:spPr>
          <a:xfrm xmlns:a="http://schemas.openxmlformats.org/drawingml/2006/main">
            <a:off x="647700" y="3657600"/>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10" name="!!nav.middle">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FA70C625-0436-4FA2-89CD-AAECC13F9B75}"/>
              </a:ext>
            </a:extLst>
          </p:cNvPr>
          <p:cNvSpPr>
            <a:spLocks xmlns:a="http://schemas.openxmlformats.org/drawingml/2006/main" noGrp="1"/>
          </p:cNvSpPr>
          <p:nvPr/>
        </p:nvSpPr>
        <p:spPr>
          <a:xfrm xmlns:a="http://schemas.openxmlformats.org/drawingml/2006/main">
            <a:off x="647700" y="3657600"/>
            <a:ext cx="2609850" cy="409575"/>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005A9C"/>
                </a:solidFill>
                <a:latin typeface="Arial"/>
                <a:ea typeface="Arial"/>
                <a:cs typeface="Arial"/>
              </a:defRPr>
            </a:defPPr>
            <a:lvl1pPr algn="ctr">
              <a:defRPr sz="2025" b="1">
                <a:solidFill>
                  <a:srgbClr val="005A9C"/>
                </a:solidFill>
                <a:latin typeface="Arial"/>
                <a:ea typeface="Arial"/>
                <a:cs typeface="Arial"/>
              </a:defRPr>
            </a:lvl1pPr>
            <a:lvl2pPr algn="ctr">
              <a:defRPr sz="2025" b="1">
                <a:solidFill>
                  <a:srgbClr val="005A9C"/>
                </a:solidFill>
                <a:latin typeface="Arial"/>
                <a:ea typeface="Arial"/>
                <a:cs typeface="Arial"/>
              </a:defRPr>
            </a:lvl2pPr>
            <a:lvl3pPr algn="ctr">
              <a:defRPr sz="2025" b="1">
                <a:solidFill>
                  <a:srgbClr val="005A9C"/>
                </a:solidFill>
                <a:latin typeface="Arial"/>
                <a:ea typeface="Arial"/>
                <a:cs typeface="Arial"/>
              </a:defRPr>
            </a:lvl3pPr>
            <a:lvl4pPr algn="ctr">
              <a:defRPr sz="2025" b="1">
                <a:solidFill>
                  <a:srgbClr val="005A9C"/>
                </a:solidFill>
                <a:latin typeface="Arial"/>
                <a:ea typeface="Arial"/>
                <a:cs typeface="Arial"/>
              </a:defRPr>
            </a:lvl4pPr>
            <a:lvl5pPr algn="ctr">
              <a:defRPr sz="2025" b="1">
                <a:solidFill>
                  <a:srgbClr val="005A9C"/>
                </a:solidFill>
                <a:latin typeface="Arial"/>
                <a:ea typeface="Arial"/>
                <a:cs typeface="Arial"/>
              </a:defRPr>
            </a:lvl5pPr>
            <a:lvl6pPr algn="ctr">
              <a:defRPr sz="2025" b="1">
                <a:solidFill>
                  <a:srgbClr val="005A9C"/>
                </a:solidFill>
                <a:latin typeface="Arial"/>
                <a:ea typeface="Arial"/>
                <a:cs typeface="Arial"/>
              </a:defRPr>
            </a:lvl6pPr>
            <a:lvl7pPr algn="ctr">
              <a:defRPr sz="2025" b="1">
                <a:solidFill>
                  <a:srgbClr val="005A9C"/>
                </a:solidFill>
                <a:latin typeface="Arial"/>
                <a:ea typeface="Arial"/>
                <a:cs typeface="Arial"/>
              </a:defRPr>
            </a:lvl7pPr>
            <a:lvl8pPr algn="ctr">
              <a:defRPr sz="2025" b="1">
                <a:solidFill>
                  <a:srgbClr val="005A9C"/>
                </a:solidFill>
                <a:latin typeface="Arial"/>
                <a:ea typeface="Arial"/>
                <a:cs typeface="Arial"/>
              </a:defRPr>
            </a:lvl8pPr>
            <a:lvl9pPr algn="ctr">
              <a:defRPr sz="2025" b="1">
                <a:solidFill>
                  <a:srgbClr val="005A9C"/>
                </a:solidFill>
                <a:latin typeface="Arial"/>
                <a:ea typeface="Arial"/>
                <a:cs typeface="Arial"/>
              </a:defRPr>
            </a:lvl9pPr>
          </a:lstStyle>
          <a:p xmlns:a="http://schemas.openxmlformats.org/drawingml/2006/main">
            <a:pPr algn="ctr">
              <a:defRPr sz="2025" b="1">
                <a:solidFill>
                  <a:srgbClr val="005A9C"/>
                </a:solidFill>
                <a:latin typeface="Arial"/>
                <a:ea typeface="Arial"/>
                <a:cs typeface="Arial"/>
              </a:defRPr>
            </a:pPr>
            <a:r>
              <a:rPr sz="2025" b="1">
                <a:solidFill>
                  <a:srgbClr val="005A9C"/>
                </a:solidFill>
                <a:latin typeface="Arial"/>
                <a:ea typeface="Arial"/>
                <a:cs typeface="Arial"/>
              </a:rPr>
              <a:t>Middle office</a:t>
            </a:r>
          </a:p>
        </p:txBody>
      </p:sp>
      <p:sp>
        <p:nvSpPr>
          <p:cNvPr id="11" name="!!task.review">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34BBB46A-D009-4A02-BEB4-687169A3C583}"/>
              </a:ext>
            </a:extLst>
          </p:cNvPr>
          <p:cNvSpPr>
            <a:spLocks xmlns:a="http://schemas.openxmlformats.org/drawingml/2006/main" noGrp="1"/>
          </p:cNvSpPr>
          <p:nvPr/>
        </p:nvSpPr>
        <p:spPr>
          <a:xfrm xmlns:a="http://schemas.openxmlformats.org/drawingml/2006/main">
            <a:off x="762000" y="416242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Content review</a:t>
            </a:r>
          </a:p>
        </p:txBody>
      </p:sp>
      <p:sp>
        <p:nvSpPr>
          <p:cNvPr id="12" name="!!task.risk">
            <ns0:hlinkClick xmlns:ns0="http://schemas.openxmlformats.org/drawingml/2006/main" xmlns:ns1="http://schemas.openxmlformats.org/officeDocument/2006/relationships" ns1:id="rIdNavSlide19" action="ppaction://hlinksldjump" tooltip="Slide 19: Investigating a risk alert"/>
            <a:extLst xmlns:a="http://schemas.openxmlformats.org/drawingml/2006/main">
              <a:ext uri="{FF2B5EF4-FFF2-40B4-BE49-F238E27FC236}">
                <a16:creationId xmlns:a16="http://schemas.microsoft.com/office/drawing/2014/main" id="{E6177313-FEF6-48E6-BE97-9D1449609CCB}"/>
              </a:ext>
            </a:extLst>
          </p:cNvPr>
          <p:cNvSpPr>
            <a:spLocks xmlns:a="http://schemas.openxmlformats.org/drawingml/2006/main" noGrp="1"/>
          </p:cNvSpPr>
          <p:nvPr/>
        </p:nvSpPr>
        <p:spPr>
          <a:xfrm xmlns:a="http://schemas.openxmlformats.org/drawingml/2006/main">
            <a:off x="762000" y="447675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Risk analysis</a:t>
            </a:r>
          </a:p>
        </p:txBody>
      </p:sp>
      <p:sp>
        <p:nvSpPr>
          <p:cNvPr id="13" name="!!map.back">
            <a:extLst xmlns:a="http://schemas.openxmlformats.org/drawingml/2006/main">
              <a:ext uri="{FF2B5EF4-FFF2-40B4-BE49-F238E27FC236}">
                <a16:creationId xmlns:a16="http://schemas.microsoft.com/office/drawing/2014/main" id="{68232C54-3BCE-4268-9121-7D4823026487}"/>
              </a:ext>
            </a:extLst>
          </p:cNvPr>
          <p:cNvSpPr>
            <a:spLocks xmlns:a="http://schemas.openxmlformats.org/drawingml/2006/main" noGrp="1"/>
          </p:cNvSpPr>
          <p:nvPr/>
        </p:nvSpPr>
        <p:spPr>
          <a:xfrm xmlns:a="http://schemas.openxmlformats.org/drawingml/2006/main">
            <a:off x="647700" y="5324475"/>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14" name="!!nav.back">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0D81DC4E-8B7E-4A0E-919A-A9F2D68EA8B9}"/>
              </a:ext>
            </a:extLst>
          </p:cNvPr>
          <p:cNvSpPr>
            <a:spLocks xmlns:a="http://schemas.openxmlformats.org/drawingml/2006/main" noGrp="1"/>
          </p:cNvSpPr>
          <p:nvPr/>
        </p:nvSpPr>
        <p:spPr>
          <a:xfrm xmlns:a="http://schemas.openxmlformats.org/drawingml/2006/main">
            <a:off x="647700" y="5324475"/>
            <a:ext cx="2609850" cy="409575"/>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005A9C"/>
                </a:solidFill>
                <a:latin typeface="Arial"/>
                <a:ea typeface="Arial"/>
                <a:cs typeface="Arial"/>
              </a:defRPr>
            </a:defPPr>
            <a:lvl1pPr algn="ctr">
              <a:defRPr sz="2025" b="1">
                <a:solidFill>
                  <a:srgbClr val="005A9C"/>
                </a:solidFill>
                <a:latin typeface="Arial"/>
                <a:ea typeface="Arial"/>
                <a:cs typeface="Arial"/>
              </a:defRPr>
            </a:lvl1pPr>
            <a:lvl2pPr algn="ctr">
              <a:defRPr sz="2025" b="1">
                <a:solidFill>
                  <a:srgbClr val="005A9C"/>
                </a:solidFill>
                <a:latin typeface="Arial"/>
                <a:ea typeface="Arial"/>
                <a:cs typeface="Arial"/>
              </a:defRPr>
            </a:lvl2pPr>
            <a:lvl3pPr algn="ctr">
              <a:defRPr sz="2025" b="1">
                <a:solidFill>
                  <a:srgbClr val="005A9C"/>
                </a:solidFill>
                <a:latin typeface="Arial"/>
                <a:ea typeface="Arial"/>
                <a:cs typeface="Arial"/>
              </a:defRPr>
            </a:lvl3pPr>
            <a:lvl4pPr algn="ctr">
              <a:defRPr sz="2025" b="1">
                <a:solidFill>
                  <a:srgbClr val="005A9C"/>
                </a:solidFill>
                <a:latin typeface="Arial"/>
                <a:ea typeface="Arial"/>
                <a:cs typeface="Arial"/>
              </a:defRPr>
            </a:lvl4pPr>
            <a:lvl5pPr algn="ctr">
              <a:defRPr sz="2025" b="1">
                <a:solidFill>
                  <a:srgbClr val="005A9C"/>
                </a:solidFill>
                <a:latin typeface="Arial"/>
                <a:ea typeface="Arial"/>
                <a:cs typeface="Arial"/>
              </a:defRPr>
            </a:lvl5pPr>
            <a:lvl6pPr algn="ctr">
              <a:defRPr sz="2025" b="1">
                <a:solidFill>
                  <a:srgbClr val="005A9C"/>
                </a:solidFill>
                <a:latin typeface="Arial"/>
                <a:ea typeface="Arial"/>
                <a:cs typeface="Arial"/>
              </a:defRPr>
            </a:lvl6pPr>
            <a:lvl7pPr algn="ctr">
              <a:defRPr sz="2025" b="1">
                <a:solidFill>
                  <a:srgbClr val="005A9C"/>
                </a:solidFill>
                <a:latin typeface="Arial"/>
                <a:ea typeface="Arial"/>
                <a:cs typeface="Arial"/>
              </a:defRPr>
            </a:lvl7pPr>
            <a:lvl8pPr algn="ctr">
              <a:defRPr sz="2025" b="1">
                <a:solidFill>
                  <a:srgbClr val="005A9C"/>
                </a:solidFill>
                <a:latin typeface="Arial"/>
                <a:ea typeface="Arial"/>
                <a:cs typeface="Arial"/>
              </a:defRPr>
            </a:lvl8pPr>
            <a:lvl9pPr algn="ctr">
              <a:defRPr sz="2025" b="1">
                <a:solidFill>
                  <a:srgbClr val="005A9C"/>
                </a:solidFill>
                <a:latin typeface="Arial"/>
                <a:ea typeface="Arial"/>
                <a:cs typeface="Arial"/>
              </a:defRPr>
            </a:lvl9pPr>
          </a:lstStyle>
          <a:p xmlns:a="http://schemas.openxmlformats.org/drawingml/2006/main">
            <a:pPr algn="ctr">
              <a:defRPr sz="2025" b="1">
                <a:solidFill>
                  <a:srgbClr val="005A9C"/>
                </a:solidFill>
                <a:latin typeface="Arial"/>
                <a:ea typeface="Arial"/>
                <a:cs typeface="Arial"/>
              </a:defRPr>
            </a:pPr>
            <a:r>
              <a:rPr sz="2025" b="1">
                <a:solidFill>
                  <a:srgbClr val="005A9C"/>
                </a:solidFill>
                <a:latin typeface="Arial"/>
                <a:ea typeface="Arial"/>
                <a:cs typeface="Arial"/>
              </a:rPr>
              <a:t>Back office</a:t>
            </a:r>
          </a:p>
        </p:txBody>
      </p:sp>
      <p:sp>
        <p:nvSpPr>
          <p:cNvPr id="15" name="!!task.files">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9F1354AC-65EB-4A04-81BB-7959A048991E}"/>
              </a:ext>
            </a:extLst>
          </p:cNvPr>
          <p:cNvSpPr>
            <a:spLocks xmlns:a="http://schemas.openxmlformats.org/drawingml/2006/main" noGrp="1"/>
          </p:cNvSpPr>
          <p:nvPr/>
        </p:nvSpPr>
        <p:spPr>
          <a:xfrm xmlns:a="http://schemas.openxmlformats.org/drawingml/2006/main">
            <a:off x="762000" y="582930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Document processing</a:t>
            </a:r>
          </a:p>
        </p:txBody>
      </p:sp>
      <p:sp>
        <p:nvSpPr>
          <p:cNvPr id="16" name="!!task.dev">
            <ns0:hlinkClick xmlns:ns0="http://schemas.openxmlformats.org/drawingml/2006/main" xmlns:ns1="http://schemas.openxmlformats.org/officeDocument/2006/relationships" ns1:id="rIdNavSlide25" action="ppaction://hlinksldjump" tooltip="Slide 25: Turning a business request into a working tool"/>
            <a:extLst xmlns:a="http://schemas.openxmlformats.org/drawingml/2006/main">
              <a:ext uri="{FF2B5EF4-FFF2-40B4-BE49-F238E27FC236}">
                <a16:creationId xmlns:a16="http://schemas.microsoft.com/office/drawing/2014/main" id="{235ABDFB-2F5F-48DC-8C68-DDF5A2D2CF2B}"/>
              </a:ext>
            </a:extLst>
          </p:cNvPr>
          <p:cNvSpPr>
            <a:spLocks xmlns:a="http://schemas.openxmlformats.org/drawingml/2006/main" noGrp="1"/>
          </p:cNvSpPr>
          <p:nvPr/>
        </p:nvSpPr>
        <p:spPr>
          <a:xfrm xmlns:a="http://schemas.openxmlformats.org/drawingml/2006/main">
            <a:off x="762000" y="614362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Tool development</a:t>
            </a:r>
          </a:p>
        </p:txBody>
      </p:sp>
      <p:sp>
        <p:nvSpPr>
          <p:cNvPr id="17" name="!!map.separator">
            <a:extLst xmlns:a="http://schemas.openxmlformats.org/drawingml/2006/main">
              <a:ext uri="{FF2B5EF4-FFF2-40B4-BE49-F238E27FC236}">
                <a16:creationId xmlns:a16="http://schemas.microsoft.com/office/drawing/2014/main" id="{01FB9350-7A6C-4B81-88CD-3C19218CE52C}"/>
              </a:ext>
            </a:extLst>
          </p:cNvPr>
          <p:cNvSpPr>
            <a:spLocks xmlns:a="http://schemas.openxmlformats.org/drawingml/2006/main" noGrp="1"/>
          </p:cNvSpPr>
          <p:nvPr/>
        </p:nvSpPr>
        <p:spPr>
          <a:xfrm xmlns:a="http://schemas.openxmlformats.org/drawingml/2006/main" flipH="0" flipV="0">
            <a:off x="3600450" y="1990725"/>
            <a:ext cx="953" cy="5076825"/>
          </a:xfrm>
          <a:prstGeom xmlns:a="http://schemas.openxmlformats.org/drawingml/2006/main" prst="line">
            <a:avLst/>
          </a:prstGeom>
          <a:noFill xmlns:a="http://schemas.openxmlformats.org/drawingml/2006/main"/>
          <a:ln xmlns:a="http://schemas.openxmlformats.org/drawingml/2006/main" w="9525">
            <a:solidFill>
              <a:srgbClr val="BCC6CF"/>
            </a:solidFill>
            <a:prstDash val="solid"/>
          </a:ln>
        </p:spPr>
      </p:sp>
      <p:sp>
        <p:nvSpPr>
          <p:cNvPr id="18" name="!!example">
            <a:extLst xmlns:a="http://schemas.openxmlformats.org/drawingml/2006/main">
              <a:ext uri="{FF2B5EF4-FFF2-40B4-BE49-F238E27FC236}">
                <a16:creationId xmlns:a16="http://schemas.microsoft.com/office/drawing/2014/main" id="{F866BAA6-CB26-4FCD-B357-AE2625B7DD4C}"/>
              </a:ext>
            </a:extLst>
          </p:cNvPr>
          <p:cNvSpPr>
            <a:spLocks xmlns:a="http://schemas.openxmlformats.org/drawingml/2006/main" noGrp="1"/>
          </p:cNvSpPr>
          <p:nvPr/>
        </p:nvSpPr>
        <p:spPr>
          <a:xfrm xmlns:a="http://schemas.openxmlformats.org/drawingml/2006/main">
            <a:off x="13906500" y="1238250"/>
            <a:ext cx="685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707C88"/>
                </a:solidFill>
                <a:latin typeface="Arial"/>
                <a:ea typeface="Arial"/>
                <a:cs typeface="Arial"/>
              </a:defRPr>
            </a:defPPr>
            <a:lvl1pPr algn="r">
              <a:defRPr sz="1350" b="0">
                <a:solidFill>
                  <a:srgbClr val="707C88"/>
                </a:solidFill>
                <a:latin typeface="Arial"/>
                <a:ea typeface="Arial"/>
                <a:cs typeface="Arial"/>
              </a:defRPr>
            </a:lvl1pPr>
            <a:lvl2pPr algn="r">
              <a:defRPr sz="1350" b="0">
                <a:solidFill>
                  <a:srgbClr val="707C88"/>
                </a:solidFill>
                <a:latin typeface="Arial"/>
                <a:ea typeface="Arial"/>
                <a:cs typeface="Arial"/>
              </a:defRPr>
            </a:lvl2pPr>
            <a:lvl3pPr algn="r">
              <a:defRPr sz="1350" b="0">
                <a:solidFill>
                  <a:srgbClr val="707C88"/>
                </a:solidFill>
                <a:latin typeface="Arial"/>
                <a:ea typeface="Arial"/>
                <a:cs typeface="Arial"/>
              </a:defRPr>
            </a:lvl3pPr>
            <a:lvl4pPr algn="r">
              <a:defRPr sz="1350" b="0">
                <a:solidFill>
                  <a:srgbClr val="707C88"/>
                </a:solidFill>
                <a:latin typeface="Arial"/>
                <a:ea typeface="Arial"/>
                <a:cs typeface="Arial"/>
              </a:defRPr>
            </a:lvl4pPr>
            <a:lvl5pPr algn="r">
              <a:defRPr sz="1350" b="0">
                <a:solidFill>
                  <a:srgbClr val="707C88"/>
                </a:solidFill>
                <a:latin typeface="Arial"/>
                <a:ea typeface="Arial"/>
                <a:cs typeface="Arial"/>
              </a:defRPr>
            </a:lvl5pPr>
            <a:lvl6pPr algn="r">
              <a:defRPr sz="1350" b="0">
                <a:solidFill>
                  <a:srgbClr val="707C88"/>
                </a:solidFill>
                <a:latin typeface="Arial"/>
                <a:ea typeface="Arial"/>
                <a:cs typeface="Arial"/>
              </a:defRPr>
            </a:lvl6pPr>
            <a:lvl7pPr algn="r">
              <a:defRPr sz="1350" b="0">
                <a:solidFill>
                  <a:srgbClr val="707C88"/>
                </a:solidFill>
                <a:latin typeface="Arial"/>
                <a:ea typeface="Arial"/>
                <a:cs typeface="Arial"/>
              </a:defRPr>
            </a:lvl7pPr>
            <a:lvl8pPr algn="r">
              <a:defRPr sz="1350" b="0">
                <a:solidFill>
                  <a:srgbClr val="707C88"/>
                </a:solidFill>
                <a:latin typeface="Arial"/>
                <a:ea typeface="Arial"/>
                <a:cs typeface="Arial"/>
              </a:defRPr>
            </a:lvl8pPr>
            <a:lvl9pPr algn="r">
              <a:defRPr sz="1350" b="0">
                <a:solidFill>
                  <a:srgbClr val="707C88"/>
                </a:solidFill>
                <a:latin typeface="Arial"/>
                <a:ea typeface="Arial"/>
                <a:cs typeface="Arial"/>
              </a:defRPr>
            </a:lvl9pPr>
          </a:lstStyle>
          <a:p xmlns:a="http://schemas.openxmlformats.org/drawingml/2006/main">
            <a:pPr algn="r">
              <a:defRPr sz="1350" b="0">
                <a:solidFill>
                  <a:srgbClr val="707C88"/>
                </a:solidFill>
                <a:latin typeface="Arial"/>
                <a:ea typeface="Arial"/>
                <a:cs typeface="Arial"/>
              </a:defRPr>
            </a:pPr>
            <a:r>
              <a:rPr sz="1350" b="0">
                <a:solidFill>
                  <a:srgbClr val="707C88"/>
                </a:solidFill>
                <a:latin typeface="Arial"/>
                <a:ea typeface="Arial"/>
                <a:cs typeface="Arial"/>
              </a:rPr>
              <a:t>Example</a:t>
            </a:r>
          </a:p>
        </p:txBody>
      </p:sp>
      <p:sp>
        <p:nvSpPr>
          <p:cNvPr id="19" name="!!nav.home">
            <ns0:hlinkClick xmlns:ns0="http://schemas.openxmlformats.org/drawingml/2006/main" xmlns:ns1="http://schemas.openxmlformats.org/officeDocument/2006/relationships" ns1:id="rIdNavSlide3" action="ppaction://hlinksldjump" tooltip="Slide 3: Seven workflows across the firm"/>
            <a:extLst xmlns:a="http://schemas.openxmlformats.org/drawingml/2006/main">
              <a:ext uri="{FF2B5EF4-FFF2-40B4-BE49-F238E27FC236}">
                <a16:creationId xmlns:a16="http://schemas.microsoft.com/office/drawing/2014/main" id="{F44EC84C-DD7A-45D7-B94C-A156D66C3DC0}"/>
              </a:ext>
            </a:extLst>
          </p:cNvPr>
          <p:cNvSpPr>
            <a:spLocks xmlns:a="http://schemas.openxmlformats.org/drawingml/2006/main" noGrp="1"/>
          </p:cNvSpPr>
          <p:nvPr/>
        </p:nvSpPr>
        <p:spPr>
          <a:xfrm xmlns:a="http://schemas.openxmlformats.org/drawingml/2006/main">
            <a:off x="647700" y="7496175"/>
            <a:ext cx="26098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BCC6CF"/>
            </a:solidFill>
            <a:prstDash val="solid"/>
          </a:ln>
        </p:spPr>
        <p:txBody>
          <a:bodyPr xmlns:a="http://schemas.openxmlformats.org/drawingml/2006/main" wrap="square" lIns="114300" tIns="0" rIns="114300" bIns="0" anchor="ctr">
            <a:noAutofit/>
          </a:bodyPr>
          <a:lstStyle xmlns:a="http://schemas.openxmlformats.org/drawingml/2006/main">
            <a:defPPr algn="ctr">
              <a:defRPr sz="1800" b="1">
                <a:solidFill>
                  <a:srgbClr val="005A9C"/>
                </a:solidFill>
                <a:latin typeface="Arial"/>
                <a:ea typeface="Arial"/>
                <a:cs typeface="Arial"/>
              </a:defRPr>
            </a:defPPr>
            <a:lvl1pPr algn="ctr">
              <a:defRPr sz="1800" b="1">
                <a:solidFill>
                  <a:srgbClr val="005A9C"/>
                </a:solidFill>
                <a:latin typeface="Arial"/>
                <a:ea typeface="Arial"/>
                <a:cs typeface="Arial"/>
              </a:defRPr>
            </a:lvl1pPr>
            <a:lvl2pPr algn="ctr">
              <a:defRPr sz="1800" b="1">
                <a:solidFill>
                  <a:srgbClr val="005A9C"/>
                </a:solidFill>
                <a:latin typeface="Arial"/>
                <a:ea typeface="Arial"/>
                <a:cs typeface="Arial"/>
              </a:defRPr>
            </a:lvl2pPr>
            <a:lvl3pPr algn="ctr">
              <a:defRPr sz="1800" b="1">
                <a:solidFill>
                  <a:srgbClr val="005A9C"/>
                </a:solidFill>
                <a:latin typeface="Arial"/>
                <a:ea typeface="Arial"/>
                <a:cs typeface="Arial"/>
              </a:defRPr>
            </a:lvl3pPr>
            <a:lvl4pPr algn="ctr">
              <a:defRPr sz="1800" b="1">
                <a:solidFill>
                  <a:srgbClr val="005A9C"/>
                </a:solidFill>
                <a:latin typeface="Arial"/>
                <a:ea typeface="Arial"/>
                <a:cs typeface="Arial"/>
              </a:defRPr>
            </a:lvl4pPr>
            <a:lvl5pPr algn="ctr">
              <a:defRPr sz="1800" b="1">
                <a:solidFill>
                  <a:srgbClr val="005A9C"/>
                </a:solidFill>
                <a:latin typeface="Arial"/>
                <a:ea typeface="Arial"/>
                <a:cs typeface="Arial"/>
              </a:defRPr>
            </a:lvl5pPr>
            <a:lvl6pPr algn="ctr">
              <a:defRPr sz="1800" b="1">
                <a:solidFill>
                  <a:srgbClr val="005A9C"/>
                </a:solidFill>
                <a:latin typeface="Arial"/>
                <a:ea typeface="Arial"/>
                <a:cs typeface="Arial"/>
              </a:defRPr>
            </a:lvl6pPr>
            <a:lvl7pPr algn="ctr">
              <a:defRPr sz="1800" b="1">
                <a:solidFill>
                  <a:srgbClr val="005A9C"/>
                </a:solidFill>
                <a:latin typeface="Arial"/>
                <a:ea typeface="Arial"/>
                <a:cs typeface="Arial"/>
              </a:defRPr>
            </a:lvl7pPr>
            <a:lvl8pPr algn="ctr">
              <a:defRPr sz="1800" b="1">
                <a:solidFill>
                  <a:srgbClr val="005A9C"/>
                </a:solidFill>
                <a:latin typeface="Arial"/>
                <a:ea typeface="Arial"/>
                <a:cs typeface="Arial"/>
              </a:defRPr>
            </a:lvl8pPr>
            <a:lvl9pPr algn="ctr">
              <a:defRPr sz="1800" b="1">
                <a:solidFill>
                  <a:srgbClr val="005A9C"/>
                </a:solidFill>
                <a:latin typeface="Arial"/>
                <a:ea typeface="Arial"/>
                <a:cs typeface="Arial"/>
              </a:defRPr>
            </a:lvl9pPr>
          </a:lstStyle>
          <a:p xmlns:a="http://schemas.openxmlformats.org/drawingml/2006/main">
            <a:pPr algn="ctr">
              <a:defRPr sz="1800" b="1">
                <a:solidFill>
                  <a:srgbClr val="005A9C"/>
                </a:solidFill>
                <a:latin typeface="Arial"/>
                <a:ea typeface="Arial"/>
                <a:cs typeface="Arial"/>
              </a:defRPr>
            </a:pPr>
            <a:r>
              <a:rPr sz="1800" b="1">
                <a:solidFill>
                  <a:srgbClr val="005A9C"/>
                </a:solidFill>
                <a:latin typeface="Arial"/>
                <a:ea typeface="Arial"/>
                <a:cs typeface="Arial"/>
              </a:rPr>
              <a:t>Firm overview</a:t>
            </a:r>
          </a:p>
        </p:txBody>
      </p:sp>
      <p:sp>
        <p:nvSpPr>
          <p:cNvPr id="20" name="!!page">
            <a:extLst xmlns:a="http://schemas.openxmlformats.org/drawingml/2006/main">
              <a:ext uri="{FF2B5EF4-FFF2-40B4-BE49-F238E27FC236}">
                <a16:creationId xmlns:a16="http://schemas.microsoft.com/office/drawing/2014/main" id="{0AB0321C-1F7E-4091-AB7C-009DCEBD2E40}"/>
              </a:ext>
            </a:extLst>
          </p:cNvPr>
          <p:cNvSpPr>
            <a:spLocks xmlns:a="http://schemas.openxmlformats.org/drawingml/2006/main" noGrp="1"/>
          </p:cNvSpPr>
          <p:nvPr/>
        </p:nvSpPr>
        <p:spPr>
          <a:xfrm xmlns:a="http://schemas.openxmlformats.org/drawingml/2006/main">
            <a:off x="11144250" y="7591425"/>
            <a:ext cx="904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650" b="0">
                <a:solidFill>
                  <a:srgbClr val="707C88"/>
                </a:solidFill>
                <a:latin typeface="Arial"/>
                <a:ea typeface="Arial"/>
                <a:cs typeface="Arial"/>
              </a:defRPr>
            </a:defPPr>
            <a:lvl1pPr algn="r">
              <a:defRPr sz="1650" b="0">
                <a:solidFill>
                  <a:srgbClr val="707C88"/>
                </a:solidFill>
                <a:latin typeface="Arial"/>
                <a:ea typeface="Arial"/>
                <a:cs typeface="Arial"/>
              </a:defRPr>
            </a:lvl1pPr>
            <a:lvl2pPr algn="r">
              <a:defRPr sz="1650" b="0">
                <a:solidFill>
                  <a:srgbClr val="707C88"/>
                </a:solidFill>
                <a:latin typeface="Arial"/>
                <a:ea typeface="Arial"/>
                <a:cs typeface="Arial"/>
              </a:defRPr>
            </a:lvl2pPr>
            <a:lvl3pPr algn="r">
              <a:defRPr sz="1650" b="0">
                <a:solidFill>
                  <a:srgbClr val="707C88"/>
                </a:solidFill>
                <a:latin typeface="Arial"/>
                <a:ea typeface="Arial"/>
                <a:cs typeface="Arial"/>
              </a:defRPr>
            </a:lvl3pPr>
            <a:lvl4pPr algn="r">
              <a:defRPr sz="1650" b="0">
                <a:solidFill>
                  <a:srgbClr val="707C88"/>
                </a:solidFill>
                <a:latin typeface="Arial"/>
                <a:ea typeface="Arial"/>
                <a:cs typeface="Arial"/>
              </a:defRPr>
            </a:lvl4pPr>
            <a:lvl5pPr algn="r">
              <a:defRPr sz="1650" b="0">
                <a:solidFill>
                  <a:srgbClr val="707C88"/>
                </a:solidFill>
                <a:latin typeface="Arial"/>
                <a:ea typeface="Arial"/>
                <a:cs typeface="Arial"/>
              </a:defRPr>
            </a:lvl5pPr>
            <a:lvl6pPr algn="r">
              <a:defRPr sz="1650" b="0">
                <a:solidFill>
                  <a:srgbClr val="707C88"/>
                </a:solidFill>
                <a:latin typeface="Arial"/>
                <a:ea typeface="Arial"/>
                <a:cs typeface="Arial"/>
              </a:defRPr>
            </a:lvl6pPr>
            <a:lvl7pPr algn="r">
              <a:defRPr sz="1650" b="0">
                <a:solidFill>
                  <a:srgbClr val="707C88"/>
                </a:solidFill>
                <a:latin typeface="Arial"/>
                <a:ea typeface="Arial"/>
                <a:cs typeface="Arial"/>
              </a:defRPr>
            </a:lvl7pPr>
            <a:lvl8pPr algn="r">
              <a:defRPr sz="1650" b="0">
                <a:solidFill>
                  <a:srgbClr val="707C88"/>
                </a:solidFill>
                <a:latin typeface="Arial"/>
                <a:ea typeface="Arial"/>
                <a:cs typeface="Arial"/>
              </a:defRPr>
            </a:lvl8pPr>
            <a:lvl9pPr algn="r">
              <a:defRPr sz="1650" b="0">
                <a:solidFill>
                  <a:srgbClr val="707C88"/>
                </a:solidFill>
                <a:latin typeface="Arial"/>
                <a:ea typeface="Arial"/>
                <a:cs typeface="Arial"/>
              </a:defRPr>
            </a:lvl9pPr>
          </a:lstStyle>
          <a:p xmlns:a="http://schemas.openxmlformats.org/drawingml/2006/main">
            <a:pPr algn="r">
              <a:defRPr sz="1650" b="0">
                <a:solidFill>
                  <a:srgbClr val="707C88"/>
                </a:solidFill>
                <a:latin typeface="Arial"/>
                <a:ea typeface="Arial"/>
                <a:cs typeface="Arial"/>
              </a:defRPr>
            </a:pPr>
            <a:r>
              <a:rPr sz="1650" b="0">
                <a:solidFill>
                  <a:srgbClr val="707C88"/>
                </a:solidFill>
                <a:latin typeface="Arial"/>
                <a:ea typeface="Arial"/>
                <a:cs typeface="Arial"/>
              </a:rPr>
              <a:t>15 / 33</a:t>
            </a:r>
          </a:p>
        </p:txBody>
      </p:sp>
      <p:sp>
        <p:nvSpPr>
          <p:cNvPr id="21" name="!!nav.prev">
            <ns0:hlinkClick xmlns:ns0="http://schemas.openxmlformats.org/drawingml/2006/main" xmlns:ns1="http://schemas.openxmlformats.org/officeDocument/2006/relationships" ns1:id="rIdNavSlide14" action="ppaction://hlinksldjump" tooltip="Slide 14: ICBCUBS: institutional RFP responses"/>
            <a:extLst xmlns:a="http://schemas.openxmlformats.org/drawingml/2006/main">
              <a:ext uri="{FF2B5EF4-FFF2-40B4-BE49-F238E27FC236}">
                <a16:creationId xmlns:a16="http://schemas.microsoft.com/office/drawing/2014/main" id="{05461EE8-6303-45B6-B885-3E146497C13F}"/>
              </a:ext>
            </a:extLst>
          </p:cNvPr>
          <p:cNvSpPr>
            <a:spLocks xmlns:a="http://schemas.openxmlformats.org/drawingml/2006/main" noGrp="1"/>
          </p:cNvSpPr>
          <p:nvPr/>
        </p:nvSpPr>
        <p:spPr>
          <a:xfrm xmlns:a="http://schemas.openxmlformats.org/drawingml/2006/main">
            <a:off x="12287250" y="7496175"/>
            <a:ext cx="1047750" cy="4572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725" b="1">
                <a:solidFill>
                  <a:srgbClr val="005A9C"/>
                </a:solidFill>
                <a:latin typeface="Arial"/>
                <a:ea typeface="Arial"/>
                <a:cs typeface="Arial"/>
              </a:defRPr>
            </a:defPPr>
            <a:lvl1pPr algn="ctr">
              <a:defRPr sz="1725" b="1">
                <a:solidFill>
                  <a:srgbClr val="005A9C"/>
                </a:solidFill>
                <a:latin typeface="Arial"/>
                <a:ea typeface="Arial"/>
                <a:cs typeface="Arial"/>
              </a:defRPr>
            </a:lvl1pPr>
            <a:lvl2pPr algn="ctr">
              <a:defRPr sz="1725" b="1">
                <a:solidFill>
                  <a:srgbClr val="005A9C"/>
                </a:solidFill>
                <a:latin typeface="Arial"/>
                <a:ea typeface="Arial"/>
                <a:cs typeface="Arial"/>
              </a:defRPr>
            </a:lvl2pPr>
            <a:lvl3pPr algn="ctr">
              <a:defRPr sz="1725" b="1">
                <a:solidFill>
                  <a:srgbClr val="005A9C"/>
                </a:solidFill>
                <a:latin typeface="Arial"/>
                <a:ea typeface="Arial"/>
                <a:cs typeface="Arial"/>
              </a:defRPr>
            </a:lvl3pPr>
            <a:lvl4pPr algn="ctr">
              <a:defRPr sz="1725" b="1">
                <a:solidFill>
                  <a:srgbClr val="005A9C"/>
                </a:solidFill>
                <a:latin typeface="Arial"/>
                <a:ea typeface="Arial"/>
                <a:cs typeface="Arial"/>
              </a:defRPr>
            </a:lvl4pPr>
            <a:lvl5pPr algn="ctr">
              <a:defRPr sz="1725" b="1">
                <a:solidFill>
                  <a:srgbClr val="005A9C"/>
                </a:solidFill>
                <a:latin typeface="Arial"/>
                <a:ea typeface="Arial"/>
                <a:cs typeface="Arial"/>
              </a:defRPr>
            </a:lvl5pPr>
            <a:lvl6pPr algn="ctr">
              <a:defRPr sz="1725" b="1">
                <a:solidFill>
                  <a:srgbClr val="005A9C"/>
                </a:solidFill>
                <a:latin typeface="Arial"/>
                <a:ea typeface="Arial"/>
                <a:cs typeface="Arial"/>
              </a:defRPr>
            </a:lvl6pPr>
            <a:lvl7pPr algn="ctr">
              <a:defRPr sz="1725" b="1">
                <a:solidFill>
                  <a:srgbClr val="005A9C"/>
                </a:solidFill>
                <a:latin typeface="Arial"/>
                <a:ea typeface="Arial"/>
                <a:cs typeface="Arial"/>
              </a:defRPr>
            </a:lvl7pPr>
            <a:lvl8pPr algn="ctr">
              <a:defRPr sz="1725" b="1">
                <a:solidFill>
                  <a:srgbClr val="005A9C"/>
                </a:solidFill>
                <a:latin typeface="Arial"/>
                <a:ea typeface="Arial"/>
                <a:cs typeface="Arial"/>
              </a:defRPr>
            </a:lvl8pPr>
            <a:lvl9pPr algn="ctr">
              <a:defRPr sz="1725" b="1">
                <a:solidFill>
                  <a:srgbClr val="005A9C"/>
                </a:solidFill>
                <a:latin typeface="Arial"/>
                <a:ea typeface="Arial"/>
                <a:cs typeface="Arial"/>
              </a:defRPr>
            </a:lvl9pPr>
          </a:lstStyle>
          <a:p xmlns:a="http://schemas.openxmlformats.org/drawingml/2006/main">
            <a:pPr algn="ctr">
              <a:defRPr sz="1725" b="1">
                <a:solidFill>
                  <a:srgbClr val="005A9C"/>
                </a:solidFill>
                <a:latin typeface="Arial"/>
                <a:ea typeface="Arial"/>
                <a:cs typeface="Arial"/>
              </a:defRPr>
            </a:pPr>
            <a:r>
              <a:rPr sz="1725" b="1">
                <a:solidFill>
                  <a:srgbClr val="005A9C"/>
                </a:solidFill>
                <a:latin typeface="Arial"/>
                <a:ea typeface="Arial"/>
                <a:cs typeface="Arial"/>
              </a:rPr>
              <a:t>Back</a:t>
            </a:r>
          </a:p>
        </p:txBody>
      </p:sp>
      <p:sp>
        <p:nvSpPr>
          <p:cNvPr id="22" name="!!nav.next">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DA696B47-230C-4E72-8C2A-ACA4DBD7CD13}"/>
              </a:ext>
            </a:extLst>
          </p:cNvPr>
          <p:cNvSpPr>
            <a:spLocks xmlns:a="http://schemas.openxmlformats.org/drawingml/2006/main" noGrp="1"/>
          </p:cNvSpPr>
          <p:nvPr/>
        </p:nvSpPr>
        <p:spPr>
          <a:xfrm xmlns:a="http://schemas.openxmlformats.org/drawingml/2006/main">
            <a:off x="13506450" y="7496175"/>
            <a:ext cx="1085850" cy="45720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725" b="1">
                <a:solidFill>
                  <a:srgbClr val="FFFFFF"/>
                </a:solidFill>
                <a:latin typeface="Arial"/>
                <a:ea typeface="Arial"/>
                <a:cs typeface="Arial"/>
              </a:defRPr>
            </a:defPPr>
            <a:lvl1pPr algn="ctr">
              <a:defRPr sz="1725" b="1">
                <a:solidFill>
                  <a:srgbClr val="FFFFFF"/>
                </a:solidFill>
                <a:latin typeface="Arial"/>
                <a:ea typeface="Arial"/>
                <a:cs typeface="Arial"/>
              </a:defRPr>
            </a:lvl1pPr>
            <a:lvl2pPr algn="ctr">
              <a:defRPr sz="1725" b="1">
                <a:solidFill>
                  <a:srgbClr val="FFFFFF"/>
                </a:solidFill>
                <a:latin typeface="Arial"/>
                <a:ea typeface="Arial"/>
                <a:cs typeface="Arial"/>
              </a:defRPr>
            </a:lvl2pPr>
            <a:lvl3pPr algn="ctr">
              <a:defRPr sz="1725" b="1">
                <a:solidFill>
                  <a:srgbClr val="FFFFFF"/>
                </a:solidFill>
                <a:latin typeface="Arial"/>
                <a:ea typeface="Arial"/>
                <a:cs typeface="Arial"/>
              </a:defRPr>
            </a:lvl3pPr>
            <a:lvl4pPr algn="ctr">
              <a:defRPr sz="1725" b="1">
                <a:solidFill>
                  <a:srgbClr val="FFFFFF"/>
                </a:solidFill>
                <a:latin typeface="Arial"/>
                <a:ea typeface="Arial"/>
                <a:cs typeface="Arial"/>
              </a:defRPr>
            </a:lvl4pPr>
            <a:lvl5pPr algn="ctr">
              <a:defRPr sz="1725" b="1">
                <a:solidFill>
                  <a:srgbClr val="FFFFFF"/>
                </a:solidFill>
                <a:latin typeface="Arial"/>
                <a:ea typeface="Arial"/>
                <a:cs typeface="Arial"/>
              </a:defRPr>
            </a:lvl5pPr>
            <a:lvl6pPr algn="ctr">
              <a:defRPr sz="1725" b="1">
                <a:solidFill>
                  <a:srgbClr val="FFFFFF"/>
                </a:solidFill>
                <a:latin typeface="Arial"/>
                <a:ea typeface="Arial"/>
                <a:cs typeface="Arial"/>
              </a:defRPr>
            </a:lvl6pPr>
            <a:lvl7pPr algn="ctr">
              <a:defRPr sz="1725" b="1">
                <a:solidFill>
                  <a:srgbClr val="FFFFFF"/>
                </a:solidFill>
                <a:latin typeface="Arial"/>
                <a:ea typeface="Arial"/>
                <a:cs typeface="Arial"/>
              </a:defRPr>
            </a:lvl7pPr>
            <a:lvl8pPr algn="ctr">
              <a:defRPr sz="1725" b="1">
                <a:solidFill>
                  <a:srgbClr val="FFFFFF"/>
                </a:solidFill>
                <a:latin typeface="Arial"/>
                <a:ea typeface="Arial"/>
                <a:cs typeface="Arial"/>
              </a:defRPr>
            </a:lvl8pPr>
            <a:lvl9pPr algn="ctr">
              <a:defRPr sz="1725" b="1">
                <a:solidFill>
                  <a:srgbClr val="FFFFFF"/>
                </a:solidFill>
                <a:latin typeface="Arial"/>
                <a:ea typeface="Arial"/>
                <a:cs typeface="Arial"/>
              </a:defRPr>
            </a:lvl9pPr>
          </a:lstStyle>
          <a:p xmlns:a="http://schemas.openxmlformats.org/drawingml/2006/main">
            <a:pPr algn="ctr">
              <a:defRPr sz="1725" b="1">
                <a:solidFill>
                  <a:srgbClr val="FFFFFF"/>
                </a:solidFill>
                <a:latin typeface="Arial"/>
                <a:ea typeface="Arial"/>
                <a:cs typeface="Arial"/>
              </a:defRPr>
            </a:pPr>
            <a:r>
              <a:rPr sz="1725" b="1">
                <a:solidFill>
                  <a:srgbClr val="FFFFFF"/>
                </a:solidFill>
                <a:latin typeface="Arial"/>
                <a:ea typeface="Arial"/>
                <a:cs typeface="Arial"/>
              </a:rPr>
              <a:t>Next</a:t>
            </a:r>
          </a:p>
        </p:txBody>
      </p:sp>
      <p:sp>
        <p:nvSpPr>
          <p:cNvPr id="23" name="!!footer.rule">
            <a:extLst xmlns:a="http://schemas.openxmlformats.org/drawingml/2006/main">
              <a:ext uri="{FF2B5EF4-FFF2-40B4-BE49-F238E27FC236}">
                <a16:creationId xmlns:a16="http://schemas.microsoft.com/office/drawing/2014/main" id="{9E9C6862-C67A-40EF-AA77-F17920BBC772}"/>
              </a:ext>
            </a:extLst>
          </p:cNvPr>
          <p:cNvSpPr>
            <a:spLocks xmlns:a="http://schemas.openxmlformats.org/drawingml/2006/main" noGrp="1"/>
          </p:cNvSpPr>
          <p:nvPr/>
        </p:nvSpPr>
        <p:spPr>
          <a:xfrm xmlns:a="http://schemas.openxmlformats.org/drawingml/2006/main" flipH="0" flipV="0">
            <a:off x="647700" y="8134350"/>
            <a:ext cx="13944600" cy="953"/>
          </a:xfrm>
          <a:prstGeom xmlns:a="http://schemas.openxmlformats.org/drawingml/2006/main" prst="line">
            <a:avLst/>
          </a:prstGeom>
          <a:noFill xmlns:a="http://schemas.openxmlformats.org/drawingml/2006/main"/>
          <a:ln xmlns:a="http://schemas.openxmlformats.org/drawingml/2006/main" w="9525">
            <a:solidFill>
              <a:srgbClr val="BCC6CF"/>
            </a:solidFill>
            <a:prstDash val="solid"/>
          </a:ln>
        </p:spPr>
      </p:sp>
      <p:sp>
        <p:nvSpPr>
          <p:cNvPr id="24" name="!!source">
            <a:extLst xmlns:a="http://schemas.openxmlformats.org/drawingml/2006/main">
              <a:ext uri="{FF2B5EF4-FFF2-40B4-BE49-F238E27FC236}">
                <a16:creationId xmlns:a16="http://schemas.microsoft.com/office/drawing/2014/main" id="{95CC6FE6-8D21-471F-9D04-2408F323D43D}"/>
              </a:ext>
            </a:extLst>
          </p:cNvPr>
          <p:cNvSpPr>
            <a:spLocks xmlns:a="http://schemas.openxmlformats.org/drawingml/2006/main" noGrp="1"/>
          </p:cNvSpPr>
          <p:nvPr/>
        </p:nvSpPr>
        <p:spPr>
          <a:xfrm xmlns:a="http://schemas.openxmlformats.org/drawingml/2006/main">
            <a:off x="647700" y="8267700"/>
            <a:ext cx="13944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707C88"/>
                </a:solidFill>
                <a:latin typeface="Arial"/>
                <a:ea typeface="Arial"/>
                <a:cs typeface="Arial"/>
              </a:defRPr>
            </a:defPPr>
            <a:lvl1pPr algn="l">
              <a:defRPr sz="1050" b="0">
                <a:solidFill>
                  <a:srgbClr val="707C88"/>
                </a:solidFill>
                <a:latin typeface="Arial"/>
                <a:ea typeface="Arial"/>
                <a:cs typeface="Arial"/>
              </a:defRPr>
            </a:lvl1pPr>
            <a:lvl2pPr algn="l">
              <a:defRPr sz="1050" b="0">
                <a:solidFill>
                  <a:srgbClr val="707C88"/>
                </a:solidFill>
                <a:latin typeface="Arial"/>
                <a:ea typeface="Arial"/>
                <a:cs typeface="Arial"/>
              </a:defRPr>
            </a:lvl2pPr>
            <a:lvl3pPr algn="l">
              <a:defRPr sz="1050" b="0">
                <a:solidFill>
                  <a:srgbClr val="707C88"/>
                </a:solidFill>
                <a:latin typeface="Arial"/>
                <a:ea typeface="Arial"/>
                <a:cs typeface="Arial"/>
              </a:defRPr>
            </a:lvl3pPr>
            <a:lvl4pPr algn="l">
              <a:defRPr sz="1050" b="0">
                <a:solidFill>
                  <a:srgbClr val="707C88"/>
                </a:solidFill>
                <a:latin typeface="Arial"/>
                <a:ea typeface="Arial"/>
                <a:cs typeface="Arial"/>
              </a:defRPr>
            </a:lvl4pPr>
            <a:lvl5pPr algn="l">
              <a:defRPr sz="1050" b="0">
                <a:solidFill>
                  <a:srgbClr val="707C88"/>
                </a:solidFill>
                <a:latin typeface="Arial"/>
                <a:ea typeface="Arial"/>
                <a:cs typeface="Arial"/>
              </a:defRPr>
            </a:lvl5pPr>
            <a:lvl6pPr algn="l">
              <a:defRPr sz="1050" b="0">
                <a:solidFill>
                  <a:srgbClr val="707C88"/>
                </a:solidFill>
                <a:latin typeface="Arial"/>
                <a:ea typeface="Arial"/>
                <a:cs typeface="Arial"/>
              </a:defRPr>
            </a:lvl6pPr>
            <a:lvl7pPr algn="l">
              <a:defRPr sz="1050" b="0">
                <a:solidFill>
                  <a:srgbClr val="707C88"/>
                </a:solidFill>
                <a:latin typeface="Arial"/>
                <a:ea typeface="Arial"/>
                <a:cs typeface="Arial"/>
              </a:defRPr>
            </a:lvl7pPr>
            <a:lvl8pPr algn="l">
              <a:defRPr sz="1050" b="0">
                <a:solidFill>
                  <a:srgbClr val="707C88"/>
                </a:solidFill>
                <a:latin typeface="Arial"/>
                <a:ea typeface="Arial"/>
                <a:cs typeface="Arial"/>
              </a:defRPr>
            </a:lvl8pPr>
            <a:lvl9pPr algn="l">
              <a:defRPr sz="1050" b="0">
                <a:solidFill>
                  <a:srgbClr val="707C88"/>
                </a:solidFill>
                <a:latin typeface="Arial"/>
                <a:ea typeface="Arial"/>
                <a:cs typeface="Arial"/>
              </a:defRPr>
            </a:lvl9pPr>
          </a:lstStyle>
          <a:p xmlns:a="http://schemas.openxmlformats.org/drawingml/2006/main">
            <a:pPr algn="l">
              <a:defRPr sz="1050" b="0">
                <a:solidFill>
                  <a:srgbClr val="707C88"/>
                </a:solidFill>
                <a:latin typeface="Arial"/>
                <a:ea typeface="Arial"/>
                <a:cs typeface="Arial"/>
              </a:defRPr>
            </a:pPr>
            <a:r>
              <a:rPr sz="1050" b="0">
                <a:solidFill>
                  <a:srgbClr val="707C88"/>
                </a:solidFill>
                <a:latin typeface="Arial"/>
                <a:ea typeface="Arial"/>
                <a:cs typeface="Arial"/>
              </a:rPr>
              <a:t>Sources: Tianhong; ICBCUBS; China Merchants Fund</a:t>
            </a:r>
          </a:p>
        </p:txBody>
      </p:sp>
      <p:sp>
        <p:nvSpPr>
          <p:cNvPr id="25" name="!!client.input.customer">
            <a:extLst xmlns:a="http://schemas.openxmlformats.org/drawingml/2006/main">
              <a:ext uri="{FF2B5EF4-FFF2-40B4-BE49-F238E27FC236}">
                <a16:creationId xmlns:a16="http://schemas.microsoft.com/office/drawing/2014/main" id="{5D6F5BB5-B26A-4BDA-85E3-1CED11DC4B2B}"/>
              </a:ext>
            </a:extLst>
          </p:cNvPr>
          <p:cNvSpPr>
            <a:spLocks xmlns:a="http://schemas.openxmlformats.org/drawingml/2006/main" noGrp="1"/>
          </p:cNvSpPr>
          <p:nvPr/>
        </p:nvSpPr>
        <p:spPr>
          <a:xfrm xmlns:a="http://schemas.openxmlformats.org/drawingml/2006/main">
            <a:off x="4057650" y="2828925"/>
            <a:ext cx="2190750" cy="95250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800" b="1">
                <a:solidFill>
                  <a:srgbClr val="20262C"/>
                </a:solidFill>
                <a:latin typeface="Arial"/>
                <a:ea typeface="Arial"/>
                <a:cs typeface="Arial"/>
              </a:defRPr>
            </a:defPPr>
            <a:lvl1pPr algn="ctr">
              <a:defRPr sz="1800" b="1">
                <a:solidFill>
                  <a:srgbClr val="20262C"/>
                </a:solidFill>
                <a:latin typeface="Arial"/>
                <a:ea typeface="Arial"/>
                <a:cs typeface="Arial"/>
              </a:defRPr>
            </a:lvl1pPr>
            <a:lvl2pPr algn="ctr">
              <a:defRPr sz="1800" b="1">
                <a:solidFill>
                  <a:srgbClr val="20262C"/>
                </a:solidFill>
                <a:latin typeface="Arial"/>
                <a:ea typeface="Arial"/>
                <a:cs typeface="Arial"/>
              </a:defRPr>
            </a:lvl2pPr>
            <a:lvl3pPr algn="ctr">
              <a:defRPr sz="1800" b="1">
                <a:solidFill>
                  <a:srgbClr val="20262C"/>
                </a:solidFill>
                <a:latin typeface="Arial"/>
                <a:ea typeface="Arial"/>
                <a:cs typeface="Arial"/>
              </a:defRPr>
            </a:lvl3pPr>
            <a:lvl4pPr algn="ctr">
              <a:defRPr sz="1800" b="1">
                <a:solidFill>
                  <a:srgbClr val="20262C"/>
                </a:solidFill>
                <a:latin typeface="Arial"/>
                <a:ea typeface="Arial"/>
                <a:cs typeface="Arial"/>
              </a:defRPr>
            </a:lvl4pPr>
            <a:lvl5pPr algn="ctr">
              <a:defRPr sz="1800" b="1">
                <a:solidFill>
                  <a:srgbClr val="20262C"/>
                </a:solidFill>
                <a:latin typeface="Arial"/>
                <a:ea typeface="Arial"/>
                <a:cs typeface="Arial"/>
              </a:defRPr>
            </a:lvl5pPr>
            <a:lvl6pPr algn="ctr">
              <a:defRPr sz="1800" b="1">
                <a:solidFill>
                  <a:srgbClr val="20262C"/>
                </a:solidFill>
                <a:latin typeface="Arial"/>
                <a:ea typeface="Arial"/>
                <a:cs typeface="Arial"/>
              </a:defRPr>
            </a:lvl6pPr>
            <a:lvl7pPr algn="ctr">
              <a:defRPr sz="1800" b="1">
                <a:solidFill>
                  <a:srgbClr val="20262C"/>
                </a:solidFill>
                <a:latin typeface="Arial"/>
                <a:ea typeface="Arial"/>
                <a:cs typeface="Arial"/>
              </a:defRPr>
            </a:lvl7pPr>
            <a:lvl8pPr algn="ctr">
              <a:defRPr sz="1800" b="1">
                <a:solidFill>
                  <a:srgbClr val="20262C"/>
                </a:solidFill>
                <a:latin typeface="Arial"/>
                <a:ea typeface="Arial"/>
                <a:cs typeface="Arial"/>
              </a:defRPr>
            </a:lvl8pPr>
            <a:lvl9pPr algn="ctr">
              <a:defRPr sz="1800" b="1">
                <a:solidFill>
                  <a:srgbClr val="20262C"/>
                </a:solidFill>
                <a:latin typeface="Arial"/>
                <a:ea typeface="Arial"/>
                <a:cs typeface="Arial"/>
              </a:defRPr>
            </a:lvl9pPr>
          </a:lstStyle>
          <a:p xmlns:a="http://schemas.openxmlformats.org/drawingml/2006/main">
            <a:pPr algn="ctr">
              <a:defRPr sz="1800" b="1">
                <a:solidFill>
                  <a:srgbClr val="20262C"/>
                </a:solidFill>
                <a:latin typeface="Arial"/>
                <a:ea typeface="Arial"/>
                <a:cs typeface="Arial"/>
              </a:defRPr>
            </a:pPr>
            <a:r>
              <a:rPr sz="1800" b="1">
                <a:solidFill>
                  <a:srgbClr val="20262C"/>
                </a:solidFill>
                <a:latin typeface="Arial"/>
                <a:ea typeface="Arial"/>
                <a:cs typeface="Arial"/>
              </a:rPr>
              <a:t>Client question</a:t>
            </a:r>
          </a:p>
          <a:p xmlns:a="http://schemas.openxmlformats.org/drawingml/2006/main">
            <a:pPr algn="ctr">
              <a:defRPr sz="1800" b="1">
                <a:solidFill>
                  <a:srgbClr val="20262C"/>
                </a:solidFill>
                <a:latin typeface="Arial"/>
                <a:ea typeface="Arial"/>
                <a:cs typeface="Arial"/>
              </a:defRPr>
            </a:pPr>
            <a:r>
              <a:rPr sz="1800" b="1">
                <a:solidFill>
                  <a:srgbClr val="20262C"/>
                </a:solidFill>
                <a:latin typeface="Arial"/>
                <a:ea typeface="Arial"/>
                <a:cs typeface="Arial"/>
              </a:rPr>
              <a:t>What matters this quarter?</a:t>
            </a:r>
          </a:p>
        </p:txBody>
      </p:sp>
      <p:sp>
        <p:nvSpPr>
          <p:cNvPr id="26" name="!!client.input.manager">
            <a:extLst xmlns:a="http://schemas.openxmlformats.org/drawingml/2006/main">
              <a:ext uri="{FF2B5EF4-FFF2-40B4-BE49-F238E27FC236}">
                <a16:creationId xmlns:a16="http://schemas.microsoft.com/office/drawing/2014/main" id="{FF852C64-EB8A-41AA-8105-58D8AAB1B9B8}"/>
              </a:ext>
            </a:extLst>
          </p:cNvPr>
          <p:cNvSpPr>
            <a:spLocks xmlns:a="http://schemas.openxmlformats.org/drawingml/2006/main" noGrp="1"/>
          </p:cNvSpPr>
          <p:nvPr/>
        </p:nvSpPr>
        <p:spPr>
          <a:xfrm xmlns:a="http://schemas.openxmlformats.org/drawingml/2006/main">
            <a:off x="4057650" y="4362450"/>
            <a:ext cx="2190750" cy="95250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800" b="1">
                <a:solidFill>
                  <a:srgbClr val="20262C"/>
                </a:solidFill>
                <a:latin typeface="Arial"/>
                <a:ea typeface="Arial"/>
                <a:cs typeface="Arial"/>
              </a:defRPr>
            </a:defPPr>
            <a:lvl1pPr algn="ctr">
              <a:defRPr sz="1800" b="1">
                <a:solidFill>
                  <a:srgbClr val="20262C"/>
                </a:solidFill>
                <a:latin typeface="Arial"/>
                <a:ea typeface="Arial"/>
                <a:cs typeface="Arial"/>
              </a:defRPr>
            </a:lvl1pPr>
            <a:lvl2pPr algn="ctr">
              <a:defRPr sz="1800" b="1">
                <a:solidFill>
                  <a:srgbClr val="20262C"/>
                </a:solidFill>
                <a:latin typeface="Arial"/>
                <a:ea typeface="Arial"/>
                <a:cs typeface="Arial"/>
              </a:defRPr>
            </a:lvl2pPr>
            <a:lvl3pPr algn="ctr">
              <a:defRPr sz="1800" b="1">
                <a:solidFill>
                  <a:srgbClr val="20262C"/>
                </a:solidFill>
                <a:latin typeface="Arial"/>
                <a:ea typeface="Arial"/>
                <a:cs typeface="Arial"/>
              </a:defRPr>
            </a:lvl3pPr>
            <a:lvl4pPr algn="ctr">
              <a:defRPr sz="1800" b="1">
                <a:solidFill>
                  <a:srgbClr val="20262C"/>
                </a:solidFill>
                <a:latin typeface="Arial"/>
                <a:ea typeface="Arial"/>
                <a:cs typeface="Arial"/>
              </a:defRPr>
            </a:lvl4pPr>
            <a:lvl5pPr algn="ctr">
              <a:defRPr sz="1800" b="1">
                <a:solidFill>
                  <a:srgbClr val="20262C"/>
                </a:solidFill>
                <a:latin typeface="Arial"/>
                <a:ea typeface="Arial"/>
                <a:cs typeface="Arial"/>
              </a:defRPr>
            </a:lvl5pPr>
            <a:lvl6pPr algn="ctr">
              <a:defRPr sz="1800" b="1">
                <a:solidFill>
                  <a:srgbClr val="20262C"/>
                </a:solidFill>
                <a:latin typeface="Arial"/>
                <a:ea typeface="Arial"/>
                <a:cs typeface="Arial"/>
              </a:defRPr>
            </a:lvl6pPr>
            <a:lvl7pPr algn="ctr">
              <a:defRPr sz="1800" b="1">
                <a:solidFill>
                  <a:srgbClr val="20262C"/>
                </a:solidFill>
                <a:latin typeface="Arial"/>
                <a:ea typeface="Arial"/>
                <a:cs typeface="Arial"/>
              </a:defRPr>
            </a:lvl7pPr>
            <a:lvl8pPr algn="ctr">
              <a:defRPr sz="1800" b="1">
                <a:solidFill>
                  <a:srgbClr val="20262C"/>
                </a:solidFill>
                <a:latin typeface="Arial"/>
                <a:ea typeface="Arial"/>
                <a:cs typeface="Arial"/>
              </a:defRPr>
            </a:lvl8pPr>
            <a:lvl9pPr algn="ctr">
              <a:defRPr sz="1800" b="1">
                <a:solidFill>
                  <a:srgbClr val="20262C"/>
                </a:solidFill>
                <a:latin typeface="Arial"/>
                <a:ea typeface="Arial"/>
                <a:cs typeface="Arial"/>
              </a:defRPr>
            </a:lvl9pPr>
          </a:lstStyle>
          <a:p xmlns:a="http://schemas.openxmlformats.org/drawingml/2006/main">
            <a:pPr algn="ctr">
              <a:defRPr sz="1800" b="1">
                <a:solidFill>
                  <a:srgbClr val="20262C"/>
                </a:solidFill>
                <a:latin typeface="Arial"/>
                <a:ea typeface="Arial"/>
                <a:cs typeface="Arial"/>
              </a:defRPr>
            </a:pPr>
            <a:r>
              <a:rPr sz="1800" b="1">
                <a:solidFill>
                  <a:srgbClr val="20262C"/>
                </a:solidFill>
                <a:latin typeface="Arial"/>
                <a:ea typeface="Arial"/>
                <a:cs typeface="Arial"/>
              </a:rPr>
              <a:t>Existing view</a:t>
            </a:r>
          </a:p>
          <a:p xmlns:a="http://schemas.openxmlformats.org/drawingml/2006/main">
            <a:pPr algn="ctr">
              <a:defRPr sz="1800" b="1">
                <a:solidFill>
                  <a:srgbClr val="20262C"/>
                </a:solidFill>
                <a:latin typeface="Arial"/>
                <a:ea typeface="Arial"/>
                <a:cs typeface="Arial"/>
              </a:defRPr>
            </a:pPr>
            <a:r>
              <a:rPr sz="1800" b="1">
                <a:solidFill>
                  <a:srgbClr val="20262C"/>
                </a:solidFill>
                <a:latin typeface="Arial"/>
                <a:ea typeface="Arial"/>
                <a:cs typeface="Arial"/>
              </a:rPr>
              <a:t>Volume and input costs</a:t>
            </a:r>
          </a:p>
        </p:txBody>
      </p:sp>
      <p:sp>
        <p:nvSpPr>
          <p:cNvPr id="27" name="!!client.input.product">
            <a:extLst xmlns:a="http://schemas.openxmlformats.org/drawingml/2006/main">
              <a:ext uri="{FF2B5EF4-FFF2-40B4-BE49-F238E27FC236}">
                <a16:creationId xmlns:a16="http://schemas.microsoft.com/office/drawing/2014/main" id="{1437A3B8-FD55-42A0-B40B-5E171448A641}"/>
              </a:ext>
            </a:extLst>
          </p:cNvPr>
          <p:cNvSpPr>
            <a:spLocks xmlns:a="http://schemas.openxmlformats.org/drawingml/2006/main" noGrp="1"/>
          </p:cNvSpPr>
          <p:nvPr/>
        </p:nvSpPr>
        <p:spPr>
          <a:xfrm xmlns:a="http://schemas.openxmlformats.org/drawingml/2006/main">
            <a:off x="4057650" y="5895975"/>
            <a:ext cx="2190750" cy="95250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800" b="1">
                <a:solidFill>
                  <a:srgbClr val="20262C"/>
                </a:solidFill>
                <a:latin typeface="Arial"/>
                <a:ea typeface="Arial"/>
                <a:cs typeface="Arial"/>
              </a:defRPr>
            </a:defPPr>
            <a:lvl1pPr algn="ctr">
              <a:defRPr sz="1800" b="1">
                <a:solidFill>
                  <a:srgbClr val="20262C"/>
                </a:solidFill>
                <a:latin typeface="Arial"/>
                <a:ea typeface="Arial"/>
                <a:cs typeface="Arial"/>
              </a:defRPr>
            </a:lvl1pPr>
            <a:lvl2pPr algn="ctr">
              <a:defRPr sz="1800" b="1">
                <a:solidFill>
                  <a:srgbClr val="20262C"/>
                </a:solidFill>
                <a:latin typeface="Arial"/>
                <a:ea typeface="Arial"/>
                <a:cs typeface="Arial"/>
              </a:defRPr>
            </a:lvl2pPr>
            <a:lvl3pPr algn="ctr">
              <a:defRPr sz="1800" b="1">
                <a:solidFill>
                  <a:srgbClr val="20262C"/>
                </a:solidFill>
                <a:latin typeface="Arial"/>
                <a:ea typeface="Arial"/>
                <a:cs typeface="Arial"/>
              </a:defRPr>
            </a:lvl3pPr>
            <a:lvl4pPr algn="ctr">
              <a:defRPr sz="1800" b="1">
                <a:solidFill>
                  <a:srgbClr val="20262C"/>
                </a:solidFill>
                <a:latin typeface="Arial"/>
                <a:ea typeface="Arial"/>
                <a:cs typeface="Arial"/>
              </a:defRPr>
            </a:lvl4pPr>
            <a:lvl5pPr algn="ctr">
              <a:defRPr sz="1800" b="1">
                <a:solidFill>
                  <a:srgbClr val="20262C"/>
                </a:solidFill>
                <a:latin typeface="Arial"/>
                <a:ea typeface="Arial"/>
                <a:cs typeface="Arial"/>
              </a:defRPr>
            </a:lvl5pPr>
            <a:lvl6pPr algn="ctr">
              <a:defRPr sz="1800" b="1">
                <a:solidFill>
                  <a:srgbClr val="20262C"/>
                </a:solidFill>
                <a:latin typeface="Arial"/>
                <a:ea typeface="Arial"/>
                <a:cs typeface="Arial"/>
              </a:defRPr>
            </a:lvl6pPr>
            <a:lvl7pPr algn="ctr">
              <a:defRPr sz="1800" b="1">
                <a:solidFill>
                  <a:srgbClr val="20262C"/>
                </a:solidFill>
                <a:latin typeface="Arial"/>
                <a:ea typeface="Arial"/>
                <a:cs typeface="Arial"/>
              </a:defRPr>
            </a:lvl7pPr>
            <a:lvl8pPr algn="ctr">
              <a:defRPr sz="1800" b="1">
                <a:solidFill>
                  <a:srgbClr val="20262C"/>
                </a:solidFill>
                <a:latin typeface="Arial"/>
                <a:ea typeface="Arial"/>
                <a:cs typeface="Arial"/>
              </a:defRPr>
            </a:lvl8pPr>
            <a:lvl9pPr algn="ctr">
              <a:defRPr sz="1800" b="1">
                <a:solidFill>
                  <a:srgbClr val="20262C"/>
                </a:solidFill>
                <a:latin typeface="Arial"/>
                <a:ea typeface="Arial"/>
                <a:cs typeface="Arial"/>
              </a:defRPr>
            </a:lvl9pPr>
          </a:lstStyle>
          <a:p xmlns:a="http://schemas.openxmlformats.org/drawingml/2006/main">
            <a:pPr algn="ctr">
              <a:defRPr sz="1800" b="1">
                <a:solidFill>
                  <a:srgbClr val="20262C"/>
                </a:solidFill>
                <a:latin typeface="Arial"/>
                <a:ea typeface="Arial"/>
                <a:cs typeface="Arial"/>
              </a:defRPr>
            </a:pPr>
            <a:r>
              <a:rPr sz="1800" b="1">
                <a:solidFill>
                  <a:srgbClr val="20262C"/>
                </a:solidFill>
                <a:latin typeface="Arial"/>
                <a:ea typeface="Arial"/>
                <a:cs typeface="Arial"/>
              </a:rPr>
              <a:t>Product information</a:t>
            </a:r>
          </a:p>
          <a:p xmlns:a="http://schemas.openxmlformats.org/drawingml/2006/main">
            <a:pPr algn="ctr">
              <a:defRPr sz="1800" b="1">
                <a:solidFill>
                  <a:srgbClr val="20262C"/>
                </a:solidFill>
                <a:latin typeface="Arial"/>
                <a:ea typeface="Arial"/>
                <a:cs typeface="Arial"/>
              </a:defRPr>
            </a:pPr>
            <a:r>
              <a:rPr sz="1800" b="1">
                <a:solidFill>
                  <a:srgbClr val="20262C"/>
                </a:solidFill>
                <a:latin typeface="Arial"/>
                <a:ea typeface="Arial"/>
                <a:cs typeface="Arial"/>
              </a:rPr>
              <a:t>Q2, V1</a:t>
            </a:r>
          </a:p>
        </p:txBody>
      </p:sp>
      <p:sp>
        <p:nvSpPr>
          <p:cNvPr id="28" name="!!client.input.link0.1">
            <a:extLst xmlns:a="http://schemas.openxmlformats.org/drawingml/2006/main">
              <a:ext uri="{FF2B5EF4-FFF2-40B4-BE49-F238E27FC236}">
                <a16:creationId xmlns:a16="http://schemas.microsoft.com/office/drawing/2014/main" id="{BB7F7A83-F5BE-460A-95C8-153CDA0E80DF}"/>
              </a:ext>
            </a:extLst>
          </p:cNvPr>
          <p:cNvSpPr>
            <a:spLocks xmlns:a="http://schemas.openxmlformats.org/drawingml/2006/main" noGrp="1"/>
          </p:cNvSpPr>
          <p:nvPr/>
        </p:nvSpPr>
        <p:spPr>
          <a:xfrm xmlns:a="http://schemas.openxmlformats.org/drawingml/2006/main" flipH="0" flipV="0">
            <a:off x="6248400" y="3305175"/>
            <a:ext cx="390525" cy="953"/>
          </a:xfrm>
          <a:prstGeom xmlns:a="http://schemas.openxmlformats.org/drawingml/2006/main" prst="line">
            <a:avLst/>
          </a:prstGeom>
          <a:noFill xmlns:a="http://schemas.openxmlformats.org/drawingml/2006/main"/>
          <a:ln xmlns:a="http://schemas.openxmlformats.org/drawingml/2006/main" w="17145">
            <a:solidFill>
              <a:srgbClr val="005A9C"/>
            </a:solidFill>
            <a:prstDash val="solid"/>
          </a:ln>
        </p:spPr>
      </p:sp>
      <p:sp>
        <p:nvSpPr>
          <p:cNvPr id="29" name="!!client.input.link0.2">
            <a:extLst xmlns:a="http://schemas.openxmlformats.org/drawingml/2006/main">
              <a:ext uri="{FF2B5EF4-FFF2-40B4-BE49-F238E27FC236}">
                <a16:creationId xmlns:a16="http://schemas.microsoft.com/office/drawing/2014/main" id="{10844E80-EB53-4497-A021-A45782D6215D}"/>
              </a:ext>
            </a:extLst>
          </p:cNvPr>
          <p:cNvSpPr>
            <a:spLocks xmlns:a="http://schemas.openxmlformats.org/drawingml/2006/main" noGrp="1"/>
          </p:cNvSpPr>
          <p:nvPr/>
        </p:nvSpPr>
        <p:spPr>
          <a:xfrm xmlns:a="http://schemas.openxmlformats.org/drawingml/2006/main" flipH="0" flipV="0">
            <a:off x="6638925" y="3305175"/>
            <a:ext cx="953" cy="1533525"/>
          </a:xfrm>
          <a:prstGeom xmlns:a="http://schemas.openxmlformats.org/drawingml/2006/main" prst="line">
            <a:avLst/>
          </a:prstGeom>
          <a:noFill xmlns:a="http://schemas.openxmlformats.org/drawingml/2006/main"/>
          <a:ln xmlns:a="http://schemas.openxmlformats.org/drawingml/2006/main" w="17145">
            <a:solidFill>
              <a:srgbClr val="005A9C"/>
            </a:solidFill>
            <a:prstDash val="solid"/>
          </a:ln>
        </p:spPr>
      </p:sp>
      <p:sp>
        <p:nvSpPr>
          <p:cNvPr id="30" name="!!client.input.link0.3.line">
            <a:extLst xmlns:a="http://schemas.openxmlformats.org/drawingml/2006/main">
              <a:ext uri="{FF2B5EF4-FFF2-40B4-BE49-F238E27FC236}">
                <a16:creationId xmlns:a16="http://schemas.microsoft.com/office/drawing/2014/main" id="{BE3A86F8-880E-473D-A740-774E4E0089B1}"/>
              </a:ext>
            </a:extLst>
          </p:cNvPr>
          <p:cNvSpPr>
            <a:spLocks xmlns:a="http://schemas.openxmlformats.org/drawingml/2006/main" noGrp="1"/>
          </p:cNvSpPr>
          <p:nvPr/>
        </p:nvSpPr>
        <p:spPr>
          <a:xfrm xmlns:a="http://schemas.openxmlformats.org/drawingml/2006/main" flipH="0" flipV="0">
            <a:off x="6638925" y="4838700"/>
            <a:ext cx="457200" cy="953"/>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31" name="!!client.input.link0.3.tip">
            <a:extLst xmlns:a="http://schemas.openxmlformats.org/drawingml/2006/main">
              <a:ext uri="{FF2B5EF4-FFF2-40B4-BE49-F238E27FC236}">
                <a16:creationId xmlns:a16="http://schemas.microsoft.com/office/drawing/2014/main" id="{2805B423-8BCD-4C9B-A904-8D4D74D73168}"/>
              </a:ext>
            </a:extLst>
          </p:cNvPr>
          <p:cNvSpPr>
            <a:spLocks xmlns:a="http://schemas.openxmlformats.org/drawingml/2006/main" noGrp="1"/>
          </p:cNvSpPr>
          <p:nvPr/>
        </p:nvSpPr>
        <p:spPr>
          <a:xfrm xmlns:a="http://schemas.openxmlformats.org/drawingml/2006/main" rot="5400000">
            <a:off x="7038975" y="4781550"/>
            <a:ext cx="114300" cy="11430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32" name="!!client.input.link1.1">
            <a:extLst xmlns:a="http://schemas.openxmlformats.org/drawingml/2006/main">
              <a:ext uri="{FF2B5EF4-FFF2-40B4-BE49-F238E27FC236}">
                <a16:creationId xmlns:a16="http://schemas.microsoft.com/office/drawing/2014/main" id="{B7859070-3B02-4759-A77B-FA5EFA2F044D}"/>
              </a:ext>
            </a:extLst>
          </p:cNvPr>
          <p:cNvSpPr>
            <a:spLocks xmlns:a="http://schemas.openxmlformats.org/drawingml/2006/main" noGrp="1"/>
          </p:cNvSpPr>
          <p:nvPr/>
        </p:nvSpPr>
        <p:spPr>
          <a:xfrm xmlns:a="http://schemas.openxmlformats.org/drawingml/2006/main" flipH="0" flipV="0">
            <a:off x="6248400" y="4838700"/>
            <a:ext cx="390525" cy="953"/>
          </a:xfrm>
          <a:prstGeom xmlns:a="http://schemas.openxmlformats.org/drawingml/2006/main" prst="line">
            <a:avLst/>
          </a:prstGeom>
          <a:noFill xmlns:a="http://schemas.openxmlformats.org/drawingml/2006/main"/>
          <a:ln xmlns:a="http://schemas.openxmlformats.org/drawingml/2006/main" w="17145">
            <a:solidFill>
              <a:srgbClr val="005A9C"/>
            </a:solidFill>
            <a:prstDash val="solid"/>
          </a:ln>
        </p:spPr>
      </p:sp>
      <p:sp>
        <p:nvSpPr>
          <p:cNvPr id="33" name="!!client.input.link1.2">
            <a:extLst xmlns:a="http://schemas.openxmlformats.org/drawingml/2006/main">
              <a:ext uri="{FF2B5EF4-FFF2-40B4-BE49-F238E27FC236}">
                <a16:creationId xmlns:a16="http://schemas.microsoft.com/office/drawing/2014/main" id="{159337C9-282F-4B0E-A492-44A84BC97839}"/>
              </a:ext>
            </a:extLst>
          </p:cNvPr>
          <p:cNvSpPr>
            <a:spLocks xmlns:a="http://schemas.openxmlformats.org/drawingml/2006/main" noGrp="1"/>
          </p:cNvSpPr>
          <p:nvPr/>
        </p:nvSpPr>
        <p:spPr>
          <a:xfrm xmlns:a="http://schemas.openxmlformats.org/drawingml/2006/main" flipH="0" flipV="0">
            <a:off x="6638925" y="4838700"/>
            <a:ext cx="953" cy="953"/>
          </a:xfrm>
          <a:prstGeom xmlns:a="http://schemas.openxmlformats.org/drawingml/2006/main" prst="line">
            <a:avLst/>
          </a:prstGeom>
          <a:noFill xmlns:a="http://schemas.openxmlformats.org/drawingml/2006/main"/>
          <a:ln xmlns:a="http://schemas.openxmlformats.org/drawingml/2006/main" w="17145">
            <a:solidFill>
              <a:srgbClr val="005A9C"/>
            </a:solidFill>
            <a:prstDash val="solid"/>
          </a:ln>
        </p:spPr>
      </p:sp>
      <p:sp>
        <p:nvSpPr>
          <p:cNvPr id="34" name="!!client.input.link1.3.line">
            <a:extLst xmlns:a="http://schemas.openxmlformats.org/drawingml/2006/main">
              <a:ext uri="{FF2B5EF4-FFF2-40B4-BE49-F238E27FC236}">
                <a16:creationId xmlns:a16="http://schemas.microsoft.com/office/drawing/2014/main" id="{4184771D-9C19-4BB6-B2A6-FA6FA050A887}"/>
              </a:ext>
            </a:extLst>
          </p:cNvPr>
          <p:cNvSpPr>
            <a:spLocks xmlns:a="http://schemas.openxmlformats.org/drawingml/2006/main" noGrp="1"/>
          </p:cNvSpPr>
          <p:nvPr/>
        </p:nvSpPr>
        <p:spPr>
          <a:xfrm xmlns:a="http://schemas.openxmlformats.org/drawingml/2006/main" flipH="0" flipV="0">
            <a:off x="6638925" y="4838700"/>
            <a:ext cx="457200" cy="953"/>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35" name="!!client.input.link1.3.tip">
            <a:extLst xmlns:a="http://schemas.openxmlformats.org/drawingml/2006/main">
              <a:ext uri="{FF2B5EF4-FFF2-40B4-BE49-F238E27FC236}">
                <a16:creationId xmlns:a16="http://schemas.microsoft.com/office/drawing/2014/main" id="{57838FD9-7E20-4A2A-B2F2-DBF5A2B86120}"/>
              </a:ext>
            </a:extLst>
          </p:cNvPr>
          <p:cNvSpPr>
            <a:spLocks xmlns:a="http://schemas.openxmlformats.org/drawingml/2006/main" noGrp="1"/>
          </p:cNvSpPr>
          <p:nvPr/>
        </p:nvSpPr>
        <p:spPr>
          <a:xfrm xmlns:a="http://schemas.openxmlformats.org/drawingml/2006/main" rot="5400000">
            <a:off x="7038975" y="4781550"/>
            <a:ext cx="114300" cy="11430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36" name="!!client.input.link2.1">
            <a:extLst xmlns:a="http://schemas.openxmlformats.org/drawingml/2006/main">
              <a:ext uri="{FF2B5EF4-FFF2-40B4-BE49-F238E27FC236}">
                <a16:creationId xmlns:a16="http://schemas.microsoft.com/office/drawing/2014/main" id="{107FBD83-10E3-4F24-A796-0BD6B1EE8BE1}"/>
              </a:ext>
            </a:extLst>
          </p:cNvPr>
          <p:cNvSpPr>
            <a:spLocks xmlns:a="http://schemas.openxmlformats.org/drawingml/2006/main" noGrp="1"/>
          </p:cNvSpPr>
          <p:nvPr/>
        </p:nvSpPr>
        <p:spPr>
          <a:xfrm xmlns:a="http://schemas.openxmlformats.org/drawingml/2006/main" flipH="0" flipV="0">
            <a:off x="6248400" y="6372225"/>
            <a:ext cx="390525" cy="953"/>
          </a:xfrm>
          <a:prstGeom xmlns:a="http://schemas.openxmlformats.org/drawingml/2006/main" prst="line">
            <a:avLst/>
          </a:prstGeom>
          <a:noFill xmlns:a="http://schemas.openxmlformats.org/drawingml/2006/main"/>
          <a:ln xmlns:a="http://schemas.openxmlformats.org/drawingml/2006/main" w="17145">
            <a:solidFill>
              <a:srgbClr val="005A9C"/>
            </a:solidFill>
            <a:prstDash val="solid"/>
          </a:ln>
        </p:spPr>
      </p:sp>
      <p:sp>
        <p:nvSpPr>
          <p:cNvPr id="37" name="!!client.input.link2.2">
            <a:extLst xmlns:a="http://schemas.openxmlformats.org/drawingml/2006/main">
              <a:ext uri="{FF2B5EF4-FFF2-40B4-BE49-F238E27FC236}">
                <a16:creationId xmlns:a16="http://schemas.microsoft.com/office/drawing/2014/main" id="{0FB47672-3758-4BBF-A56A-B41013487289}"/>
              </a:ext>
            </a:extLst>
          </p:cNvPr>
          <p:cNvSpPr>
            <a:spLocks xmlns:a="http://schemas.openxmlformats.org/drawingml/2006/main" noGrp="1"/>
          </p:cNvSpPr>
          <p:nvPr/>
        </p:nvSpPr>
        <p:spPr>
          <a:xfrm xmlns:a="http://schemas.openxmlformats.org/drawingml/2006/main" flipH="0" flipV="1">
            <a:off x="6638925" y="4838700"/>
            <a:ext cx="953" cy="1533525"/>
          </a:xfrm>
          <a:prstGeom xmlns:a="http://schemas.openxmlformats.org/drawingml/2006/main" prst="line">
            <a:avLst/>
          </a:prstGeom>
          <a:noFill xmlns:a="http://schemas.openxmlformats.org/drawingml/2006/main"/>
          <a:ln xmlns:a="http://schemas.openxmlformats.org/drawingml/2006/main" w="17145">
            <a:solidFill>
              <a:srgbClr val="005A9C"/>
            </a:solidFill>
            <a:prstDash val="solid"/>
          </a:ln>
        </p:spPr>
      </p:sp>
      <p:sp>
        <p:nvSpPr>
          <p:cNvPr id="38" name="!!client.input.link2.3.line">
            <a:extLst xmlns:a="http://schemas.openxmlformats.org/drawingml/2006/main">
              <a:ext uri="{FF2B5EF4-FFF2-40B4-BE49-F238E27FC236}">
                <a16:creationId xmlns:a16="http://schemas.microsoft.com/office/drawing/2014/main" id="{DB712894-E398-446A-A2C4-AB93D4B9474E}"/>
              </a:ext>
            </a:extLst>
          </p:cNvPr>
          <p:cNvSpPr>
            <a:spLocks xmlns:a="http://schemas.openxmlformats.org/drawingml/2006/main" noGrp="1"/>
          </p:cNvSpPr>
          <p:nvPr/>
        </p:nvSpPr>
        <p:spPr>
          <a:xfrm xmlns:a="http://schemas.openxmlformats.org/drawingml/2006/main" flipH="0" flipV="0">
            <a:off x="6638925" y="4838700"/>
            <a:ext cx="457200" cy="953"/>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39" name="!!client.input.link2.3.tip">
            <a:extLst xmlns:a="http://schemas.openxmlformats.org/drawingml/2006/main">
              <a:ext uri="{FF2B5EF4-FFF2-40B4-BE49-F238E27FC236}">
                <a16:creationId xmlns:a16="http://schemas.microsoft.com/office/drawing/2014/main" id="{FA3A88FC-790E-4952-A0FF-0F62E99B9E96}"/>
              </a:ext>
            </a:extLst>
          </p:cNvPr>
          <p:cNvSpPr>
            <a:spLocks xmlns:a="http://schemas.openxmlformats.org/drawingml/2006/main" noGrp="1"/>
          </p:cNvSpPr>
          <p:nvPr/>
        </p:nvSpPr>
        <p:spPr>
          <a:xfrm xmlns:a="http://schemas.openxmlformats.org/drawingml/2006/main" rot="5400000">
            <a:off x="7038975" y="4781550"/>
            <a:ext cx="114300" cy="11430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40" name="!!client.llm">
            <a:extLst xmlns:a="http://schemas.openxmlformats.org/drawingml/2006/main">
              <a:ext uri="{FF2B5EF4-FFF2-40B4-BE49-F238E27FC236}">
                <a16:creationId xmlns:a16="http://schemas.microsoft.com/office/drawing/2014/main" id="{ACA91E8F-0ABF-4A70-AB52-6C0284EE505D}"/>
              </a:ext>
            </a:extLst>
          </p:cNvPr>
          <p:cNvSpPr>
            <a:spLocks xmlns:a="http://schemas.openxmlformats.org/drawingml/2006/main" noGrp="1"/>
          </p:cNvSpPr>
          <p:nvPr/>
        </p:nvSpPr>
        <p:spPr>
          <a:xfrm xmlns:a="http://schemas.openxmlformats.org/drawingml/2006/main">
            <a:off x="7096125" y="3838575"/>
            <a:ext cx="2000250" cy="1971675"/>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41" name="!!client.llm.role">
            <a:extLst xmlns:a="http://schemas.openxmlformats.org/drawingml/2006/main">
              <a:ext uri="{FF2B5EF4-FFF2-40B4-BE49-F238E27FC236}">
                <a16:creationId xmlns:a16="http://schemas.microsoft.com/office/drawing/2014/main" id="{5D89F698-C45C-463F-8E7F-D9EF6AA85A02}"/>
              </a:ext>
            </a:extLst>
          </p:cNvPr>
          <p:cNvSpPr>
            <a:spLocks xmlns:a="http://schemas.openxmlformats.org/drawingml/2006/main" noGrp="1"/>
          </p:cNvSpPr>
          <p:nvPr/>
        </p:nvSpPr>
        <p:spPr>
          <a:xfrm xmlns:a="http://schemas.openxmlformats.org/drawingml/2006/main">
            <a:off x="7286625" y="3981450"/>
            <a:ext cx="161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62C"/>
                </a:solidFill>
                <a:latin typeface="Arial"/>
                <a:ea typeface="Arial"/>
                <a:cs typeface="Arial"/>
              </a:defRPr>
            </a:defPPr>
            <a:lvl1pPr algn="l">
              <a:defRPr sz="1800" b="1">
                <a:solidFill>
                  <a:srgbClr val="20262C"/>
                </a:solidFill>
                <a:latin typeface="Arial"/>
                <a:ea typeface="Arial"/>
                <a:cs typeface="Arial"/>
              </a:defRPr>
            </a:lvl1pPr>
            <a:lvl2pPr algn="l">
              <a:defRPr sz="1800" b="1">
                <a:solidFill>
                  <a:srgbClr val="20262C"/>
                </a:solidFill>
                <a:latin typeface="Arial"/>
                <a:ea typeface="Arial"/>
                <a:cs typeface="Arial"/>
              </a:defRPr>
            </a:lvl2pPr>
            <a:lvl3pPr algn="l">
              <a:defRPr sz="1800" b="1">
                <a:solidFill>
                  <a:srgbClr val="20262C"/>
                </a:solidFill>
                <a:latin typeface="Arial"/>
                <a:ea typeface="Arial"/>
                <a:cs typeface="Arial"/>
              </a:defRPr>
            </a:lvl3pPr>
            <a:lvl4pPr algn="l">
              <a:defRPr sz="1800" b="1">
                <a:solidFill>
                  <a:srgbClr val="20262C"/>
                </a:solidFill>
                <a:latin typeface="Arial"/>
                <a:ea typeface="Arial"/>
                <a:cs typeface="Arial"/>
              </a:defRPr>
            </a:lvl4pPr>
            <a:lvl5pPr algn="l">
              <a:defRPr sz="1800" b="1">
                <a:solidFill>
                  <a:srgbClr val="20262C"/>
                </a:solidFill>
                <a:latin typeface="Arial"/>
                <a:ea typeface="Arial"/>
                <a:cs typeface="Arial"/>
              </a:defRPr>
            </a:lvl5pPr>
            <a:lvl6pPr algn="l">
              <a:defRPr sz="1800" b="1">
                <a:solidFill>
                  <a:srgbClr val="20262C"/>
                </a:solidFill>
                <a:latin typeface="Arial"/>
                <a:ea typeface="Arial"/>
                <a:cs typeface="Arial"/>
              </a:defRPr>
            </a:lvl6pPr>
            <a:lvl7pPr algn="l">
              <a:defRPr sz="1800" b="1">
                <a:solidFill>
                  <a:srgbClr val="20262C"/>
                </a:solidFill>
                <a:latin typeface="Arial"/>
                <a:ea typeface="Arial"/>
                <a:cs typeface="Arial"/>
              </a:defRPr>
            </a:lvl7pPr>
            <a:lvl8pPr algn="l">
              <a:defRPr sz="1800" b="1">
                <a:solidFill>
                  <a:srgbClr val="20262C"/>
                </a:solidFill>
                <a:latin typeface="Arial"/>
                <a:ea typeface="Arial"/>
                <a:cs typeface="Arial"/>
              </a:defRPr>
            </a:lvl8pPr>
            <a:lvl9pPr algn="l">
              <a:defRPr sz="1800" b="1">
                <a:solidFill>
                  <a:srgbClr val="20262C"/>
                </a:solidFill>
                <a:latin typeface="Arial"/>
                <a:ea typeface="Arial"/>
                <a:cs typeface="Arial"/>
              </a:defRPr>
            </a:lvl9pPr>
          </a:lstStyle>
          <a:p xmlns:a="http://schemas.openxmlformats.org/drawingml/2006/main">
            <a:pPr algn="l">
              <a:defRPr sz="1800" b="1">
                <a:solidFill>
                  <a:srgbClr val="20262C"/>
                </a:solidFill>
                <a:latin typeface="Arial"/>
                <a:ea typeface="Arial"/>
                <a:cs typeface="Arial"/>
              </a:defRPr>
            </a:pPr>
            <a:r>
              <a:rPr sz="1800" b="1">
                <a:solidFill>
                  <a:srgbClr val="20262C"/>
                </a:solidFill>
                <a:latin typeface="Arial"/>
                <a:ea typeface="Arial"/>
                <a:cs typeface="Arial"/>
              </a:rPr>
              <a:t>LLM drafts</a:t>
            </a:r>
          </a:p>
        </p:txBody>
      </p:sp>
      <p:sp>
        <p:nvSpPr>
          <p:cNvPr id="42" name="!!client.llm.body">
            <a:extLst xmlns:a="http://schemas.openxmlformats.org/drawingml/2006/main">
              <a:ext uri="{FF2B5EF4-FFF2-40B4-BE49-F238E27FC236}">
                <a16:creationId xmlns:a16="http://schemas.microsoft.com/office/drawing/2014/main" id="{24AE9E6A-AE02-409A-BF90-8B52164FF84C}"/>
              </a:ext>
            </a:extLst>
          </p:cNvPr>
          <p:cNvSpPr>
            <a:spLocks xmlns:a="http://schemas.openxmlformats.org/drawingml/2006/main" noGrp="1"/>
          </p:cNvSpPr>
          <p:nvPr/>
        </p:nvSpPr>
        <p:spPr>
          <a:xfrm xmlns:a="http://schemas.openxmlformats.org/drawingml/2006/main">
            <a:off x="7286625" y="4419600"/>
            <a:ext cx="1619250" cy="1323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20262C"/>
                </a:solidFill>
                <a:latin typeface="Arial"/>
                <a:ea typeface="Arial"/>
                <a:cs typeface="Arial"/>
              </a:defRPr>
            </a:defPPr>
            <a:lvl1pPr algn="l">
              <a:defRPr sz="1725" b="0">
                <a:solidFill>
                  <a:srgbClr val="20262C"/>
                </a:solidFill>
                <a:latin typeface="Arial"/>
                <a:ea typeface="Arial"/>
                <a:cs typeface="Arial"/>
              </a:defRPr>
            </a:lvl1pPr>
            <a:lvl2pPr algn="l">
              <a:defRPr sz="1725" b="0">
                <a:solidFill>
                  <a:srgbClr val="20262C"/>
                </a:solidFill>
                <a:latin typeface="Arial"/>
                <a:ea typeface="Arial"/>
                <a:cs typeface="Arial"/>
              </a:defRPr>
            </a:lvl2pPr>
            <a:lvl3pPr algn="l">
              <a:defRPr sz="1725" b="0">
                <a:solidFill>
                  <a:srgbClr val="20262C"/>
                </a:solidFill>
                <a:latin typeface="Arial"/>
                <a:ea typeface="Arial"/>
                <a:cs typeface="Arial"/>
              </a:defRPr>
            </a:lvl3pPr>
            <a:lvl4pPr algn="l">
              <a:defRPr sz="1725" b="0">
                <a:solidFill>
                  <a:srgbClr val="20262C"/>
                </a:solidFill>
                <a:latin typeface="Arial"/>
                <a:ea typeface="Arial"/>
                <a:cs typeface="Arial"/>
              </a:defRPr>
            </a:lvl4pPr>
            <a:lvl5pPr algn="l">
              <a:defRPr sz="1725" b="0">
                <a:solidFill>
                  <a:srgbClr val="20262C"/>
                </a:solidFill>
                <a:latin typeface="Arial"/>
                <a:ea typeface="Arial"/>
                <a:cs typeface="Arial"/>
              </a:defRPr>
            </a:lvl5pPr>
            <a:lvl6pPr algn="l">
              <a:defRPr sz="1725" b="0">
                <a:solidFill>
                  <a:srgbClr val="20262C"/>
                </a:solidFill>
                <a:latin typeface="Arial"/>
                <a:ea typeface="Arial"/>
                <a:cs typeface="Arial"/>
              </a:defRPr>
            </a:lvl6pPr>
            <a:lvl7pPr algn="l">
              <a:defRPr sz="1725" b="0">
                <a:solidFill>
                  <a:srgbClr val="20262C"/>
                </a:solidFill>
                <a:latin typeface="Arial"/>
                <a:ea typeface="Arial"/>
                <a:cs typeface="Arial"/>
              </a:defRPr>
            </a:lvl7pPr>
            <a:lvl8pPr algn="l">
              <a:defRPr sz="1725" b="0">
                <a:solidFill>
                  <a:srgbClr val="20262C"/>
                </a:solidFill>
                <a:latin typeface="Arial"/>
                <a:ea typeface="Arial"/>
                <a:cs typeface="Arial"/>
              </a:defRPr>
            </a:lvl8pPr>
            <a:lvl9pPr algn="l">
              <a:defRPr sz="1725" b="0">
                <a:solidFill>
                  <a:srgbClr val="20262C"/>
                </a:solidFill>
                <a:latin typeface="Arial"/>
                <a:ea typeface="Arial"/>
                <a:cs typeface="Arial"/>
              </a:defRPr>
            </a:lvl9pPr>
          </a:lstStyle>
          <a:p xmlns:a="http://schemas.openxmlformats.org/drawingml/2006/main">
            <a:pPr algn="l">
              <a:defRPr sz="1725" b="0">
                <a:solidFill>
                  <a:srgbClr val="20262C"/>
                </a:solidFill>
                <a:latin typeface="Arial"/>
                <a:ea typeface="Arial"/>
                <a:cs typeface="Arial"/>
              </a:defRPr>
            </a:pPr>
            <a:r>
              <a:rPr sz="1725" b="0">
                <a:solidFill>
                  <a:srgbClr val="20262C"/>
                </a:solidFill>
                <a:latin typeface="Arial"/>
                <a:ea typeface="Arial"/>
                <a:cs typeface="Arial"/>
              </a:rPr>
              <a:t>Select the views</a:t>
            </a:r>
          </a:p>
          <a:p xmlns:a="http://schemas.openxmlformats.org/drawingml/2006/main">
            <a:pPr algn="l">
              <a:defRPr sz="1725" b="0">
                <a:solidFill>
                  <a:srgbClr val="20262C"/>
                </a:solidFill>
                <a:latin typeface="Arial"/>
                <a:ea typeface="Arial"/>
                <a:cs typeface="Arial"/>
              </a:defRPr>
            </a:pPr>
            <a:r>
              <a:rPr sz="1725" b="0">
                <a:solidFill>
                  <a:srgbClr val="20262C"/>
                </a:solidFill>
                <a:latin typeface="Arial"/>
                <a:ea typeface="Arial"/>
                <a:cs typeface="Arial"/>
              </a:rPr>
              <a:t>Draft the update</a:t>
            </a:r>
          </a:p>
          <a:p xmlns:a="http://schemas.openxmlformats.org/drawingml/2006/main">
            <a:pPr algn="l">
              <a:defRPr sz="1725" b="0">
                <a:solidFill>
                  <a:srgbClr val="20262C"/>
                </a:solidFill>
                <a:latin typeface="Arial"/>
                <a:ea typeface="Arial"/>
                <a:cs typeface="Arial"/>
              </a:defRPr>
            </a:pPr>
            <a:r>
              <a:rPr sz="1725" b="0">
                <a:solidFill>
                  <a:srgbClr val="20262C"/>
                </a:solidFill>
                <a:latin typeface="Arial"/>
                <a:ea typeface="Arial"/>
                <a:cs typeface="Arial"/>
              </a:rPr>
              <a:t>for client use</a:t>
            </a:r>
          </a:p>
        </p:txBody>
      </p:sp>
      <p:sp>
        <p:nvSpPr>
          <p:cNvPr id="43" name="!!client.generate.line">
            <a:extLst xmlns:a="http://schemas.openxmlformats.org/drawingml/2006/main">
              <a:ext uri="{FF2B5EF4-FFF2-40B4-BE49-F238E27FC236}">
                <a16:creationId xmlns:a16="http://schemas.microsoft.com/office/drawing/2014/main" id="{BD33AF4B-D253-4530-B460-2170CBCB7ECD}"/>
              </a:ext>
            </a:extLst>
          </p:cNvPr>
          <p:cNvSpPr>
            <a:spLocks xmlns:a="http://schemas.openxmlformats.org/drawingml/2006/main" noGrp="1"/>
          </p:cNvSpPr>
          <p:nvPr/>
        </p:nvSpPr>
        <p:spPr>
          <a:xfrm xmlns:a="http://schemas.openxmlformats.org/drawingml/2006/main" flipH="0" flipV="0">
            <a:off x="9163050" y="4838700"/>
            <a:ext cx="342900" cy="953"/>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44" name="!!client.generate.tip">
            <a:extLst xmlns:a="http://schemas.openxmlformats.org/drawingml/2006/main">
              <a:ext uri="{FF2B5EF4-FFF2-40B4-BE49-F238E27FC236}">
                <a16:creationId xmlns:a16="http://schemas.microsoft.com/office/drawing/2014/main" id="{8E633F75-66DD-4334-89C7-0985735AA74C}"/>
              </a:ext>
            </a:extLst>
          </p:cNvPr>
          <p:cNvSpPr>
            <a:spLocks xmlns:a="http://schemas.openxmlformats.org/drawingml/2006/main" noGrp="1"/>
          </p:cNvSpPr>
          <p:nvPr/>
        </p:nvSpPr>
        <p:spPr>
          <a:xfrm xmlns:a="http://schemas.openxmlformats.org/drawingml/2006/main" rot="5400000">
            <a:off x="9448800" y="4781550"/>
            <a:ext cx="114300" cy="11430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45" name="!!clientDoc">
            <a:extLst xmlns:a="http://schemas.openxmlformats.org/drawingml/2006/main">
              <a:ext uri="{FF2B5EF4-FFF2-40B4-BE49-F238E27FC236}">
                <a16:creationId xmlns:a16="http://schemas.microsoft.com/office/drawing/2014/main" id="{58AEBADF-E217-47D3-AF0D-40719CFD9546}"/>
              </a:ext>
            </a:extLst>
          </p:cNvPr>
          <p:cNvSpPr>
            <a:spLocks xmlns:a="http://schemas.openxmlformats.org/drawingml/2006/main" noGrp="1"/>
          </p:cNvSpPr>
          <p:nvPr/>
        </p:nvSpPr>
        <p:spPr>
          <a:xfrm xmlns:a="http://schemas.openxmlformats.org/drawingml/2006/main">
            <a:off x="9601200" y="2333625"/>
            <a:ext cx="4991100" cy="4857750"/>
          </a:xfrm>
          <a:prstGeom xmlns:a="http://schemas.openxmlformats.org/drawingml/2006/main" prst="rect">
            <a:avLst/>
          </a:prstGeom>
          <a:solidFill xmlns:a="http://schemas.openxmlformats.org/drawingml/2006/main">
            <a:srgbClr val="FFFFFF"/>
          </a:solidFill>
          <a:ln xmlns:a="http://schemas.openxmlformats.org/drawingml/2006/main" w="13335">
            <a:solidFill>
              <a:srgbClr val="7363A6"/>
            </a:solidFill>
            <a:prstDash val="solid"/>
          </a:ln>
        </p:spPr>
      </p:sp>
      <p:sp>
        <p:nvSpPr>
          <p:cNvPr id="46" name="!!clientDoc.title">
            <a:extLst xmlns:a="http://schemas.openxmlformats.org/drawingml/2006/main">
              <a:ext uri="{FF2B5EF4-FFF2-40B4-BE49-F238E27FC236}">
                <a16:creationId xmlns:a16="http://schemas.microsoft.com/office/drawing/2014/main" id="{1E2185E9-5AB3-4BD7-BD38-5B6DE7D09F0B}"/>
              </a:ext>
            </a:extLst>
          </p:cNvPr>
          <p:cNvSpPr>
            <a:spLocks xmlns:a="http://schemas.openxmlformats.org/drawingml/2006/main" noGrp="1"/>
          </p:cNvSpPr>
          <p:nvPr/>
        </p:nvSpPr>
        <p:spPr>
          <a:xfrm xmlns:a="http://schemas.openxmlformats.org/drawingml/2006/main">
            <a:off x="9829800" y="2514600"/>
            <a:ext cx="39909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7363A6"/>
                </a:solidFill>
                <a:latin typeface="Arial"/>
                <a:ea typeface="Arial"/>
                <a:cs typeface="Arial"/>
              </a:defRPr>
            </a:defPPr>
            <a:lvl1pPr algn="l">
              <a:defRPr sz="1950" b="1">
                <a:solidFill>
                  <a:srgbClr val="7363A6"/>
                </a:solidFill>
                <a:latin typeface="Arial"/>
                <a:ea typeface="Arial"/>
                <a:cs typeface="Arial"/>
              </a:defRPr>
            </a:lvl1pPr>
            <a:lvl2pPr algn="l">
              <a:defRPr sz="1950" b="1">
                <a:solidFill>
                  <a:srgbClr val="7363A6"/>
                </a:solidFill>
                <a:latin typeface="Arial"/>
                <a:ea typeface="Arial"/>
                <a:cs typeface="Arial"/>
              </a:defRPr>
            </a:lvl2pPr>
            <a:lvl3pPr algn="l">
              <a:defRPr sz="1950" b="1">
                <a:solidFill>
                  <a:srgbClr val="7363A6"/>
                </a:solidFill>
                <a:latin typeface="Arial"/>
                <a:ea typeface="Arial"/>
                <a:cs typeface="Arial"/>
              </a:defRPr>
            </a:lvl3pPr>
            <a:lvl4pPr algn="l">
              <a:defRPr sz="1950" b="1">
                <a:solidFill>
                  <a:srgbClr val="7363A6"/>
                </a:solidFill>
                <a:latin typeface="Arial"/>
                <a:ea typeface="Arial"/>
                <a:cs typeface="Arial"/>
              </a:defRPr>
            </a:lvl4pPr>
            <a:lvl5pPr algn="l">
              <a:defRPr sz="1950" b="1">
                <a:solidFill>
                  <a:srgbClr val="7363A6"/>
                </a:solidFill>
                <a:latin typeface="Arial"/>
                <a:ea typeface="Arial"/>
                <a:cs typeface="Arial"/>
              </a:defRPr>
            </a:lvl5pPr>
            <a:lvl6pPr algn="l">
              <a:defRPr sz="1950" b="1">
                <a:solidFill>
                  <a:srgbClr val="7363A6"/>
                </a:solidFill>
                <a:latin typeface="Arial"/>
                <a:ea typeface="Arial"/>
                <a:cs typeface="Arial"/>
              </a:defRPr>
            </a:lvl6pPr>
            <a:lvl7pPr algn="l">
              <a:defRPr sz="1950" b="1">
                <a:solidFill>
                  <a:srgbClr val="7363A6"/>
                </a:solidFill>
                <a:latin typeface="Arial"/>
                <a:ea typeface="Arial"/>
                <a:cs typeface="Arial"/>
              </a:defRPr>
            </a:lvl7pPr>
            <a:lvl8pPr algn="l">
              <a:defRPr sz="1950" b="1">
                <a:solidFill>
                  <a:srgbClr val="7363A6"/>
                </a:solidFill>
                <a:latin typeface="Arial"/>
                <a:ea typeface="Arial"/>
                <a:cs typeface="Arial"/>
              </a:defRPr>
            </a:lvl8pPr>
            <a:lvl9pPr algn="l">
              <a:defRPr sz="1950" b="1">
                <a:solidFill>
                  <a:srgbClr val="7363A6"/>
                </a:solidFill>
                <a:latin typeface="Arial"/>
                <a:ea typeface="Arial"/>
                <a:cs typeface="Arial"/>
              </a:defRPr>
            </a:lvl9pPr>
          </a:lstStyle>
          <a:p xmlns:a="http://schemas.openxmlformats.org/drawingml/2006/main">
            <a:pPr algn="l">
              <a:defRPr sz="1950" b="1">
                <a:solidFill>
                  <a:srgbClr val="7363A6"/>
                </a:solidFill>
                <a:latin typeface="Arial"/>
                <a:ea typeface="Arial"/>
                <a:cs typeface="Arial"/>
              </a:defRPr>
            </a:pPr>
            <a:r>
              <a:rPr sz="1950" b="1">
                <a:solidFill>
                  <a:srgbClr val="7363A6"/>
                </a:solidFill>
                <a:latin typeface="Arial"/>
                <a:ea typeface="Arial"/>
                <a:cs typeface="Arial"/>
              </a:rPr>
              <a:t>Quarterly client update</a:t>
            </a:r>
          </a:p>
        </p:txBody>
      </p:sp>
      <p:sp>
        <p:nvSpPr>
          <p:cNvPr id="47" name="!!clientDoc.version">
            <a:extLst xmlns:a="http://schemas.openxmlformats.org/drawingml/2006/main">
              <a:ext uri="{FF2B5EF4-FFF2-40B4-BE49-F238E27FC236}">
                <a16:creationId xmlns:a16="http://schemas.microsoft.com/office/drawing/2014/main" id="{C1131C4E-0ABF-43E1-B618-6D219ABB9AC7}"/>
              </a:ext>
            </a:extLst>
          </p:cNvPr>
          <p:cNvSpPr>
            <a:spLocks xmlns:a="http://schemas.openxmlformats.org/drawingml/2006/main" noGrp="1"/>
          </p:cNvSpPr>
          <p:nvPr/>
        </p:nvSpPr>
        <p:spPr>
          <a:xfrm xmlns:a="http://schemas.openxmlformats.org/drawingml/2006/main">
            <a:off x="13925550" y="2533650"/>
            <a:ext cx="428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650" b="1">
                <a:solidFill>
                  <a:srgbClr val="7363A6"/>
                </a:solidFill>
                <a:latin typeface="Arial"/>
                <a:ea typeface="Arial"/>
                <a:cs typeface="Arial"/>
              </a:defRPr>
            </a:defPPr>
            <a:lvl1pPr algn="r">
              <a:defRPr sz="1650" b="1">
                <a:solidFill>
                  <a:srgbClr val="7363A6"/>
                </a:solidFill>
                <a:latin typeface="Arial"/>
                <a:ea typeface="Arial"/>
                <a:cs typeface="Arial"/>
              </a:defRPr>
            </a:lvl1pPr>
            <a:lvl2pPr algn="r">
              <a:defRPr sz="1650" b="1">
                <a:solidFill>
                  <a:srgbClr val="7363A6"/>
                </a:solidFill>
                <a:latin typeface="Arial"/>
                <a:ea typeface="Arial"/>
                <a:cs typeface="Arial"/>
              </a:defRPr>
            </a:lvl2pPr>
            <a:lvl3pPr algn="r">
              <a:defRPr sz="1650" b="1">
                <a:solidFill>
                  <a:srgbClr val="7363A6"/>
                </a:solidFill>
                <a:latin typeface="Arial"/>
                <a:ea typeface="Arial"/>
                <a:cs typeface="Arial"/>
              </a:defRPr>
            </a:lvl3pPr>
            <a:lvl4pPr algn="r">
              <a:defRPr sz="1650" b="1">
                <a:solidFill>
                  <a:srgbClr val="7363A6"/>
                </a:solidFill>
                <a:latin typeface="Arial"/>
                <a:ea typeface="Arial"/>
                <a:cs typeface="Arial"/>
              </a:defRPr>
            </a:lvl4pPr>
            <a:lvl5pPr algn="r">
              <a:defRPr sz="1650" b="1">
                <a:solidFill>
                  <a:srgbClr val="7363A6"/>
                </a:solidFill>
                <a:latin typeface="Arial"/>
                <a:ea typeface="Arial"/>
                <a:cs typeface="Arial"/>
              </a:defRPr>
            </a:lvl5pPr>
            <a:lvl6pPr algn="r">
              <a:defRPr sz="1650" b="1">
                <a:solidFill>
                  <a:srgbClr val="7363A6"/>
                </a:solidFill>
                <a:latin typeface="Arial"/>
                <a:ea typeface="Arial"/>
                <a:cs typeface="Arial"/>
              </a:defRPr>
            </a:lvl6pPr>
            <a:lvl7pPr algn="r">
              <a:defRPr sz="1650" b="1">
                <a:solidFill>
                  <a:srgbClr val="7363A6"/>
                </a:solidFill>
                <a:latin typeface="Arial"/>
                <a:ea typeface="Arial"/>
                <a:cs typeface="Arial"/>
              </a:defRPr>
            </a:lvl7pPr>
            <a:lvl8pPr algn="r">
              <a:defRPr sz="1650" b="1">
                <a:solidFill>
                  <a:srgbClr val="7363A6"/>
                </a:solidFill>
                <a:latin typeface="Arial"/>
                <a:ea typeface="Arial"/>
                <a:cs typeface="Arial"/>
              </a:defRPr>
            </a:lvl8pPr>
            <a:lvl9pPr algn="r">
              <a:defRPr sz="1650" b="1">
                <a:solidFill>
                  <a:srgbClr val="7363A6"/>
                </a:solidFill>
                <a:latin typeface="Arial"/>
                <a:ea typeface="Arial"/>
                <a:cs typeface="Arial"/>
              </a:defRPr>
            </a:lvl9pPr>
          </a:lstStyle>
          <a:p xmlns:a="http://schemas.openxmlformats.org/drawingml/2006/main">
            <a:pPr algn="r">
              <a:defRPr sz="1650" b="1">
                <a:solidFill>
                  <a:srgbClr val="7363A6"/>
                </a:solidFill>
                <a:latin typeface="Arial"/>
                <a:ea typeface="Arial"/>
                <a:cs typeface="Arial"/>
              </a:defRPr>
            </a:pPr>
            <a:r>
              <a:rPr sz="1650" b="1">
                <a:solidFill>
                  <a:srgbClr val="7363A6"/>
                </a:solidFill>
                <a:latin typeface="Arial"/>
                <a:ea typeface="Arial"/>
                <a:cs typeface="Arial"/>
              </a:rPr>
              <a:t>V1</a:t>
            </a:r>
          </a:p>
        </p:txBody>
      </p:sp>
      <p:sp>
        <p:nvSpPr>
          <p:cNvPr id="48" name="!!clientDoc.rule">
            <a:extLst xmlns:a="http://schemas.openxmlformats.org/drawingml/2006/main">
              <a:ext uri="{FF2B5EF4-FFF2-40B4-BE49-F238E27FC236}">
                <a16:creationId xmlns:a16="http://schemas.microsoft.com/office/drawing/2014/main" id="{57EC741D-1E4C-467C-ABE9-228368C1EA84}"/>
              </a:ext>
            </a:extLst>
          </p:cNvPr>
          <p:cNvSpPr>
            <a:spLocks xmlns:a="http://schemas.openxmlformats.org/drawingml/2006/main" noGrp="1"/>
          </p:cNvSpPr>
          <p:nvPr/>
        </p:nvSpPr>
        <p:spPr>
          <a:xfrm xmlns:a="http://schemas.openxmlformats.org/drawingml/2006/main" flipH="0" flipV="0">
            <a:off x="9829800" y="3057525"/>
            <a:ext cx="4533900" cy="953"/>
          </a:xfrm>
          <a:prstGeom xmlns:a="http://schemas.openxmlformats.org/drawingml/2006/main" prst="line">
            <a:avLst/>
          </a:prstGeom>
          <a:noFill xmlns:a="http://schemas.openxmlformats.org/drawingml/2006/main"/>
          <a:ln xmlns:a="http://schemas.openxmlformats.org/drawingml/2006/main" w="14288">
            <a:solidFill>
              <a:srgbClr val="7363A6"/>
            </a:solidFill>
            <a:prstDash val="solid"/>
          </a:ln>
        </p:spPr>
      </p:sp>
      <p:sp>
        <p:nvSpPr>
          <p:cNvPr id="49" name="!!clientDoc.highlight.product">
            <a:extLst xmlns:a="http://schemas.openxmlformats.org/drawingml/2006/main">
              <a:ext uri="{FF2B5EF4-FFF2-40B4-BE49-F238E27FC236}">
                <a16:creationId xmlns:a16="http://schemas.microsoft.com/office/drawing/2014/main" id="{9F1648BD-2BFE-4BA8-88F4-BA37CA43C1E8}"/>
              </a:ext>
            </a:extLst>
          </p:cNvPr>
          <p:cNvSpPr>
            <a:spLocks xmlns:a="http://schemas.openxmlformats.org/drawingml/2006/main" noGrp="1"/>
          </p:cNvSpPr>
          <p:nvPr/>
        </p:nvSpPr>
        <p:spPr>
          <a:xfrm xmlns:a="http://schemas.openxmlformats.org/drawingml/2006/main">
            <a:off x="9763125" y="3190875"/>
            <a:ext cx="4667250" cy="800100"/>
          </a:xfrm>
          <a:prstGeom xmlns:a="http://schemas.openxmlformats.org/drawingml/2006/main" prst="rect">
            <a:avLst/>
          </a:prstGeom>
          <a:noFill xmlns:a="http://schemas.openxmlformats.org/drawingml/2006/main"/>
          <a:ln xmlns:a="http://schemas.openxmlformats.org/drawingml/2006/main" w="0">
            <a:noFill/>
            <a:prstDash val="solid"/>
          </a:ln>
        </p:spPr>
      </p:sp>
      <p:sp>
        <p:nvSpPr>
          <p:cNvPr id="50" name="!!clientDoc.label.product">
            <a:extLst xmlns:a="http://schemas.openxmlformats.org/drawingml/2006/main">
              <a:ext uri="{FF2B5EF4-FFF2-40B4-BE49-F238E27FC236}">
                <a16:creationId xmlns:a16="http://schemas.microsoft.com/office/drawing/2014/main" id="{1D2BE08B-E7A9-4489-B0A4-2CF3B6479944}"/>
              </a:ext>
            </a:extLst>
          </p:cNvPr>
          <p:cNvSpPr>
            <a:spLocks xmlns:a="http://schemas.openxmlformats.org/drawingml/2006/main" noGrp="1"/>
          </p:cNvSpPr>
          <p:nvPr/>
        </p:nvSpPr>
        <p:spPr>
          <a:xfrm xmlns:a="http://schemas.openxmlformats.org/drawingml/2006/main">
            <a:off x="9839325" y="3248025"/>
            <a:ext cx="4514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20262C"/>
                </a:solidFill>
                <a:latin typeface="Arial"/>
                <a:ea typeface="Arial"/>
                <a:cs typeface="Arial"/>
              </a:defRPr>
            </a:defPPr>
            <a:lvl1pPr algn="l">
              <a:defRPr sz="1575" b="1">
                <a:solidFill>
                  <a:srgbClr val="20262C"/>
                </a:solidFill>
                <a:latin typeface="Arial"/>
                <a:ea typeface="Arial"/>
                <a:cs typeface="Arial"/>
              </a:defRPr>
            </a:lvl1pPr>
            <a:lvl2pPr algn="l">
              <a:defRPr sz="1575" b="1">
                <a:solidFill>
                  <a:srgbClr val="20262C"/>
                </a:solidFill>
                <a:latin typeface="Arial"/>
                <a:ea typeface="Arial"/>
                <a:cs typeface="Arial"/>
              </a:defRPr>
            </a:lvl2pPr>
            <a:lvl3pPr algn="l">
              <a:defRPr sz="1575" b="1">
                <a:solidFill>
                  <a:srgbClr val="20262C"/>
                </a:solidFill>
                <a:latin typeface="Arial"/>
                <a:ea typeface="Arial"/>
                <a:cs typeface="Arial"/>
              </a:defRPr>
            </a:lvl3pPr>
            <a:lvl4pPr algn="l">
              <a:defRPr sz="1575" b="1">
                <a:solidFill>
                  <a:srgbClr val="20262C"/>
                </a:solidFill>
                <a:latin typeface="Arial"/>
                <a:ea typeface="Arial"/>
                <a:cs typeface="Arial"/>
              </a:defRPr>
            </a:lvl4pPr>
            <a:lvl5pPr algn="l">
              <a:defRPr sz="1575" b="1">
                <a:solidFill>
                  <a:srgbClr val="20262C"/>
                </a:solidFill>
                <a:latin typeface="Arial"/>
                <a:ea typeface="Arial"/>
                <a:cs typeface="Arial"/>
              </a:defRPr>
            </a:lvl5pPr>
            <a:lvl6pPr algn="l">
              <a:defRPr sz="1575" b="1">
                <a:solidFill>
                  <a:srgbClr val="20262C"/>
                </a:solidFill>
                <a:latin typeface="Arial"/>
                <a:ea typeface="Arial"/>
                <a:cs typeface="Arial"/>
              </a:defRPr>
            </a:lvl6pPr>
            <a:lvl7pPr algn="l">
              <a:defRPr sz="1575" b="1">
                <a:solidFill>
                  <a:srgbClr val="20262C"/>
                </a:solidFill>
                <a:latin typeface="Arial"/>
                <a:ea typeface="Arial"/>
                <a:cs typeface="Arial"/>
              </a:defRPr>
            </a:lvl7pPr>
            <a:lvl8pPr algn="l">
              <a:defRPr sz="1575" b="1">
                <a:solidFill>
                  <a:srgbClr val="20262C"/>
                </a:solidFill>
                <a:latin typeface="Arial"/>
                <a:ea typeface="Arial"/>
                <a:cs typeface="Arial"/>
              </a:defRPr>
            </a:lvl8pPr>
            <a:lvl9pPr algn="l">
              <a:defRPr sz="1575" b="1">
                <a:solidFill>
                  <a:srgbClr val="20262C"/>
                </a:solidFill>
                <a:latin typeface="Arial"/>
                <a:ea typeface="Arial"/>
                <a:cs typeface="Arial"/>
              </a:defRPr>
            </a:lvl9pPr>
          </a:lstStyle>
          <a:p xmlns:a="http://schemas.openxmlformats.org/drawingml/2006/main">
            <a:pPr algn="l">
              <a:defRPr sz="1575" b="1">
                <a:solidFill>
                  <a:srgbClr val="20262C"/>
                </a:solidFill>
                <a:latin typeface="Arial"/>
                <a:ea typeface="Arial"/>
                <a:cs typeface="Arial"/>
              </a:defRPr>
            </a:pPr>
            <a:r>
              <a:rPr sz="1575" b="1">
                <a:solidFill>
                  <a:srgbClr val="20262C"/>
                </a:solidFill>
                <a:latin typeface="Arial"/>
                <a:ea typeface="Arial"/>
                <a:cs typeface="Arial"/>
              </a:rPr>
              <a:t>Fund name</a:t>
            </a:r>
          </a:p>
        </p:txBody>
      </p:sp>
      <p:sp>
        <p:nvSpPr>
          <p:cNvPr id="51" name="!!clientDoc.value.product">
            <a:extLst xmlns:a="http://schemas.openxmlformats.org/drawingml/2006/main">
              <a:ext uri="{FF2B5EF4-FFF2-40B4-BE49-F238E27FC236}">
                <a16:creationId xmlns:a16="http://schemas.microsoft.com/office/drawing/2014/main" id="{C2692D49-4A8E-4D7D-A44B-75757F3CDB8C}"/>
              </a:ext>
            </a:extLst>
          </p:cNvPr>
          <p:cNvSpPr>
            <a:spLocks xmlns:a="http://schemas.openxmlformats.org/drawingml/2006/main" noGrp="1"/>
          </p:cNvSpPr>
          <p:nvPr/>
        </p:nvSpPr>
        <p:spPr>
          <a:xfrm xmlns:a="http://schemas.openxmlformats.org/drawingml/2006/main">
            <a:off x="9839325" y="3552825"/>
            <a:ext cx="45148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20262C"/>
                </a:solidFill>
                <a:latin typeface="Arial"/>
                <a:ea typeface="Arial"/>
                <a:cs typeface="Arial"/>
              </a:defRPr>
            </a:defPPr>
            <a:lvl1pPr algn="l">
              <a:defRPr sz="1650" b="0">
                <a:solidFill>
                  <a:srgbClr val="20262C"/>
                </a:solidFill>
                <a:latin typeface="Arial"/>
                <a:ea typeface="Arial"/>
                <a:cs typeface="Arial"/>
              </a:defRPr>
            </a:lvl1pPr>
            <a:lvl2pPr algn="l">
              <a:defRPr sz="1650" b="0">
                <a:solidFill>
                  <a:srgbClr val="20262C"/>
                </a:solidFill>
                <a:latin typeface="Arial"/>
                <a:ea typeface="Arial"/>
                <a:cs typeface="Arial"/>
              </a:defRPr>
            </a:lvl2pPr>
            <a:lvl3pPr algn="l">
              <a:defRPr sz="1650" b="0">
                <a:solidFill>
                  <a:srgbClr val="20262C"/>
                </a:solidFill>
                <a:latin typeface="Arial"/>
                <a:ea typeface="Arial"/>
                <a:cs typeface="Arial"/>
              </a:defRPr>
            </a:lvl3pPr>
            <a:lvl4pPr algn="l">
              <a:defRPr sz="1650" b="0">
                <a:solidFill>
                  <a:srgbClr val="20262C"/>
                </a:solidFill>
                <a:latin typeface="Arial"/>
                <a:ea typeface="Arial"/>
                <a:cs typeface="Arial"/>
              </a:defRPr>
            </a:lvl4pPr>
            <a:lvl5pPr algn="l">
              <a:defRPr sz="1650" b="0">
                <a:solidFill>
                  <a:srgbClr val="20262C"/>
                </a:solidFill>
                <a:latin typeface="Arial"/>
                <a:ea typeface="Arial"/>
                <a:cs typeface="Arial"/>
              </a:defRPr>
            </a:lvl5pPr>
            <a:lvl6pPr algn="l">
              <a:defRPr sz="1650" b="0">
                <a:solidFill>
                  <a:srgbClr val="20262C"/>
                </a:solidFill>
                <a:latin typeface="Arial"/>
                <a:ea typeface="Arial"/>
                <a:cs typeface="Arial"/>
              </a:defRPr>
            </a:lvl6pPr>
            <a:lvl7pPr algn="l">
              <a:defRPr sz="1650" b="0">
                <a:solidFill>
                  <a:srgbClr val="20262C"/>
                </a:solidFill>
                <a:latin typeface="Arial"/>
                <a:ea typeface="Arial"/>
                <a:cs typeface="Arial"/>
              </a:defRPr>
            </a:lvl7pPr>
            <a:lvl8pPr algn="l">
              <a:defRPr sz="1650" b="0">
                <a:solidFill>
                  <a:srgbClr val="20262C"/>
                </a:solidFill>
                <a:latin typeface="Arial"/>
                <a:ea typeface="Arial"/>
                <a:cs typeface="Arial"/>
              </a:defRPr>
            </a:lvl8pPr>
            <a:lvl9pPr algn="l">
              <a:defRPr sz="1650" b="0">
                <a:solidFill>
                  <a:srgbClr val="20262C"/>
                </a:solidFill>
                <a:latin typeface="Arial"/>
                <a:ea typeface="Arial"/>
                <a:cs typeface="Arial"/>
              </a:defRPr>
            </a:lvl9pPr>
          </a:lstStyle>
          <a:p xmlns:a="http://schemas.openxmlformats.org/drawingml/2006/main">
            <a:pPr algn="l">
              <a:defRPr sz="1650" b="0">
                <a:solidFill>
                  <a:srgbClr val="20262C"/>
                </a:solidFill>
                <a:latin typeface="Arial"/>
                <a:ea typeface="Arial"/>
                <a:cs typeface="Arial"/>
              </a:defRPr>
            </a:pPr>
            <a:r>
              <a:rPr sz="1650" b="0">
                <a:solidFill>
                  <a:srgbClr val="20262C"/>
                </a:solidFill>
                <a:latin typeface="Arial"/>
                <a:ea typeface="Arial"/>
                <a:cs typeface="Arial"/>
              </a:rPr>
              <a:t>Product A Select</a:t>
            </a:r>
          </a:p>
        </p:txBody>
      </p:sp>
      <p:sp>
        <p:nvSpPr>
          <p:cNvPr id="52" name="!!clientDoc.highlight.period">
            <a:extLst xmlns:a="http://schemas.openxmlformats.org/drawingml/2006/main">
              <a:ext uri="{FF2B5EF4-FFF2-40B4-BE49-F238E27FC236}">
                <a16:creationId xmlns:a16="http://schemas.microsoft.com/office/drawing/2014/main" id="{C782B766-6860-423B-B08A-555C2A702FF6}"/>
              </a:ext>
            </a:extLst>
          </p:cNvPr>
          <p:cNvSpPr>
            <a:spLocks xmlns:a="http://schemas.openxmlformats.org/drawingml/2006/main" noGrp="1"/>
          </p:cNvSpPr>
          <p:nvPr/>
        </p:nvSpPr>
        <p:spPr>
          <a:xfrm xmlns:a="http://schemas.openxmlformats.org/drawingml/2006/main">
            <a:off x="9763125" y="3914775"/>
            <a:ext cx="4667250" cy="685800"/>
          </a:xfrm>
          <a:prstGeom xmlns:a="http://schemas.openxmlformats.org/drawingml/2006/main" prst="rect">
            <a:avLst/>
          </a:prstGeom>
          <a:noFill xmlns:a="http://schemas.openxmlformats.org/drawingml/2006/main"/>
          <a:ln xmlns:a="http://schemas.openxmlformats.org/drawingml/2006/main" w="0">
            <a:noFill/>
            <a:prstDash val="solid"/>
          </a:ln>
        </p:spPr>
      </p:sp>
      <p:sp>
        <p:nvSpPr>
          <p:cNvPr id="53" name="!!clientDoc.label.period">
            <a:extLst xmlns:a="http://schemas.openxmlformats.org/drawingml/2006/main">
              <a:ext uri="{FF2B5EF4-FFF2-40B4-BE49-F238E27FC236}">
                <a16:creationId xmlns:a16="http://schemas.microsoft.com/office/drawing/2014/main" id="{B7023388-DF9A-4D63-BC3F-DCFA821E3DF7}"/>
              </a:ext>
            </a:extLst>
          </p:cNvPr>
          <p:cNvSpPr>
            <a:spLocks xmlns:a="http://schemas.openxmlformats.org/drawingml/2006/main" noGrp="1"/>
          </p:cNvSpPr>
          <p:nvPr/>
        </p:nvSpPr>
        <p:spPr>
          <a:xfrm xmlns:a="http://schemas.openxmlformats.org/drawingml/2006/main">
            <a:off x="9839325" y="3971925"/>
            <a:ext cx="4514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20262C"/>
                </a:solidFill>
                <a:latin typeface="Arial"/>
                <a:ea typeface="Arial"/>
                <a:cs typeface="Arial"/>
              </a:defRPr>
            </a:defPPr>
            <a:lvl1pPr algn="l">
              <a:defRPr sz="1575" b="1">
                <a:solidFill>
                  <a:srgbClr val="20262C"/>
                </a:solidFill>
                <a:latin typeface="Arial"/>
                <a:ea typeface="Arial"/>
                <a:cs typeface="Arial"/>
              </a:defRPr>
            </a:lvl1pPr>
            <a:lvl2pPr algn="l">
              <a:defRPr sz="1575" b="1">
                <a:solidFill>
                  <a:srgbClr val="20262C"/>
                </a:solidFill>
                <a:latin typeface="Arial"/>
                <a:ea typeface="Arial"/>
                <a:cs typeface="Arial"/>
              </a:defRPr>
            </a:lvl2pPr>
            <a:lvl3pPr algn="l">
              <a:defRPr sz="1575" b="1">
                <a:solidFill>
                  <a:srgbClr val="20262C"/>
                </a:solidFill>
                <a:latin typeface="Arial"/>
                <a:ea typeface="Arial"/>
                <a:cs typeface="Arial"/>
              </a:defRPr>
            </a:lvl3pPr>
            <a:lvl4pPr algn="l">
              <a:defRPr sz="1575" b="1">
                <a:solidFill>
                  <a:srgbClr val="20262C"/>
                </a:solidFill>
                <a:latin typeface="Arial"/>
                <a:ea typeface="Arial"/>
                <a:cs typeface="Arial"/>
              </a:defRPr>
            </a:lvl4pPr>
            <a:lvl5pPr algn="l">
              <a:defRPr sz="1575" b="1">
                <a:solidFill>
                  <a:srgbClr val="20262C"/>
                </a:solidFill>
                <a:latin typeface="Arial"/>
                <a:ea typeface="Arial"/>
                <a:cs typeface="Arial"/>
              </a:defRPr>
            </a:lvl5pPr>
            <a:lvl6pPr algn="l">
              <a:defRPr sz="1575" b="1">
                <a:solidFill>
                  <a:srgbClr val="20262C"/>
                </a:solidFill>
                <a:latin typeface="Arial"/>
                <a:ea typeface="Arial"/>
                <a:cs typeface="Arial"/>
              </a:defRPr>
            </a:lvl6pPr>
            <a:lvl7pPr algn="l">
              <a:defRPr sz="1575" b="1">
                <a:solidFill>
                  <a:srgbClr val="20262C"/>
                </a:solidFill>
                <a:latin typeface="Arial"/>
                <a:ea typeface="Arial"/>
                <a:cs typeface="Arial"/>
              </a:defRPr>
            </a:lvl7pPr>
            <a:lvl8pPr algn="l">
              <a:defRPr sz="1575" b="1">
                <a:solidFill>
                  <a:srgbClr val="20262C"/>
                </a:solidFill>
                <a:latin typeface="Arial"/>
                <a:ea typeface="Arial"/>
                <a:cs typeface="Arial"/>
              </a:defRPr>
            </a:lvl8pPr>
            <a:lvl9pPr algn="l">
              <a:defRPr sz="1575" b="1">
                <a:solidFill>
                  <a:srgbClr val="20262C"/>
                </a:solidFill>
                <a:latin typeface="Arial"/>
                <a:ea typeface="Arial"/>
                <a:cs typeface="Arial"/>
              </a:defRPr>
            </a:lvl9pPr>
          </a:lstStyle>
          <a:p xmlns:a="http://schemas.openxmlformats.org/drawingml/2006/main">
            <a:pPr algn="l">
              <a:defRPr sz="1575" b="1">
                <a:solidFill>
                  <a:srgbClr val="20262C"/>
                </a:solidFill>
                <a:latin typeface="Arial"/>
                <a:ea typeface="Arial"/>
                <a:cs typeface="Arial"/>
              </a:defRPr>
            </a:pPr>
            <a:r>
              <a:rPr sz="1575" b="1">
                <a:solidFill>
                  <a:srgbClr val="20262C"/>
                </a:solidFill>
                <a:latin typeface="Arial"/>
                <a:ea typeface="Arial"/>
                <a:cs typeface="Arial"/>
              </a:rPr>
              <a:t>Source version</a:t>
            </a:r>
          </a:p>
        </p:txBody>
      </p:sp>
      <p:sp>
        <p:nvSpPr>
          <p:cNvPr id="54" name="!!clientDoc.value.period">
            <a:extLst xmlns:a="http://schemas.openxmlformats.org/drawingml/2006/main">
              <a:ext uri="{FF2B5EF4-FFF2-40B4-BE49-F238E27FC236}">
                <a16:creationId xmlns:a16="http://schemas.microsoft.com/office/drawing/2014/main" id="{37B7FCEF-E018-405A-82DF-B7D304CEEFD0}"/>
              </a:ext>
            </a:extLst>
          </p:cNvPr>
          <p:cNvSpPr>
            <a:spLocks xmlns:a="http://schemas.openxmlformats.org/drawingml/2006/main" noGrp="1"/>
          </p:cNvSpPr>
          <p:nvPr/>
        </p:nvSpPr>
        <p:spPr>
          <a:xfrm xmlns:a="http://schemas.openxmlformats.org/drawingml/2006/main">
            <a:off x="9839325" y="4276725"/>
            <a:ext cx="4514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20262C"/>
                </a:solidFill>
                <a:latin typeface="Arial"/>
                <a:ea typeface="Arial"/>
                <a:cs typeface="Arial"/>
              </a:defRPr>
            </a:defPPr>
            <a:lvl1pPr algn="l">
              <a:defRPr sz="1650" b="0">
                <a:solidFill>
                  <a:srgbClr val="20262C"/>
                </a:solidFill>
                <a:latin typeface="Arial"/>
                <a:ea typeface="Arial"/>
                <a:cs typeface="Arial"/>
              </a:defRPr>
            </a:lvl1pPr>
            <a:lvl2pPr algn="l">
              <a:defRPr sz="1650" b="0">
                <a:solidFill>
                  <a:srgbClr val="20262C"/>
                </a:solidFill>
                <a:latin typeface="Arial"/>
                <a:ea typeface="Arial"/>
                <a:cs typeface="Arial"/>
              </a:defRPr>
            </a:lvl2pPr>
            <a:lvl3pPr algn="l">
              <a:defRPr sz="1650" b="0">
                <a:solidFill>
                  <a:srgbClr val="20262C"/>
                </a:solidFill>
                <a:latin typeface="Arial"/>
                <a:ea typeface="Arial"/>
                <a:cs typeface="Arial"/>
              </a:defRPr>
            </a:lvl3pPr>
            <a:lvl4pPr algn="l">
              <a:defRPr sz="1650" b="0">
                <a:solidFill>
                  <a:srgbClr val="20262C"/>
                </a:solidFill>
                <a:latin typeface="Arial"/>
                <a:ea typeface="Arial"/>
                <a:cs typeface="Arial"/>
              </a:defRPr>
            </a:lvl4pPr>
            <a:lvl5pPr algn="l">
              <a:defRPr sz="1650" b="0">
                <a:solidFill>
                  <a:srgbClr val="20262C"/>
                </a:solidFill>
                <a:latin typeface="Arial"/>
                <a:ea typeface="Arial"/>
                <a:cs typeface="Arial"/>
              </a:defRPr>
            </a:lvl5pPr>
            <a:lvl6pPr algn="l">
              <a:defRPr sz="1650" b="0">
                <a:solidFill>
                  <a:srgbClr val="20262C"/>
                </a:solidFill>
                <a:latin typeface="Arial"/>
                <a:ea typeface="Arial"/>
                <a:cs typeface="Arial"/>
              </a:defRPr>
            </a:lvl6pPr>
            <a:lvl7pPr algn="l">
              <a:defRPr sz="1650" b="0">
                <a:solidFill>
                  <a:srgbClr val="20262C"/>
                </a:solidFill>
                <a:latin typeface="Arial"/>
                <a:ea typeface="Arial"/>
                <a:cs typeface="Arial"/>
              </a:defRPr>
            </a:lvl7pPr>
            <a:lvl8pPr algn="l">
              <a:defRPr sz="1650" b="0">
                <a:solidFill>
                  <a:srgbClr val="20262C"/>
                </a:solidFill>
                <a:latin typeface="Arial"/>
                <a:ea typeface="Arial"/>
                <a:cs typeface="Arial"/>
              </a:defRPr>
            </a:lvl8pPr>
            <a:lvl9pPr algn="l">
              <a:defRPr sz="1650" b="0">
                <a:solidFill>
                  <a:srgbClr val="20262C"/>
                </a:solidFill>
                <a:latin typeface="Arial"/>
                <a:ea typeface="Arial"/>
                <a:cs typeface="Arial"/>
              </a:defRPr>
            </a:lvl9pPr>
          </a:lstStyle>
          <a:p xmlns:a="http://schemas.openxmlformats.org/drawingml/2006/main">
            <a:pPr algn="l">
              <a:defRPr sz="1650" b="0">
                <a:solidFill>
                  <a:srgbClr val="20262C"/>
                </a:solidFill>
                <a:latin typeface="Arial"/>
                <a:ea typeface="Arial"/>
                <a:cs typeface="Arial"/>
              </a:defRPr>
            </a:pPr>
            <a:r>
              <a:rPr sz="1650" b="0">
                <a:solidFill>
                  <a:srgbClr val="20262C"/>
                </a:solidFill>
                <a:latin typeface="Arial"/>
                <a:ea typeface="Arial"/>
                <a:cs typeface="Arial"/>
              </a:rPr>
              <a:t>Q2 2026 product information, V1</a:t>
            </a:r>
          </a:p>
        </p:txBody>
      </p:sp>
      <p:sp>
        <p:nvSpPr>
          <p:cNvPr id="55" name="!!clientDoc.highlight.view">
            <a:extLst xmlns:a="http://schemas.openxmlformats.org/drawingml/2006/main">
              <a:ext uri="{FF2B5EF4-FFF2-40B4-BE49-F238E27FC236}">
                <a16:creationId xmlns:a16="http://schemas.microsoft.com/office/drawing/2014/main" id="{CF4806FB-E7CA-4DAF-A03A-31579F43134F}"/>
              </a:ext>
            </a:extLst>
          </p:cNvPr>
          <p:cNvSpPr>
            <a:spLocks xmlns:a="http://schemas.openxmlformats.org/drawingml/2006/main" noGrp="1"/>
          </p:cNvSpPr>
          <p:nvPr/>
        </p:nvSpPr>
        <p:spPr>
          <a:xfrm xmlns:a="http://schemas.openxmlformats.org/drawingml/2006/main">
            <a:off x="9763125" y="4638675"/>
            <a:ext cx="4667250" cy="1419225"/>
          </a:xfrm>
          <a:prstGeom xmlns:a="http://schemas.openxmlformats.org/drawingml/2006/main" prst="rect">
            <a:avLst/>
          </a:prstGeom>
          <a:noFill xmlns:a="http://schemas.openxmlformats.org/drawingml/2006/main"/>
          <a:ln xmlns:a="http://schemas.openxmlformats.org/drawingml/2006/main" w="0">
            <a:noFill/>
            <a:prstDash val="solid"/>
          </a:ln>
        </p:spPr>
      </p:sp>
      <p:sp>
        <p:nvSpPr>
          <p:cNvPr id="56" name="!!clientDoc.label.view">
            <a:extLst xmlns:a="http://schemas.openxmlformats.org/drawingml/2006/main">
              <a:ext uri="{FF2B5EF4-FFF2-40B4-BE49-F238E27FC236}">
                <a16:creationId xmlns:a16="http://schemas.microsoft.com/office/drawing/2014/main" id="{0FCF63BB-A1F7-420D-BCEC-8C474987E5A3}"/>
              </a:ext>
            </a:extLst>
          </p:cNvPr>
          <p:cNvSpPr>
            <a:spLocks xmlns:a="http://schemas.openxmlformats.org/drawingml/2006/main" noGrp="1"/>
          </p:cNvSpPr>
          <p:nvPr/>
        </p:nvSpPr>
        <p:spPr>
          <a:xfrm xmlns:a="http://schemas.openxmlformats.org/drawingml/2006/main">
            <a:off x="9839325" y="4695825"/>
            <a:ext cx="4514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20262C"/>
                </a:solidFill>
                <a:latin typeface="Arial"/>
                <a:ea typeface="Arial"/>
                <a:cs typeface="Arial"/>
              </a:defRPr>
            </a:defPPr>
            <a:lvl1pPr algn="l">
              <a:defRPr sz="1575" b="1">
                <a:solidFill>
                  <a:srgbClr val="20262C"/>
                </a:solidFill>
                <a:latin typeface="Arial"/>
                <a:ea typeface="Arial"/>
                <a:cs typeface="Arial"/>
              </a:defRPr>
            </a:lvl1pPr>
            <a:lvl2pPr algn="l">
              <a:defRPr sz="1575" b="1">
                <a:solidFill>
                  <a:srgbClr val="20262C"/>
                </a:solidFill>
                <a:latin typeface="Arial"/>
                <a:ea typeface="Arial"/>
                <a:cs typeface="Arial"/>
              </a:defRPr>
            </a:lvl2pPr>
            <a:lvl3pPr algn="l">
              <a:defRPr sz="1575" b="1">
                <a:solidFill>
                  <a:srgbClr val="20262C"/>
                </a:solidFill>
                <a:latin typeface="Arial"/>
                <a:ea typeface="Arial"/>
                <a:cs typeface="Arial"/>
              </a:defRPr>
            </a:lvl3pPr>
            <a:lvl4pPr algn="l">
              <a:defRPr sz="1575" b="1">
                <a:solidFill>
                  <a:srgbClr val="20262C"/>
                </a:solidFill>
                <a:latin typeface="Arial"/>
                <a:ea typeface="Arial"/>
                <a:cs typeface="Arial"/>
              </a:defRPr>
            </a:lvl4pPr>
            <a:lvl5pPr algn="l">
              <a:defRPr sz="1575" b="1">
                <a:solidFill>
                  <a:srgbClr val="20262C"/>
                </a:solidFill>
                <a:latin typeface="Arial"/>
                <a:ea typeface="Arial"/>
                <a:cs typeface="Arial"/>
              </a:defRPr>
            </a:lvl5pPr>
            <a:lvl6pPr algn="l">
              <a:defRPr sz="1575" b="1">
                <a:solidFill>
                  <a:srgbClr val="20262C"/>
                </a:solidFill>
                <a:latin typeface="Arial"/>
                <a:ea typeface="Arial"/>
                <a:cs typeface="Arial"/>
              </a:defRPr>
            </a:lvl6pPr>
            <a:lvl7pPr algn="l">
              <a:defRPr sz="1575" b="1">
                <a:solidFill>
                  <a:srgbClr val="20262C"/>
                </a:solidFill>
                <a:latin typeface="Arial"/>
                <a:ea typeface="Arial"/>
                <a:cs typeface="Arial"/>
              </a:defRPr>
            </a:lvl7pPr>
            <a:lvl8pPr algn="l">
              <a:defRPr sz="1575" b="1">
                <a:solidFill>
                  <a:srgbClr val="20262C"/>
                </a:solidFill>
                <a:latin typeface="Arial"/>
                <a:ea typeface="Arial"/>
                <a:cs typeface="Arial"/>
              </a:defRPr>
            </a:lvl8pPr>
            <a:lvl9pPr algn="l">
              <a:defRPr sz="1575" b="1">
                <a:solidFill>
                  <a:srgbClr val="20262C"/>
                </a:solidFill>
                <a:latin typeface="Arial"/>
                <a:ea typeface="Arial"/>
                <a:cs typeface="Arial"/>
              </a:defRPr>
            </a:lvl9pPr>
          </a:lstStyle>
          <a:p xmlns:a="http://schemas.openxmlformats.org/drawingml/2006/main">
            <a:pPr algn="l">
              <a:defRPr sz="1575" b="1">
                <a:solidFill>
                  <a:srgbClr val="20262C"/>
                </a:solidFill>
                <a:latin typeface="Arial"/>
                <a:ea typeface="Arial"/>
                <a:cs typeface="Arial"/>
              </a:defRPr>
            </a:pPr>
            <a:r>
              <a:rPr sz="1575" b="1">
                <a:solidFill>
                  <a:srgbClr val="20262C"/>
                </a:solidFill>
                <a:latin typeface="Arial"/>
                <a:ea typeface="Arial"/>
                <a:cs typeface="Arial"/>
              </a:rPr>
              <a:t>Current view</a:t>
            </a:r>
          </a:p>
        </p:txBody>
      </p:sp>
      <p:sp>
        <p:nvSpPr>
          <p:cNvPr id="57" name="!!clientDoc.value.view">
            <a:extLst xmlns:a="http://schemas.openxmlformats.org/drawingml/2006/main">
              <a:ext uri="{FF2B5EF4-FFF2-40B4-BE49-F238E27FC236}">
                <a16:creationId xmlns:a16="http://schemas.microsoft.com/office/drawing/2014/main" id="{8538DEFB-599E-44A8-A65E-B146DF2E259B}"/>
              </a:ext>
            </a:extLst>
          </p:cNvPr>
          <p:cNvSpPr>
            <a:spLocks xmlns:a="http://schemas.openxmlformats.org/drawingml/2006/main" noGrp="1"/>
          </p:cNvSpPr>
          <p:nvPr/>
        </p:nvSpPr>
        <p:spPr>
          <a:xfrm xmlns:a="http://schemas.openxmlformats.org/drawingml/2006/main">
            <a:off x="9839325" y="5000625"/>
            <a:ext cx="45148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20262C"/>
                </a:solidFill>
                <a:latin typeface="Arial"/>
                <a:ea typeface="Arial"/>
                <a:cs typeface="Arial"/>
              </a:defRPr>
            </a:defPPr>
            <a:lvl1pPr algn="l">
              <a:defRPr sz="1650" b="0">
                <a:solidFill>
                  <a:srgbClr val="20262C"/>
                </a:solidFill>
                <a:latin typeface="Arial"/>
                <a:ea typeface="Arial"/>
                <a:cs typeface="Arial"/>
              </a:defRPr>
            </a:lvl1pPr>
            <a:lvl2pPr algn="l">
              <a:defRPr sz="1650" b="0">
                <a:solidFill>
                  <a:srgbClr val="20262C"/>
                </a:solidFill>
                <a:latin typeface="Arial"/>
                <a:ea typeface="Arial"/>
                <a:cs typeface="Arial"/>
              </a:defRPr>
            </a:lvl2pPr>
            <a:lvl3pPr algn="l">
              <a:defRPr sz="1650" b="0">
                <a:solidFill>
                  <a:srgbClr val="20262C"/>
                </a:solidFill>
                <a:latin typeface="Arial"/>
                <a:ea typeface="Arial"/>
                <a:cs typeface="Arial"/>
              </a:defRPr>
            </a:lvl3pPr>
            <a:lvl4pPr algn="l">
              <a:defRPr sz="1650" b="0">
                <a:solidFill>
                  <a:srgbClr val="20262C"/>
                </a:solidFill>
                <a:latin typeface="Arial"/>
                <a:ea typeface="Arial"/>
                <a:cs typeface="Arial"/>
              </a:defRPr>
            </a:lvl4pPr>
            <a:lvl5pPr algn="l">
              <a:defRPr sz="1650" b="0">
                <a:solidFill>
                  <a:srgbClr val="20262C"/>
                </a:solidFill>
                <a:latin typeface="Arial"/>
                <a:ea typeface="Arial"/>
                <a:cs typeface="Arial"/>
              </a:defRPr>
            </a:lvl5pPr>
            <a:lvl6pPr algn="l">
              <a:defRPr sz="1650" b="0">
                <a:solidFill>
                  <a:srgbClr val="20262C"/>
                </a:solidFill>
                <a:latin typeface="Arial"/>
                <a:ea typeface="Arial"/>
                <a:cs typeface="Arial"/>
              </a:defRPr>
            </a:lvl6pPr>
            <a:lvl7pPr algn="l">
              <a:defRPr sz="1650" b="0">
                <a:solidFill>
                  <a:srgbClr val="20262C"/>
                </a:solidFill>
                <a:latin typeface="Arial"/>
                <a:ea typeface="Arial"/>
                <a:cs typeface="Arial"/>
              </a:defRPr>
            </a:lvl7pPr>
            <a:lvl8pPr algn="l">
              <a:defRPr sz="1650" b="0">
                <a:solidFill>
                  <a:srgbClr val="20262C"/>
                </a:solidFill>
                <a:latin typeface="Arial"/>
                <a:ea typeface="Arial"/>
                <a:cs typeface="Arial"/>
              </a:defRPr>
            </a:lvl8pPr>
            <a:lvl9pPr algn="l">
              <a:defRPr sz="1650" b="0">
                <a:solidFill>
                  <a:srgbClr val="20262C"/>
                </a:solidFill>
                <a:latin typeface="Arial"/>
                <a:ea typeface="Arial"/>
                <a:cs typeface="Arial"/>
              </a:defRPr>
            </a:lvl9pPr>
          </a:lstStyle>
          <a:p xmlns:a="http://schemas.openxmlformats.org/drawingml/2006/main">
            <a:pPr algn="l">
              <a:defRPr sz="1650" b="0">
                <a:solidFill>
                  <a:srgbClr val="20262C"/>
                </a:solidFill>
                <a:latin typeface="Arial"/>
                <a:ea typeface="Arial"/>
                <a:cs typeface="Arial"/>
              </a:defRPr>
            </a:pPr>
            <a:r>
              <a:rPr sz="1650" b="0">
                <a:solidFill>
                  <a:srgbClr val="20262C"/>
                </a:solidFill>
                <a:latin typeface="Arial"/>
                <a:ea typeface="Arial"/>
                <a:cs typeface="Arial"/>
              </a:rPr>
              <a:t>Volume growth drove Company A's revenue.</a:t>
            </a:r>
          </a:p>
          <a:p xmlns:a="http://schemas.openxmlformats.org/drawingml/2006/main">
            <a:pPr algn="l">
              <a:defRPr sz="1650" b="0">
                <a:solidFill>
                  <a:srgbClr val="20262C"/>
                </a:solidFill>
                <a:latin typeface="Arial"/>
                <a:ea typeface="Arial"/>
                <a:cs typeface="Arial"/>
              </a:defRPr>
            </a:pPr>
            <a:r>
              <a:rPr sz="1650" b="0">
                <a:solidFill>
                  <a:srgbClr val="20262C"/>
                </a:solidFill>
                <a:latin typeface="Arial"/>
                <a:ea typeface="Arial"/>
                <a:cs typeface="Arial"/>
              </a:rPr>
              <a:t>Monitor raw-material costs.</a:t>
            </a:r>
          </a:p>
        </p:txBody>
      </p:sp>
      <p:sp>
        <p:nvSpPr>
          <p:cNvPr id="58" name="!!clientDoc.highlight.risk">
            <a:extLst xmlns:a="http://schemas.openxmlformats.org/drawingml/2006/main">
              <a:ext uri="{FF2B5EF4-FFF2-40B4-BE49-F238E27FC236}">
                <a16:creationId xmlns:a16="http://schemas.microsoft.com/office/drawing/2014/main" id="{1D1B7180-421A-46E0-A0AD-328C788FC87F}"/>
              </a:ext>
            </a:extLst>
          </p:cNvPr>
          <p:cNvSpPr>
            <a:spLocks xmlns:a="http://schemas.openxmlformats.org/drawingml/2006/main" noGrp="1"/>
          </p:cNvSpPr>
          <p:nvPr/>
        </p:nvSpPr>
        <p:spPr>
          <a:xfrm xmlns:a="http://schemas.openxmlformats.org/drawingml/2006/main">
            <a:off x="9763125" y="6143625"/>
            <a:ext cx="4667250" cy="981075"/>
          </a:xfrm>
          <a:prstGeom xmlns:a="http://schemas.openxmlformats.org/drawingml/2006/main" prst="rect">
            <a:avLst/>
          </a:prstGeom>
          <a:noFill xmlns:a="http://schemas.openxmlformats.org/drawingml/2006/main"/>
          <a:ln xmlns:a="http://schemas.openxmlformats.org/drawingml/2006/main" w="0">
            <a:noFill/>
            <a:prstDash val="solid"/>
          </a:ln>
        </p:spPr>
      </p:sp>
      <p:sp>
        <p:nvSpPr>
          <p:cNvPr id="59" name="!!clientDoc.label.risk">
            <a:extLst xmlns:a="http://schemas.openxmlformats.org/drawingml/2006/main">
              <a:ext uri="{FF2B5EF4-FFF2-40B4-BE49-F238E27FC236}">
                <a16:creationId xmlns:a16="http://schemas.microsoft.com/office/drawing/2014/main" id="{1F207918-9FA1-474E-A2A7-D30D25B14DF5}"/>
              </a:ext>
            </a:extLst>
          </p:cNvPr>
          <p:cNvSpPr>
            <a:spLocks xmlns:a="http://schemas.openxmlformats.org/drawingml/2006/main" noGrp="1"/>
          </p:cNvSpPr>
          <p:nvPr/>
        </p:nvSpPr>
        <p:spPr>
          <a:xfrm xmlns:a="http://schemas.openxmlformats.org/drawingml/2006/main">
            <a:off x="9839325" y="6200775"/>
            <a:ext cx="4514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20262C"/>
                </a:solidFill>
                <a:latin typeface="Arial"/>
                <a:ea typeface="Arial"/>
                <a:cs typeface="Arial"/>
              </a:defRPr>
            </a:defPPr>
            <a:lvl1pPr algn="l">
              <a:defRPr sz="1575" b="1">
                <a:solidFill>
                  <a:srgbClr val="20262C"/>
                </a:solidFill>
                <a:latin typeface="Arial"/>
                <a:ea typeface="Arial"/>
                <a:cs typeface="Arial"/>
              </a:defRPr>
            </a:lvl1pPr>
            <a:lvl2pPr algn="l">
              <a:defRPr sz="1575" b="1">
                <a:solidFill>
                  <a:srgbClr val="20262C"/>
                </a:solidFill>
                <a:latin typeface="Arial"/>
                <a:ea typeface="Arial"/>
                <a:cs typeface="Arial"/>
              </a:defRPr>
            </a:lvl2pPr>
            <a:lvl3pPr algn="l">
              <a:defRPr sz="1575" b="1">
                <a:solidFill>
                  <a:srgbClr val="20262C"/>
                </a:solidFill>
                <a:latin typeface="Arial"/>
                <a:ea typeface="Arial"/>
                <a:cs typeface="Arial"/>
              </a:defRPr>
            </a:lvl3pPr>
            <a:lvl4pPr algn="l">
              <a:defRPr sz="1575" b="1">
                <a:solidFill>
                  <a:srgbClr val="20262C"/>
                </a:solidFill>
                <a:latin typeface="Arial"/>
                <a:ea typeface="Arial"/>
                <a:cs typeface="Arial"/>
              </a:defRPr>
            </a:lvl4pPr>
            <a:lvl5pPr algn="l">
              <a:defRPr sz="1575" b="1">
                <a:solidFill>
                  <a:srgbClr val="20262C"/>
                </a:solidFill>
                <a:latin typeface="Arial"/>
                <a:ea typeface="Arial"/>
                <a:cs typeface="Arial"/>
              </a:defRPr>
            </a:lvl5pPr>
            <a:lvl6pPr algn="l">
              <a:defRPr sz="1575" b="1">
                <a:solidFill>
                  <a:srgbClr val="20262C"/>
                </a:solidFill>
                <a:latin typeface="Arial"/>
                <a:ea typeface="Arial"/>
                <a:cs typeface="Arial"/>
              </a:defRPr>
            </a:lvl6pPr>
            <a:lvl7pPr algn="l">
              <a:defRPr sz="1575" b="1">
                <a:solidFill>
                  <a:srgbClr val="20262C"/>
                </a:solidFill>
                <a:latin typeface="Arial"/>
                <a:ea typeface="Arial"/>
                <a:cs typeface="Arial"/>
              </a:defRPr>
            </a:lvl7pPr>
            <a:lvl8pPr algn="l">
              <a:defRPr sz="1575" b="1">
                <a:solidFill>
                  <a:srgbClr val="20262C"/>
                </a:solidFill>
                <a:latin typeface="Arial"/>
                <a:ea typeface="Arial"/>
                <a:cs typeface="Arial"/>
              </a:defRPr>
            </a:lvl8pPr>
            <a:lvl9pPr algn="l">
              <a:defRPr sz="1575" b="1">
                <a:solidFill>
                  <a:srgbClr val="20262C"/>
                </a:solidFill>
                <a:latin typeface="Arial"/>
                <a:ea typeface="Arial"/>
                <a:cs typeface="Arial"/>
              </a:defRPr>
            </a:lvl9pPr>
          </a:lstStyle>
          <a:p xmlns:a="http://schemas.openxmlformats.org/drawingml/2006/main">
            <a:pPr algn="l">
              <a:defRPr sz="1575" b="1">
                <a:solidFill>
                  <a:srgbClr val="20262C"/>
                </a:solidFill>
                <a:latin typeface="Arial"/>
                <a:ea typeface="Arial"/>
                <a:cs typeface="Arial"/>
              </a:defRPr>
            </a:pPr>
            <a:r>
              <a:rPr sz="1575" b="1">
                <a:solidFill>
                  <a:srgbClr val="20262C"/>
                </a:solidFill>
                <a:latin typeface="Arial"/>
                <a:ea typeface="Arial"/>
                <a:cs typeface="Arial"/>
              </a:rPr>
              <a:t>Risk disclosure</a:t>
            </a:r>
          </a:p>
        </p:txBody>
      </p:sp>
      <p:sp>
        <p:nvSpPr>
          <p:cNvPr id="60" name="!!clientDoc.value.risk">
            <a:extLst xmlns:a="http://schemas.openxmlformats.org/drawingml/2006/main">
              <a:ext uri="{FF2B5EF4-FFF2-40B4-BE49-F238E27FC236}">
                <a16:creationId xmlns:a16="http://schemas.microsoft.com/office/drawing/2014/main" id="{7F1738FC-A5C3-40C1-939C-769FF69EA3C9}"/>
              </a:ext>
            </a:extLst>
          </p:cNvPr>
          <p:cNvSpPr>
            <a:spLocks xmlns:a="http://schemas.openxmlformats.org/drawingml/2006/main" noGrp="1"/>
          </p:cNvSpPr>
          <p:nvPr/>
        </p:nvSpPr>
        <p:spPr>
          <a:xfrm xmlns:a="http://schemas.openxmlformats.org/drawingml/2006/main">
            <a:off x="9839325" y="6505575"/>
            <a:ext cx="4514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20262C"/>
                </a:solidFill>
                <a:latin typeface="Arial"/>
                <a:ea typeface="Arial"/>
                <a:cs typeface="Arial"/>
              </a:defRPr>
            </a:defPPr>
            <a:lvl1pPr algn="l">
              <a:defRPr sz="1650" b="0">
                <a:solidFill>
                  <a:srgbClr val="20262C"/>
                </a:solidFill>
                <a:latin typeface="Arial"/>
                <a:ea typeface="Arial"/>
                <a:cs typeface="Arial"/>
              </a:defRPr>
            </a:lvl1pPr>
            <a:lvl2pPr algn="l">
              <a:defRPr sz="1650" b="0">
                <a:solidFill>
                  <a:srgbClr val="20262C"/>
                </a:solidFill>
                <a:latin typeface="Arial"/>
                <a:ea typeface="Arial"/>
                <a:cs typeface="Arial"/>
              </a:defRPr>
            </a:lvl2pPr>
            <a:lvl3pPr algn="l">
              <a:defRPr sz="1650" b="0">
                <a:solidFill>
                  <a:srgbClr val="20262C"/>
                </a:solidFill>
                <a:latin typeface="Arial"/>
                <a:ea typeface="Arial"/>
                <a:cs typeface="Arial"/>
              </a:defRPr>
            </a:lvl3pPr>
            <a:lvl4pPr algn="l">
              <a:defRPr sz="1650" b="0">
                <a:solidFill>
                  <a:srgbClr val="20262C"/>
                </a:solidFill>
                <a:latin typeface="Arial"/>
                <a:ea typeface="Arial"/>
                <a:cs typeface="Arial"/>
              </a:defRPr>
            </a:lvl4pPr>
            <a:lvl5pPr algn="l">
              <a:defRPr sz="1650" b="0">
                <a:solidFill>
                  <a:srgbClr val="20262C"/>
                </a:solidFill>
                <a:latin typeface="Arial"/>
                <a:ea typeface="Arial"/>
                <a:cs typeface="Arial"/>
              </a:defRPr>
            </a:lvl5pPr>
            <a:lvl6pPr algn="l">
              <a:defRPr sz="1650" b="0">
                <a:solidFill>
                  <a:srgbClr val="20262C"/>
                </a:solidFill>
                <a:latin typeface="Arial"/>
                <a:ea typeface="Arial"/>
                <a:cs typeface="Arial"/>
              </a:defRPr>
            </a:lvl6pPr>
            <a:lvl7pPr algn="l">
              <a:defRPr sz="1650" b="0">
                <a:solidFill>
                  <a:srgbClr val="20262C"/>
                </a:solidFill>
                <a:latin typeface="Arial"/>
                <a:ea typeface="Arial"/>
                <a:cs typeface="Arial"/>
              </a:defRPr>
            </a:lvl7pPr>
            <a:lvl8pPr algn="l">
              <a:defRPr sz="1650" b="0">
                <a:solidFill>
                  <a:srgbClr val="20262C"/>
                </a:solidFill>
                <a:latin typeface="Arial"/>
                <a:ea typeface="Arial"/>
                <a:cs typeface="Arial"/>
              </a:defRPr>
            </a:lvl8pPr>
            <a:lvl9pPr algn="l">
              <a:defRPr sz="1650" b="0">
                <a:solidFill>
                  <a:srgbClr val="20262C"/>
                </a:solidFill>
                <a:latin typeface="Arial"/>
                <a:ea typeface="Arial"/>
                <a:cs typeface="Arial"/>
              </a:defRPr>
            </a:lvl9pPr>
          </a:lstStyle>
          <a:p xmlns:a="http://schemas.openxmlformats.org/drawingml/2006/main">
            <a:pPr algn="l">
              <a:defRPr sz="1650" b="0">
                <a:solidFill>
                  <a:srgbClr val="20262C"/>
                </a:solidFill>
                <a:latin typeface="Arial"/>
                <a:ea typeface="Arial"/>
                <a:cs typeface="Arial"/>
              </a:defRPr>
            </a:pPr>
            <a:r>
              <a:rPr sz="1650" b="0">
                <a:solidFill>
                  <a:srgbClr val="20262C"/>
                </a:solidFill>
                <a:latin typeface="Arial"/>
                <a:ea typeface="Arial"/>
                <a:cs typeface="Arial"/>
              </a:rPr>
              <a:t>Investing involves risk.</a:t>
            </a:r>
          </a:p>
        </p:txBody>
      </p:sp>
      <p:sp>
        <p:nvSpPr>
          <p:cNvPr id="61" name="!!client.user">
            <a:extLst xmlns:a="http://schemas.openxmlformats.org/drawingml/2006/main">
              <a:ext uri="{FF2B5EF4-FFF2-40B4-BE49-F238E27FC236}">
                <a16:creationId xmlns:a16="http://schemas.microsoft.com/office/drawing/2014/main" id="{0B5C9FEC-FE58-4A9A-9352-7701C5568669}"/>
              </a:ext>
            </a:extLst>
          </p:cNvPr>
          <p:cNvSpPr>
            <a:spLocks xmlns:a="http://schemas.openxmlformats.org/drawingml/2006/main" noGrp="1"/>
          </p:cNvSpPr>
          <p:nvPr/>
        </p:nvSpPr>
        <p:spPr>
          <a:xfrm xmlns:a="http://schemas.openxmlformats.org/drawingml/2006/main">
            <a:off x="4057650" y="7172325"/>
            <a:ext cx="105346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20262C"/>
                </a:solidFill>
                <a:latin typeface="Arial"/>
                <a:ea typeface="Arial"/>
                <a:cs typeface="Arial"/>
              </a:defRPr>
            </a:defPPr>
            <a:lvl1pPr algn="l">
              <a:defRPr sz="1725" b="0">
                <a:solidFill>
                  <a:srgbClr val="20262C"/>
                </a:solidFill>
                <a:latin typeface="Arial"/>
                <a:ea typeface="Arial"/>
                <a:cs typeface="Arial"/>
              </a:defRPr>
            </a:lvl1pPr>
            <a:lvl2pPr algn="l">
              <a:defRPr sz="1725" b="0">
                <a:solidFill>
                  <a:srgbClr val="20262C"/>
                </a:solidFill>
                <a:latin typeface="Arial"/>
                <a:ea typeface="Arial"/>
                <a:cs typeface="Arial"/>
              </a:defRPr>
            </a:lvl2pPr>
            <a:lvl3pPr algn="l">
              <a:defRPr sz="1725" b="0">
                <a:solidFill>
                  <a:srgbClr val="20262C"/>
                </a:solidFill>
                <a:latin typeface="Arial"/>
                <a:ea typeface="Arial"/>
                <a:cs typeface="Arial"/>
              </a:defRPr>
            </a:lvl3pPr>
            <a:lvl4pPr algn="l">
              <a:defRPr sz="1725" b="0">
                <a:solidFill>
                  <a:srgbClr val="20262C"/>
                </a:solidFill>
                <a:latin typeface="Arial"/>
                <a:ea typeface="Arial"/>
                <a:cs typeface="Arial"/>
              </a:defRPr>
            </a:lvl4pPr>
            <a:lvl5pPr algn="l">
              <a:defRPr sz="1725" b="0">
                <a:solidFill>
                  <a:srgbClr val="20262C"/>
                </a:solidFill>
                <a:latin typeface="Arial"/>
                <a:ea typeface="Arial"/>
                <a:cs typeface="Arial"/>
              </a:defRPr>
            </a:lvl5pPr>
            <a:lvl6pPr algn="l">
              <a:defRPr sz="1725" b="0">
                <a:solidFill>
                  <a:srgbClr val="20262C"/>
                </a:solidFill>
                <a:latin typeface="Arial"/>
                <a:ea typeface="Arial"/>
                <a:cs typeface="Arial"/>
              </a:defRPr>
            </a:lvl6pPr>
            <a:lvl7pPr algn="l">
              <a:defRPr sz="1725" b="0">
                <a:solidFill>
                  <a:srgbClr val="20262C"/>
                </a:solidFill>
                <a:latin typeface="Arial"/>
                <a:ea typeface="Arial"/>
                <a:cs typeface="Arial"/>
              </a:defRPr>
            </a:lvl7pPr>
            <a:lvl8pPr algn="l">
              <a:defRPr sz="1725" b="0">
                <a:solidFill>
                  <a:srgbClr val="20262C"/>
                </a:solidFill>
                <a:latin typeface="Arial"/>
                <a:ea typeface="Arial"/>
                <a:cs typeface="Arial"/>
              </a:defRPr>
            </a:lvl8pPr>
            <a:lvl9pPr algn="l">
              <a:defRPr sz="1725" b="0">
                <a:solidFill>
                  <a:srgbClr val="20262C"/>
                </a:solidFill>
                <a:latin typeface="Arial"/>
                <a:ea typeface="Arial"/>
                <a:cs typeface="Arial"/>
              </a:defRPr>
            </a:lvl9pPr>
          </a:lstStyle>
          <a:p xmlns:a="http://schemas.openxmlformats.org/drawingml/2006/main">
            <a:pPr algn="l">
              <a:defRPr sz="1725" b="0">
                <a:solidFill>
                  <a:srgbClr val="20262C"/>
                </a:solidFill>
                <a:latin typeface="Arial"/>
                <a:ea typeface="Arial"/>
                <a:cs typeface="Arial"/>
              </a:defRPr>
            </a:pPr>
            <a:r>
              <a:rPr sz="1725" b="0">
                <a:solidFill>
                  <a:srgbClr val="20262C"/>
                </a:solidFill>
                <a:latin typeface="Arial"/>
                <a:ea typeface="Arial"/>
                <a:cs typeface="Arial"/>
              </a:rPr>
              <a:t>The client team checks the view and submits the same update for review</a:t>
            </a:r>
          </a:p>
        </p:txBody>
      </p:sp>
      <p:sp>
        <p:nvSpPr>
          <p:cNvPr id="63" name="!!story.header.client.bar">
            <a:extLst xmlns:a="http://schemas.openxmlformats.org/drawingml/2006/main">
              <a:ext uri="{FF2B5EF4-FFF2-40B4-BE49-F238E27FC236}">
                <a16:creationId xmlns:a16="http://schemas.microsoft.com/office/drawing/2014/main" id="{EE322A86-39FD-46BB-A052-D1842D43B102}"/>
              </a:ext>
            </a:extLst>
          </p:cNvPr>
          <p:cNvSpPr>
            <a:spLocks xmlns:a="http://schemas.openxmlformats.org/drawingml/2006/main" noGrp="1"/>
          </p:cNvSpPr>
          <p:nvPr/>
        </p:nvSpPr>
        <p:spPr>
          <a:xfrm xmlns:a="http://schemas.openxmlformats.org/drawingml/2006/main">
            <a:off x="10668000" y="1257300"/>
            <a:ext cx="47625" cy="238125"/>
          </a:xfrm>
          <a:prstGeom xmlns:a="http://schemas.openxmlformats.org/drawingml/2006/main" prst="rect">
            <a:avLst/>
          </a:prstGeom>
          <a:solidFill xmlns:a="http://schemas.openxmlformats.org/drawingml/2006/main">
            <a:srgbClr val="7363A6"/>
          </a:solidFill>
          <a:ln xmlns:a="http://schemas.openxmlformats.org/drawingml/2006/main" w="0">
            <a:noFill/>
          </a:ln>
        </p:spPr>
      </p:sp>
      <p:sp>
        <p:nvSpPr>
          <p:cNvPr id="64" name="!!story.header.client.name">
            <a:extLst xmlns:a="http://schemas.openxmlformats.org/drawingml/2006/main">
              <a:ext uri="{FF2B5EF4-FFF2-40B4-BE49-F238E27FC236}">
                <a16:creationId xmlns:a16="http://schemas.microsoft.com/office/drawing/2014/main" id="{8F8F22ED-DF58-44BF-9A11-37AAC8BE7D30}"/>
              </a:ext>
            </a:extLst>
          </p:cNvPr>
          <p:cNvSpPr>
            <a:spLocks xmlns:a="http://schemas.openxmlformats.org/drawingml/2006/main" noGrp="1"/>
          </p:cNvSpPr>
          <p:nvPr/>
        </p:nvSpPr>
        <p:spPr>
          <a:xfrm xmlns:a="http://schemas.openxmlformats.org/drawingml/2006/main">
            <a:off x="10801350" y="1190625"/>
            <a:ext cx="152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7363A6"/>
                </a:solidFill>
                <a:latin typeface="Arial"/>
                <a:ea typeface="Arial"/>
                <a:cs typeface="Arial"/>
              </a:defRPr>
            </a:defPPr>
            <a:lvl1pPr algn="l">
              <a:defRPr sz="1800" b="1">
                <a:solidFill>
                  <a:srgbClr val="7363A6"/>
                </a:solidFill>
                <a:latin typeface="Arial"/>
                <a:ea typeface="Arial"/>
                <a:cs typeface="Arial"/>
              </a:defRPr>
            </a:lvl1pPr>
            <a:lvl2pPr algn="l">
              <a:defRPr sz="1800" b="1">
                <a:solidFill>
                  <a:srgbClr val="7363A6"/>
                </a:solidFill>
                <a:latin typeface="Arial"/>
                <a:ea typeface="Arial"/>
                <a:cs typeface="Arial"/>
              </a:defRPr>
            </a:lvl2pPr>
            <a:lvl3pPr algn="l">
              <a:defRPr sz="1800" b="1">
                <a:solidFill>
                  <a:srgbClr val="7363A6"/>
                </a:solidFill>
                <a:latin typeface="Arial"/>
                <a:ea typeface="Arial"/>
                <a:cs typeface="Arial"/>
              </a:defRPr>
            </a:lvl3pPr>
            <a:lvl4pPr algn="l">
              <a:defRPr sz="1800" b="1">
                <a:solidFill>
                  <a:srgbClr val="7363A6"/>
                </a:solidFill>
                <a:latin typeface="Arial"/>
                <a:ea typeface="Arial"/>
                <a:cs typeface="Arial"/>
              </a:defRPr>
            </a:lvl4pPr>
            <a:lvl5pPr algn="l">
              <a:defRPr sz="1800" b="1">
                <a:solidFill>
                  <a:srgbClr val="7363A6"/>
                </a:solidFill>
                <a:latin typeface="Arial"/>
                <a:ea typeface="Arial"/>
                <a:cs typeface="Arial"/>
              </a:defRPr>
            </a:lvl5pPr>
            <a:lvl6pPr algn="l">
              <a:defRPr sz="1800" b="1">
                <a:solidFill>
                  <a:srgbClr val="7363A6"/>
                </a:solidFill>
                <a:latin typeface="Arial"/>
                <a:ea typeface="Arial"/>
                <a:cs typeface="Arial"/>
              </a:defRPr>
            </a:lvl6pPr>
            <a:lvl7pPr algn="l">
              <a:defRPr sz="1800" b="1">
                <a:solidFill>
                  <a:srgbClr val="7363A6"/>
                </a:solidFill>
                <a:latin typeface="Arial"/>
                <a:ea typeface="Arial"/>
                <a:cs typeface="Arial"/>
              </a:defRPr>
            </a:lvl7pPr>
            <a:lvl8pPr algn="l">
              <a:defRPr sz="1800" b="1">
                <a:solidFill>
                  <a:srgbClr val="7363A6"/>
                </a:solidFill>
                <a:latin typeface="Arial"/>
                <a:ea typeface="Arial"/>
                <a:cs typeface="Arial"/>
              </a:defRPr>
            </a:lvl8pPr>
            <a:lvl9pPr algn="l">
              <a:defRPr sz="1800" b="1">
                <a:solidFill>
                  <a:srgbClr val="7363A6"/>
                </a:solidFill>
                <a:latin typeface="Arial"/>
                <a:ea typeface="Arial"/>
                <a:cs typeface="Arial"/>
              </a:defRPr>
            </a:lvl9pPr>
          </a:lstStyle>
          <a:p xmlns:a="http://schemas.openxmlformats.org/drawingml/2006/main">
            <a:pPr algn="l">
              <a:defRPr sz="1800" b="1">
                <a:solidFill>
                  <a:srgbClr val="7363A6"/>
                </a:solidFill>
                <a:latin typeface="Arial"/>
                <a:ea typeface="Arial"/>
                <a:cs typeface="Arial"/>
              </a:defRPr>
            </a:pPr>
            <a:r>
              <a:rPr sz="1800" b="1">
                <a:solidFill>
                  <a:srgbClr val="7363A6"/>
                </a:solidFill>
                <a:latin typeface="Arial"/>
                <a:ea typeface="Arial"/>
                <a:cs typeface="Arial"/>
              </a:rPr>
              <a:t>Client update</a:t>
            </a:r>
          </a:p>
        </p:txBody>
      </p:sp>
      <p:sp>
        <p:nvSpPr>
          <p:cNvPr id="65" name="!!story.header.client.qualifier">
            <a:extLst xmlns:a="http://schemas.openxmlformats.org/drawingml/2006/main">
              <a:ext uri="{FF2B5EF4-FFF2-40B4-BE49-F238E27FC236}">
                <a16:creationId xmlns:a16="http://schemas.microsoft.com/office/drawing/2014/main" id="{968F33F3-16DE-44A9-B196-E556EE39EC9F}"/>
              </a:ext>
            </a:extLst>
          </p:cNvPr>
          <p:cNvSpPr>
            <a:spLocks xmlns:a="http://schemas.openxmlformats.org/drawingml/2006/main" noGrp="1"/>
          </p:cNvSpPr>
          <p:nvPr/>
        </p:nvSpPr>
        <p:spPr>
          <a:xfrm xmlns:a="http://schemas.openxmlformats.org/drawingml/2006/main">
            <a:off x="12430125" y="1238250"/>
            <a:ext cx="14001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707C88"/>
                </a:solidFill>
                <a:latin typeface="Arial"/>
                <a:ea typeface="Arial"/>
                <a:cs typeface="Arial"/>
              </a:defRPr>
            </a:defPPr>
            <a:lvl1pPr algn="l">
              <a:defRPr sz="1500" b="0">
                <a:solidFill>
                  <a:srgbClr val="707C88"/>
                </a:solidFill>
                <a:latin typeface="Arial"/>
                <a:ea typeface="Arial"/>
                <a:cs typeface="Arial"/>
              </a:defRPr>
            </a:lvl1pPr>
            <a:lvl2pPr algn="l">
              <a:defRPr sz="1500" b="0">
                <a:solidFill>
                  <a:srgbClr val="707C88"/>
                </a:solidFill>
                <a:latin typeface="Arial"/>
                <a:ea typeface="Arial"/>
                <a:cs typeface="Arial"/>
              </a:defRPr>
            </a:lvl2pPr>
            <a:lvl3pPr algn="l">
              <a:defRPr sz="1500" b="0">
                <a:solidFill>
                  <a:srgbClr val="707C88"/>
                </a:solidFill>
                <a:latin typeface="Arial"/>
                <a:ea typeface="Arial"/>
                <a:cs typeface="Arial"/>
              </a:defRPr>
            </a:lvl3pPr>
            <a:lvl4pPr algn="l">
              <a:defRPr sz="1500" b="0">
                <a:solidFill>
                  <a:srgbClr val="707C88"/>
                </a:solidFill>
                <a:latin typeface="Arial"/>
                <a:ea typeface="Arial"/>
                <a:cs typeface="Arial"/>
              </a:defRPr>
            </a:lvl4pPr>
            <a:lvl5pPr algn="l">
              <a:defRPr sz="1500" b="0">
                <a:solidFill>
                  <a:srgbClr val="707C88"/>
                </a:solidFill>
                <a:latin typeface="Arial"/>
                <a:ea typeface="Arial"/>
                <a:cs typeface="Arial"/>
              </a:defRPr>
            </a:lvl5pPr>
            <a:lvl6pPr algn="l">
              <a:defRPr sz="1500" b="0">
                <a:solidFill>
                  <a:srgbClr val="707C88"/>
                </a:solidFill>
                <a:latin typeface="Arial"/>
                <a:ea typeface="Arial"/>
                <a:cs typeface="Arial"/>
              </a:defRPr>
            </a:lvl6pPr>
            <a:lvl7pPr algn="l">
              <a:defRPr sz="1500" b="0">
                <a:solidFill>
                  <a:srgbClr val="707C88"/>
                </a:solidFill>
                <a:latin typeface="Arial"/>
                <a:ea typeface="Arial"/>
                <a:cs typeface="Arial"/>
              </a:defRPr>
            </a:lvl7pPr>
            <a:lvl8pPr algn="l">
              <a:defRPr sz="1500" b="0">
                <a:solidFill>
                  <a:srgbClr val="707C88"/>
                </a:solidFill>
                <a:latin typeface="Arial"/>
                <a:ea typeface="Arial"/>
                <a:cs typeface="Arial"/>
              </a:defRPr>
            </a:lvl8pPr>
            <a:lvl9pPr algn="l">
              <a:defRPr sz="1500" b="0">
                <a:solidFill>
                  <a:srgbClr val="707C88"/>
                </a:solidFill>
                <a:latin typeface="Arial"/>
                <a:ea typeface="Arial"/>
                <a:cs typeface="Arial"/>
              </a:defRPr>
            </a:lvl9pPr>
          </a:lstStyle>
          <a:p xmlns:a="http://schemas.openxmlformats.org/drawingml/2006/main">
            <a:pPr algn="l">
              <a:defRPr sz="1500" b="0">
                <a:solidFill>
                  <a:srgbClr val="707C88"/>
                </a:solidFill>
                <a:latin typeface="Arial"/>
                <a:ea typeface="Arial"/>
                <a:cs typeface="Arial"/>
              </a:defRPr>
            </a:pPr>
            <a:r>
              <a:rPr sz="1500" b="0">
                <a:solidFill>
                  <a:srgbClr val="707C88"/>
                </a:solidFill>
                <a:latin typeface="Arial"/>
                <a:ea typeface="Arial"/>
                <a:cs typeface="Arial"/>
              </a:rPr>
              <a:t>Draft V1</a:t>
            </a:r>
          </a:p>
        </p:txBody>
      </p:sp>
      <p:sp>
        <p:nvSpPr>
          <p:cNvPr id="66" name="!!story.client.document">
            <a:extLst xmlns:a="http://schemas.openxmlformats.org/drawingml/2006/main">
              <a:ext uri="{FF2B5EF4-FFF2-40B4-BE49-F238E27FC236}">
                <a16:creationId xmlns:a16="http://schemas.microsoft.com/office/drawing/2014/main" id="{D495DBE1-CA66-4A05-8201-CA2FB6AA9C53}"/>
              </a:ext>
            </a:extLst>
          </p:cNvPr>
          <p:cNvSpPr>
            <a:spLocks xmlns:a="http://schemas.openxmlformats.org/drawingml/2006/main" noGrp="1"/>
          </p:cNvSpPr>
          <p:nvPr/>
        </p:nvSpPr>
        <p:spPr>
          <a:xfrm xmlns:a="http://schemas.openxmlformats.org/drawingml/2006/main">
            <a:off x="9544050" y="2333625"/>
            <a:ext cx="57150" cy="4857750"/>
          </a:xfrm>
          <a:prstGeom xmlns:a="http://schemas.openxmlformats.org/drawingml/2006/main" prst="rect">
            <a:avLst/>
          </a:prstGeom>
          <a:solidFill xmlns:a="http://schemas.openxmlformats.org/drawingml/2006/main">
            <a:srgbClr val="7363A6"/>
          </a:solidFill>
          <a:ln xmlns:a="http://schemas.openxmlformats.org/drawingml/2006/main" w="0">
            <a:noFill/>
          </a:ln>
        </p:spPr>
      </p:sp>
    </p:spTree>
    <p:extLst>
      <p:ext uri="{BB962C8B-B14F-4D97-AF65-F5344CB8AC3E}">
        <p14:creationId xmlns:p14="http://schemas.microsoft.com/office/powerpoint/2010/main" val="1185696224"/>
      </p:ext>
    </p:extLst>
  </p:cSld>
  <mc:AlternateContent xmlns:mc="http://schemas.openxmlformats.org/markup-compatibility/2006">
    <mc:Choice xmlns:p159="http://schemas.microsoft.com/office/powerpoint/2015/09/main" Requires="p159">
      <p:transition xmlns:p14="http://schemas.microsoft.com/office/powerpoint/2010/main" spd="med" advClick="1" p14:dur="700">
        <p159:morph option="byObject"/>
      </p:transition>
    </mc:Choice>
    <mc:Fallback>
      <p:transition spd="fast" advClick="1">
        <p:fade/>
      </p:transition>
    </mc:Fallback>
  </mc:AlternateContent>
  <p:timing>
    <p:tnLst>
      <p:par>
        <p:cTn id="1" dur="indefinite" restart="never" nodeType="tmRoot">
          <p:childTnLst>
            <p:seq concurrent="1" nextAc="seek">
              <p:cTn id="2" dur="indefinite" nodeType="mainSeq">
                <p:childTnLst>
                  <p:par>
                    <p:cTn id="3" fill="hold">
                      <p:stCondLst>
                        <p:cond delay="0"/>
                      </p:stCondLst>
                      <p:childTnLst>
                        <p:par>
                          <p:cTn id="4" presetID="1" presetClass="entr" presetSubtype="0" fill="hold" nodeType="withEffect" grpId="0">
                            <p:stCondLst>
                              <p:cond delay="150"/>
                            </p:stCondLst>
                            <p:childTnLst>
                              <p:set>
                                <p:cBhvr>
                                  <p:cTn id="5" dur="1" fill="hold">
                                    <p:stCondLst>
                                      <p:cond delay="0"/>
                                    </p:stCondLst>
                                  </p:cTn>
                                  <p:tgtEl>
                                    <p:spTgt spid="45"/>
                                  </p:tgtEl>
                                  <p:attrNameLst>
                                    <p:attrName>style.visibility</p:attrName>
                                  </p:attrNameLst>
                                </p:cBhvr>
                                <p:to>
                                  <p:strVal val="visible"/>
                                </p:to>
                              </p:set>
                            </p:childTnLst>
                          </p:cTn>
                        </p:par>
                        <p:par>
                          <p:cTn id="6" presetID="1" presetClass="entr" presetSubtype="0" fill="hold" nodeType="withEffect" grpId="0">
                            <p:stCondLst>
                              <p:cond delay="150"/>
                            </p:stCondLst>
                            <p:childTnLst>
                              <p:set>
                                <p:cBhvr>
                                  <p:cTn id="7" dur="1" fill="hold">
                                    <p:stCondLst>
                                      <p:cond delay="0"/>
                                    </p:stCondLst>
                                  </p:cTn>
                                  <p:tgtEl>
                                    <p:spTgt spid="46"/>
                                  </p:tgtEl>
                                  <p:attrNameLst>
                                    <p:attrName>style.visibility</p:attrName>
                                  </p:attrNameLst>
                                </p:cBhvr>
                                <p:to>
                                  <p:strVal val="visible"/>
                                </p:to>
                              </p:set>
                            </p:childTnLst>
                          </p:cTn>
                        </p:par>
                        <p:par>
                          <p:cTn id="8" presetID="1" presetClass="entr" presetSubtype="0" fill="hold" nodeType="withEffect" grpId="0">
                            <p:stCondLst>
                              <p:cond delay="150"/>
                            </p:stCondLst>
                            <p:childTnLst>
                              <p:set>
                                <p:cBhvr>
                                  <p:cTn id="9" dur="1" fill="hold">
                                    <p:stCondLst>
                                      <p:cond delay="0"/>
                                    </p:stCondLst>
                                  </p:cTn>
                                  <p:tgtEl>
                                    <p:spTgt spid="47"/>
                                  </p:tgtEl>
                                  <p:attrNameLst>
                                    <p:attrName>style.visibility</p:attrName>
                                  </p:attrNameLst>
                                </p:cBhvr>
                                <p:to>
                                  <p:strVal val="visible"/>
                                </p:to>
                              </p:set>
                            </p:childTnLst>
                          </p:cTn>
                        </p:par>
                        <p:par>
                          <p:cTn id="10" presetID="1" presetClass="entr" presetSubtype="0" fill="hold" nodeType="withEffect" grpId="0">
                            <p:stCondLst>
                              <p:cond delay="150"/>
                            </p:stCondLst>
                            <p:childTnLst>
                              <p:set>
                                <p:cBhvr>
                                  <p:cTn id="11" dur="1" fill="hold">
                                    <p:stCondLst>
                                      <p:cond delay="0"/>
                                    </p:stCondLst>
                                  </p:cTn>
                                  <p:tgtEl>
                                    <p:spTgt spid="48"/>
                                  </p:tgtEl>
                                  <p:attrNameLst>
                                    <p:attrName>style.visibility</p:attrName>
                                  </p:attrNameLst>
                                </p:cBhvr>
                                <p:to>
                                  <p:strVal val="visible"/>
                                </p:to>
                              </p:set>
                            </p:childTnLst>
                          </p:cTn>
                        </p:par>
                        <p:par>
                          <p:cTn id="12" presetID="1" presetClass="entr" presetSubtype="0" fill="hold" nodeType="withEffect" grpId="0">
                            <p:stCondLst>
                              <p:cond delay="150"/>
                            </p:stCondLst>
                            <p:childTnLst>
                              <p:set>
                                <p:cBhvr>
                                  <p:cTn id="13" dur="1" fill="hold">
                                    <p:stCondLst>
                                      <p:cond delay="0"/>
                                    </p:stCondLst>
                                  </p:cTn>
                                  <p:tgtEl>
                                    <p:spTgt spid="49"/>
                                  </p:tgtEl>
                                  <p:attrNameLst>
                                    <p:attrName>style.visibility</p:attrName>
                                  </p:attrNameLst>
                                </p:cBhvr>
                                <p:to>
                                  <p:strVal val="visible"/>
                                </p:to>
                              </p:set>
                            </p:childTnLst>
                          </p:cTn>
                        </p:par>
                        <p:par>
                          <p:cTn id="14" presetID="1" presetClass="entr" presetSubtype="0" fill="hold" nodeType="withEffect" grpId="0">
                            <p:stCondLst>
                              <p:cond delay="150"/>
                            </p:stCondLst>
                            <p:childTnLst>
                              <p:set>
                                <p:cBhvr>
                                  <p:cTn id="15" dur="1" fill="hold">
                                    <p:stCondLst>
                                      <p:cond delay="0"/>
                                    </p:stCondLst>
                                  </p:cTn>
                                  <p:tgtEl>
                                    <p:spTgt spid="50"/>
                                  </p:tgtEl>
                                  <p:attrNameLst>
                                    <p:attrName>style.visibility</p:attrName>
                                  </p:attrNameLst>
                                </p:cBhvr>
                                <p:to>
                                  <p:strVal val="visible"/>
                                </p:to>
                              </p:set>
                            </p:childTnLst>
                          </p:cTn>
                        </p:par>
                        <p:par>
                          <p:cTn id="16" presetID="1" presetClass="entr" presetSubtype="0" fill="hold" nodeType="withEffect" grpId="0">
                            <p:stCondLst>
                              <p:cond delay="150"/>
                            </p:stCondLst>
                            <p:childTnLst>
                              <p:set>
                                <p:cBhvr>
                                  <p:cTn id="17" dur="1" fill="hold">
                                    <p:stCondLst>
                                      <p:cond delay="0"/>
                                    </p:stCondLst>
                                  </p:cTn>
                                  <p:tgtEl>
                                    <p:spTgt spid="51"/>
                                  </p:tgtEl>
                                  <p:attrNameLst>
                                    <p:attrName>style.visibility</p:attrName>
                                  </p:attrNameLst>
                                </p:cBhvr>
                                <p:to>
                                  <p:strVal val="visible"/>
                                </p:to>
                              </p:set>
                            </p:childTnLst>
                          </p:cTn>
                        </p:par>
                        <p:par>
                          <p:cTn id="18" presetID="1" presetClass="entr" presetSubtype="0" fill="hold" nodeType="withEffect" grpId="0">
                            <p:stCondLst>
                              <p:cond delay="150"/>
                            </p:stCondLst>
                            <p:childTnLst>
                              <p:set>
                                <p:cBhvr>
                                  <p:cTn id="19" dur="1" fill="hold">
                                    <p:stCondLst>
                                      <p:cond delay="0"/>
                                    </p:stCondLst>
                                  </p:cTn>
                                  <p:tgtEl>
                                    <p:spTgt spid="52"/>
                                  </p:tgtEl>
                                  <p:attrNameLst>
                                    <p:attrName>style.visibility</p:attrName>
                                  </p:attrNameLst>
                                </p:cBhvr>
                                <p:to>
                                  <p:strVal val="visible"/>
                                </p:to>
                              </p:set>
                            </p:childTnLst>
                          </p:cTn>
                        </p:par>
                        <p:par>
                          <p:cTn id="20" presetID="1" presetClass="entr" presetSubtype="0" fill="hold" nodeType="withEffect" grpId="0">
                            <p:stCondLst>
                              <p:cond delay="150"/>
                            </p:stCondLst>
                            <p:childTnLst>
                              <p:set>
                                <p:cBhvr>
                                  <p:cTn id="21" dur="1" fill="hold">
                                    <p:stCondLst>
                                      <p:cond delay="0"/>
                                    </p:stCondLst>
                                  </p:cTn>
                                  <p:tgtEl>
                                    <p:spTgt spid="53"/>
                                  </p:tgtEl>
                                  <p:attrNameLst>
                                    <p:attrName>style.visibility</p:attrName>
                                  </p:attrNameLst>
                                </p:cBhvr>
                                <p:to>
                                  <p:strVal val="visible"/>
                                </p:to>
                              </p:set>
                            </p:childTnLst>
                          </p:cTn>
                        </p:par>
                        <p:par>
                          <p:cTn id="22" presetID="1" presetClass="entr" presetSubtype="0" fill="hold" nodeType="withEffect" grpId="0">
                            <p:stCondLst>
                              <p:cond delay="150"/>
                            </p:stCondLst>
                            <p:childTnLst>
                              <p:set>
                                <p:cBhvr>
                                  <p:cTn id="23" dur="1" fill="hold">
                                    <p:stCondLst>
                                      <p:cond delay="0"/>
                                    </p:stCondLst>
                                  </p:cTn>
                                  <p:tgtEl>
                                    <p:spTgt spid="54"/>
                                  </p:tgtEl>
                                  <p:attrNameLst>
                                    <p:attrName>style.visibility</p:attrName>
                                  </p:attrNameLst>
                                </p:cBhvr>
                                <p:to>
                                  <p:strVal val="visible"/>
                                </p:to>
                              </p:set>
                            </p:childTnLst>
                          </p:cTn>
                        </p:par>
                        <p:par>
                          <p:cTn id="24" presetID="1" presetClass="entr" presetSubtype="0" fill="hold" nodeType="withEffect" grpId="0">
                            <p:stCondLst>
                              <p:cond delay="150"/>
                            </p:stCondLst>
                            <p:childTnLst>
                              <p:set>
                                <p:cBhvr>
                                  <p:cTn id="25" dur="1" fill="hold">
                                    <p:stCondLst>
                                      <p:cond delay="0"/>
                                    </p:stCondLst>
                                  </p:cTn>
                                  <p:tgtEl>
                                    <p:spTgt spid="55"/>
                                  </p:tgtEl>
                                  <p:attrNameLst>
                                    <p:attrName>style.visibility</p:attrName>
                                  </p:attrNameLst>
                                </p:cBhvr>
                                <p:to>
                                  <p:strVal val="visible"/>
                                </p:to>
                              </p:set>
                            </p:childTnLst>
                          </p:cTn>
                        </p:par>
                        <p:par>
                          <p:cTn id="26" presetID="1" presetClass="entr" presetSubtype="0" fill="hold" nodeType="withEffect" grpId="0">
                            <p:stCondLst>
                              <p:cond delay="150"/>
                            </p:stCondLst>
                            <p:childTnLst>
                              <p:set>
                                <p:cBhvr>
                                  <p:cTn id="27" dur="1" fill="hold">
                                    <p:stCondLst>
                                      <p:cond delay="0"/>
                                    </p:stCondLst>
                                  </p:cTn>
                                  <p:tgtEl>
                                    <p:spTgt spid="56"/>
                                  </p:tgtEl>
                                  <p:attrNameLst>
                                    <p:attrName>style.visibility</p:attrName>
                                  </p:attrNameLst>
                                </p:cBhvr>
                                <p:to>
                                  <p:strVal val="visible"/>
                                </p:to>
                              </p:set>
                            </p:childTnLst>
                          </p:cTn>
                        </p:par>
                        <p:par>
                          <p:cTn id="28" presetID="1" presetClass="entr" presetSubtype="0" fill="hold" nodeType="withEffect" grpId="0">
                            <p:stCondLst>
                              <p:cond delay="150"/>
                            </p:stCondLst>
                            <p:childTnLst>
                              <p:set>
                                <p:cBhvr>
                                  <p:cTn id="29" dur="1" fill="hold">
                                    <p:stCondLst>
                                      <p:cond delay="0"/>
                                    </p:stCondLst>
                                  </p:cTn>
                                  <p:tgtEl>
                                    <p:spTgt spid="57"/>
                                  </p:tgtEl>
                                  <p:attrNameLst>
                                    <p:attrName>style.visibility</p:attrName>
                                  </p:attrNameLst>
                                </p:cBhvr>
                                <p:to>
                                  <p:strVal val="visible"/>
                                </p:to>
                              </p:set>
                            </p:childTnLst>
                          </p:cTn>
                        </p:par>
                        <p:par>
                          <p:cTn id="30" presetID="1" presetClass="entr" presetSubtype="0" fill="hold" nodeType="withEffect" grpId="0">
                            <p:stCondLst>
                              <p:cond delay="150"/>
                            </p:stCondLst>
                            <p:childTnLst>
                              <p:set>
                                <p:cBhvr>
                                  <p:cTn id="31" dur="1" fill="hold">
                                    <p:stCondLst>
                                      <p:cond delay="0"/>
                                    </p:stCondLst>
                                  </p:cTn>
                                  <p:tgtEl>
                                    <p:spTgt spid="58"/>
                                  </p:tgtEl>
                                  <p:attrNameLst>
                                    <p:attrName>style.visibility</p:attrName>
                                  </p:attrNameLst>
                                </p:cBhvr>
                                <p:to>
                                  <p:strVal val="visible"/>
                                </p:to>
                              </p:set>
                            </p:childTnLst>
                          </p:cTn>
                        </p:par>
                        <p:par>
                          <p:cTn id="32" presetID="1" presetClass="entr" presetSubtype="0" fill="hold" nodeType="withEffect" grpId="0">
                            <p:stCondLst>
                              <p:cond delay="150"/>
                            </p:stCondLst>
                            <p:childTnLst>
                              <p:set>
                                <p:cBhvr>
                                  <p:cTn id="33" dur="1" fill="hold">
                                    <p:stCondLst>
                                      <p:cond delay="0"/>
                                    </p:stCondLst>
                                  </p:cTn>
                                  <p:tgtEl>
                                    <p:spTgt spid="59"/>
                                  </p:tgtEl>
                                  <p:attrNameLst>
                                    <p:attrName>style.visibility</p:attrName>
                                  </p:attrNameLst>
                                </p:cBhvr>
                                <p:to>
                                  <p:strVal val="visible"/>
                                </p:to>
                              </p:set>
                            </p:childTnLst>
                          </p:cTn>
                        </p:par>
                        <p:par>
                          <p:cTn id="34" presetID="1" presetClass="entr" presetSubtype="0" fill="hold" nodeType="withEffect" grpId="0">
                            <p:stCondLst>
                              <p:cond delay="150"/>
                            </p:stCondLst>
                            <p:childTnLst>
                              <p:set>
                                <p:cBhvr>
                                  <p:cTn id="35" dur="1" fill="hold">
                                    <p:stCondLst>
                                      <p:cond delay="0"/>
                                    </p:stCondLst>
                                  </p:cTn>
                                  <p:tgtEl>
                                    <p:spTgt spid="60"/>
                                  </p:tgtEl>
                                  <p:attrNameLst>
                                    <p:attrName>style.visibility</p:attrName>
                                  </p:attrNameLst>
                                </p:cBhvr>
                                <p:to>
                                  <p:strVal val="visible"/>
                                </p:to>
                              </p:set>
                            </p:childTnLst>
                          </p:cTn>
                        </p:par>
                        <p:par>
                          <p:cTn id="36" presetID="1" presetClass="entr" presetSubtype="0" fill="hold" nodeType="withEffect" grpId="0">
                            <p:stCondLst>
                              <p:cond delay="150"/>
                            </p:stCondLst>
                            <p:childTnLst>
                              <p:set>
                                <p:cBhvr>
                                  <p:cTn id="37" dur="1" fill="hold">
                                    <p:stCondLst>
                                      <p:cond delay="0"/>
                                    </p:stCondLst>
                                  </p:cTn>
                                  <p:tgtEl>
                                    <p:spTgt spid="66"/>
                                  </p:tgtEl>
                                  <p:attrNameLst>
                                    <p:attrName>style.visibility</p:attrName>
                                  </p:attrNameLst>
                                </p:cBhvr>
                                <p:to>
                                  <p:strVal val="visible"/>
                                </p:to>
                              </p:set>
                            </p:childTnLst>
                          </p:cTn>
                        </p:par>
                      </p:childTnLst>
                    </p:cTn>
                  </p:par>
                </p:childTnLst>
              </p:cTn>
              <p:prevCondLst>
                <p:cond evt="onPrev" delay="0">
                  <p:tgtEl>
                    <p:sldTgt/>
                  </p:tgtEl>
                </p:cond>
              </p:prevCondLst>
              <p:nextCondLst>
                <p:cond evt="onNext" delay="0">
                  <p:tgtEl>
                    <p:sldTgt/>
                  </p:tgtEl>
                </p:cond>
              </p:nextCondLst>
            </p:seq>
          </p:childTnLst>
        </p:cTn>
      </p:par>
    </p:tnLst>
    <p:bldLst>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6" grpId="0" animBg="1"/>
    </p:bldLst>
  </p:timing>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7" name="!!heading">
            <a:extLst xmlns:a="http://schemas.openxmlformats.org/drawingml/2006/main">
              <a:ext uri="{FF2B5EF4-FFF2-40B4-BE49-F238E27FC236}">
                <a16:creationId xmlns:a16="http://schemas.microsoft.com/office/drawing/2014/main" id="{7E658B29-F205-4A06-9304-F848A3E40D76}"/>
              </a:ext>
            </a:extLst>
          </p:cNvPr>
          <p:cNvSpPr>
            <a:spLocks xmlns:a="http://schemas.openxmlformats.org/drawingml/2006/main" noGrp="1"/>
          </p:cNvSpPr>
          <p:nvPr/>
        </p:nvSpPr>
        <p:spPr>
          <a:xfrm xmlns:a="http://schemas.openxmlformats.org/drawingml/2006/main">
            <a:off x="647700" y="428625"/>
            <a:ext cx="13944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0262C"/>
                </a:solidFill>
                <a:latin typeface="Arial"/>
                <a:ea typeface="Arial"/>
                <a:cs typeface="Arial"/>
              </a:defRPr>
            </a:defPPr>
            <a:lvl1pPr algn="l">
              <a:defRPr sz="3300" b="1">
                <a:solidFill>
                  <a:srgbClr val="20262C"/>
                </a:solidFill>
                <a:latin typeface="Arial"/>
                <a:ea typeface="Arial"/>
                <a:cs typeface="Arial"/>
              </a:defRPr>
            </a:lvl1pPr>
            <a:lvl2pPr algn="l">
              <a:defRPr sz="3300" b="1">
                <a:solidFill>
                  <a:srgbClr val="20262C"/>
                </a:solidFill>
                <a:latin typeface="Arial"/>
                <a:ea typeface="Arial"/>
                <a:cs typeface="Arial"/>
              </a:defRPr>
            </a:lvl2pPr>
            <a:lvl3pPr algn="l">
              <a:defRPr sz="3300" b="1">
                <a:solidFill>
                  <a:srgbClr val="20262C"/>
                </a:solidFill>
                <a:latin typeface="Arial"/>
                <a:ea typeface="Arial"/>
                <a:cs typeface="Arial"/>
              </a:defRPr>
            </a:lvl3pPr>
            <a:lvl4pPr algn="l">
              <a:defRPr sz="3300" b="1">
                <a:solidFill>
                  <a:srgbClr val="20262C"/>
                </a:solidFill>
                <a:latin typeface="Arial"/>
                <a:ea typeface="Arial"/>
                <a:cs typeface="Arial"/>
              </a:defRPr>
            </a:lvl4pPr>
            <a:lvl5pPr algn="l">
              <a:defRPr sz="3300" b="1">
                <a:solidFill>
                  <a:srgbClr val="20262C"/>
                </a:solidFill>
                <a:latin typeface="Arial"/>
                <a:ea typeface="Arial"/>
                <a:cs typeface="Arial"/>
              </a:defRPr>
            </a:lvl5pPr>
            <a:lvl6pPr algn="l">
              <a:defRPr sz="3300" b="1">
                <a:solidFill>
                  <a:srgbClr val="20262C"/>
                </a:solidFill>
                <a:latin typeface="Arial"/>
                <a:ea typeface="Arial"/>
                <a:cs typeface="Arial"/>
              </a:defRPr>
            </a:lvl6pPr>
            <a:lvl7pPr algn="l">
              <a:defRPr sz="3300" b="1">
                <a:solidFill>
                  <a:srgbClr val="20262C"/>
                </a:solidFill>
                <a:latin typeface="Arial"/>
                <a:ea typeface="Arial"/>
                <a:cs typeface="Arial"/>
              </a:defRPr>
            </a:lvl7pPr>
            <a:lvl8pPr algn="l">
              <a:defRPr sz="3300" b="1">
                <a:solidFill>
                  <a:srgbClr val="20262C"/>
                </a:solidFill>
                <a:latin typeface="Arial"/>
                <a:ea typeface="Arial"/>
                <a:cs typeface="Arial"/>
              </a:defRPr>
            </a:lvl8pPr>
            <a:lvl9pPr algn="l">
              <a:defRPr sz="3300" b="1">
                <a:solidFill>
                  <a:srgbClr val="20262C"/>
                </a:solidFill>
                <a:latin typeface="Arial"/>
                <a:ea typeface="Arial"/>
                <a:cs typeface="Arial"/>
              </a:defRPr>
            </a:lvl9pPr>
          </a:lstStyle>
          <a:p xmlns:a="http://schemas.openxmlformats.org/drawingml/2006/main">
            <a:pPr algn="l">
              <a:defRPr sz="3300" b="1">
                <a:solidFill>
                  <a:srgbClr val="20262C"/>
                </a:solidFill>
                <a:latin typeface="Arial"/>
                <a:ea typeface="Arial"/>
                <a:cs typeface="Arial"/>
              </a:defRPr>
            </a:pPr>
            <a:r>
              <a:rPr sz="3300" b="1">
                <a:solidFill>
                  <a:srgbClr val="20262C"/>
                </a:solidFill>
                <a:latin typeface="Arial"/>
                <a:ea typeface="Arial"/>
                <a:cs typeface="Arial"/>
              </a:rPr>
              <a:t>Reviewing client communications</a:t>
            </a:r>
          </a:p>
        </p:txBody>
      </p:sp>
      <p:sp>
        <p:nvSpPr>
          <p:cNvPr id="2" name="!!subtitle">
            <a:extLst xmlns:a="http://schemas.openxmlformats.org/drawingml/2006/main">
              <a:ext uri="{FF2B5EF4-FFF2-40B4-BE49-F238E27FC236}">
                <a16:creationId xmlns:a16="http://schemas.microsoft.com/office/drawing/2014/main" id="{CCFAD4E6-ECB7-4FAB-AC84-F2CDAE8DD771}"/>
              </a:ext>
            </a:extLst>
          </p:cNvPr>
          <p:cNvSpPr>
            <a:spLocks xmlns:a="http://schemas.openxmlformats.org/drawingml/2006/main" noGrp="1"/>
          </p:cNvSpPr>
          <p:nvPr/>
        </p:nvSpPr>
        <p:spPr>
          <a:xfrm xmlns:a="http://schemas.openxmlformats.org/drawingml/2006/main">
            <a:off x="647700" y="1190625"/>
            <a:ext cx="139446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05A9C"/>
                </a:solidFill>
                <a:latin typeface="Arial"/>
                <a:ea typeface="Arial"/>
                <a:cs typeface="Arial"/>
              </a:defRPr>
            </a:defPPr>
            <a:lvl1pPr algn="l">
              <a:defRPr sz="1875" b="0">
                <a:solidFill>
                  <a:srgbClr val="005A9C"/>
                </a:solidFill>
                <a:latin typeface="Arial"/>
                <a:ea typeface="Arial"/>
                <a:cs typeface="Arial"/>
              </a:defRPr>
            </a:lvl1pPr>
            <a:lvl2pPr algn="l">
              <a:defRPr sz="1875" b="0">
                <a:solidFill>
                  <a:srgbClr val="005A9C"/>
                </a:solidFill>
                <a:latin typeface="Arial"/>
                <a:ea typeface="Arial"/>
                <a:cs typeface="Arial"/>
              </a:defRPr>
            </a:lvl2pPr>
            <a:lvl3pPr algn="l">
              <a:defRPr sz="1875" b="0">
                <a:solidFill>
                  <a:srgbClr val="005A9C"/>
                </a:solidFill>
                <a:latin typeface="Arial"/>
                <a:ea typeface="Arial"/>
                <a:cs typeface="Arial"/>
              </a:defRPr>
            </a:lvl3pPr>
            <a:lvl4pPr algn="l">
              <a:defRPr sz="1875" b="0">
                <a:solidFill>
                  <a:srgbClr val="005A9C"/>
                </a:solidFill>
                <a:latin typeface="Arial"/>
                <a:ea typeface="Arial"/>
                <a:cs typeface="Arial"/>
              </a:defRPr>
            </a:lvl4pPr>
            <a:lvl5pPr algn="l">
              <a:defRPr sz="1875" b="0">
                <a:solidFill>
                  <a:srgbClr val="005A9C"/>
                </a:solidFill>
                <a:latin typeface="Arial"/>
                <a:ea typeface="Arial"/>
                <a:cs typeface="Arial"/>
              </a:defRPr>
            </a:lvl5pPr>
            <a:lvl6pPr algn="l">
              <a:defRPr sz="1875" b="0">
                <a:solidFill>
                  <a:srgbClr val="005A9C"/>
                </a:solidFill>
                <a:latin typeface="Arial"/>
                <a:ea typeface="Arial"/>
                <a:cs typeface="Arial"/>
              </a:defRPr>
            </a:lvl6pPr>
            <a:lvl7pPr algn="l">
              <a:defRPr sz="1875" b="0">
                <a:solidFill>
                  <a:srgbClr val="005A9C"/>
                </a:solidFill>
                <a:latin typeface="Arial"/>
                <a:ea typeface="Arial"/>
                <a:cs typeface="Arial"/>
              </a:defRPr>
            </a:lvl7pPr>
            <a:lvl8pPr algn="l">
              <a:defRPr sz="1875" b="0">
                <a:solidFill>
                  <a:srgbClr val="005A9C"/>
                </a:solidFill>
                <a:latin typeface="Arial"/>
                <a:ea typeface="Arial"/>
                <a:cs typeface="Arial"/>
              </a:defRPr>
            </a:lvl8pPr>
            <a:lvl9pPr algn="l">
              <a:defRPr sz="1875" b="0">
                <a:solidFill>
                  <a:srgbClr val="005A9C"/>
                </a:solidFill>
                <a:latin typeface="Arial"/>
                <a:ea typeface="Arial"/>
                <a:cs typeface="Arial"/>
              </a:defRPr>
            </a:lvl9pPr>
          </a:lstStyle>
          <a:p xmlns:a="http://schemas.openxmlformats.org/drawingml/2006/main">
            <a:pPr algn="l">
              <a:defRPr sz="1875" b="0">
                <a:solidFill>
                  <a:srgbClr val="005A9C"/>
                </a:solidFill>
                <a:latin typeface="Arial"/>
                <a:ea typeface="Arial"/>
                <a:cs typeface="Arial"/>
              </a:defRPr>
            </a:pPr>
            <a:r>
              <a:rPr sz="1875" b="0">
                <a:solidFill>
                  <a:srgbClr val="005A9C"/>
                </a:solidFill>
                <a:latin typeface="Arial"/>
                <a:ea typeface="Arial"/>
                <a:cs typeface="Arial"/>
              </a:rPr>
              <a:t>Middle office  /  Content review  /  Workflow</a:t>
            </a:r>
          </a:p>
        </p:txBody>
      </p:sp>
      <p:sp>
        <p:nvSpPr>
          <p:cNvPr id="3" name="!!heading.rule">
            <a:extLst xmlns:a="http://schemas.openxmlformats.org/drawingml/2006/main">
              <a:ext uri="{FF2B5EF4-FFF2-40B4-BE49-F238E27FC236}">
                <a16:creationId xmlns:a16="http://schemas.microsoft.com/office/drawing/2014/main" id="{5AE11FDC-0BCF-4578-BB6A-8B290FAC497F}"/>
              </a:ext>
            </a:extLst>
          </p:cNvPr>
          <p:cNvSpPr>
            <a:spLocks xmlns:a="http://schemas.openxmlformats.org/drawingml/2006/main" noGrp="1"/>
          </p:cNvSpPr>
          <p:nvPr/>
        </p:nvSpPr>
        <p:spPr>
          <a:xfrm xmlns:a="http://schemas.openxmlformats.org/drawingml/2006/main" flipH="0" flipV="0">
            <a:off x="647700" y="1733550"/>
            <a:ext cx="13944600" cy="953"/>
          </a:xfrm>
          <a:prstGeom xmlns:a="http://schemas.openxmlformats.org/drawingml/2006/main" prst="line">
            <a:avLst/>
          </a:prstGeom>
          <a:noFill xmlns:a="http://schemas.openxmlformats.org/drawingml/2006/main"/>
          <a:ln xmlns:a="http://schemas.openxmlformats.org/drawingml/2006/main" w="11430">
            <a:solidFill>
              <a:srgbClr val="BCC6CF"/>
            </a:solidFill>
            <a:prstDash val="solid"/>
          </a:ln>
        </p:spPr>
      </p:sp>
      <p:sp>
        <p:nvSpPr>
          <p:cNvPr id="4" name="!!map.front">
            <a:extLst xmlns:a="http://schemas.openxmlformats.org/drawingml/2006/main">
              <a:ext uri="{FF2B5EF4-FFF2-40B4-BE49-F238E27FC236}">
                <a16:creationId xmlns:a16="http://schemas.microsoft.com/office/drawing/2014/main" id="{4FA90C64-3369-4437-9306-6F6E4F566F2F}"/>
              </a:ext>
            </a:extLst>
          </p:cNvPr>
          <p:cNvSpPr>
            <a:spLocks xmlns:a="http://schemas.openxmlformats.org/drawingml/2006/main" noGrp="1"/>
          </p:cNvSpPr>
          <p:nvPr/>
        </p:nvSpPr>
        <p:spPr>
          <a:xfrm xmlns:a="http://schemas.openxmlformats.org/drawingml/2006/main">
            <a:off x="647700" y="1990725"/>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5" name="!!nav.front">
            <ns0:hlinkClick xmlns:ns0="http://schemas.openxmlformats.org/drawingml/2006/main" xmlns:ns1="http://schemas.openxmlformats.org/officeDocument/2006/relationships" ns1:id="rIdNavSlide4" action="ppaction://hlinksldjump" tooltip="Slide 4: Preparing a company research assessment"/>
            <a:extLst xmlns:a="http://schemas.openxmlformats.org/drawingml/2006/main">
              <a:ext uri="{FF2B5EF4-FFF2-40B4-BE49-F238E27FC236}">
                <a16:creationId xmlns:a16="http://schemas.microsoft.com/office/drawing/2014/main" id="{D73152BF-916F-4642-92A8-A5BB8B805DC6}"/>
              </a:ext>
            </a:extLst>
          </p:cNvPr>
          <p:cNvSpPr>
            <a:spLocks xmlns:a="http://schemas.openxmlformats.org/drawingml/2006/main" noGrp="1"/>
          </p:cNvSpPr>
          <p:nvPr/>
        </p:nvSpPr>
        <p:spPr>
          <a:xfrm xmlns:a="http://schemas.openxmlformats.org/drawingml/2006/main">
            <a:off x="647700" y="1990725"/>
            <a:ext cx="2609850" cy="409575"/>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005A9C"/>
                </a:solidFill>
                <a:latin typeface="Arial"/>
                <a:ea typeface="Arial"/>
                <a:cs typeface="Arial"/>
              </a:defRPr>
            </a:defPPr>
            <a:lvl1pPr algn="ctr">
              <a:defRPr sz="2025" b="1">
                <a:solidFill>
                  <a:srgbClr val="005A9C"/>
                </a:solidFill>
                <a:latin typeface="Arial"/>
                <a:ea typeface="Arial"/>
                <a:cs typeface="Arial"/>
              </a:defRPr>
            </a:lvl1pPr>
            <a:lvl2pPr algn="ctr">
              <a:defRPr sz="2025" b="1">
                <a:solidFill>
                  <a:srgbClr val="005A9C"/>
                </a:solidFill>
                <a:latin typeface="Arial"/>
                <a:ea typeface="Arial"/>
                <a:cs typeface="Arial"/>
              </a:defRPr>
            </a:lvl2pPr>
            <a:lvl3pPr algn="ctr">
              <a:defRPr sz="2025" b="1">
                <a:solidFill>
                  <a:srgbClr val="005A9C"/>
                </a:solidFill>
                <a:latin typeface="Arial"/>
                <a:ea typeface="Arial"/>
                <a:cs typeface="Arial"/>
              </a:defRPr>
            </a:lvl3pPr>
            <a:lvl4pPr algn="ctr">
              <a:defRPr sz="2025" b="1">
                <a:solidFill>
                  <a:srgbClr val="005A9C"/>
                </a:solidFill>
                <a:latin typeface="Arial"/>
                <a:ea typeface="Arial"/>
                <a:cs typeface="Arial"/>
              </a:defRPr>
            </a:lvl4pPr>
            <a:lvl5pPr algn="ctr">
              <a:defRPr sz="2025" b="1">
                <a:solidFill>
                  <a:srgbClr val="005A9C"/>
                </a:solidFill>
                <a:latin typeface="Arial"/>
                <a:ea typeface="Arial"/>
                <a:cs typeface="Arial"/>
              </a:defRPr>
            </a:lvl5pPr>
            <a:lvl6pPr algn="ctr">
              <a:defRPr sz="2025" b="1">
                <a:solidFill>
                  <a:srgbClr val="005A9C"/>
                </a:solidFill>
                <a:latin typeface="Arial"/>
                <a:ea typeface="Arial"/>
                <a:cs typeface="Arial"/>
              </a:defRPr>
            </a:lvl6pPr>
            <a:lvl7pPr algn="ctr">
              <a:defRPr sz="2025" b="1">
                <a:solidFill>
                  <a:srgbClr val="005A9C"/>
                </a:solidFill>
                <a:latin typeface="Arial"/>
                <a:ea typeface="Arial"/>
                <a:cs typeface="Arial"/>
              </a:defRPr>
            </a:lvl7pPr>
            <a:lvl8pPr algn="ctr">
              <a:defRPr sz="2025" b="1">
                <a:solidFill>
                  <a:srgbClr val="005A9C"/>
                </a:solidFill>
                <a:latin typeface="Arial"/>
                <a:ea typeface="Arial"/>
                <a:cs typeface="Arial"/>
              </a:defRPr>
            </a:lvl8pPr>
            <a:lvl9pPr algn="ctr">
              <a:defRPr sz="2025" b="1">
                <a:solidFill>
                  <a:srgbClr val="005A9C"/>
                </a:solidFill>
                <a:latin typeface="Arial"/>
                <a:ea typeface="Arial"/>
                <a:cs typeface="Arial"/>
              </a:defRPr>
            </a:lvl9pPr>
          </a:lstStyle>
          <a:p xmlns:a="http://schemas.openxmlformats.org/drawingml/2006/main">
            <a:pPr algn="ctr">
              <a:defRPr sz="2025" b="1">
                <a:solidFill>
                  <a:srgbClr val="005A9C"/>
                </a:solidFill>
                <a:latin typeface="Arial"/>
                <a:ea typeface="Arial"/>
                <a:cs typeface="Arial"/>
              </a:defRPr>
            </a:pPr>
            <a:r>
              <a:rPr sz="2025" b="1">
                <a:solidFill>
                  <a:srgbClr val="005A9C"/>
                </a:solidFill>
                <a:latin typeface="Arial"/>
                <a:ea typeface="Arial"/>
                <a:cs typeface="Arial"/>
              </a:rPr>
              <a:t>Front office</a:t>
            </a:r>
          </a:p>
        </p:txBody>
      </p:sp>
      <p:sp>
        <p:nvSpPr>
          <p:cNvPr id="6" name="!!task.research">
            <ns0:hlinkClick xmlns:ns0="http://schemas.openxmlformats.org/drawingml/2006/main" xmlns:ns1="http://schemas.openxmlformats.org/officeDocument/2006/relationships" ns1:id="rIdNavSlide4" action="ppaction://hlinksldjump" tooltip="Slide 4: Preparing a company research assessment"/>
            <a:extLst xmlns:a="http://schemas.openxmlformats.org/drawingml/2006/main">
              <a:ext uri="{FF2B5EF4-FFF2-40B4-BE49-F238E27FC236}">
                <a16:creationId xmlns:a16="http://schemas.microsoft.com/office/drawing/2014/main" id="{50CF1C70-96D3-45A1-9628-9ABDE2736F97}"/>
              </a:ext>
            </a:extLst>
          </p:cNvPr>
          <p:cNvSpPr>
            <a:spLocks xmlns:a="http://schemas.openxmlformats.org/drawingml/2006/main" noGrp="1"/>
          </p:cNvSpPr>
          <p:nvPr/>
        </p:nvSpPr>
        <p:spPr>
          <a:xfrm xmlns:a="http://schemas.openxmlformats.org/drawingml/2006/main">
            <a:off x="762000" y="249555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Research</a:t>
            </a:r>
          </a:p>
        </p:txBody>
      </p:sp>
      <p:sp>
        <p:nvSpPr>
          <p:cNvPr id="7" name="!!task.trade">
            <ns0:hlinkClick xmlns:ns0="http://schemas.openxmlformats.org/drawingml/2006/main" xmlns:ns1="http://schemas.openxmlformats.org/officeDocument/2006/relationships" ns1:id="rIdNavSlide9" action="ppaction://hlinksldjump" tooltip="Slide 9: Preparing a bond quote request"/>
            <a:extLst xmlns:a="http://schemas.openxmlformats.org/drawingml/2006/main">
              <a:ext uri="{FF2B5EF4-FFF2-40B4-BE49-F238E27FC236}">
                <a16:creationId xmlns:a16="http://schemas.microsoft.com/office/drawing/2014/main" id="{2F6B5B95-B986-40B2-AC01-3F5B61C0F448}"/>
              </a:ext>
            </a:extLst>
          </p:cNvPr>
          <p:cNvSpPr>
            <a:spLocks xmlns:a="http://schemas.openxmlformats.org/drawingml/2006/main" noGrp="1"/>
          </p:cNvSpPr>
          <p:nvPr/>
        </p:nvSpPr>
        <p:spPr>
          <a:xfrm xmlns:a="http://schemas.openxmlformats.org/drawingml/2006/main">
            <a:off x="762000" y="280987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Trading support</a:t>
            </a:r>
          </a:p>
        </p:txBody>
      </p:sp>
      <p:sp>
        <p:nvSpPr>
          <p:cNvPr id="8" name="!!task.client">
            <ns0:hlinkClick xmlns:ns0="http://schemas.openxmlformats.org/drawingml/2006/main" xmlns:ns1="http://schemas.openxmlformats.org/officeDocument/2006/relationships" ns1:id="rIdNavSlide12" action="ppaction://hlinksldjump" tooltip="Slide 12: Preparing a quarterly client update"/>
            <a:extLst xmlns:a="http://schemas.openxmlformats.org/drawingml/2006/main">
              <a:ext uri="{FF2B5EF4-FFF2-40B4-BE49-F238E27FC236}">
                <a16:creationId xmlns:a16="http://schemas.microsoft.com/office/drawing/2014/main" id="{F9FD4E68-CCFE-4BFA-8A5D-3F0DFF71244D}"/>
              </a:ext>
            </a:extLst>
          </p:cNvPr>
          <p:cNvSpPr>
            <a:spLocks xmlns:a="http://schemas.openxmlformats.org/drawingml/2006/main" noGrp="1"/>
          </p:cNvSpPr>
          <p:nvPr/>
        </p:nvSpPr>
        <p:spPr>
          <a:xfrm xmlns:a="http://schemas.openxmlformats.org/drawingml/2006/main">
            <a:off x="762000" y="312420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Client materials</a:t>
            </a:r>
          </a:p>
        </p:txBody>
      </p:sp>
      <p:sp>
        <p:nvSpPr>
          <p:cNvPr id="9" name="!!map.middle">
            <a:extLst xmlns:a="http://schemas.openxmlformats.org/drawingml/2006/main">
              <a:ext uri="{FF2B5EF4-FFF2-40B4-BE49-F238E27FC236}">
                <a16:creationId xmlns:a16="http://schemas.microsoft.com/office/drawing/2014/main" id="{68ED7524-B4E6-4FF5-A9D1-453CE8797377}"/>
              </a:ext>
            </a:extLst>
          </p:cNvPr>
          <p:cNvSpPr>
            <a:spLocks xmlns:a="http://schemas.openxmlformats.org/drawingml/2006/main" noGrp="1"/>
          </p:cNvSpPr>
          <p:nvPr/>
        </p:nvSpPr>
        <p:spPr>
          <a:xfrm xmlns:a="http://schemas.openxmlformats.org/drawingml/2006/main">
            <a:off x="647700" y="3657600"/>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10" name="!!nav.middle">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EED50FC6-DC3C-4BB4-B186-EC5383ADE487}"/>
              </a:ext>
            </a:extLst>
          </p:cNvPr>
          <p:cNvSpPr>
            <a:spLocks xmlns:a="http://schemas.openxmlformats.org/drawingml/2006/main" noGrp="1"/>
          </p:cNvSpPr>
          <p:nvPr/>
        </p:nvSpPr>
        <p:spPr>
          <a:xfrm xmlns:a="http://schemas.openxmlformats.org/drawingml/2006/main">
            <a:off x="647700" y="3657600"/>
            <a:ext cx="2609850" cy="409575"/>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FFFFFF"/>
                </a:solidFill>
                <a:latin typeface="Arial"/>
                <a:ea typeface="Arial"/>
                <a:cs typeface="Arial"/>
              </a:defRPr>
            </a:defPPr>
            <a:lvl1pPr algn="ctr">
              <a:defRPr sz="2025" b="1">
                <a:solidFill>
                  <a:srgbClr val="FFFFFF"/>
                </a:solidFill>
                <a:latin typeface="Arial"/>
                <a:ea typeface="Arial"/>
                <a:cs typeface="Arial"/>
              </a:defRPr>
            </a:lvl1pPr>
            <a:lvl2pPr algn="ctr">
              <a:defRPr sz="2025" b="1">
                <a:solidFill>
                  <a:srgbClr val="FFFFFF"/>
                </a:solidFill>
                <a:latin typeface="Arial"/>
                <a:ea typeface="Arial"/>
                <a:cs typeface="Arial"/>
              </a:defRPr>
            </a:lvl2pPr>
            <a:lvl3pPr algn="ctr">
              <a:defRPr sz="2025" b="1">
                <a:solidFill>
                  <a:srgbClr val="FFFFFF"/>
                </a:solidFill>
                <a:latin typeface="Arial"/>
                <a:ea typeface="Arial"/>
                <a:cs typeface="Arial"/>
              </a:defRPr>
            </a:lvl3pPr>
            <a:lvl4pPr algn="ctr">
              <a:defRPr sz="2025" b="1">
                <a:solidFill>
                  <a:srgbClr val="FFFFFF"/>
                </a:solidFill>
                <a:latin typeface="Arial"/>
                <a:ea typeface="Arial"/>
                <a:cs typeface="Arial"/>
              </a:defRPr>
            </a:lvl4pPr>
            <a:lvl5pPr algn="ctr">
              <a:defRPr sz="2025" b="1">
                <a:solidFill>
                  <a:srgbClr val="FFFFFF"/>
                </a:solidFill>
                <a:latin typeface="Arial"/>
                <a:ea typeface="Arial"/>
                <a:cs typeface="Arial"/>
              </a:defRPr>
            </a:lvl5pPr>
            <a:lvl6pPr algn="ctr">
              <a:defRPr sz="2025" b="1">
                <a:solidFill>
                  <a:srgbClr val="FFFFFF"/>
                </a:solidFill>
                <a:latin typeface="Arial"/>
                <a:ea typeface="Arial"/>
                <a:cs typeface="Arial"/>
              </a:defRPr>
            </a:lvl6pPr>
            <a:lvl7pPr algn="ctr">
              <a:defRPr sz="2025" b="1">
                <a:solidFill>
                  <a:srgbClr val="FFFFFF"/>
                </a:solidFill>
                <a:latin typeface="Arial"/>
                <a:ea typeface="Arial"/>
                <a:cs typeface="Arial"/>
              </a:defRPr>
            </a:lvl7pPr>
            <a:lvl8pPr algn="ctr">
              <a:defRPr sz="2025" b="1">
                <a:solidFill>
                  <a:srgbClr val="FFFFFF"/>
                </a:solidFill>
                <a:latin typeface="Arial"/>
                <a:ea typeface="Arial"/>
                <a:cs typeface="Arial"/>
              </a:defRPr>
            </a:lvl8pPr>
            <a:lvl9pPr algn="ctr">
              <a:defRPr sz="2025" b="1">
                <a:solidFill>
                  <a:srgbClr val="FFFFFF"/>
                </a:solidFill>
                <a:latin typeface="Arial"/>
                <a:ea typeface="Arial"/>
                <a:cs typeface="Arial"/>
              </a:defRPr>
            </a:lvl9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Middle office</a:t>
            </a:r>
          </a:p>
        </p:txBody>
      </p:sp>
      <p:sp>
        <p:nvSpPr>
          <p:cNvPr id="11" name="!!task.review">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EE38D31E-D7DA-4B21-A05E-D420C215657E}"/>
              </a:ext>
            </a:extLst>
          </p:cNvPr>
          <p:cNvSpPr>
            <a:spLocks xmlns:a="http://schemas.openxmlformats.org/drawingml/2006/main" noGrp="1"/>
          </p:cNvSpPr>
          <p:nvPr/>
        </p:nvSpPr>
        <p:spPr>
          <a:xfrm xmlns:a="http://schemas.openxmlformats.org/drawingml/2006/main">
            <a:off x="762000" y="4162425"/>
            <a:ext cx="2381250" cy="304800"/>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1">
                <a:solidFill>
                  <a:srgbClr val="005A9C"/>
                </a:solidFill>
                <a:latin typeface="Arial"/>
                <a:ea typeface="Arial"/>
                <a:cs typeface="Arial"/>
              </a:defRPr>
            </a:defPPr>
            <a:lvl1pPr algn="ctr">
              <a:defRPr sz="1650" b="1">
                <a:solidFill>
                  <a:srgbClr val="005A9C"/>
                </a:solidFill>
                <a:latin typeface="Arial"/>
                <a:ea typeface="Arial"/>
                <a:cs typeface="Arial"/>
              </a:defRPr>
            </a:lvl1pPr>
            <a:lvl2pPr algn="ctr">
              <a:defRPr sz="1650" b="1">
                <a:solidFill>
                  <a:srgbClr val="005A9C"/>
                </a:solidFill>
                <a:latin typeface="Arial"/>
                <a:ea typeface="Arial"/>
                <a:cs typeface="Arial"/>
              </a:defRPr>
            </a:lvl2pPr>
            <a:lvl3pPr algn="ctr">
              <a:defRPr sz="1650" b="1">
                <a:solidFill>
                  <a:srgbClr val="005A9C"/>
                </a:solidFill>
                <a:latin typeface="Arial"/>
                <a:ea typeface="Arial"/>
                <a:cs typeface="Arial"/>
              </a:defRPr>
            </a:lvl3pPr>
            <a:lvl4pPr algn="ctr">
              <a:defRPr sz="1650" b="1">
                <a:solidFill>
                  <a:srgbClr val="005A9C"/>
                </a:solidFill>
                <a:latin typeface="Arial"/>
                <a:ea typeface="Arial"/>
                <a:cs typeface="Arial"/>
              </a:defRPr>
            </a:lvl4pPr>
            <a:lvl5pPr algn="ctr">
              <a:defRPr sz="1650" b="1">
                <a:solidFill>
                  <a:srgbClr val="005A9C"/>
                </a:solidFill>
                <a:latin typeface="Arial"/>
                <a:ea typeface="Arial"/>
                <a:cs typeface="Arial"/>
              </a:defRPr>
            </a:lvl5pPr>
            <a:lvl6pPr algn="ctr">
              <a:defRPr sz="1650" b="1">
                <a:solidFill>
                  <a:srgbClr val="005A9C"/>
                </a:solidFill>
                <a:latin typeface="Arial"/>
                <a:ea typeface="Arial"/>
                <a:cs typeface="Arial"/>
              </a:defRPr>
            </a:lvl6pPr>
            <a:lvl7pPr algn="ctr">
              <a:defRPr sz="1650" b="1">
                <a:solidFill>
                  <a:srgbClr val="005A9C"/>
                </a:solidFill>
                <a:latin typeface="Arial"/>
                <a:ea typeface="Arial"/>
                <a:cs typeface="Arial"/>
              </a:defRPr>
            </a:lvl7pPr>
            <a:lvl8pPr algn="ctr">
              <a:defRPr sz="1650" b="1">
                <a:solidFill>
                  <a:srgbClr val="005A9C"/>
                </a:solidFill>
                <a:latin typeface="Arial"/>
                <a:ea typeface="Arial"/>
                <a:cs typeface="Arial"/>
              </a:defRPr>
            </a:lvl8pPr>
            <a:lvl9pPr algn="ctr">
              <a:defRPr sz="1650" b="1">
                <a:solidFill>
                  <a:srgbClr val="005A9C"/>
                </a:solidFill>
                <a:latin typeface="Arial"/>
                <a:ea typeface="Arial"/>
                <a:cs typeface="Arial"/>
              </a:defRPr>
            </a:lvl9pPr>
          </a:lstStyle>
          <a:p xmlns:a="http://schemas.openxmlformats.org/drawingml/2006/main">
            <a:pPr algn="ctr">
              <a:defRPr sz="1650" b="1">
                <a:solidFill>
                  <a:srgbClr val="005A9C"/>
                </a:solidFill>
                <a:latin typeface="Arial"/>
                <a:ea typeface="Arial"/>
                <a:cs typeface="Arial"/>
              </a:defRPr>
            </a:pPr>
            <a:r>
              <a:rPr sz="1650" b="1">
                <a:solidFill>
                  <a:srgbClr val="005A9C"/>
                </a:solidFill>
                <a:latin typeface="Arial"/>
                <a:ea typeface="Arial"/>
                <a:cs typeface="Arial"/>
              </a:rPr>
              <a:t>Content review</a:t>
            </a:r>
          </a:p>
        </p:txBody>
      </p:sp>
      <p:sp>
        <p:nvSpPr>
          <p:cNvPr id="12" name="!!task.risk">
            <ns0:hlinkClick xmlns:ns0="http://schemas.openxmlformats.org/drawingml/2006/main" xmlns:ns1="http://schemas.openxmlformats.org/officeDocument/2006/relationships" ns1:id="rIdNavSlide19" action="ppaction://hlinksldjump" tooltip="Slide 19: Investigating a risk alert"/>
            <a:extLst xmlns:a="http://schemas.openxmlformats.org/drawingml/2006/main">
              <a:ext uri="{FF2B5EF4-FFF2-40B4-BE49-F238E27FC236}">
                <a16:creationId xmlns:a16="http://schemas.microsoft.com/office/drawing/2014/main" id="{567C91A1-051D-4A90-9A8A-7CF05ADD1EB3}"/>
              </a:ext>
            </a:extLst>
          </p:cNvPr>
          <p:cNvSpPr>
            <a:spLocks xmlns:a="http://schemas.openxmlformats.org/drawingml/2006/main" noGrp="1"/>
          </p:cNvSpPr>
          <p:nvPr/>
        </p:nvSpPr>
        <p:spPr>
          <a:xfrm xmlns:a="http://schemas.openxmlformats.org/drawingml/2006/main">
            <a:off x="762000" y="447675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Risk analysis</a:t>
            </a:r>
          </a:p>
        </p:txBody>
      </p:sp>
      <p:sp>
        <p:nvSpPr>
          <p:cNvPr id="13" name="!!map.back">
            <a:extLst xmlns:a="http://schemas.openxmlformats.org/drawingml/2006/main">
              <a:ext uri="{FF2B5EF4-FFF2-40B4-BE49-F238E27FC236}">
                <a16:creationId xmlns:a16="http://schemas.microsoft.com/office/drawing/2014/main" id="{E8B2CCB9-C8BE-4C69-9E56-7ABCAB5C3054}"/>
              </a:ext>
            </a:extLst>
          </p:cNvPr>
          <p:cNvSpPr>
            <a:spLocks xmlns:a="http://schemas.openxmlformats.org/drawingml/2006/main" noGrp="1"/>
          </p:cNvSpPr>
          <p:nvPr/>
        </p:nvSpPr>
        <p:spPr>
          <a:xfrm xmlns:a="http://schemas.openxmlformats.org/drawingml/2006/main">
            <a:off x="647700" y="5324475"/>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14" name="!!nav.back">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6C6359B5-C84B-4F37-BD27-ABE7543F2748}"/>
              </a:ext>
            </a:extLst>
          </p:cNvPr>
          <p:cNvSpPr>
            <a:spLocks xmlns:a="http://schemas.openxmlformats.org/drawingml/2006/main" noGrp="1"/>
          </p:cNvSpPr>
          <p:nvPr/>
        </p:nvSpPr>
        <p:spPr>
          <a:xfrm xmlns:a="http://schemas.openxmlformats.org/drawingml/2006/main">
            <a:off x="647700" y="5324475"/>
            <a:ext cx="2609850" cy="409575"/>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005A9C"/>
                </a:solidFill>
                <a:latin typeface="Arial"/>
                <a:ea typeface="Arial"/>
                <a:cs typeface="Arial"/>
              </a:defRPr>
            </a:defPPr>
            <a:lvl1pPr algn="ctr">
              <a:defRPr sz="2025" b="1">
                <a:solidFill>
                  <a:srgbClr val="005A9C"/>
                </a:solidFill>
                <a:latin typeface="Arial"/>
                <a:ea typeface="Arial"/>
                <a:cs typeface="Arial"/>
              </a:defRPr>
            </a:lvl1pPr>
            <a:lvl2pPr algn="ctr">
              <a:defRPr sz="2025" b="1">
                <a:solidFill>
                  <a:srgbClr val="005A9C"/>
                </a:solidFill>
                <a:latin typeface="Arial"/>
                <a:ea typeface="Arial"/>
                <a:cs typeface="Arial"/>
              </a:defRPr>
            </a:lvl2pPr>
            <a:lvl3pPr algn="ctr">
              <a:defRPr sz="2025" b="1">
                <a:solidFill>
                  <a:srgbClr val="005A9C"/>
                </a:solidFill>
                <a:latin typeface="Arial"/>
                <a:ea typeface="Arial"/>
                <a:cs typeface="Arial"/>
              </a:defRPr>
            </a:lvl3pPr>
            <a:lvl4pPr algn="ctr">
              <a:defRPr sz="2025" b="1">
                <a:solidFill>
                  <a:srgbClr val="005A9C"/>
                </a:solidFill>
                <a:latin typeface="Arial"/>
                <a:ea typeface="Arial"/>
                <a:cs typeface="Arial"/>
              </a:defRPr>
            </a:lvl4pPr>
            <a:lvl5pPr algn="ctr">
              <a:defRPr sz="2025" b="1">
                <a:solidFill>
                  <a:srgbClr val="005A9C"/>
                </a:solidFill>
                <a:latin typeface="Arial"/>
                <a:ea typeface="Arial"/>
                <a:cs typeface="Arial"/>
              </a:defRPr>
            </a:lvl5pPr>
            <a:lvl6pPr algn="ctr">
              <a:defRPr sz="2025" b="1">
                <a:solidFill>
                  <a:srgbClr val="005A9C"/>
                </a:solidFill>
                <a:latin typeface="Arial"/>
                <a:ea typeface="Arial"/>
                <a:cs typeface="Arial"/>
              </a:defRPr>
            </a:lvl6pPr>
            <a:lvl7pPr algn="ctr">
              <a:defRPr sz="2025" b="1">
                <a:solidFill>
                  <a:srgbClr val="005A9C"/>
                </a:solidFill>
                <a:latin typeface="Arial"/>
                <a:ea typeface="Arial"/>
                <a:cs typeface="Arial"/>
              </a:defRPr>
            </a:lvl7pPr>
            <a:lvl8pPr algn="ctr">
              <a:defRPr sz="2025" b="1">
                <a:solidFill>
                  <a:srgbClr val="005A9C"/>
                </a:solidFill>
                <a:latin typeface="Arial"/>
                <a:ea typeface="Arial"/>
                <a:cs typeface="Arial"/>
              </a:defRPr>
            </a:lvl8pPr>
            <a:lvl9pPr algn="ctr">
              <a:defRPr sz="2025" b="1">
                <a:solidFill>
                  <a:srgbClr val="005A9C"/>
                </a:solidFill>
                <a:latin typeface="Arial"/>
                <a:ea typeface="Arial"/>
                <a:cs typeface="Arial"/>
              </a:defRPr>
            </a:lvl9pPr>
          </a:lstStyle>
          <a:p xmlns:a="http://schemas.openxmlformats.org/drawingml/2006/main">
            <a:pPr algn="ctr">
              <a:defRPr sz="2025" b="1">
                <a:solidFill>
                  <a:srgbClr val="005A9C"/>
                </a:solidFill>
                <a:latin typeface="Arial"/>
                <a:ea typeface="Arial"/>
                <a:cs typeface="Arial"/>
              </a:defRPr>
            </a:pPr>
            <a:r>
              <a:rPr sz="2025" b="1">
                <a:solidFill>
                  <a:srgbClr val="005A9C"/>
                </a:solidFill>
                <a:latin typeface="Arial"/>
                <a:ea typeface="Arial"/>
                <a:cs typeface="Arial"/>
              </a:rPr>
              <a:t>Back office</a:t>
            </a:r>
          </a:p>
        </p:txBody>
      </p:sp>
      <p:sp>
        <p:nvSpPr>
          <p:cNvPr id="15" name="!!task.files">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B824BEC7-68B8-43C7-8BEB-FB28BD758DC5}"/>
              </a:ext>
            </a:extLst>
          </p:cNvPr>
          <p:cNvSpPr>
            <a:spLocks xmlns:a="http://schemas.openxmlformats.org/drawingml/2006/main" noGrp="1"/>
          </p:cNvSpPr>
          <p:nvPr/>
        </p:nvSpPr>
        <p:spPr>
          <a:xfrm xmlns:a="http://schemas.openxmlformats.org/drawingml/2006/main">
            <a:off x="762000" y="582930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Document processing</a:t>
            </a:r>
          </a:p>
        </p:txBody>
      </p:sp>
      <p:sp>
        <p:nvSpPr>
          <p:cNvPr id="16" name="!!task.dev">
            <ns0:hlinkClick xmlns:ns0="http://schemas.openxmlformats.org/drawingml/2006/main" xmlns:ns1="http://schemas.openxmlformats.org/officeDocument/2006/relationships" ns1:id="rIdNavSlide25" action="ppaction://hlinksldjump" tooltip="Slide 25: Turning a business request into a working tool"/>
            <a:extLst xmlns:a="http://schemas.openxmlformats.org/drawingml/2006/main">
              <a:ext uri="{FF2B5EF4-FFF2-40B4-BE49-F238E27FC236}">
                <a16:creationId xmlns:a16="http://schemas.microsoft.com/office/drawing/2014/main" id="{CE697F42-CAB1-4785-A3EB-63230F6434B3}"/>
              </a:ext>
            </a:extLst>
          </p:cNvPr>
          <p:cNvSpPr>
            <a:spLocks xmlns:a="http://schemas.openxmlformats.org/drawingml/2006/main" noGrp="1"/>
          </p:cNvSpPr>
          <p:nvPr/>
        </p:nvSpPr>
        <p:spPr>
          <a:xfrm xmlns:a="http://schemas.openxmlformats.org/drawingml/2006/main">
            <a:off x="762000" y="614362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Tool development</a:t>
            </a:r>
          </a:p>
        </p:txBody>
      </p:sp>
      <p:sp>
        <p:nvSpPr>
          <p:cNvPr id="17" name="!!map.separator">
            <a:extLst xmlns:a="http://schemas.openxmlformats.org/drawingml/2006/main">
              <a:ext uri="{FF2B5EF4-FFF2-40B4-BE49-F238E27FC236}">
                <a16:creationId xmlns:a16="http://schemas.microsoft.com/office/drawing/2014/main" id="{AF3CEB9A-D6ED-4179-8632-56D9563AE42A}"/>
              </a:ext>
            </a:extLst>
          </p:cNvPr>
          <p:cNvSpPr>
            <a:spLocks xmlns:a="http://schemas.openxmlformats.org/drawingml/2006/main" noGrp="1"/>
          </p:cNvSpPr>
          <p:nvPr/>
        </p:nvSpPr>
        <p:spPr>
          <a:xfrm xmlns:a="http://schemas.openxmlformats.org/drawingml/2006/main" flipH="0" flipV="0">
            <a:off x="3600450" y="1990725"/>
            <a:ext cx="953" cy="5076825"/>
          </a:xfrm>
          <a:prstGeom xmlns:a="http://schemas.openxmlformats.org/drawingml/2006/main" prst="line">
            <a:avLst/>
          </a:prstGeom>
          <a:noFill xmlns:a="http://schemas.openxmlformats.org/drawingml/2006/main"/>
          <a:ln xmlns:a="http://schemas.openxmlformats.org/drawingml/2006/main" w="9525">
            <a:solidFill>
              <a:srgbClr val="BCC6CF"/>
            </a:solidFill>
            <a:prstDash val="solid"/>
          </a:ln>
        </p:spPr>
      </p:sp>
      <p:sp>
        <p:nvSpPr>
          <p:cNvPr id="18" name="!!example">
            <a:extLst xmlns:a="http://schemas.openxmlformats.org/drawingml/2006/main">
              <a:ext uri="{FF2B5EF4-FFF2-40B4-BE49-F238E27FC236}">
                <a16:creationId xmlns:a16="http://schemas.microsoft.com/office/drawing/2014/main" id="{57BA864A-7B9A-4C01-8328-239625C89347}"/>
              </a:ext>
            </a:extLst>
          </p:cNvPr>
          <p:cNvSpPr>
            <a:spLocks xmlns:a="http://schemas.openxmlformats.org/drawingml/2006/main" noGrp="1"/>
          </p:cNvSpPr>
          <p:nvPr/>
        </p:nvSpPr>
        <p:spPr>
          <a:xfrm xmlns:a="http://schemas.openxmlformats.org/drawingml/2006/main">
            <a:off x="13906500" y="1238250"/>
            <a:ext cx="685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707C88"/>
                </a:solidFill>
                <a:latin typeface="Arial"/>
                <a:ea typeface="Arial"/>
                <a:cs typeface="Arial"/>
              </a:defRPr>
            </a:defPPr>
            <a:lvl1pPr algn="r">
              <a:defRPr sz="1350" b="0">
                <a:solidFill>
                  <a:srgbClr val="707C88"/>
                </a:solidFill>
                <a:latin typeface="Arial"/>
                <a:ea typeface="Arial"/>
                <a:cs typeface="Arial"/>
              </a:defRPr>
            </a:lvl1pPr>
            <a:lvl2pPr algn="r">
              <a:defRPr sz="1350" b="0">
                <a:solidFill>
                  <a:srgbClr val="707C88"/>
                </a:solidFill>
                <a:latin typeface="Arial"/>
                <a:ea typeface="Arial"/>
                <a:cs typeface="Arial"/>
              </a:defRPr>
            </a:lvl2pPr>
            <a:lvl3pPr algn="r">
              <a:defRPr sz="1350" b="0">
                <a:solidFill>
                  <a:srgbClr val="707C88"/>
                </a:solidFill>
                <a:latin typeface="Arial"/>
                <a:ea typeface="Arial"/>
                <a:cs typeface="Arial"/>
              </a:defRPr>
            </a:lvl3pPr>
            <a:lvl4pPr algn="r">
              <a:defRPr sz="1350" b="0">
                <a:solidFill>
                  <a:srgbClr val="707C88"/>
                </a:solidFill>
                <a:latin typeface="Arial"/>
                <a:ea typeface="Arial"/>
                <a:cs typeface="Arial"/>
              </a:defRPr>
            </a:lvl4pPr>
            <a:lvl5pPr algn="r">
              <a:defRPr sz="1350" b="0">
                <a:solidFill>
                  <a:srgbClr val="707C88"/>
                </a:solidFill>
                <a:latin typeface="Arial"/>
                <a:ea typeface="Arial"/>
                <a:cs typeface="Arial"/>
              </a:defRPr>
            </a:lvl5pPr>
            <a:lvl6pPr algn="r">
              <a:defRPr sz="1350" b="0">
                <a:solidFill>
                  <a:srgbClr val="707C88"/>
                </a:solidFill>
                <a:latin typeface="Arial"/>
                <a:ea typeface="Arial"/>
                <a:cs typeface="Arial"/>
              </a:defRPr>
            </a:lvl6pPr>
            <a:lvl7pPr algn="r">
              <a:defRPr sz="1350" b="0">
                <a:solidFill>
                  <a:srgbClr val="707C88"/>
                </a:solidFill>
                <a:latin typeface="Arial"/>
                <a:ea typeface="Arial"/>
                <a:cs typeface="Arial"/>
              </a:defRPr>
            </a:lvl7pPr>
            <a:lvl8pPr algn="r">
              <a:defRPr sz="1350" b="0">
                <a:solidFill>
                  <a:srgbClr val="707C88"/>
                </a:solidFill>
                <a:latin typeface="Arial"/>
                <a:ea typeface="Arial"/>
                <a:cs typeface="Arial"/>
              </a:defRPr>
            </a:lvl8pPr>
            <a:lvl9pPr algn="r">
              <a:defRPr sz="1350" b="0">
                <a:solidFill>
                  <a:srgbClr val="707C88"/>
                </a:solidFill>
                <a:latin typeface="Arial"/>
                <a:ea typeface="Arial"/>
                <a:cs typeface="Arial"/>
              </a:defRPr>
            </a:lvl9pPr>
          </a:lstStyle>
          <a:p xmlns:a="http://schemas.openxmlformats.org/drawingml/2006/main">
            <a:pPr algn="r">
              <a:defRPr sz="1350" b="0">
                <a:solidFill>
                  <a:srgbClr val="707C88"/>
                </a:solidFill>
                <a:latin typeface="Arial"/>
                <a:ea typeface="Arial"/>
                <a:cs typeface="Arial"/>
              </a:defRPr>
            </a:pPr>
            <a:r>
              <a:rPr sz="1350" b="0">
                <a:solidFill>
                  <a:srgbClr val="707C88"/>
                </a:solidFill>
                <a:latin typeface="Arial"/>
                <a:ea typeface="Arial"/>
                <a:cs typeface="Arial"/>
              </a:rPr>
              <a:t>Example</a:t>
            </a:r>
          </a:p>
        </p:txBody>
      </p:sp>
      <p:sp>
        <p:nvSpPr>
          <p:cNvPr id="19" name="!!nav.home">
            <ns0:hlinkClick xmlns:ns0="http://schemas.openxmlformats.org/drawingml/2006/main" xmlns:ns1="http://schemas.openxmlformats.org/officeDocument/2006/relationships" ns1:id="rIdNavSlide3" action="ppaction://hlinksldjump" tooltip="Slide 3: Seven workflows across the firm"/>
            <a:extLst xmlns:a="http://schemas.openxmlformats.org/drawingml/2006/main">
              <a:ext uri="{FF2B5EF4-FFF2-40B4-BE49-F238E27FC236}">
                <a16:creationId xmlns:a16="http://schemas.microsoft.com/office/drawing/2014/main" id="{29F82C12-2C40-405A-9948-77EBFD3E7A76}"/>
              </a:ext>
            </a:extLst>
          </p:cNvPr>
          <p:cNvSpPr>
            <a:spLocks xmlns:a="http://schemas.openxmlformats.org/drawingml/2006/main" noGrp="1"/>
          </p:cNvSpPr>
          <p:nvPr/>
        </p:nvSpPr>
        <p:spPr>
          <a:xfrm xmlns:a="http://schemas.openxmlformats.org/drawingml/2006/main">
            <a:off x="647700" y="7496175"/>
            <a:ext cx="26098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BCC6CF"/>
            </a:solidFill>
            <a:prstDash val="solid"/>
          </a:ln>
        </p:spPr>
        <p:txBody>
          <a:bodyPr xmlns:a="http://schemas.openxmlformats.org/drawingml/2006/main" wrap="square" lIns="114300" tIns="0" rIns="114300" bIns="0" anchor="ctr">
            <a:noAutofit/>
          </a:bodyPr>
          <a:lstStyle xmlns:a="http://schemas.openxmlformats.org/drawingml/2006/main">
            <a:defPPr algn="ctr">
              <a:defRPr sz="1800" b="1">
                <a:solidFill>
                  <a:srgbClr val="005A9C"/>
                </a:solidFill>
                <a:latin typeface="Arial"/>
                <a:ea typeface="Arial"/>
                <a:cs typeface="Arial"/>
              </a:defRPr>
            </a:defPPr>
            <a:lvl1pPr algn="ctr">
              <a:defRPr sz="1800" b="1">
                <a:solidFill>
                  <a:srgbClr val="005A9C"/>
                </a:solidFill>
                <a:latin typeface="Arial"/>
                <a:ea typeface="Arial"/>
                <a:cs typeface="Arial"/>
              </a:defRPr>
            </a:lvl1pPr>
            <a:lvl2pPr algn="ctr">
              <a:defRPr sz="1800" b="1">
                <a:solidFill>
                  <a:srgbClr val="005A9C"/>
                </a:solidFill>
                <a:latin typeface="Arial"/>
                <a:ea typeface="Arial"/>
                <a:cs typeface="Arial"/>
              </a:defRPr>
            </a:lvl2pPr>
            <a:lvl3pPr algn="ctr">
              <a:defRPr sz="1800" b="1">
                <a:solidFill>
                  <a:srgbClr val="005A9C"/>
                </a:solidFill>
                <a:latin typeface="Arial"/>
                <a:ea typeface="Arial"/>
                <a:cs typeface="Arial"/>
              </a:defRPr>
            </a:lvl3pPr>
            <a:lvl4pPr algn="ctr">
              <a:defRPr sz="1800" b="1">
                <a:solidFill>
                  <a:srgbClr val="005A9C"/>
                </a:solidFill>
                <a:latin typeface="Arial"/>
                <a:ea typeface="Arial"/>
                <a:cs typeface="Arial"/>
              </a:defRPr>
            </a:lvl4pPr>
            <a:lvl5pPr algn="ctr">
              <a:defRPr sz="1800" b="1">
                <a:solidFill>
                  <a:srgbClr val="005A9C"/>
                </a:solidFill>
                <a:latin typeface="Arial"/>
                <a:ea typeface="Arial"/>
                <a:cs typeface="Arial"/>
              </a:defRPr>
            </a:lvl5pPr>
            <a:lvl6pPr algn="ctr">
              <a:defRPr sz="1800" b="1">
                <a:solidFill>
                  <a:srgbClr val="005A9C"/>
                </a:solidFill>
                <a:latin typeface="Arial"/>
                <a:ea typeface="Arial"/>
                <a:cs typeface="Arial"/>
              </a:defRPr>
            </a:lvl6pPr>
            <a:lvl7pPr algn="ctr">
              <a:defRPr sz="1800" b="1">
                <a:solidFill>
                  <a:srgbClr val="005A9C"/>
                </a:solidFill>
                <a:latin typeface="Arial"/>
                <a:ea typeface="Arial"/>
                <a:cs typeface="Arial"/>
              </a:defRPr>
            </a:lvl7pPr>
            <a:lvl8pPr algn="ctr">
              <a:defRPr sz="1800" b="1">
                <a:solidFill>
                  <a:srgbClr val="005A9C"/>
                </a:solidFill>
                <a:latin typeface="Arial"/>
                <a:ea typeface="Arial"/>
                <a:cs typeface="Arial"/>
              </a:defRPr>
            </a:lvl8pPr>
            <a:lvl9pPr algn="ctr">
              <a:defRPr sz="1800" b="1">
                <a:solidFill>
                  <a:srgbClr val="005A9C"/>
                </a:solidFill>
                <a:latin typeface="Arial"/>
                <a:ea typeface="Arial"/>
                <a:cs typeface="Arial"/>
              </a:defRPr>
            </a:lvl9pPr>
          </a:lstStyle>
          <a:p xmlns:a="http://schemas.openxmlformats.org/drawingml/2006/main">
            <a:pPr algn="ctr">
              <a:defRPr sz="1800" b="1">
                <a:solidFill>
                  <a:srgbClr val="005A9C"/>
                </a:solidFill>
                <a:latin typeface="Arial"/>
                <a:ea typeface="Arial"/>
                <a:cs typeface="Arial"/>
              </a:defRPr>
            </a:pPr>
            <a:r>
              <a:rPr sz="1800" b="1">
                <a:solidFill>
                  <a:srgbClr val="005A9C"/>
                </a:solidFill>
                <a:latin typeface="Arial"/>
                <a:ea typeface="Arial"/>
                <a:cs typeface="Arial"/>
              </a:rPr>
              <a:t>Firm overview</a:t>
            </a:r>
          </a:p>
        </p:txBody>
      </p:sp>
      <p:sp>
        <p:nvSpPr>
          <p:cNvPr id="20" name="!!page">
            <a:extLst xmlns:a="http://schemas.openxmlformats.org/drawingml/2006/main">
              <a:ext uri="{FF2B5EF4-FFF2-40B4-BE49-F238E27FC236}">
                <a16:creationId xmlns:a16="http://schemas.microsoft.com/office/drawing/2014/main" id="{76666F66-7C9F-4241-95AA-56B0817636B0}"/>
              </a:ext>
            </a:extLst>
          </p:cNvPr>
          <p:cNvSpPr>
            <a:spLocks xmlns:a="http://schemas.openxmlformats.org/drawingml/2006/main" noGrp="1"/>
          </p:cNvSpPr>
          <p:nvPr/>
        </p:nvSpPr>
        <p:spPr>
          <a:xfrm xmlns:a="http://schemas.openxmlformats.org/drawingml/2006/main">
            <a:off x="11144250" y="7591425"/>
            <a:ext cx="904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650" b="0">
                <a:solidFill>
                  <a:srgbClr val="707C88"/>
                </a:solidFill>
                <a:latin typeface="Arial"/>
                <a:ea typeface="Arial"/>
                <a:cs typeface="Arial"/>
              </a:defRPr>
            </a:defPPr>
            <a:lvl1pPr algn="r">
              <a:defRPr sz="1650" b="0">
                <a:solidFill>
                  <a:srgbClr val="707C88"/>
                </a:solidFill>
                <a:latin typeface="Arial"/>
                <a:ea typeface="Arial"/>
                <a:cs typeface="Arial"/>
              </a:defRPr>
            </a:lvl1pPr>
            <a:lvl2pPr algn="r">
              <a:defRPr sz="1650" b="0">
                <a:solidFill>
                  <a:srgbClr val="707C88"/>
                </a:solidFill>
                <a:latin typeface="Arial"/>
                <a:ea typeface="Arial"/>
                <a:cs typeface="Arial"/>
              </a:defRPr>
            </a:lvl2pPr>
            <a:lvl3pPr algn="r">
              <a:defRPr sz="1650" b="0">
                <a:solidFill>
                  <a:srgbClr val="707C88"/>
                </a:solidFill>
                <a:latin typeface="Arial"/>
                <a:ea typeface="Arial"/>
                <a:cs typeface="Arial"/>
              </a:defRPr>
            </a:lvl3pPr>
            <a:lvl4pPr algn="r">
              <a:defRPr sz="1650" b="0">
                <a:solidFill>
                  <a:srgbClr val="707C88"/>
                </a:solidFill>
                <a:latin typeface="Arial"/>
                <a:ea typeface="Arial"/>
                <a:cs typeface="Arial"/>
              </a:defRPr>
            </a:lvl4pPr>
            <a:lvl5pPr algn="r">
              <a:defRPr sz="1650" b="0">
                <a:solidFill>
                  <a:srgbClr val="707C88"/>
                </a:solidFill>
                <a:latin typeface="Arial"/>
                <a:ea typeface="Arial"/>
                <a:cs typeface="Arial"/>
              </a:defRPr>
            </a:lvl5pPr>
            <a:lvl6pPr algn="r">
              <a:defRPr sz="1650" b="0">
                <a:solidFill>
                  <a:srgbClr val="707C88"/>
                </a:solidFill>
                <a:latin typeface="Arial"/>
                <a:ea typeface="Arial"/>
                <a:cs typeface="Arial"/>
              </a:defRPr>
            </a:lvl6pPr>
            <a:lvl7pPr algn="r">
              <a:defRPr sz="1650" b="0">
                <a:solidFill>
                  <a:srgbClr val="707C88"/>
                </a:solidFill>
                <a:latin typeface="Arial"/>
                <a:ea typeface="Arial"/>
                <a:cs typeface="Arial"/>
              </a:defRPr>
            </a:lvl7pPr>
            <a:lvl8pPr algn="r">
              <a:defRPr sz="1650" b="0">
                <a:solidFill>
                  <a:srgbClr val="707C88"/>
                </a:solidFill>
                <a:latin typeface="Arial"/>
                <a:ea typeface="Arial"/>
                <a:cs typeface="Arial"/>
              </a:defRPr>
            </a:lvl8pPr>
            <a:lvl9pPr algn="r">
              <a:defRPr sz="1650" b="0">
                <a:solidFill>
                  <a:srgbClr val="707C88"/>
                </a:solidFill>
                <a:latin typeface="Arial"/>
                <a:ea typeface="Arial"/>
                <a:cs typeface="Arial"/>
              </a:defRPr>
            </a:lvl9pPr>
          </a:lstStyle>
          <a:p xmlns:a="http://schemas.openxmlformats.org/drawingml/2006/main">
            <a:pPr algn="r">
              <a:defRPr sz="1650" b="0">
                <a:solidFill>
                  <a:srgbClr val="707C88"/>
                </a:solidFill>
                <a:latin typeface="Arial"/>
                <a:ea typeface="Arial"/>
                <a:cs typeface="Arial"/>
              </a:defRPr>
            </a:pPr>
            <a:r>
              <a:rPr sz="1650" b="0">
                <a:solidFill>
                  <a:srgbClr val="707C88"/>
                </a:solidFill>
                <a:latin typeface="Arial"/>
                <a:ea typeface="Arial"/>
                <a:cs typeface="Arial"/>
              </a:rPr>
              <a:t>16 / 33</a:t>
            </a:r>
          </a:p>
        </p:txBody>
      </p:sp>
      <p:sp>
        <p:nvSpPr>
          <p:cNvPr id="21" name="!!nav.prev">
            <ns0:hlinkClick xmlns:ns0="http://schemas.openxmlformats.org/drawingml/2006/main" xmlns:ns1="http://schemas.openxmlformats.org/officeDocument/2006/relationships" ns1:id="rIdNavSlide15" action="ppaction://hlinksldjump" tooltip="Slide 15: Proposed client update workflow"/>
            <a:extLst xmlns:a="http://schemas.openxmlformats.org/drawingml/2006/main">
              <a:ext uri="{FF2B5EF4-FFF2-40B4-BE49-F238E27FC236}">
                <a16:creationId xmlns:a16="http://schemas.microsoft.com/office/drawing/2014/main" id="{FD2129C9-DE89-4F26-AAB6-0E3EA98F3226}"/>
              </a:ext>
            </a:extLst>
          </p:cNvPr>
          <p:cNvSpPr>
            <a:spLocks xmlns:a="http://schemas.openxmlformats.org/drawingml/2006/main" noGrp="1"/>
          </p:cNvSpPr>
          <p:nvPr/>
        </p:nvSpPr>
        <p:spPr>
          <a:xfrm xmlns:a="http://schemas.openxmlformats.org/drawingml/2006/main">
            <a:off x="12287250" y="7496175"/>
            <a:ext cx="1047750" cy="4572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725" b="1">
                <a:solidFill>
                  <a:srgbClr val="005A9C"/>
                </a:solidFill>
                <a:latin typeface="Arial"/>
                <a:ea typeface="Arial"/>
                <a:cs typeface="Arial"/>
              </a:defRPr>
            </a:defPPr>
            <a:lvl1pPr algn="ctr">
              <a:defRPr sz="1725" b="1">
                <a:solidFill>
                  <a:srgbClr val="005A9C"/>
                </a:solidFill>
                <a:latin typeface="Arial"/>
                <a:ea typeface="Arial"/>
                <a:cs typeface="Arial"/>
              </a:defRPr>
            </a:lvl1pPr>
            <a:lvl2pPr algn="ctr">
              <a:defRPr sz="1725" b="1">
                <a:solidFill>
                  <a:srgbClr val="005A9C"/>
                </a:solidFill>
                <a:latin typeface="Arial"/>
                <a:ea typeface="Arial"/>
                <a:cs typeface="Arial"/>
              </a:defRPr>
            </a:lvl2pPr>
            <a:lvl3pPr algn="ctr">
              <a:defRPr sz="1725" b="1">
                <a:solidFill>
                  <a:srgbClr val="005A9C"/>
                </a:solidFill>
                <a:latin typeface="Arial"/>
                <a:ea typeface="Arial"/>
                <a:cs typeface="Arial"/>
              </a:defRPr>
            </a:lvl3pPr>
            <a:lvl4pPr algn="ctr">
              <a:defRPr sz="1725" b="1">
                <a:solidFill>
                  <a:srgbClr val="005A9C"/>
                </a:solidFill>
                <a:latin typeface="Arial"/>
                <a:ea typeface="Arial"/>
                <a:cs typeface="Arial"/>
              </a:defRPr>
            </a:lvl4pPr>
            <a:lvl5pPr algn="ctr">
              <a:defRPr sz="1725" b="1">
                <a:solidFill>
                  <a:srgbClr val="005A9C"/>
                </a:solidFill>
                <a:latin typeface="Arial"/>
                <a:ea typeface="Arial"/>
                <a:cs typeface="Arial"/>
              </a:defRPr>
            </a:lvl5pPr>
            <a:lvl6pPr algn="ctr">
              <a:defRPr sz="1725" b="1">
                <a:solidFill>
                  <a:srgbClr val="005A9C"/>
                </a:solidFill>
                <a:latin typeface="Arial"/>
                <a:ea typeface="Arial"/>
                <a:cs typeface="Arial"/>
              </a:defRPr>
            </a:lvl6pPr>
            <a:lvl7pPr algn="ctr">
              <a:defRPr sz="1725" b="1">
                <a:solidFill>
                  <a:srgbClr val="005A9C"/>
                </a:solidFill>
                <a:latin typeface="Arial"/>
                <a:ea typeface="Arial"/>
                <a:cs typeface="Arial"/>
              </a:defRPr>
            </a:lvl7pPr>
            <a:lvl8pPr algn="ctr">
              <a:defRPr sz="1725" b="1">
                <a:solidFill>
                  <a:srgbClr val="005A9C"/>
                </a:solidFill>
                <a:latin typeface="Arial"/>
                <a:ea typeface="Arial"/>
                <a:cs typeface="Arial"/>
              </a:defRPr>
            </a:lvl8pPr>
            <a:lvl9pPr algn="ctr">
              <a:defRPr sz="1725" b="1">
                <a:solidFill>
                  <a:srgbClr val="005A9C"/>
                </a:solidFill>
                <a:latin typeface="Arial"/>
                <a:ea typeface="Arial"/>
                <a:cs typeface="Arial"/>
              </a:defRPr>
            </a:lvl9pPr>
          </a:lstStyle>
          <a:p xmlns:a="http://schemas.openxmlformats.org/drawingml/2006/main">
            <a:pPr algn="ctr">
              <a:defRPr sz="1725" b="1">
                <a:solidFill>
                  <a:srgbClr val="005A9C"/>
                </a:solidFill>
                <a:latin typeface="Arial"/>
                <a:ea typeface="Arial"/>
                <a:cs typeface="Arial"/>
              </a:defRPr>
            </a:pPr>
            <a:r>
              <a:rPr sz="1725" b="1">
                <a:solidFill>
                  <a:srgbClr val="005A9C"/>
                </a:solidFill>
                <a:latin typeface="Arial"/>
                <a:ea typeface="Arial"/>
                <a:cs typeface="Arial"/>
              </a:rPr>
              <a:t>Back</a:t>
            </a:r>
          </a:p>
        </p:txBody>
      </p:sp>
      <p:sp>
        <p:nvSpPr>
          <p:cNvPr id="22" name="!!nav.next">
            <ns0:hlinkClick xmlns:ns0="http://schemas.openxmlformats.org/drawingml/2006/main" xmlns:ns1="http://schemas.openxmlformats.org/officeDocument/2006/relationships" ns1:id="rIdNavSlide17" action="ppaction://hlinksldjump" tooltip="Slide 17: Penghua and Yingmi: content review"/>
            <a:extLst xmlns:a="http://schemas.openxmlformats.org/drawingml/2006/main">
              <a:ext uri="{FF2B5EF4-FFF2-40B4-BE49-F238E27FC236}">
                <a16:creationId xmlns:a16="http://schemas.microsoft.com/office/drawing/2014/main" id="{B8E73685-5412-4EEF-A6DE-D857841528E3}"/>
              </a:ext>
            </a:extLst>
          </p:cNvPr>
          <p:cNvSpPr>
            <a:spLocks xmlns:a="http://schemas.openxmlformats.org/drawingml/2006/main" noGrp="1"/>
          </p:cNvSpPr>
          <p:nvPr/>
        </p:nvSpPr>
        <p:spPr>
          <a:xfrm xmlns:a="http://schemas.openxmlformats.org/drawingml/2006/main">
            <a:off x="13506450" y="7496175"/>
            <a:ext cx="1085850" cy="45720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725" b="1">
                <a:solidFill>
                  <a:srgbClr val="FFFFFF"/>
                </a:solidFill>
                <a:latin typeface="Arial"/>
                <a:ea typeface="Arial"/>
                <a:cs typeface="Arial"/>
              </a:defRPr>
            </a:defPPr>
            <a:lvl1pPr algn="ctr">
              <a:defRPr sz="1725" b="1">
                <a:solidFill>
                  <a:srgbClr val="FFFFFF"/>
                </a:solidFill>
                <a:latin typeface="Arial"/>
                <a:ea typeface="Arial"/>
                <a:cs typeface="Arial"/>
              </a:defRPr>
            </a:lvl1pPr>
            <a:lvl2pPr algn="ctr">
              <a:defRPr sz="1725" b="1">
                <a:solidFill>
                  <a:srgbClr val="FFFFFF"/>
                </a:solidFill>
                <a:latin typeface="Arial"/>
                <a:ea typeface="Arial"/>
                <a:cs typeface="Arial"/>
              </a:defRPr>
            </a:lvl2pPr>
            <a:lvl3pPr algn="ctr">
              <a:defRPr sz="1725" b="1">
                <a:solidFill>
                  <a:srgbClr val="FFFFFF"/>
                </a:solidFill>
                <a:latin typeface="Arial"/>
                <a:ea typeface="Arial"/>
                <a:cs typeface="Arial"/>
              </a:defRPr>
            </a:lvl3pPr>
            <a:lvl4pPr algn="ctr">
              <a:defRPr sz="1725" b="1">
                <a:solidFill>
                  <a:srgbClr val="FFFFFF"/>
                </a:solidFill>
                <a:latin typeface="Arial"/>
                <a:ea typeface="Arial"/>
                <a:cs typeface="Arial"/>
              </a:defRPr>
            </a:lvl4pPr>
            <a:lvl5pPr algn="ctr">
              <a:defRPr sz="1725" b="1">
                <a:solidFill>
                  <a:srgbClr val="FFFFFF"/>
                </a:solidFill>
                <a:latin typeface="Arial"/>
                <a:ea typeface="Arial"/>
                <a:cs typeface="Arial"/>
              </a:defRPr>
            </a:lvl5pPr>
            <a:lvl6pPr algn="ctr">
              <a:defRPr sz="1725" b="1">
                <a:solidFill>
                  <a:srgbClr val="FFFFFF"/>
                </a:solidFill>
                <a:latin typeface="Arial"/>
                <a:ea typeface="Arial"/>
                <a:cs typeface="Arial"/>
              </a:defRPr>
            </a:lvl6pPr>
            <a:lvl7pPr algn="ctr">
              <a:defRPr sz="1725" b="1">
                <a:solidFill>
                  <a:srgbClr val="FFFFFF"/>
                </a:solidFill>
                <a:latin typeface="Arial"/>
                <a:ea typeface="Arial"/>
                <a:cs typeface="Arial"/>
              </a:defRPr>
            </a:lvl7pPr>
            <a:lvl8pPr algn="ctr">
              <a:defRPr sz="1725" b="1">
                <a:solidFill>
                  <a:srgbClr val="FFFFFF"/>
                </a:solidFill>
                <a:latin typeface="Arial"/>
                <a:ea typeface="Arial"/>
                <a:cs typeface="Arial"/>
              </a:defRPr>
            </a:lvl8pPr>
            <a:lvl9pPr algn="ctr">
              <a:defRPr sz="1725" b="1">
                <a:solidFill>
                  <a:srgbClr val="FFFFFF"/>
                </a:solidFill>
                <a:latin typeface="Arial"/>
                <a:ea typeface="Arial"/>
                <a:cs typeface="Arial"/>
              </a:defRPr>
            </a:lvl9pPr>
          </a:lstStyle>
          <a:p xmlns:a="http://schemas.openxmlformats.org/drawingml/2006/main">
            <a:pPr algn="ctr">
              <a:defRPr sz="1725" b="1">
                <a:solidFill>
                  <a:srgbClr val="FFFFFF"/>
                </a:solidFill>
                <a:latin typeface="Arial"/>
                <a:ea typeface="Arial"/>
                <a:cs typeface="Arial"/>
              </a:defRPr>
            </a:pPr>
            <a:r>
              <a:rPr sz="1725" b="1">
                <a:solidFill>
                  <a:srgbClr val="FFFFFF"/>
                </a:solidFill>
                <a:latin typeface="Arial"/>
                <a:ea typeface="Arial"/>
                <a:cs typeface="Arial"/>
              </a:rPr>
              <a:t>Next</a:t>
            </a:r>
          </a:p>
        </p:txBody>
      </p:sp>
      <p:sp>
        <p:nvSpPr>
          <p:cNvPr id="23" name="!!footer.rule">
            <a:extLst xmlns:a="http://schemas.openxmlformats.org/drawingml/2006/main">
              <a:ext uri="{FF2B5EF4-FFF2-40B4-BE49-F238E27FC236}">
                <a16:creationId xmlns:a16="http://schemas.microsoft.com/office/drawing/2014/main" id="{611572F2-CD5C-46FC-9C3D-497AC35453E8}"/>
              </a:ext>
            </a:extLst>
          </p:cNvPr>
          <p:cNvSpPr>
            <a:spLocks xmlns:a="http://schemas.openxmlformats.org/drawingml/2006/main" noGrp="1"/>
          </p:cNvSpPr>
          <p:nvPr/>
        </p:nvSpPr>
        <p:spPr>
          <a:xfrm xmlns:a="http://schemas.openxmlformats.org/drawingml/2006/main" flipH="0" flipV="0">
            <a:off x="647700" y="8134350"/>
            <a:ext cx="13944600" cy="953"/>
          </a:xfrm>
          <a:prstGeom xmlns:a="http://schemas.openxmlformats.org/drawingml/2006/main" prst="line">
            <a:avLst/>
          </a:prstGeom>
          <a:noFill xmlns:a="http://schemas.openxmlformats.org/drawingml/2006/main"/>
          <a:ln xmlns:a="http://schemas.openxmlformats.org/drawingml/2006/main" w="9525">
            <a:solidFill>
              <a:srgbClr val="BCC6CF"/>
            </a:solidFill>
            <a:prstDash val="solid"/>
          </a:ln>
        </p:spPr>
      </p:sp>
      <p:sp>
        <p:nvSpPr>
          <p:cNvPr id="24" name="!!source">
            <a:extLst xmlns:a="http://schemas.openxmlformats.org/drawingml/2006/main">
              <a:ext uri="{FF2B5EF4-FFF2-40B4-BE49-F238E27FC236}">
                <a16:creationId xmlns:a16="http://schemas.microsoft.com/office/drawing/2014/main" id="{78574517-8CDA-4D7F-AE33-C78F03A05370}"/>
              </a:ext>
            </a:extLst>
          </p:cNvPr>
          <p:cNvSpPr>
            <a:spLocks xmlns:a="http://schemas.openxmlformats.org/drawingml/2006/main" noGrp="1"/>
          </p:cNvSpPr>
          <p:nvPr/>
        </p:nvSpPr>
        <p:spPr>
          <a:xfrm xmlns:a="http://schemas.openxmlformats.org/drawingml/2006/main">
            <a:off x="647700" y="8267700"/>
            <a:ext cx="13944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707C88"/>
                </a:solidFill>
                <a:latin typeface="Arial"/>
                <a:ea typeface="Arial"/>
                <a:cs typeface="Arial"/>
              </a:defRPr>
            </a:defPPr>
            <a:lvl1pPr algn="l">
              <a:defRPr sz="1050" b="0">
                <a:solidFill>
                  <a:srgbClr val="707C88"/>
                </a:solidFill>
                <a:latin typeface="Arial"/>
                <a:ea typeface="Arial"/>
                <a:cs typeface="Arial"/>
              </a:defRPr>
            </a:lvl1pPr>
            <a:lvl2pPr algn="l">
              <a:defRPr sz="1050" b="0">
                <a:solidFill>
                  <a:srgbClr val="707C88"/>
                </a:solidFill>
                <a:latin typeface="Arial"/>
                <a:ea typeface="Arial"/>
                <a:cs typeface="Arial"/>
              </a:defRPr>
            </a:lvl2pPr>
            <a:lvl3pPr algn="l">
              <a:defRPr sz="1050" b="0">
                <a:solidFill>
                  <a:srgbClr val="707C88"/>
                </a:solidFill>
                <a:latin typeface="Arial"/>
                <a:ea typeface="Arial"/>
                <a:cs typeface="Arial"/>
              </a:defRPr>
            </a:lvl3pPr>
            <a:lvl4pPr algn="l">
              <a:defRPr sz="1050" b="0">
                <a:solidFill>
                  <a:srgbClr val="707C88"/>
                </a:solidFill>
                <a:latin typeface="Arial"/>
                <a:ea typeface="Arial"/>
                <a:cs typeface="Arial"/>
              </a:defRPr>
            </a:lvl4pPr>
            <a:lvl5pPr algn="l">
              <a:defRPr sz="1050" b="0">
                <a:solidFill>
                  <a:srgbClr val="707C88"/>
                </a:solidFill>
                <a:latin typeface="Arial"/>
                <a:ea typeface="Arial"/>
                <a:cs typeface="Arial"/>
              </a:defRPr>
            </a:lvl5pPr>
            <a:lvl6pPr algn="l">
              <a:defRPr sz="1050" b="0">
                <a:solidFill>
                  <a:srgbClr val="707C88"/>
                </a:solidFill>
                <a:latin typeface="Arial"/>
                <a:ea typeface="Arial"/>
                <a:cs typeface="Arial"/>
              </a:defRPr>
            </a:lvl6pPr>
            <a:lvl7pPr algn="l">
              <a:defRPr sz="1050" b="0">
                <a:solidFill>
                  <a:srgbClr val="707C88"/>
                </a:solidFill>
                <a:latin typeface="Arial"/>
                <a:ea typeface="Arial"/>
                <a:cs typeface="Arial"/>
              </a:defRPr>
            </a:lvl7pPr>
            <a:lvl8pPr algn="l">
              <a:defRPr sz="1050" b="0">
                <a:solidFill>
                  <a:srgbClr val="707C88"/>
                </a:solidFill>
                <a:latin typeface="Arial"/>
                <a:ea typeface="Arial"/>
                <a:cs typeface="Arial"/>
              </a:defRPr>
            </a:lvl8pPr>
            <a:lvl9pPr algn="l">
              <a:defRPr sz="1050" b="0">
                <a:solidFill>
                  <a:srgbClr val="707C88"/>
                </a:solidFill>
                <a:latin typeface="Arial"/>
                <a:ea typeface="Arial"/>
                <a:cs typeface="Arial"/>
              </a:defRPr>
            </a:lvl9pPr>
          </a:lstStyle>
          <a:p xmlns:a="http://schemas.openxmlformats.org/drawingml/2006/main">
            <a:r>
              <a:t/>
            </a:r>
          </a:p>
        </p:txBody>
      </p:sp>
      <p:sp>
        <p:nvSpPr>
          <p:cNvPr id="25" name="!!clientDoc">
            <a:extLst xmlns:a="http://schemas.openxmlformats.org/drawingml/2006/main">
              <a:ext uri="{FF2B5EF4-FFF2-40B4-BE49-F238E27FC236}">
                <a16:creationId xmlns:a16="http://schemas.microsoft.com/office/drawing/2014/main" id="{50DA74F6-64AD-4CA8-8E8A-BF486C9E70DE}"/>
              </a:ext>
            </a:extLst>
          </p:cNvPr>
          <p:cNvSpPr>
            <a:spLocks xmlns:a="http://schemas.openxmlformats.org/drawingml/2006/main" noGrp="1"/>
          </p:cNvSpPr>
          <p:nvPr/>
        </p:nvSpPr>
        <p:spPr>
          <a:xfrm xmlns:a="http://schemas.openxmlformats.org/drawingml/2006/main">
            <a:off x="4057650" y="2752725"/>
            <a:ext cx="6572250" cy="4143375"/>
          </a:xfrm>
          <a:prstGeom xmlns:a="http://schemas.openxmlformats.org/drawingml/2006/main" prst="rect">
            <a:avLst/>
          </a:prstGeom>
          <a:solidFill xmlns:a="http://schemas.openxmlformats.org/drawingml/2006/main">
            <a:srgbClr val="FFFFFF"/>
          </a:solidFill>
          <a:ln xmlns:a="http://schemas.openxmlformats.org/drawingml/2006/main" w="13335">
            <a:solidFill>
              <a:srgbClr val="7363A6"/>
            </a:solidFill>
            <a:prstDash val="solid"/>
          </a:ln>
        </p:spPr>
      </p:sp>
      <p:sp>
        <p:nvSpPr>
          <p:cNvPr id="26" name="!!clientDoc.title">
            <a:extLst xmlns:a="http://schemas.openxmlformats.org/drawingml/2006/main">
              <a:ext uri="{FF2B5EF4-FFF2-40B4-BE49-F238E27FC236}">
                <a16:creationId xmlns:a16="http://schemas.microsoft.com/office/drawing/2014/main" id="{5A8F06E9-07E4-4C5B-8A35-840C1357A1AE}"/>
              </a:ext>
            </a:extLst>
          </p:cNvPr>
          <p:cNvSpPr>
            <a:spLocks xmlns:a="http://schemas.openxmlformats.org/drawingml/2006/main" noGrp="1"/>
          </p:cNvSpPr>
          <p:nvPr/>
        </p:nvSpPr>
        <p:spPr>
          <a:xfrm xmlns:a="http://schemas.openxmlformats.org/drawingml/2006/main">
            <a:off x="4286250" y="2933700"/>
            <a:ext cx="5572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7363A6"/>
                </a:solidFill>
                <a:latin typeface="Arial"/>
                <a:ea typeface="Arial"/>
                <a:cs typeface="Arial"/>
              </a:defRPr>
            </a:defPPr>
            <a:lvl1pPr algn="l">
              <a:defRPr sz="2175" b="1">
                <a:solidFill>
                  <a:srgbClr val="7363A6"/>
                </a:solidFill>
                <a:latin typeface="Arial"/>
                <a:ea typeface="Arial"/>
                <a:cs typeface="Arial"/>
              </a:defRPr>
            </a:lvl1pPr>
            <a:lvl2pPr algn="l">
              <a:defRPr sz="2175" b="1">
                <a:solidFill>
                  <a:srgbClr val="7363A6"/>
                </a:solidFill>
                <a:latin typeface="Arial"/>
                <a:ea typeface="Arial"/>
                <a:cs typeface="Arial"/>
              </a:defRPr>
            </a:lvl2pPr>
            <a:lvl3pPr algn="l">
              <a:defRPr sz="2175" b="1">
                <a:solidFill>
                  <a:srgbClr val="7363A6"/>
                </a:solidFill>
                <a:latin typeface="Arial"/>
                <a:ea typeface="Arial"/>
                <a:cs typeface="Arial"/>
              </a:defRPr>
            </a:lvl3pPr>
            <a:lvl4pPr algn="l">
              <a:defRPr sz="2175" b="1">
                <a:solidFill>
                  <a:srgbClr val="7363A6"/>
                </a:solidFill>
                <a:latin typeface="Arial"/>
                <a:ea typeface="Arial"/>
                <a:cs typeface="Arial"/>
              </a:defRPr>
            </a:lvl4pPr>
            <a:lvl5pPr algn="l">
              <a:defRPr sz="2175" b="1">
                <a:solidFill>
                  <a:srgbClr val="7363A6"/>
                </a:solidFill>
                <a:latin typeface="Arial"/>
                <a:ea typeface="Arial"/>
                <a:cs typeface="Arial"/>
              </a:defRPr>
            </a:lvl5pPr>
            <a:lvl6pPr algn="l">
              <a:defRPr sz="2175" b="1">
                <a:solidFill>
                  <a:srgbClr val="7363A6"/>
                </a:solidFill>
                <a:latin typeface="Arial"/>
                <a:ea typeface="Arial"/>
                <a:cs typeface="Arial"/>
              </a:defRPr>
            </a:lvl6pPr>
            <a:lvl7pPr algn="l">
              <a:defRPr sz="2175" b="1">
                <a:solidFill>
                  <a:srgbClr val="7363A6"/>
                </a:solidFill>
                <a:latin typeface="Arial"/>
                <a:ea typeface="Arial"/>
                <a:cs typeface="Arial"/>
              </a:defRPr>
            </a:lvl7pPr>
            <a:lvl8pPr algn="l">
              <a:defRPr sz="2175" b="1">
                <a:solidFill>
                  <a:srgbClr val="7363A6"/>
                </a:solidFill>
                <a:latin typeface="Arial"/>
                <a:ea typeface="Arial"/>
                <a:cs typeface="Arial"/>
              </a:defRPr>
            </a:lvl8pPr>
            <a:lvl9pPr algn="l">
              <a:defRPr sz="2175" b="1">
                <a:solidFill>
                  <a:srgbClr val="7363A6"/>
                </a:solidFill>
                <a:latin typeface="Arial"/>
                <a:ea typeface="Arial"/>
                <a:cs typeface="Arial"/>
              </a:defRPr>
            </a:lvl9pPr>
          </a:lstStyle>
          <a:p xmlns:a="http://schemas.openxmlformats.org/drawingml/2006/main">
            <a:pPr algn="l">
              <a:defRPr sz="2175" b="1">
                <a:solidFill>
                  <a:srgbClr val="7363A6"/>
                </a:solidFill>
                <a:latin typeface="Arial"/>
                <a:ea typeface="Arial"/>
                <a:cs typeface="Arial"/>
              </a:defRPr>
            </a:pPr>
            <a:r>
              <a:rPr sz="2175" b="1">
                <a:solidFill>
                  <a:srgbClr val="7363A6"/>
                </a:solidFill>
                <a:latin typeface="Arial"/>
                <a:ea typeface="Arial"/>
                <a:cs typeface="Arial"/>
              </a:rPr>
              <a:t>Quarterly client update</a:t>
            </a:r>
          </a:p>
        </p:txBody>
      </p:sp>
      <p:sp>
        <p:nvSpPr>
          <p:cNvPr id="27" name="!!clientDoc.version">
            <a:extLst xmlns:a="http://schemas.openxmlformats.org/drawingml/2006/main">
              <a:ext uri="{FF2B5EF4-FFF2-40B4-BE49-F238E27FC236}">
                <a16:creationId xmlns:a16="http://schemas.microsoft.com/office/drawing/2014/main" id="{EE4EE992-D917-486E-BCDA-6BB8A0BCB284}"/>
              </a:ext>
            </a:extLst>
          </p:cNvPr>
          <p:cNvSpPr>
            <a:spLocks xmlns:a="http://schemas.openxmlformats.org/drawingml/2006/main" noGrp="1"/>
          </p:cNvSpPr>
          <p:nvPr/>
        </p:nvSpPr>
        <p:spPr>
          <a:xfrm xmlns:a="http://schemas.openxmlformats.org/drawingml/2006/main">
            <a:off x="9963150" y="2952750"/>
            <a:ext cx="428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650" b="1">
                <a:solidFill>
                  <a:srgbClr val="7363A6"/>
                </a:solidFill>
                <a:latin typeface="Arial"/>
                <a:ea typeface="Arial"/>
                <a:cs typeface="Arial"/>
              </a:defRPr>
            </a:defPPr>
            <a:lvl1pPr algn="r">
              <a:defRPr sz="1650" b="1">
                <a:solidFill>
                  <a:srgbClr val="7363A6"/>
                </a:solidFill>
                <a:latin typeface="Arial"/>
                <a:ea typeface="Arial"/>
                <a:cs typeface="Arial"/>
              </a:defRPr>
            </a:lvl1pPr>
            <a:lvl2pPr algn="r">
              <a:defRPr sz="1650" b="1">
                <a:solidFill>
                  <a:srgbClr val="7363A6"/>
                </a:solidFill>
                <a:latin typeface="Arial"/>
                <a:ea typeface="Arial"/>
                <a:cs typeface="Arial"/>
              </a:defRPr>
            </a:lvl2pPr>
            <a:lvl3pPr algn="r">
              <a:defRPr sz="1650" b="1">
                <a:solidFill>
                  <a:srgbClr val="7363A6"/>
                </a:solidFill>
                <a:latin typeface="Arial"/>
                <a:ea typeface="Arial"/>
                <a:cs typeface="Arial"/>
              </a:defRPr>
            </a:lvl3pPr>
            <a:lvl4pPr algn="r">
              <a:defRPr sz="1650" b="1">
                <a:solidFill>
                  <a:srgbClr val="7363A6"/>
                </a:solidFill>
                <a:latin typeface="Arial"/>
                <a:ea typeface="Arial"/>
                <a:cs typeface="Arial"/>
              </a:defRPr>
            </a:lvl4pPr>
            <a:lvl5pPr algn="r">
              <a:defRPr sz="1650" b="1">
                <a:solidFill>
                  <a:srgbClr val="7363A6"/>
                </a:solidFill>
                <a:latin typeface="Arial"/>
                <a:ea typeface="Arial"/>
                <a:cs typeface="Arial"/>
              </a:defRPr>
            </a:lvl5pPr>
            <a:lvl6pPr algn="r">
              <a:defRPr sz="1650" b="1">
                <a:solidFill>
                  <a:srgbClr val="7363A6"/>
                </a:solidFill>
                <a:latin typeface="Arial"/>
                <a:ea typeface="Arial"/>
                <a:cs typeface="Arial"/>
              </a:defRPr>
            </a:lvl6pPr>
            <a:lvl7pPr algn="r">
              <a:defRPr sz="1650" b="1">
                <a:solidFill>
                  <a:srgbClr val="7363A6"/>
                </a:solidFill>
                <a:latin typeface="Arial"/>
                <a:ea typeface="Arial"/>
                <a:cs typeface="Arial"/>
              </a:defRPr>
            </a:lvl7pPr>
            <a:lvl8pPr algn="r">
              <a:defRPr sz="1650" b="1">
                <a:solidFill>
                  <a:srgbClr val="7363A6"/>
                </a:solidFill>
                <a:latin typeface="Arial"/>
                <a:ea typeface="Arial"/>
                <a:cs typeface="Arial"/>
              </a:defRPr>
            </a:lvl8pPr>
            <a:lvl9pPr algn="r">
              <a:defRPr sz="1650" b="1">
                <a:solidFill>
                  <a:srgbClr val="7363A6"/>
                </a:solidFill>
                <a:latin typeface="Arial"/>
                <a:ea typeface="Arial"/>
                <a:cs typeface="Arial"/>
              </a:defRPr>
            </a:lvl9pPr>
          </a:lstStyle>
          <a:p xmlns:a="http://schemas.openxmlformats.org/drawingml/2006/main">
            <a:pPr algn="r">
              <a:defRPr sz="1650" b="1">
                <a:solidFill>
                  <a:srgbClr val="7363A6"/>
                </a:solidFill>
                <a:latin typeface="Arial"/>
                <a:ea typeface="Arial"/>
                <a:cs typeface="Arial"/>
              </a:defRPr>
            </a:pPr>
            <a:r>
              <a:rPr sz="1650" b="1">
                <a:solidFill>
                  <a:srgbClr val="7363A6"/>
                </a:solidFill>
                <a:latin typeface="Arial"/>
                <a:ea typeface="Arial"/>
                <a:cs typeface="Arial"/>
              </a:rPr>
              <a:t>V1</a:t>
            </a:r>
          </a:p>
        </p:txBody>
      </p:sp>
      <p:sp>
        <p:nvSpPr>
          <p:cNvPr id="28" name="!!clientDoc.rule">
            <a:extLst xmlns:a="http://schemas.openxmlformats.org/drawingml/2006/main">
              <a:ext uri="{FF2B5EF4-FFF2-40B4-BE49-F238E27FC236}">
                <a16:creationId xmlns:a16="http://schemas.microsoft.com/office/drawing/2014/main" id="{F34F4228-7FF7-45C7-8696-90BDE557B943}"/>
              </a:ext>
            </a:extLst>
          </p:cNvPr>
          <p:cNvSpPr>
            <a:spLocks xmlns:a="http://schemas.openxmlformats.org/drawingml/2006/main" noGrp="1"/>
          </p:cNvSpPr>
          <p:nvPr/>
        </p:nvSpPr>
        <p:spPr>
          <a:xfrm xmlns:a="http://schemas.openxmlformats.org/drawingml/2006/main" flipH="0" flipV="0">
            <a:off x="4286250" y="3476625"/>
            <a:ext cx="6115050" cy="953"/>
          </a:xfrm>
          <a:prstGeom xmlns:a="http://schemas.openxmlformats.org/drawingml/2006/main" prst="line">
            <a:avLst/>
          </a:prstGeom>
          <a:noFill xmlns:a="http://schemas.openxmlformats.org/drawingml/2006/main"/>
          <a:ln xmlns:a="http://schemas.openxmlformats.org/drawingml/2006/main" w="14288">
            <a:solidFill>
              <a:srgbClr val="7363A6"/>
            </a:solidFill>
            <a:prstDash val="solid"/>
          </a:ln>
        </p:spPr>
      </p:sp>
      <p:sp>
        <p:nvSpPr>
          <p:cNvPr id="29" name="!!clientDoc.highlight.product">
            <a:extLst xmlns:a="http://schemas.openxmlformats.org/drawingml/2006/main">
              <a:ext uri="{FF2B5EF4-FFF2-40B4-BE49-F238E27FC236}">
                <a16:creationId xmlns:a16="http://schemas.microsoft.com/office/drawing/2014/main" id="{925ABD82-0AC8-4D9B-8A39-2EAD60690497}"/>
              </a:ext>
            </a:extLst>
          </p:cNvPr>
          <p:cNvSpPr>
            <a:spLocks xmlns:a="http://schemas.openxmlformats.org/drawingml/2006/main" noGrp="1"/>
          </p:cNvSpPr>
          <p:nvPr/>
        </p:nvSpPr>
        <p:spPr>
          <a:xfrm xmlns:a="http://schemas.openxmlformats.org/drawingml/2006/main">
            <a:off x="5610225" y="3676650"/>
            <a:ext cx="4791075" cy="466725"/>
          </a:xfrm>
          <a:prstGeom xmlns:a="http://schemas.openxmlformats.org/drawingml/2006/main" prst="rect">
            <a:avLst/>
          </a:prstGeom>
          <a:noFill xmlns:a="http://schemas.openxmlformats.org/drawingml/2006/main"/>
          <a:ln xmlns:a="http://schemas.openxmlformats.org/drawingml/2006/main" w="0">
            <a:noFill/>
            <a:prstDash val="solid"/>
          </a:ln>
        </p:spPr>
      </p:sp>
      <p:sp>
        <p:nvSpPr>
          <p:cNvPr id="30" name="!!clientDoc.label.product">
            <a:extLst xmlns:a="http://schemas.openxmlformats.org/drawingml/2006/main">
              <a:ext uri="{FF2B5EF4-FFF2-40B4-BE49-F238E27FC236}">
                <a16:creationId xmlns:a16="http://schemas.microsoft.com/office/drawing/2014/main" id="{9A01D067-61F7-4734-A1FF-7A278B04FB45}"/>
              </a:ext>
            </a:extLst>
          </p:cNvPr>
          <p:cNvSpPr>
            <a:spLocks xmlns:a="http://schemas.openxmlformats.org/drawingml/2006/main" noGrp="1"/>
          </p:cNvSpPr>
          <p:nvPr/>
        </p:nvSpPr>
        <p:spPr>
          <a:xfrm xmlns:a="http://schemas.openxmlformats.org/drawingml/2006/main">
            <a:off x="4286250" y="3724275"/>
            <a:ext cx="1238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20262C"/>
                </a:solidFill>
                <a:latin typeface="Arial"/>
                <a:ea typeface="Arial"/>
                <a:cs typeface="Arial"/>
              </a:defRPr>
            </a:defPPr>
            <a:lvl1pPr algn="l">
              <a:defRPr sz="1650" b="1">
                <a:solidFill>
                  <a:srgbClr val="20262C"/>
                </a:solidFill>
                <a:latin typeface="Arial"/>
                <a:ea typeface="Arial"/>
                <a:cs typeface="Arial"/>
              </a:defRPr>
            </a:lvl1pPr>
            <a:lvl2pPr algn="l">
              <a:defRPr sz="1650" b="1">
                <a:solidFill>
                  <a:srgbClr val="20262C"/>
                </a:solidFill>
                <a:latin typeface="Arial"/>
                <a:ea typeface="Arial"/>
                <a:cs typeface="Arial"/>
              </a:defRPr>
            </a:lvl2pPr>
            <a:lvl3pPr algn="l">
              <a:defRPr sz="1650" b="1">
                <a:solidFill>
                  <a:srgbClr val="20262C"/>
                </a:solidFill>
                <a:latin typeface="Arial"/>
                <a:ea typeface="Arial"/>
                <a:cs typeface="Arial"/>
              </a:defRPr>
            </a:lvl3pPr>
            <a:lvl4pPr algn="l">
              <a:defRPr sz="1650" b="1">
                <a:solidFill>
                  <a:srgbClr val="20262C"/>
                </a:solidFill>
                <a:latin typeface="Arial"/>
                <a:ea typeface="Arial"/>
                <a:cs typeface="Arial"/>
              </a:defRPr>
            </a:lvl4pPr>
            <a:lvl5pPr algn="l">
              <a:defRPr sz="1650" b="1">
                <a:solidFill>
                  <a:srgbClr val="20262C"/>
                </a:solidFill>
                <a:latin typeface="Arial"/>
                <a:ea typeface="Arial"/>
                <a:cs typeface="Arial"/>
              </a:defRPr>
            </a:lvl5pPr>
            <a:lvl6pPr algn="l">
              <a:defRPr sz="1650" b="1">
                <a:solidFill>
                  <a:srgbClr val="20262C"/>
                </a:solidFill>
                <a:latin typeface="Arial"/>
                <a:ea typeface="Arial"/>
                <a:cs typeface="Arial"/>
              </a:defRPr>
            </a:lvl6pPr>
            <a:lvl7pPr algn="l">
              <a:defRPr sz="1650" b="1">
                <a:solidFill>
                  <a:srgbClr val="20262C"/>
                </a:solidFill>
                <a:latin typeface="Arial"/>
                <a:ea typeface="Arial"/>
                <a:cs typeface="Arial"/>
              </a:defRPr>
            </a:lvl7pPr>
            <a:lvl8pPr algn="l">
              <a:defRPr sz="1650" b="1">
                <a:solidFill>
                  <a:srgbClr val="20262C"/>
                </a:solidFill>
                <a:latin typeface="Arial"/>
                <a:ea typeface="Arial"/>
                <a:cs typeface="Arial"/>
              </a:defRPr>
            </a:lvl8pPr>
            <a:lvl9pPr algn="l">
              <a:defRPr sz="1650" b="1">
                <a:solidFill>
                  <a:srgbClr val="20262C"/>
                </a:solidFill>
                <a:latin typeface="Arial"/>
                <a:ea typeface="Arial"/>
                <a:cs typeface="Arial"/>
              </a:defRPr>
            </a:lvl9pPr>
          </a:lstStyle>
          <a:p xmlns:a="http://schemas.openxmlformats.org/drawingml/2006/main">
            <a:pPr algn="l">
              <a:defRPr sz="1650" b="1">
                <a:solidFill>
                  <a:srgbClr val="20262C"/>
                </a:solidFill>
                <a:latin typeface="Arial"/>
                <a:ea typeface="Arial"/>
                <a:cs typeface="Arial"/>
              </a:defRPr>
            </a:pPr>
            <a:r>
              <a:rPr sz="1650" b="1">
                <a:solidFill>
                  <a:srgbClr val="20262C"/>
                </a:solidFill>
                <a:latin typeface="Arial"/>
                <a:ea typeface="Arial"/>
                <a:cs typeface="Arial"/>
              </a:rPr>
              <a:t>Fund name</a:t>
            </a:r>
          </a:p>
        </p:txBody>
      </p:sp>
      <p:sp>
        <p:nvSpPr>
          <p:cNvPr id="31" name="!!clientDoc.value.product">
            <a:extLst xmlns:a="http://schemas.openxmlformats.org/drawingml/2006/main">
              <a:ext uri="{FF2B5EF4-FFF2-40B4-BE49-F238E27FC236}">
                <a16:creationId xmlns:a16="http://schemas.microsoft.com/office/drawing/2014/main" id="{176354F8-4B46-42E0-8BB4-85D2FD24D96A}"/>
              </a:ext>
            </a:extLst>
          </p:cNvPr>
          <p:cNvSpPr>
            <a:spLocks xmlns:a="http://schemas.openxmlformats.org/drawingml/2006/main" noGrp="1"/>
          </p:cNvSpPr>
          <p:nvPr/>
        </p:nvSpPr>
        <p:spPr>
          <a:xfrm xmlns:a="http://schemas.openxmlformats.org/drawingml/2006/main">
            <a:off x="5695950" y="3724275"/>
            <a:ext cx="47053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0262C"/>
                </a:solidFill>
                <a:latin typeface="Arial"/>
                <a:ea typeface="Arial"/>
                <a:cs typeface="Arial"/>
              </a:defRPr>
            </a:defPPr>
            <a:lvl1pPr algn="l">
              <a:defRPr sz="1800" b="0">
                <a:solidFill>
                  <a:srgbClr val="20262C"/>
                </a:solidFill>
                <a:latin typeface="Arial"/>
                <a:ea typeface="Arial"/>
                <a:cs typeface="Arial"/>
              </a:defRPr>
            </a:lvl1pPr>
            <a:lvl2pPr algn="l">
              <a:defRPr sz="1800" b="0">
                <a:solidFill>
                  <a:srgbClr val="20262C"/>
                </a:solidFill>
                <a:latin typeface="Arial"/>
                <a:ea typeface="Arial"/>
                <a:cs typeface="Arial"/>
              </a:defRPr>
            </a:lvl2pPr>
            <a:lvl3pPr algn="l">
              <a:defRPr sz="1800" b="0">
                <a:solidFill>
                  <a:srgbClr val="20262C"/>
                </a:solidFill>
                <a:latin typeface="Arial"/>
                <a:ea typeface="Arial"/>
                <a:cs typeface="Arial"/>
              </a:defRPr>
            </a:lvl3pPr>
            <a:lvl4pPr algn="l">
              <a:defRPr sz="1800" b="0">
                <a:solidFill>
                  <a:srgbClr val="20262C"/>
                </a:solidFill>
                <a:latin typeface="Arial"/>
                <a:ea typeface="Arial"/>
                <a:cs typeface="Arial"/>
              </a:defRPr>
            </a:lvl4pPr>
            <a:lvl5pPr algn="l">
              <a:defRPr sz="1800" b="0">
                <a:solidFill>
                  <a:srgbClr val="20262C"/>
                </a:solidFill>
                <a:latin typeface="Arial"/>
                <a:ea typeface="Arial"/>
                <a:cs typeface="Arial"/>
              </a:defRPr>
            </a:lvl5pPr>
            <a:lvl6pPr algn="l">
              <a:defRPr sz="1800" b="0">
                <a:solidFill>
                  <a:srgbClr val="20262C"/>
                </a:solidFill>
                <a:latin typeface="Arial"/>
                <a:ea typeface="Arial"/>
                <a:cs typeface="Arial"/>
              </a:defRPr>
            </a:lvl6pPr>
            <a:lvl7pPr algn="l">
              <a:defRPr sz="1800" b="0">
                <a:solidFill>
                  <a:srgbClr val="20262C"/>
                </a:solidFill>
                <a:latin typeface="Arial"/>
                <a:ea typeface="Arial"/>
                <a:cs typeface="Arial"/>
              </a:defRPr>
            </a:lvl7pPr>
            <a:lvl8pPr algn="l">
              <a:defRPr sz="1800" b="0">
                <a:solidFill>
                  <a:srgbClr val="20262C"/>
                </a:solidFill>
                <a:latin typeface="Arial"/>
                <a:ea typeface="Arial"/>
                <a:cs typeface="Arial"/>
              </a:defRPr>
            </a:lvl8pPr>
            <a:lvl9pPr algn="l">
              <a:defRPr sz="1800" b="0">
                <a:solidFill>
                  <a:srgbClr val="20262C"/>
                </a:solidFill>
                <a:latin typeface="Arial"/>
                <a:ea typeface="Arial"/>
                <a:cs typeface="Arial"/>
              </a:defRPr>
            </a:lvl9pPr>
          </a:lstStyle>
          <a:p xmlns:a="http://schemas.openxmlformats.org/drawingml/2006/main">
            <a:pPr algn="l">
              <a:defRPr sz="1800" b="0">
                <a:solidFill>
                  <a:srgbClr val="20262C"/>
                </a:solidFill>
                <a:latin typeface="Arial"/>
                <a:ea typeface="Arial"/>
                <a:cs typeface="Arial"/>
              </a:defRPr>
            </a:pPr>
            <a:r>
              <a:rPr sz="1800" b="0">
                <a:solidFill>
                  <a:srgbClr val="20262C"/>
                </a:solidFill>
                <a:latin typeface="Arial"/>
                <a:ea typeface="Arial"/>
                <a:cs typeface="Arial"/>
              </a:rPr>
              <a:t>Product A Select</a:t>
            </a:r>
          </a:p>
        </p:txBody>
      </p:sp>
      <p:sp>
        <p:nvSpPr>
          <p:cNvPr id="32" name="!!clientDoc.highlight.period">
            <a:extLst xmlns:a="http://schemas.openxmlformats.org/drawingml/2006/main">
              <a:ext uri="{FF2B5EF4-FFF2-40B4-BE49-F238E27FC236}">
                <a16:creationId xmlns:a16="http://schemas.microsoft.com/office/drawing/2014/main" id="{75234A16-D676-4AAE-9BBB-4814AC910048}"/>
              </a:ext>
            </a:extLst>
          </p:cNvPr>
          <p:cNvSpPr>
            <a:spLocks xmlns:a="http://schemas.openxmlformats.org/drawingml/2006/main" noGrp="1"/>
          </p:cNvSpPr>
          <p:nvPr/>
        </p:nvSpPr>
        <p:spPr>
          <a:xfrm xmlns:a="http://schemas.openxmlformats.org/drawingml/2006/main">
            <a:off x="5610225" y="4267200"/>
            <a:ext cx="4791075" cy="466725"/>
          </a:xfrm>
          <a:prstGeom xmlns:a="http://schemas.openxmlformats.org/drawingml/2006/main" prst="rect">
            <a:avLst/>
          </a:prstGeom>
          <a:noFill xmlns:a="http://schemas.openxmlformats.org/drawingml/2006/main"/>
          <a:ln xmlns:a="http://schemas.openxmlformats.org/drawingml/2006/main" w="0">
            <a:noFill/>
            <a:prstDash val="solid"/>
          </a:ln>
        </p:spPr>
      </p:sp>
      <p:sp>
        <p:nvSpPr>
          <p:cNvPr id="33" name="!!clientDoc.label.period">
            <a:extLst xmlns:a="http://schemas.openxmlformats.org/drawingml/2006/main">
              <a:ext uri="{FF2B5EF4-FFF2-40B4-BE49-F238E27FC236}">
                <a16:creationId xmlns:a16="http://schemas.microsoft.com/office/drawing/2014/main" id="{F9B27FA4-3C19-4E6E-900B-38B9EC90371E}"/>
              </a:ext>
            </a:extLst>
          </p:cNvPr>
          <p:cNvSpPr>
            <a:spLocks xmlns:a="http://schemas.openxmlformats.org/drawingml/2006/main" noGrp="1"/>
          </p:cNvSpPr>
          <p:nvPr/>
        </p:nvSpPr>
        <p:spPr>
          <a:xfrm xmlns:a="http://schemas.openxmlformats.org/drawingml/2006/main">
            <a:off x="4286250" y="4314825"/>
            <a:ext cx="1238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20262C"/>
                </a:solidFill>
                <a:latin typeface="Arial"/>
                <a:ea typeface="Arial"/>
                <a:cs typeface="Arial"/>
              </a:defRPr>
            </a:defPPr>
            <a:lvl1pPr algn="l">
              <a:defRPr sz="1650" b="1">
                <a:solidFill>
                  <a:srgbClr val="20262C"/>
                </a:solidFill>
                <a:latin typeface="Arial"/>
                <a:ea typeface="Arial"/>
                <a:cs typeface="Arial"/>
              </a:defRPr>
            </a:lvl1pPr>
            <a:lvl2pPr algn="l">
              <a:defRPr sz="1650" b="1">
                <a:solidFill>
                  <a:srgbClr val="20262C"/>
                </a:solidFill>
                <a:latin typeface="Arial"/>
                <a:ea typeface="Arial"/>
                <a:cs typeface="Arial"/>
              </a:defRPr>
            </a:lvl2pPr>
            <a:lvl3pPr algn="l">
              <a:defRPr sz="1650" b="1">
                <a:solidFill>
                  <a:srgbClr val="20262C"/>
                </a:solidFill>
                <a:latin typeface="Arial"/>
                <a:ea typeface="Arial"/>
                <a:cs typeface="Arial"/>
              </a:defRPr>
            </a:lvl3pPr>
            <a:lvl4pPr algn="l">
              <a:defRPr sz="1650" b="1">
                <a:solidFill>
                  <a:srgbClr val="20262C"/>
                </a:solidFill>
                <a:latin typeface="Arial"/>
                <a:ea typeface="Arial"/>
                <a:cs typeface="Arial"/>
              </a:defRPr>
            </a:lvl4pPr>
            <a:lvl5pPr algn="l">
              <a:defRPr sz="1650" b="1">
                <a:solidFill>
                  <a:srgbClr val="20262C"/>
                </a:solidFill>
                <a:latin typeface="Arial"/>
                <a:ea typeface="Arial"/>
                <a:cs typeface="Arial"/>
              </a:defRPr>
            </a:lvl5pPr>
            <a:lvl6pPr algn="l">
              <a:defRPr sz="1650" b="1">
                <a:solidFill>
                  <a:srgbClr val="20262C"/>
                </a:solidFill>
                <a:latin typeface="Arial"/>
                <a:ea typeface="Arial"/>
                <a:cs typeface="Arial"/>
              </a:defRPr>
            </a:lvl6pPr>
            <a:lvl7pPr algn="l">
              <a:defRPr sz="1650" b="1">
                <a:solidFill>
                  <a:srgbClr val="20262C"/>
                </a:solidFill>
                <a:latin typeface="Arial"/>
                <a:ea typeface="Arial"/>
                <a:cs typeface="Arial"/>
              </a:defRPr>
            </a:lvl7pPr>
            <a:lvl8pPr algn="l">
              <a:defRPr sz="1650" b="1">
                <a:solidFill>
                  <a:srgbClr val="20262C"/>
                </a:solidFill>
                <a:latin typeface="Arial"/>
                <a:ea typeface="Arial"/>
                <a:cs typeface="Arial"/>
              </a:defRPr>
            </a:lvl8pPr>
            <a:lvl9pPr algn="l">
              <a:defRPr sz="1650" b="1">
                <a:solidFill>
                  <a:srgbClr val="20262C"/>
                </a:solidFill>
                <a:latin typeface="Arial"/>
                <a:ea typeface="Arial"/>
                <a:cs typeface="Arial"/>
              </a:defRPr>
            </a:lvl9pPr>
          </a:lstStyle>
          <a:p xmlns:a="http://schemas.openxmlformats.org/drawingml/2006/main">
            <a:pPr algn="l">
              <a:defRPr sz="1650" b="1">
                <a:solidFill>
                  <a:srgbClr val="20262C"/>
                </a:solidFill>
                <a:latin typeface="Arial"/>
                <a:ea typeface="Arial"/>
                <a:cs typeface="Arial"/>
              </a:defRPr>
            </a:pPr>
            <a:r>
              <a:rPr sz="1650" b="1">
                <a:solidFill>
                  <a:srgbClr val="20262C"/>
                </a:solidFill>
                <a:latin typeface="Arial"/>
                <a:ea typeface="Arial"/>
                <a:cs typeface="Arial"/>
              </a:rPr>
              <a:t>Source</a:t>
            </a:r>
          </a:p>
          <a:p xmlns:a="http://schemas.openxmlformats.org/drawingml/2006/main">
            <a:pPr algn="l">
              <a:defRPr sz="1650" b="1">
                <a:solidFill>
                  <a:srgbClr val="20262C"/>
                </a:solidFill>
                <a:latin typeface="Arial"/>
                <a:ea typeface="Arial"/>
                <a:cs typeface="Arial"/>
              </a:defRPr>
            </a:pPr>
            <a:r>
              <a:rPr sz="1650" b="1">
                <a:solidFill>
                  <a:srgbClr val="20262C"/>
                </a:solidFill>
                <a:latin typeface="Arial"/>
                <a:ea typeface="Arial"/>
                <a:cs typeface="Arial"/>
              </a:rPr>
              <a:t>version</a:t>
            </a:r>
          </a:p>
        </p:txBody>
      </p:sp>
      <p:sp>
        <p:nvSpPr>
          <p:cNvPr id="34" name="!!clientDoc.value.period">
            <a:extLst xmlns:a="http://schemas.openxmlformats.org/drawingml/2006/main">
              <a:ext uri="{FF2B5EF4-FFF2-40B4-BE49-F238E27FC236}">
                <a16:creationId xmlns:a16="http://schemas.microsoft.com/office/drawing/2014/main" id="{14397D61-D363-446C-B9A1-4131A27D8AC3}"/>
              </a:ext>
            </a:extLst>
          </p:cNvPr>
          <p:cNvSpPr>
            <a:spLocks xmlns:a="http://schemas.openxmlformats.org/drawingml/2006/main" noGrp="1"/>
          </p:cNvSpPr>
          <p:nvPr/>
        </p:nvSpPr>
        <p:spPr>
          <a:xfrm xmlns:a="http://schemas.openxmlformats.org/drawingml/2006/main">
            <a:off x="5695950" y="4314825"/>
            <a:ext cx="47053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0262C"/>
                </a:solidFill>
                <a:latin typeface="Arial"/>
                <a:ea typeface="Arial"/>
                <a:cs typeface="Arial"/>
              </a:defRPr>
            </a:defPPr>
            <a:lvl1pPr algn="l">
              <a:defRPr sz="1800" b="0">
                <a:solidFill>
                  <a:srgbClr val="20262C"/>
                </a:solidFill>
                <a:latin typeface="Arial"/>
                <a:ea typeface="Arial"/>
                <a:cs typeface="Arial"/>
              </a:defRPr>
            </a:lvl1pPr>
            <a:lvl2pPr algn="l">
              <a:defRPr sz="1800" b="0">
                <a:solidFill>
                  <a:srgbClr val="20262C"/>
                </a:solidFill>
                <a:latin typeface="Arial"/>
                <a:ea typeface="Arial"/>
                <a:cs typeface="Arial"/>
              </a:defRPr>
            </a:lvl2pPr>
            <a:lvl3pPr algn="l">
              <a:defRPr sz="1800" b="0">
                <a:solidFill>
                  <a:srgbClr val="20262C"/>
                </a:solidFill>
                <a:latin typeface="Arial"/>
                <a:ea typeface="Arial"/>
                <a:cs typeface="Arial"/>
              </a:defRPr>
            </a:lvl3pPr>
            <a:lvl4pPr algn="l">
              <a:defRPr sz="1800" b="0">
                <a:solidFill>
                  <a:srgbClr val="20262C"/>
                </a:solidFill>
                <a:latin typeface="Arial"/>
                <a:ea typeface="Arial"/>
                <a:cs typeface="Arial"/>
              </a:defRPr>
            </a:lvl4pPr>
            <a:lvl5pPr algn="l">
              <a:defRPr sz="1800" b="0">
                <a:solidFill>
                  <a:srgbClr val="20262C"/>
                </a:solidFill>
                <a:latin typeface="Arial"/>
                <a:ea typeface="Arial"/>
                <a:cs typeface="Arial"/>
              </a:defRPr>
            </a:lvl5pPr>
            <a:lvl6pPr algn="l">
              <a:defRPr sz="1800" b="0">
                <a:solidFill>
                  <a:srgbClr val="20262C"/>
                </a:solidFill>
                <a:latin typeface="Arial"/>
                <a:ea typeface="Arial"/>
                <a:cs typeface="Arial"/>
              </a:defRPr>
            </a:lvl6pPr>
            <a:lvl7pPr algn="l">
              <a:defRPr sz="1800" b="0">
                <a:solidFill>
                  <a:srgbClr val="20262C"/>
                </a:solidFill>
                <a:latin typeface="Arial"/>
                <a:ea typeface="Arial"/>
                <a:cs typeface="Arial"/>
              </a:defRPr>
            </a:lvl7pPr>
            <a:lvl8pPr algn="l">
              <a:defRPr sz="1800" b="0">
                <a:solidFill>
                  <a:srgbClr val="20262C"/>
                </a:solidFill>
                <a:latin typeface="Arial"/>
                <a:ea typeface="Arial"/>
                <a:cs typeface="Arial"/>
              </a:defRPr>
            </a:lvl8pPr>
            <a:lvl9pPr algn="l">
              <a:defRPr sz="1800" b="0">
                <a:solidFill>
                  <a:srgbClr val="20262C"/>
                </a:solidFill>
                <a:latin typeface="Arial"/>
                <a:ea typeface="Arial"/>
                <a:cs typeface="Arial"/>
              </a:defRPr>
            </a:lvl9pPr>
          </a:lstStyle>
          <a:p xmlns:a="http://schemas.openxmlformats.org/drawingml/2006/main">
            <a:pPr algn="l">
              <a:defRPr sz="1800" b="0">
                <a:solidFill>
                  <a:srgbClr val="20262C"/>
                </a:solidFill>
                <a:latin typeface="Arial"/>
                <a:ea typeface="Arial"/>
                <a:cs typeface="Arial"/>
              </a:defRPr>
            </a:pPr>
            <a:r>
              <a:rPr sz="1800" b="0">
                <a:solidFill>
                  <a:srgbClr val="20262C"/>
                </a:solidFill>
                <a:latin typeface="Arial"/>
                <a:ea typeface="Arial"/>
                <a:cs typeface="Arial"/>
              </a:rPr>
              <a:t>Q2 2026 product information, V1</a:t>
            </a:r>
          </a:p>
        </p:txBody>
      </p:sp>
      <p:sp>
        <p:nvSpPr>
          <p:cNvPr id="35" name="!!clientDoc.highlight.view">
            <a:extLst xmlns:a="http://schemas.openxmlformats.org/drawingml/2006/main">
              <a:ext uri="{FF2B5EF4-FFF2-40B4-BE49-F238E27FC236}">
                <a16:creationId xmlns:a16="http://schemas.microsoft.com/office/drawing/2014/main" id="{A3ACC771-B0BA-437F-BA3D-E1F1827C909A}"/>
              </a:ext>
            </a:extLst>
          </p:cNvPr>
          <p:cNvSpPr>
            <a:spLocks xmlns:a="http://schemas.openxmlformats.org/drawingml/2006/main" noGrp="1"/>
          </p:cNvSpPr>
          <p:nvPr/>
        </p:nvSpPr>
        <p:spPr>
          <a:xfrm xmlns:a="http://schemas.openxmlformats.org/drawingml/2006/main">
            <a:off x="5610225" y="4857750"/>
            <a:ext cx="4791075" cy="876300"/>
          </a:xfrm>
          <a:prstGeom xmlns:a="http://schemas.openxmlformats.org/drawingml/2006/main" prst="rect">
            <a:avLst/>
          </a:prstGeom>
          <a:solidFill xmlns:a="http://schemas.openxmlformats.org/drawingml/2006/main">
            <a:srgbClr val="FFF0BE"/>
          </a:solidFill>
          <a:ln xmlns:a="http://schemas.openxmlformats.org/drawingml/2006/main" w="0">
            <a:noFill/>
            <a:prstDash val="solid"/>
          </a:ln>
        </p:spPr>
      </p:sp>
      <p:sp>
        <p:nvSpPr>
          <p:cNvPr id="36" name="!!clientDoc.label.view">
            <a:extLst xmlns:a="http://schemas.openxmlformats.org/drawingml/2006/main">
              <a:ext uri="{FF2B5EF4-FFF2-40B4-BE49-F238E27FC236}">
                <a16:creationId xmlns:a16="http://schemas.microsoft.com/office/drawing/2014/main" id="{19C42D5E-C8B8-4925-A5D2-A9E8444B465F}"/>
              </a:ext>
            </a:extLst>
          </p:cNvPr>
          <p:cNvSpPr>
            <a:spLocks xmlns:a="http://schemas.openxmlformats.org/drawingml/2006/main" noGrp="1"/>
          </p:cNvSpPr>
          <p:nvPr/>
        </p:nvSpPr>
        <p:spPr>
          <a:xfrm xmlns:a="http://schemas.openxmlformats.org/drawingml/2006/main">
            <a:off x="4286250" y="4905375"/>
            <a:ext cx="1238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20262C"/>
                </a:solidFill>
                <a:latin typeface="Arial"/>
                <a:ea typeface="Arial"/>
                <a:cs typeface="Arial"/>
              </a:defRPr>
            </a:defPPr>
            <a:lvl1pPr algn="l">
              <a:defRPr sz="1650" b="1">
                <a:solidFill>
                  <a:srgbClr val="20262C"/>
                </a:solidFill>
                <a:latin typeface="Arial"/>
                <a:ea typeface="Arial"/>
                <a:cs typeface="Arial"/>
              </a:defRPr>
            </a:lvl1pPr>
            <a:lvl2pPr algn="l">
              <a:defRPr sz="1650" b="1">
                <a:solidFill>
                  <a:srgbClr val="20262C"/>
                </a:solidFill>
                <a:latin typeface="Arial"/>
                <a:ea typeface="Arial"/>
                <a:cs typeface="Arial"/>
              </a:defRPr>
            </a:lvl2pPr>
            <a:lvl3pPr algn="l">
              <a:defRPr sz="1650" b="1">
                <a:solidFill>
                  <a:srgbClr val="20262C"/>
                </a:solidFill>
                <a:latin typeface="Arial"/>
                <a:ea typeface="Arial"/>
                <a:cs typeface="Arial"/>
              </a:defRPr>
            </a:lvl3pPr>
            <a:lvl4pPr algn="l">
              <a:defRPr sz="1650" b="1">
                <a:solidFill>
                  <a:srgbClr val="20262C"/>
                </a:solidFill>
                <a:latin typeface="Arial"/>
                <a:ea typeface="Arial"/>
                <a:cs typeface="Arial"/>
              </a:defRPr>
            </a:lvl4pPr>
            <a:lvl5pPr algn="l">
              <a:defRPr sz="1650" b="1">
                <a:solidFill>
                  <a:srgbClr val="20262C"/>
                </a:solidFill>
                <a:latin typeface="Arial"/>
                <a:ea typeface="Arial"/>
                <a:cs typeface="Arial"/>
              </a:defRPr>
            </a:lvl5pPr>
            <a:lvl6pPr algn="l">
              <a:defRPr sz="1650" b="1">
                <a:solidFill>
                  <a:srgbClr val="20262C"/>
                </a:solidFill>
                <a:latin typeface="Arial"/>
                <a:ea typeface="Arial"/>
                <a:cs typeface="Arial"/>
              </a:defRPr>
            </a:lvl6pPr>
            <a:lvl7pPr algn="l">
              <a:defRPr sz="1650" b="1">
                <a:solidFill>
                  <a:srgbClr val="20262C"/>
                </a:solidFill>
                <a:latin typeface="Arial"/>
                <a:ea typeface="Arial"/>
                <a:cs typeface="Arial"/>
              </a:defRPr>
            </a:lvl7pPr>
            <a:lvl8pPr algn="l">
              <a:defRPr sz="1650" b="1">
                <a:solidFill>
                  <a:srgbClr val="20262C"/>
                </a:solidFill>
                <a:latin typeface="Arial"/>
                <a:ea typeface="Arial"/>
                <a:cs typeface="Arial"/>
              </a:defRPr>
            </a:lvl8pPr>
            <a:lvl9pPr algn="l">
              <a:defRPr sz="1650" b="1">
                <a:solidFill>
                  <a:srgbClr val="20262C"/>
                </a:solidFill>
                <a:latin typeface="Arial"/>
                <a:ea typeface="Arial"/>
                <a:cs typeface="Arial"/>
              </a:defRPr>
            </a:lvl9pPr>
          </a:lstStyle>
          <a:p xmlns:a="http://schemas.openxmlformats.org/drawingml/2006/main">
            <a:pPr algn="l">
              <a:defRPr sz="1650" b="1">
                <a:solidFill>
                  <a:srgbClr val="20262C"/>
                </a:solidFill>
                <a:latin typeface="Arial"/>
                <a:ea typeface="Arial"/>
                <a:cs typeface="Arial"/>
              </a:defRPr>
            </a:pPr>
            <a:r>
              <a:rPr sz="1650" b="1">
                <a:solidFill>
                  <a:srgbClr val="20262C"/>
                </a:solidFill>
                <a:latin typeface="Arial"/>
                <a:ea typeface="Arial"/>
                <a:cs typeface="Arial"/>
              </a:rPr>
              <a:t>Current view</a:t>
            </a:r>
          </a:p>
        </p:txBody>
      </p:sp>
      <p:sp>
        <p:nvSpPr>
          <p:cNvPr id="37" name="!!clientDoc.value.view">
            <a:extLst xmlns:a="http://schemas.openxmlformats.org/drawingml/2006/main">
              <a:ext uri="{FF2B5EF4-FFF2-40B4-BE49-F238E27FC236}">
                <a16:creationId xmlns:a16="http://schemas.microsoft.com/office/drawing/2014/main" id="{AF73DA82-3876-488E-B199-A21E8429F7F5}"/>
              </a:ext>
            </a:extLst>
          </p:cNvPr>
          <p:cNvSpPr>
            <a:spLocks xmlns:a="http://schemas.openxmlformats.org/drawingml/2006/main" noGrp="1"/>
          </p:cNvSpPr>
          <p:nvPr/>
        </p:nvSpPr>
        <p:spPr>
          <a:xfrm xmlns:a="http://schemas.openxmlformats.org/drawingml/2006/main">
            <a:off x="5695950" y="4905375"/>
            <a:ext cx="47053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0262C"/>
                </a:solidFill>
                <a:latin typeface="Arial"/>
                <a:ea typeface="Arial"/>
                <a:cs typeface="Arial"/>
              </a:defRPr>
            </a:defPPr>
            <a:lvl1pPr algn="l">
              <a:defRPr sz="1800" b="0">
                <a:solidFill>
                  <a:srgbClr val="20262C"/>
                </a:solidFill>
                <a:latin typeface="Arial"/>
                <a:ea typeface="Arial"/>
                <a:cs typeface="Arial"/>
              </a:defRPr>
            </a:lvl1pPr>
            <a:lvl2pPr algn="l">
              <a:defRPr sz="1800" b="0">
                <a:solidFill>
                  <a:srgbClr val="20262C"/>
                </a:solidFill>
                <a:latin typeface="Arial"/>
                <a:ea typeface="Arial"/>
                <a:cs typeface="Arial"/>
              </a:defRPr>
            </a:lvl2pPr>
            <a:lvl3pPr algn="l">
              <a:defRPr sz="1800" b="0">
                <a:solidFill>
                  <a:srgbClr val="20262C"/>
                </a:solidFill>
                <a:latin typeface="Arial"/>
                <a:ea typeface="Arial"/>
                <a:cs typeface="Arial"/>
              </a:defRPr>
            </a:lvl3pPr>
            <a:lvl4pPr algn="l">
              <a:defRPr sz="1800" b="0">
                <a:solidFill>
                  <a:srgbClr val="20262C"/>
                </a:solidFill>
                <a:latin typeface="Arial"/>
                <a:ea typeface="Arial"/>
                <a:cs typeface="Arial"/>
              </a:defRPr>
            </a:lvl4pPr>
            <a:lvl5pPr algn="l">
              <a:defRPr sz="1800" b="0">
                <a:solidFill>
                  <a:srgbClr val="20262C"/>
                </a:solidFill>
                <a:latin typeface="Arial"/>
                <a:ea typeface="Arial"/>
                <a:cs typeface="Arial"/>
              </a:defRPr>
            </a:lvl5pPr>
            <a:lvl6pPr algn="l">
              <a:defRPr sz="1800" b="0">
                <a:solidFill>
                  <a:srgbClr val="20262C"/>
                </a:solidFill>
                <a:latin typeface="Arial"/>
                <a:ea typeface="Arial"/>
                <a:cs typeface="Arial"/>
              </a:defRPr>
            </a:lvl6pPr>
            <a:lvl7pPr algn="l">
              <a:defRPr sz="1800" b="0">
                <a:solidFill>
                  <a:srgbClr val="20262C"/>
                </a:solidFill>
                <a:latin typeface="Arial"/>
                <a:ea typeface="Arial"/>
                <a:cs typeface="Arial"/>
              </a:defRPr>
            </a:lvl7pPr>
            <a:lvl8pPr algn="l">
              <a:defRPr sz="1800" b="0">
                <a:solidFill>
                  <a:srgbClr val="20262C"/>
                </a:solidFill>
                <a:latin typeface="Arial"/>
                <a:ea typeface="Arial"/>
                <a:cs typeface="Arial"/>
              </a:defRPr>
            </a:lvl8pPr>
            <a:lvl9pPr algn="l">
              <a:defRPr sz="1800" b="0">
                <a:solidFill>
                  <a:srgbClr val="20262C"/>
                </a:solidFill>
                <a:latin typeface="Arial"/>
                <a:ea typeface="Arial"/>
                <a:cs typeface="Arial"/>
              </a:defRPr>
            </a:lvl9pPr>
          </a:lstStyle>
          <a:p xmlns:a="http://schemas.openxmlformats.org/drawingml/2006/main">
            <a:pPr algn="l">
              <a:defRPr sz="1800" b="0">
                <a:solidFill>
                  <a:srgbClr val="20262C"/>
                </a:solidFill>
                <a:latin typeface="Arial"/>
                <a:ea typeface="Arial"/>
                <a:cs typeface="Arial"/>
              </a:defRPr>
            </a:pPr>
            <a:r>
              <a:rPr sz="1800" b="0">
                <a:solidFill>
                  <a:srgbClr val="20262C"/>
                </a:solidFill>
                <a:latin typeface="Arial"/>
                <a:ea typeface="Arial"/>
                <a:cs typeface="Arial"/>
              </a:rPr>
              <a:t>Volume growth drove Company A's revenue.</a:t>
            </a:r>
          </a:p>
          <a:p xmlns:a="http://schemas.openxmlformats.org/drawingml/2006/main">
            <a:pPr algn="l">
              <a:defRPr sz="1800" b="0">
                <a:solidFill>
                  <a:srgbClr val="20262C"/>
                </a:solidFill>
                <a:latin typeface="Arial"/>
                <a:ea typeface="Arial"/>
                <a:cs typeface="Arial"/>
              </a:defRPr>
            </a:pPr>
            <a:r>
              <a:rPr sz="1800" b="0">
                <a:solidFill>
                  <a:srgbClr val="20262C"/>
                </a:solidFill>
                <a:latin typeface="Arial"/>
                <a:ea typeface="Arial"/>
                <a:cs typeface="Arial"/>
              </a:rPr>
              <a:t>Monitor raw-material costs.</a:t>
            </a:r>
          </a:p>
        </p:txBody>
      </p:sp>
      <p:sp>
        <p:nvSpPr>
          <p:cNvPr id="38" name="!!clientDoc.highlight.risk">
            <a:extLst xmlns:a="http://schemas.openxmlformats.org/drawingml/2006/main">
              <a:ext uri="{FF2B5EF4-FFF2-40B4-BE49-F238E27FC236}">
                <a16:creationId xmlns:a16="http://schemas.microsoft.com/office/drawing/2014/main" id="{D7F28BC2-490E-4897-8BE8-C93D49201FE6}"/>
              </a:ext>
            </a:extLst>
          </p:cNvPr>
          <p:cNvSpPr>
            <a:spLocks xmlns:a="http://schemas.openxmlformats.org/drawingml/2006/main" noGrp="1"/>
          </p:cNvSpPr>
          <p:nvPr/>
        </p:nvSpPr>
        <p:spPr>
          <a:xfrm xmlns:a="http://schemas.openxmlformats.org/drawingml/2006/main">
            <a:off x="5610225" y="5886450"/>
            <a:ext cx="4791075" cy="771525"/>
          </a:xfrm>
          <a:prstGeom xmlns:a="http://schemas.openxmlformats.org/drawingml/2006/main" prst="rect">
            <a:avLst/>
          </a:prstGeom>
          <a:noFill xmlns:a="http://schemas.openxmlformats.org/drawingml/2006/main"/>
          <a:ln xmlns:a="http://schemas.openxmlformats.org/drawingml/2006/main" w="0">
            <a:noFill/>
            <a:prstDash val="solid"/>
          </a:ln>
        </p:spPr>
      </p:sp>
      <p:sp>
        <p:nvSpPr>
          <p:cNvPr id="39" name="!!clientDoc.label.risk">
            <a:extLst xmlns:a="http://schemas.openxmlformats.org/drawingml/2006/main">
              <a:ext uri="{FF2B5EF4-FFF2-40B4-BE49-F238E27FC236}">
                <a16:creationId xmlns:a16="http://schemas.microsoft.com/office/drawing/2014/main" id="{8934F90F-27A8-497D-97E6-406D166CB3DD}"/>
              </a:ext>
            </a:extLst>
          </p:cNvPr>
          <p:cNvSpPr>
            <a:spLocks xmlns:a="http://schemas.openxmlformats.org/drawingml/2006/main" noGrp="1"/>
          </p:cNvSpPr>
          <p:nvPr/>
        </p:nvSpPr>
        <p:spPr>
          <a:xfrm xmlns:a="http://schemas.openxmlformats.org/drawingml/2006/main">
            <a:off x="4286250" y="5934075"/>
            <a:ext cx="1238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20262C"/>
                </a:solidFill>
                <a:latin typeface="Arial"/>
                <a:ea typeface="Arial"/>
                <a:cs typeface="Arial"/>
              </a:defRPr>
            </a:defPPr>
            <a:lvl1pPr algn="l">
              <a:defRPr sz="1650" b="1">
                <a:solidFill>
                  <a:srgbClr val="20262C"/>
                </a:solidFill>
                <a:latin typeface="Arial"/>
                <a:ea typeface="Arial"/>
                <a:cs typeface="Arial"/>
              </a:defRPr>
            </a:lvl1pPr>
            <a:lvl2pPr algn="l">
              <a:defRPr sz="1650" b="1">
                <a:solidFill>
                  <a:srgbClr val="20262C"/>
                </a:solidFill>
                <a:latin typeface="Arial"/>
                <a:ea typeface="Arial"/>
                <a:cs typeface="Arial"/>
              </a:defRPr>
            </a:lvl2pPr>
            <a:lvl3pPr algn="l">
              <a:defRPr sz="1650" b="1">
                <a:solidFill>
                  <a:srgbClr val="20262C"/>
                </a:solidFill>
                <a:latin typeface="Arial"/>
                <a:ea typeface="Arial"/>
                <a:cs typeface="Arial"/>
              </a:defRPr>
            </a:lvl3pPr>
            <a:lvl4pPr algn="l">
              <a:defRPr sz="1650" b="1">
                <a:solidFill>
                  <a:srgbClr val="20262C"/>
                </a:solidFill>
                <a:latin typeface="Arial"/>
                <a:ea typeface="Arial"/>
                <a:cs typeface="Arial"/>
              </a:defRPr>
            </a:lvl4pPr>
            <a:lvl5pPr algn="l">
              <a:defRPr sz="1650" b="1">
                <a:solidFill>
                  <a:srgbClr val="20262C"/>
                </a:solidFill>
                <a:latin typeface="Arial"/>
                <a:ea typeface="Arial"/>
                <a:cs typeface="Arial"/>
              </a:defRPr>
            </a:lvl5pPr>
            <a:lvl6pPr algn="l">
              <a:defRPr sz="1650" b="1">
                <a:solidFill>
                  <a:srgbClr val="20262C"/>
                </a:solidFill>
                <a:latin typeface="Arial"/>
                <a:ea typeface="Arial"/>
                <a:cs typeface="Arial"/>
              </a:defRPr>
            </a:lvl6pPr>
            <a:lvl7pPr algn="l">
              <a:defRPr sz="1650" b="1">
                <a:solidFill>
                  <a:srgbClr val="20262C"/>
                </a:solidFill>
                <a:latin typeface="Arial"/>
                <a:ea typeface="Arial"/>
                <a:cs typeface="Arial"/>
              </a:defRPr>
            </a:lvl7pPr>
            <a:lvl8pPr algn="l">
              <a:defRPr sz="1650" b="1">
                <a:solidFill>
                  <a:srgbClr val="20262C"/>
                </a:solidFill>
                <a:latin typeface="Arial"/>
                <a:ea typeface="Arial"/>
                <a:cs typeface="Arial"/>
              </a:defRPr>
            </a:lvl8pPr>
            <a:lvl9pPr algn="l">
              <a:defRPr sz="1650" b="1">
                <a:solidFill>
                  <a:srgbClr val="20262C"/>
                </a:solidFill>
                <a:latin typeface="Arial"/>
                <a:ea typeface="Arial"/>
                <a:cs typeface="Arial"/>
              </a:defRPr>
            </a:lvl9pPr>
          </a:lstStyle>
          <a:p xmlns:a="http://schemas.openxmlformats.org/drawingml/2006/main">
            <a:pPr algn="l">
              <a:defRPr sz="1650" b="1">
                <a:solidFill>
                  <a:srgbClr val="20262C"/>
                </a:solidFill>
                <a:latin typeface="Arial"/>
                <a:ea typeface="Arial"/>
                <a:cs typeface="Arial"/>
              </a:defRPr>
            </a:pPr>
            <a:r>
              <a:rPr sz="1650" b="1">
                <a:solidFill>
                  <a:srgbClr val="20262C"/>
                </a:solidFill>
                <a:latin typeface="Arial"/>
                <a:ea typeface="Arial"/>
                <a:cs typeface="Arial"/>
              </a:rPr>
              <a:t>Risk</a:t>
            </a:r>
          </a:p>
          <a:p xmlns:a="http://schemas.openxmlformats.org/drawingml/2006/main">
            <a:pPr algn="l">
              <a:defRPr sz="1650" b="1">
                <a:solidFill>
                  <a:srgbClr val="20262C"/>
                </a:solidFill>
                <a:latin typeface="Arial"/>
                <a:ea typeface="Arial"/>
                <a:cs typeface="Arial"/>
              </a:defRPr>
            </a:pPr>
            <a:r>
              <a:rPr sz="1650" b="1">
                <a:solidFill>
                  <a:srgbClr val="20262C"/>
                </a:solidFill>
                <a:latin typeface="Arial"/>
                <a:ea typeface="Arial"/>
                <a:cs typeface="Arial"/>
              </a:rPr>
              <a:t>disclosure</a:t>
            </a:r>
          </a:p>
        </p:txBody>
      </p:sp>
      <p:sp>
        <p:nvSpPr>
          <p:cNvPr id="40" name="!!clientDoc.value.risk">
            <a:extLst xmlns:a="http://schemas.openxmlformats.org/drawingml/2006/main">
              <a:ext uri="{FF2B5EF4-FFF2-40B4-BE49-F238E27FC236}">
                <a16:creationId xmlns:a16="http://schemas.microsoft.com/office/drawing/2014/main" id="{C43992A0-3656-491C-A75E-055CE5065455}"/>
              </a:ext>
            </a:extLst>
          </p:cNvPr>
          <p:cNvSpPr>
            <a:spLocks xmlns:a="http://schemas.openxmlformats.org/drawingml/2006/main" noGrp="1"/>
          </p:cNvSpPr>
          <p:nvPr/>
        </p:nvSpPr>
        <p:spPr>
          <a:xfrm xmlns:a="http://schemas.openxmlformats.org/drawingml/2006/main">
            <a:off x="5695950" y="5934075"/>
            <a:ext cx="47053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0262C"/>
                </a:solidFill>
                <a:latin typeface="Arial"/>
                <a:ea typeface="Arial"/>
                <a:cs typeface="Arial"/>
              </a:defRPr>
            </a:defPPr>
            <a:lvl1pPr algn="l">
              <a:defRPr sz="1800" b="0">
                <a:solidFill>
                  <a:srgbClr val="20262C"/>
                </a:solidFill>
                <a:latin typeface="Arial"/>
                <a:ea typeface="Arial"/>
                <a:cs typeface="Arial"/>
              </a:defRPr>
            </a:lvl1pPr>
            <a:lvl2pPr algn="l">
              <a:defRPr sz="1800" b="0">
                <a:solidFill>
                  <a:srgbClr val="20262C"/>
                </a:solidFill>
                <a:latin typeface="Arial"/>
                <a:ea typeface="Arial"/>
                <a:cs typeface="Arial"/>
              </a:defRPr>
            </a:lvl2pPr>
            <a:lvl3pPr algn="l">
              <a:defRPr sz="1800" b="0">
                <a:solidFill>
                  <a:srgbClr val="20262C"/>
                </a:solidFill>
                <a:latin typeface="Arial"/>
                <a:ea typeface="Arial"/>
                <a:cs typeface="Arial"/>
              </a:defRPr>
            </a:lvl3pPr>
            <a:lvl4pPr algn="l">
              <a:defRPr sz="1800" b="0">
                <a:solidFill>
                  <a:srgbClr val="20262C"/>
                </a:solidFill>
                <a:latin typeface="Arial"/>
                <a:ea typeface="Arial"/>
                <a:cs typeface="Arial"/>
              </a:defRPr>
            </a:lvl4pPr>
            <a:lvl5pPr algn="l">
              <a:defRPr sz="1800" b="0">
                <a:solidFill>
                  <a:srgbClr val="20262C"/>
                </a:solidFill>
                <a:latin typeface="Arial"/>
                <a:ea typeface="Arial"/>
                <a:cs typeface="Arial"/>
              </a:defRPr>
            </a:lvl5pPr>
            <a:lvl6pPr algn="l">
              <a:defRPr sz="1800" b="0">
                <a:solidFill>
                  <a:srgbClr val="20262C"/>
                </a:solidFill>
                <a:latin typeface="Arial"/>
                <a:ea typeface="Arial"/>
                <a:cs typeface="Arial"/>
              </a:defRPr>
            </a:lvl6pPr>
            <a:lvl7pPr algn="l">
              <a:defRPr sz="1800" b="0">
                <a:solidFill>
                  <a:srgbClr val="20262C"/>
                </a:solidFill>
                <a:latin typeface="Arial"/>
                <a:ea typeface="Arial"/>
                <a:cs typeface="Arial"/>
              </a:defRPr>
            </a:lvl7pPr>
            <a:lvl8pPr algn="l">
              <a:defRPr sz="1800" b="0">
                <a:solidFill>
                  <a:srgbClr val="20262C"/>
                </a:solidFill>
                <a:latin typeface="Arial"/>
                <a:ea typeface="Arial"/>
                <a:cs typeface="Arial"/>
              </a:defRPr>
            </a:lvl8pPr>
            <a:lvl9pPr algn="l">
              <a:defRPr sz="1800" b="0">
                <a:solidFill>
                  <a:srgbClr val="20262C"/>
                </a:solidFill>
                <a:latin typeface="Arial"/>
                <a:ea typeface="Arial"/>
                <a:cs typeface="Arial"/>
              </a:defRPr>
            </a:lvl9pPr>
          </a:lstStyle>
          <a:p xmlns:a="http://schemas.openxmlformats.org/drawingml/2006/main">
            <a:pPr algn="l">
              <a:defRPr sz="1800" b="0">
                <a:solidFill>
                  <a:srgbClr val="20262C"/>
                </a:solidFill>
                <a:latin typeface="Arial"/>
                <a:ea typeface="Arial"/>
                <a:cs typeface="Arial"/>
              </a:defRPr>
            </a:pPr>
            <a:r>
              <a:rPr sz="1800" b="0">
                <a:solidFill>
                  <a:srgbClr val="20262C"/>
                </a:solidFill>
                <a:latin typeface="Arial"/>
                <a:ea typeface="Arial"/>
                <a:cs typeface="Arial"/>
              </a:rPr>
              <a:t>Investing involves risk.</a:t>
            </a:r>
          </a:p>
        </p:txBody>
      </p:sp>
      <p:sp>
        <p:nvSpPr>
          <p:cNvPr id="41" name="!!review.reference.rule">
            <a:extLst xmlns:a="http://schemas.openxmlformats.org/drawingml/2006/main">
              <a:ext uri="{FF2B5EF4-FFF2-40B4-BE49-F238E27FC236}">
                <a16:creationId xmlns:a16="http://schemas.microsoft.com/office/drawing/2014/main" id="{F44955C5-22EF-448E-AABC-3112280B8D7C}"/>
              </a:ext>
            </a:extLst>
          </p:cNvPr>
          <p:cNvSpPr>
            <a:spLocks xmlns:a="http://schemas.openxmlformats.org/drawingml/2006/main" noGrp="1"/>
          </p:cNvSpPr>
          <p:nvPr/>
        </p:nvSpPr>
        <p:spPr>
          <a:xfrm xmlns:a="http://schemas.openxmlformats.org/drawingml/2006/main" flipH="0" flipV="0">
            <a:off x="11182350" y="2752725"/>
            <a:ext cx="3409950" cy="953"/>
          </a:xfrm>
          <a:prstGeom xmlns:a="http://schemas.openxmlformats.org/drawingml/2006/main" prst="line">
            <a:avLst/>
          </a:prstGeom>
          <a:noFill xmlns:a="http://schemas.openxmlformats.org/drawingml/2006/main"/>
          <a:ln xmlns:a="http://schemas.openxmlformats.org/drawingml/2006/main" w="14288">
            <a:solidFill>
              <a:srgbClr val="BCC6CF"/>
            </a:solidFill>
            <a:prstDash val="solid"/>
          </a:ln>
        </p:spPr>
      </p:sp>
      <p:sp>
        <p:nvSpPr>
          <p:cNvPr id="42" name="!!review.reference.label">
            <a:extLst xmlns:a="http://schemas.openxmlformats.org/drawingml/2006/main">
              <a:ext uri="{FF2B5EF4-FFF2-40B4-BE49-F238E27FC236}">
                <a16:creationId xmlns:a16="http://schemas.microsoft.com/office/drawing/2014/main" id="{6DCAE0E2-E816-463B-A03F-A57E6B310E55}"/>
              </a:ext>
            </a:extLst>
          </p:cNvPr>
          <p:cNvSpPr>
            <a:spLocks xmlns:a="http://schemas.openxmlformats.org/drawingml/2006/main" noGrp="1"/>
          </p:cNvSpPr>
          <p:nvPr/>
        </p:nvSpPr>
        <p:spPr>
          <a:xfrm xmlns:a="http://schemas.openxmlformats.org/drawingml/2006/main">
            <a:off x="11182350" y="2847975"/>
            <a:ext cx="34099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005A9C"/>
                </a:solidFill>
                <a:latin typeface="Arial"/>
                <a:ea typeface="Arial"/>
                <a:cs typeface="Arial"/>
              </a:defRPr>
            </a:defPPr>
            <a:lvl1pPr algn="l">
              <a:defRPr sz="1650" b="1">
                <a:solidFill>
                  <a:srgbClr val="005A9C"/>
                </a:solidFill>
                <a:latin typeface="Arial"/>
                <a:ea typeface="Arial"/>
                <a:cs typeface="Arial"/>
              </a:defRPr>
            </a:lvl1pPr>
            <a:lvl2pPr algn="l">
              <a:defRPr sz="1650" b="1">
                <a:solidFill>
                  <a:srgbClr val="005A9C"/>
                </a:solidFill>
                <a:latin typeface="Arial"/>
                <a:ea typeface="Arial"/>
                <a:cs typeface="Arial"/>
              </a:defRPr>
            </a:lvl2pPr>
            <a:lvl3pPr algn="l">
              <a:defRPr sz="1650" b="1">
                <a:solidFill>
                  <a:srgbClr val="005A9C"/>
                </a:solidFill>
                <a:latin typeface="Arial"/>
                <a:ea typeface="Arial"/>
                <a:cs typeface="Arial"/>
              </a:defRPr>
            </a:lvl3pPr>
            <a:lvl4pPr algn="l">
              <a:defRPr sz="1650" b="1">
                <a:solidFill>
                  <a:srgbClr val="005A9C"/>
                </a:solidFill>
                <a:latin typeface="Arial"/>
                <a:ea typeface="Arial"/>
                <a:cs typeface="Arial"/>
              </a:defRPr>
            </a:lvl4pPr>
            <a:lvl5pPr algn="l">
              <a:defRPr sz="1650" b="1">
                <a:solidFill>
                  <a:srgbClr val="005A9C"/>
                </a:solidFill>
                <a:latin typeface="Arial"/>
                <a:ea typeface="Arial"/>
                <a:cs typeface="Arial"/>
              </a:defRPr>
            </a:lvl5pPr>
            <a:lvl6pPr algn="l">
              <a:defRPr sz="1650" b="1">
                <a:solidFill>
                  <a:srgbClr val="005A9C"/>
                </a:solidFill>
                <a:latin typeface="Arial"/>
                <a:ea typeface="Arial"/>
                <a:cs typeface="Arial"/>
              </a:defRPr>
            </a:lvl6pPr>
            <a:lvl7pPr algn="l">
              <a:defRPr sz="1650" b="1">
                <a:solidFill>
                  <a:srgbClr val="005A9C"/>
                </a:solidFill>
                <a:latin typeface="Arial"/>
                <a:ea typeface="Arial"/>
                <a:cs typeface="Arial"/>
              </a:defRPr>
            </a:lvl7pPr>
            <a:lvl8pPr algn="l">
              <a:defRPr sz="1650" b="1">
                <a:solidFill>
                  <a:srgbClr val="005A9C"/>
                </a:solidFill>
                <a:latin typeface="Arial"/>
                <a:ea typeface="Arial"/>
                <a:cs typeface="Arial"/>
              </a:defRPr>
            </a:lvl8pPr>
            <a:lvl9pPr algn="l">
              <a:defRPr sz="1650" b="1">
                <a:solidFill>
                  <a:srgbClr val="005A9C"/>
                </a:solidFill>
                <a:latin typeface="Arial"/>
                <a:ea typeface="Arial"/>
                <a:cs typeface="Arial"/>
              </a:defRPr>
            </a:lvl9pPr>
          </a:lstStyle>
          <a:p xmlns:a="http://schemas.openxmlformats.org/drawingml/2006/main">
            <a:pPr algn="l">
              <a:defRPr sz="1650" b="1">
                <a:solidFill>
                  <a:srgbClr val="005A9C"/>
                </a:solidFill>
                <a:latin typeface="Arial"/>
                <a:ea typeface="Arial"/>
                <a:cs typeface="Arial"/>
              </a:defRPr>
            </a:pPr>
            <a:r>
              <a:rPr sz="1650" b="1">
                <a:solidFill>
                  <a:srgbClr val="005A9C"/>
                </a:solidFill>
                <a:latin typeface="Arial"/>
                <a:ea typeface="Arial"/>
                <a:cs typeface="Arial"/>
              </a:rPr>
              <a:t>Current manager presentation</a:t>
            </a:r>
          </a:p>
        </p:txBody>
      </p:sp>
      <p:sp>
        <p:nvSpPr>
          <p:cNvPr id="43" name="!!review.reference.text">
            <a:extLst xmlns:a="http://schemas.openxmlformats.org/drawingml/2006/main">
              <a:ext uri="{FF2B5EF4-FFF2-40B4-BE49-F238E27FC236}">
                <a16:creationId xmlns:a16="http://schemas.microsoft.com/office/drawing/2014/main" id="{CE5B2548-5913-486A-9BF1-05F923C528FE}"/>
              </a:ext>
            </a:extLst>
          </p:cNvPr>
          <p:cNvSpPr>
            <a:spLocks xmlns:a="http://schemas.openxmlformats.org/drawingml/2006/main" noGrp="1"/>
          </p:cNvSpPr>
          <p:nvPr/>
        </p:nvSpPr>
        <p:spPr>
          <a:xfrm xmlns:a="http://schemas.openxmlformats.org/drawingml/2006/main">
            <a:off x="11182350" y="3190875"/>
            <a:ext cx="34099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0262C"/>
                </a:solidFill>
                <a:latin typeface="Arial"/>
                <a:ea typeface="Arial"/>
                <a:cs typeface="Arial"/>
              </a:defRPr>
            </a:defPPr>
            <a:lvl1pPr algn="l">
              <a:defRPr sz="1875" b="0">
                <a:solidFill>
                  <a:srgbClr val="20262C"/>
                </a:solidFill>
                <a:latin typeface="Arial"/>
                <a:ea typeface="Arial"/>
                <a:cs typeface="Arial"/>
              </a:defRPr>
            </a:lvl1pPr>
            <a:lvl2pPr algn="l">
              <a:defRPr sz="1875" b="0">
                <a:solidFill>
                  <a:srgbClr val="20262C"/>
                </a:solidFill>
                <a:latin typeface="Arial"/>
                <a:ea typeface="Arial"/>
                <a:cs typeface="Arial"/>
              </a:defRPr>
            </a:lvl2pPr>
            <a:lvl3pPr algn="l">
              <a:defRPr sz="1875" b="0">
                <a:solidFill>
                  <a:srgbClr val="20262C"/>
                </a:solidFill>
                <a:latin typeface="Arial"/>
                <a:ea typeface="Arial"/>
                <a:cs typeface="Arial"/>
              </a:defRPr>
            </a:lvl3pPr>
            <a:lvl4pPr algn="l">
              <a:defRPr sz="1875" b="0">
                <a:solidFill>
                  <a:srgbClr val="20262C"/>
                </a:solidFill>
                <a:latin typeface="Arial"/>
                <a:ea typeface="Arial"/>
                <a:cs typeface="Arial"/>
              </a:defRPr>
            </a:lvl4pPr>
            <a:lvl5pPr algn="l">
              <a:defRPr sz="1875" b="0">
                <a:solidFill>
                  <a:srgbClr val="20262C"/>
                </a:solidFill>
                <a:latin typeface="Arial"/>
                <a:ea typeface="Arial"/>
                <a:cs typeface="Arial"/>
              </a:defRPr>
            </a:lvl5pPr>
            <a:lvl6pPr algn="l">
              <a:defRPr sz="1875" b="0">
                <a:solidFill>
                  <a:srgbClr val="20262C"/>
                </a:solidFill>
                <a:latin typeface="Arial"/>
                <a:ea typeface="Arial"/>
                <a:cs typeface="Arial"/>
              </a:defRPr>
            </a:lvl6pPr>
            <a:lvl7pPr algn="l">
              <a:defRPr sz="1875" b="0">
                <a:solidFill>
                  <a:srgbClr val="20262C"/>
                </a:solidFill>
                <a:latin typeface="Arial"/>
                <a:ea typeface="Arial"/>
                <a:cs typeface="Arial"/>
              </a:defRPr>
            </a:lvl7pPr>
            <a:lvl8pPr algn="l">
              <a:defRPr sz="1875" b="0">
                <a:solidFill>
                  <a:srgbClr val="20262C"/>
                </a:solidFill>
                <a:latin typeface="Arial"/>
                <a:ea typeface="Arial"/>
                <a:cs typeface="Arial"/>
              </a:defRPr>
            </a:lvl8pPr>
            <a:lvl9pPr algn="l">
              <a:defRPr sz="1875" b="0">
                <a:solidFill>
                  <a:srgbClr val="20262C"/>
                </a:solidFill>
                <a:latin typeface="Arial"/>
                <a:ea typeface="Arial"/>
                <a:cs typeface="Arial"/>
              </a:defRPr>
            </a:lvl9pPr>
          </a:lstStyle>
          <a:p xmlns:a="http://schemas.openxmlformats.org/drawingml/2006/main">
            <a:pPr algn="l">
              <a:defRPr sz="1875" b="0">
                <a:solidFill>
                  <a:srgbClr val="20262C"/>
                </a:solidFill>
                <a:latin typeface="Arial"/>
                <a:ea typeface="Arial"/>
                <a:cs typeface="Arial"/>
              </a:defRPr>
            </a:pPr>
            <a:r>
              <a:rPr sz="1875" b="0">
                <a:solidFill>
                  <a:srgbClr val="20262C"/>
                </a:solidFill>
                <a:latin typeface="Arial"/>
                <a:ea typeface="Arial"/>
                <a:cs typeface="Arial"/>
              </a:rPr>
              <a:t>“Channel restocking lifted volumes.</a:t>
            </a:r>
          </a:p>
          <a:p xmlns:a="http://schemas.openxmlformats.org/drawingml/2006/main">
            <a:pPr algn="l">
              <a:defRPr sz="1875" b="0">
                <a:solidFill>
                  <a:srgbClr val="20262C"/>
                </a:solidFill>
                <a:latin typeface="Arial"/>
                <a:ea typeface="Arial"/>
                <a:cs typeface="Arial"/>
              </a:defRPr>
            </a:pPr>
            <a:r>
              <a:rPr sz="1875" b="0">
                <a:solidFill>
                  <a:srgbClr val="20262C"/>
                </a:solidFill>
                <a:latin typeface="Arial"/>
                <a:ea typeface="Arial"/>
                <a:cs typeface="Arial"/>
              </a:rPr>
              <a:t>Its persistence needs monitoring.”</a:t>
            </a:r>
          </a:p>
        </p:txBody>
      </p:sp>
      <p:sp>
        <p:nvSpPr>
          <p:cNvPr id="44" name="!!review.questions.title">
            <a:extLst xmlns:a="http://schemas.openxmlformats.org/drawingml/2006/main">
              <a:ext uri="{FF2B5EF4-FFF2-40B4-BE49-F238E27FC236}">
                <a16:creationId xmlns:a16="http://schemas.microsoft.com/office/drawing/2014/main" id="{ED9587BF-5449-40F6-8B9C-84576732C17E}"/>
              </a:ext>
            </a:extLst>
          </p:cNvPr>
          <p:cNvSpPr>
            <a:spLocks xmlns:a="http://schemas.openxmlformats.org/drawingml/2006/main" noGrp="1"/>
          </p:cNvSpPr>
          <p:nvPr/>
        </p:nvSpPr>
        <p:spPr>
          <a:xfrm xmlns:a="http://schemas.openxmlformats.org/drawingml/2006/main">
            <a:off x="11182350" y="4733925"/>
            <a:ext cx="3409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5A9C"/>
                </a:solidFill>
                <a:latin typeface="Arial"/>
                <a:ea typeface="Arial"/>
                <a:cs typeface="Arial"/>
              </a:defRPr>
            </a:defPPr>
            <a:lvl1pPr algn="l">
              <a:defRPr sz="2100" b="1">
                <a:solidFill>
                  <a:srgbClr val="005A9C"/>
                </a:solidFill>
                <a:latin typeface="Arial"/>
                <a:ea typeface="Arial"/>
                <a:cs typeface="Arial"/>
              </a:defRPr>
            </a:lvl1pPr>
            <a:lvl2pPr algn="l">
              <a:defRPr sz="2100" b="1">
                <a:solidFill>
                  <a:srgbClr val="005A9C"/>
                </a:solidFill>
                <a:latin typeface="Arial"/>
                <a:ea typeface="Arial"/>
                <a:cs typeface="Arial"/>
              </a:defRPr>
            </a:lvl2pPr>
            <a:lvl3pPr algn="l">
              <a:defRPr sz="2100" b="1">
                <a:solidFill>
                  <a:srgbClr val="005A9C"/>
                </a:solidFill>
                <a:latin typeface="Arial"/>
                <a:ea typeface="Arial"/>
                <a:cs typeface="Arial"/>
              </a:defRPr>
            </a:lvl3pPr>
            <a:lvl4pPr algn="l">
              <a:defRPr sz="2100" b="1">
                <a:solidFill>
                  <a:srgbClr val="005A9C"/>
                </a:solidFill>
                <a:latin typeface="Arial"/>
                <a:ea typeface="Arial"/>
                <a:cs typeface="Arial"/>
              </a:defRPr>
            </a:lvl4pPr>
            <a:lvl5pPr algn="l">
              <a:defRPr sz="2100" b="1">
                <a:solidFill>
                  <a:srgbClr val="005A9C"/>
                </a:solidFill>
                <a:latin typeface="Arial"/>
                <a:ea typeface="Arial"/>
                <a:cs typeface="Arial"/>
              </a:defRPr>
            </a:lvl5pPr>
            <a:lvl6pPr algn="l">
              <a:defRPr sz="2100" b="1">
                <a:solidFill>
                  <a:srgbClr val="005A9C"/>
                </a:solidFill>
                <a:latin typeface="Arial"/>
                <a:ea typeface="Arial"/>
                <a:cs typeface="Arial"/>
              </a:defRPr>
            </a:lvl6pPr>
            <a:lvl7pPr algn="l">
              <a:defRPr sz="2100" b="1">
                <a:solidFill>
                  <a:srgbClr val="005A9C"/>
                </a:solidFill>
                <a:latin typeface="Arial"/>
                <a:ea typeface="Arial"/>
                <a:cs typeface="Arial"/>
              </a:defRPr>
            </a:lvl7pPr>
            <a:lvl8pPr algn="l">
              <a:defRPr sz="2100" b="1">
                <a:solidFill>
                  <a:srgbClr val="005A9C"/>
                </a:solidFill>
                <a:latin typeface="Arial"/>
                <a:ea typeface="Arial"/>
                <a:cs typeface="Arial"/>
              </a:defRPr>
            </a:lvl8pPr>
            <a:lvl9pPr algn="l">
              <a:defRPr sz="2100" b="1">
                <a:solidFill>
                  <a:srgbClr val="005A9C"/>
                </a:solidFill>
                <a:latin typeface="Arial"/>
                <a:ea typeface="Arial"/>
                <a:cs typeface="Arial"/>
              </a:defRPr>
            </a:lvl9pPr>
          </a:lstStyle>
          <a:p xmlns:a="http://schemas.openxmlformats.org/drawingml/2006/main">
            <a:pPr algn="l">
              <a:defRPr sz="2100" b="1">
                <a:solidFill>
                  <a:srgbClr val="005A9C"/>
                </a:solidFill>
                <a:latin typeface="Arial"/>
                <a:ea typeface="Arial"/>
                <a:cs typeface="Arial"/>
              </a:defRPr>
            </a:pPr>
            <a:r>
              <a:rPr sz="2100" b="1">
                <a:solidFill>
                  <a:srgbClr val="005A9C"/>
                </a:solidFill>
                <a:latin typeface="Arial"/>
                <a:ea typeface="Arial"/>
                <a:cs typeface="Arial"/>
              </a:rPr>
              <a:t>What the reviewer checks</a:t>
            </a:r>
          </a:p>
        </p:txBody>
      </p:sp>
      <p:sp>
        <p:nvSpPr>
          <p:cNvPr id="45" name="!!review.questions">
            <a:extLst xmlns:a="http://schemas.openxmlformats.org/drawingml/2006/main">
              <a:ext uri="{FF2B5EF4-FFF2-40B4-BE49-F238E27FC236}">
                <a16:creationId xmlns:a16="http://schemas.microsoft.com/office/drawing/2014/main" id="{28094BD0-ED18-4893-8C9D-2F5124F3FFFE}"/>
              </a:ext>
            </a:extLst>
          </p:cNvPr>
          <p:cNvSpPr>
            <a:spLocks xmlns:a="http://schemas.openxmlformats.org/drawingml/2006/main" noGrp="1"/>
          </p:cNvSpPr>
          <p:nvPr/>
        </p:nvSpPr>
        <p:spPr>
          <a:xfrm xmlns:a="http://schemas.openxmlformats.org/drawingml/2006/main">
            <a:off x="11182350" y="5276850"/>
            <a:ext cx="34099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0262C"/>
                </a:solidFill>
                <a:latin typeface="Arial"/>
                <a:ea typeface="Arial"/>
                <a:cs typeface="Arial"/>
              </a:defRPr>
            </a:defPPr>
            <a:lvl1pPr algn="l">
              <a:defRPr sz="1950" b="0">
                <a:solidFill>
                  <a:srgbClr val="20262C"/>
                </a:solidFill>
                <a:latin typeface="Arial"/>
                <a:ea typeface="Arial"/>
                <a:cs typeface="Arial"/>
              </a:defRPr>
            </a:lvl1pPr>
            <a:lvl2pPr algn="l">
              <a:defRPr sz="1950" b="0">
                <a:solidFill>
                  <a:srgbClr val="20262C"/>
                </a:solidFill>
                <a:latin typeface="Arial"/>
                <a:ea typeface="Arial"/>
                <a:cs typeface="Arial"/>
              </a:defRPr>
            </a:lvl2pPr>
            <a:lvl3pPr algn="l">
              <a:defRPr sz="1950" b="0">
                <a:solidFill>
                  <a:srgbClr val="20262C"/>
                </a:solidFill>
                <a:latin typeface="Arial"/>
                <a:ea typeface="Arial"/>
                <a:cs typeface="Arial"/>
              </a:defRPr>
            </a:lvl3pPr>
            <a:lvl4pPr algn="l">
              <a:defRPr sz="1950" b="0">
                <a:solidFill>
                  <a:srgbClr val="20262C"/>
                </a:solidFill>
                <a:latin typeface="Arial"/>
                <a:ea typeface="Arial"/>
                <a:cs typeface="Arial"/>
              </a:defRPr>
            </a:lvl4pPr>
            <a:lvl5pPr algn="l">
              <a:defRPr sz="1950" b="0">
                <a:solidFill>
                  <a:srgbClr val="20262C"/>
                </a:solidFill>
                <a:latin typeface="Arial"/>
                <a:ea typeface="Arial"/>
                <a:cs typeface="Arial"/>
              </a:defRPr>
            </a:lvl5pPr>
            <a:lvl6pPr algn="l">
              <a:defRPr sz="1950" b="0">
                <a:solidFill>
                  <a:srgbClr val="20262C"/>
                </a:solidFill>
                <a:latin typeface="Arial"/>
                <a:ea typeface="Arial"/>
                <a:cs typeface="Arial"/>
              </a:defRPr>
            </a:lvl6pPr>
            <a:lvl7pPr algn="l">
              <a:defRPr sz="1950" b="0">
                <a:solidFill>
                  <a:srgbClr val="20262C"/>
                </a:solidFill>
                <a:latin typeface="Arial"/>
                <a:ea typeface="Arial"/>
                <a:cs typeface="Arial"/>
              </a:defRPr>
            </a:lvl7pPr>
            <a:lvl8pPr algn="l">
              <a:defRPr sz="1950" b="0">
                <a:solidFill>
                  <a:srgbClr val="20262C"/>
                </a:solidFill>
                <a:latin typeface="Arial"/>
                <a:ea typeface="Arial"/>
                <a:cs typeface="Arial"/>
              </a:defRPr>
            </a:lvl8pPr>
            <a:lvl9pPr algn="l">
              <a:defRPr sz="1950" b="0">
                <a:solidFill>
                  <a:srgbClr val="20262C"/>
                </a:solidFill>
                <a:latin typeface="Arial"/>
                <a:ea typeface="Arial"/>
                <a:cs typeface="Arial"/>
              </a:defRPr>
            </a:lvl9pPr>
          </a:lstStyle>
          <a:p xmlns:a="http://schemas.openxmlformats.org/drawingml/2006/main">
            <a:pPr algn="l">
              <a:defRPr sz="1950" b="0">
                <a:solidFill>
                  <a:srgbClr val="20262C"/>
                </a:solidFill>
                <a:latin typeface="Arial"/>
                <a:ea typeface="Arial"/>
                <a:cs typeface="Arial"/>
              </a:defRPr>
            </a:pPr>
            <a:r>
              <a:rPr sz="1950" b="0">
                <a:solidFill>
                  <a:srgbClr val="20262C"/>
                </a:solidFill>
                <a:latin typeface="Arial"/>
                <a:ea typeface="Arial"/>
                <a:cs typeface="Arial"/>
              </a:rPr>
              <a:t>Does the draft explain the driver?</a:t>
            </a:r>
          </a:p>
          <a:p xmlns:a="http://schemas.openxmlformats.org/drawingml/2006/main">
            <a:pPr algn="l">
              <a:defRPr sz="1950" b="0">
                <a:solidFill>
                  <a:srgbClr val="20262C"/>
                </a:solidFill>
                <a:latin typeface="Arial"/>
                <a:ea typeface="Arial"/>
                <a:cs typeface="Arial"/>
              </a:defRPr>
            </a:pPr>
            <a:r>
              <a:rPr sz="1950" b="0">
                <a:solidFill>
                  <a:srgbClr val="20262C"/>
                </a:solidFill>
                <a:latin typeface="Arial"/>
                <a:ea typeface="Arial"/>
                <a:cs typeface="Arial"/>
              </a:rPr>
              <a:t>Does it retain the watch points?</a:t>
            </a:r>
          </a:p>
        </p:txBody>
      </p:sp>
      <p:sp>
        <p:nvSpPr>
          <p:cNvPr id="46" name="!!review.manual">
            <a:extLst xmlns:a="http://schemas.openxmlformats.org/drawingml/2006/main">
              <a:ext uri="{FF2B5EF4-FFF2-40B4-BE49-F238E27FC236}">
                <a16:creationId xmlns:a16="http://schemas.microsoft.com/office/drawing/2014/main" id="{6A1BF17F-ECC0-4762-8AF1-5CC8E53E7754}"/>
              </a:ext>
            </a:extLst>
          </p:cNvPr>
          <p:cNvSpPr>
            <a:spLocks xmlns:a="http://schemas.openxmlformats.org/drawingml/2006/main" noGrp="1"/>
          </p:cNvSpPr>
          <p:nvPr/>
        </p:nvSpPr>
        <p:spPr>
          <a:xfrm xmlns:a="http://schemas.openxmlformats.org/drawingml/2006/main">
            <a:off x="4057650" y="7134225"/>
            <a:ext cx="105346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0262C"/>
                </a:solidFill>
                <a:latin typeface="Arial"/>
                <a:ea typeface="Arial"/>
                <a:cs typeface="Arial"/>
              </a:defRPr>
            </a:defPPr>
            <a:lvl1pPr algn="l">
              <a:defRPr sz="1950" b="0">
                <a:solidFill>
                  <a:srgbClr val="20262C"/>
                </a:solidFill>
                <a:latin typeface="Arial"/>
                <a:ea typeface="Arial"/>
                <a:cs typeface="Arial"/>
              </a:defRPr>
            </a:lvl1pPr>
            <a:lvl2pPr algn="l">
              <a:defRPr sz="1950" b="0">
                <a:solidFill>
                  <a:srgbClr val="20262C"/>
                </a:solidFill>
                <a:latin typeface="Arial"/>
                <a:ea typeface="Arial"/>
                <a:cs typeface="Arial"/>
              </a:defRPr>
            </a:lvl2pPr>
            <a:lvl3pPr algn="l">
              <a:defRPr sz="1950" b="0">
                <a:solidFill>
                  <a:srgbClr val="20262C"/>
                </a:solidFill>
                <a:latin typeface="Arial"/>
                <a:ea typeface="Arial"/>
                <a:cs typeface="Arial"/>
              </a:defRPr>
            </a:lvl3pPr>
            <a:lvl4pPr algn="l">
              <a:defRPr sz="1950" b="0">
                <a:solidFill>
                  <a:srgbClr val="20262C"/>
                </a:solidFill>
                <a:latin typeface="Arial"/>
                <a:ea typeface="Arial"/>
                <a:cs typeface="Arial"/>
              </a:defRPr>
            </a:lvl4pPr>
            <a:lvl5pPr algn="l">
              <a:defRPr sz="1950" b="0">
                <a:solidFill>
                  <a:srgbClr val="20262C"/>
                </a:solidFill>
                <a:latin typeface="Arial"/>
                <a:ea typeface="Arial"/>
                <a:cs typeface="Arial"/>
              </a:defRPr>
            </a:lvl5pPr>
            <a:lvl6pPr algn="l">
              <a:defRPr sz="1950" b="0">
                <a:solidFill>
                  <a:srgbClr val="20262C"/>
                </a:solidFill>
                <a:latin typeface="Arial"/>
                <a:ea typeface="Arial"/>
                <a:cs typeface="Arial"/>
              </a:defRPr>
            </a:lvl6pPr>
            <a:lvl7pPr algn="l">
              <a:defRPr sz="1950" b="0">
                <a:solidFill>
                  <a:srgbClr val="20262C"/>
                </a:solidFill>
                <a:latin typeface="Arial"/>
                <a:ea typeface="Arial"/>
                <a:cs typeface="Arial"/>
              </a:defRPr>
            </a:lvl7pPr>
            <a:lvl8pPr algn="l">
              <a:defRPr sz="1950" b="0">
                <a:solidFill>
                  <a:srgbClr val="20262C"/>
                </a:solidFill>
                <a:latin typeface="Arial"/>
                <a:ea typeface="Arial"/>
                <a:cs typeface="Arial"/>
              </a:defRPr>
            </a:lvl8pPr>
            <a:lvl9pPr algn="l">
              <a:defRPr sz="1950" b="0">
                <a:solidFill>
                  <a:srgbClr val="20262C"/>
                </a:solidFill>
                <a:latin typeface="Arial"/>
                <a:ea typeface="Arial"/>
                <a:cs typeface="Arial"/>
              </a:defRPr>
            </a:lvl9pPr>
          </a:lstStyle>
          <a:p xmlns:a="http://schemas.openxmlformats.org/drawingml/2006/main">
            <a:pPr algn="l">
              <a:defRPr sz="1950" b="0">
                <a:solidFill>
                  <a:srgbClr val="20262C"/>
                </a:solidFill>
                <a:latin typeface="Arial"/>
                <a:ea typeface="Arial"/>
                <a:cs typeface="Arial"/>
              </a:defRPr>
            </a:pPr>
            <a:r>
              <a:rPr sz="1950" b="0">
                <a:solidFill>
                  <a:srgbClr val="20262C"/>
                </a:solidFill>
                <a:latin typeface="Arial"/>
                <a:ea typeface="Arial"/>
                <a:cs typeface="Arial"/>
              </a:rPr>
              <a:t>Compare the source wording, fund name, reporting period and risk disclosure</a:t>
            </a:r>
          </a:p>
        </p:txBody>
      </p:sp>
      <p:sp>
        <p:nvSpPr>
          <p:cNvPr id="48" name="!!story.header.client.bar">
            <a:extLst xmlns:a="http://schemas.openxmlformats.org/drawingml/2006/main">
              <a:ext uri="{FF2B5EF4-FFF2-40B4-BE49-F238E27FC236}">
                <a16:creationId xmlns:a16="http://schemas.microsoft.com/office/drawing/2014/main" id="{87400D2E-91F5-46F8-AFDF-4773FA96C65F}"/>
              </a:ext>
            </a:extLst>
          </p:cNvPr>
          <p:cNvSpPr>
            <a:spLocks xmlns:a="http://schemas.openxmlformats.org/drawingml/2006/main" noGrp="1"/>
          </p:cNvSpPr>
          <p:nvPr/>
        </p:nvSpPr>
        <p:spPr>
          <a:xfrm xmlns:a="http://schemas.openxmlformats.org/drawingml/2006/main">
            <a:off x="10668000" y="1257300"/>
            <a:ext cx="47625" cy="238125"/>
          </a:xfrm>
          <a:prstGeom xmlns:a="http://schemas.openxmlformats.org/drawingml/2006/main" prst="rect">
            <a:avLst/>
          </a:prstGeom>
          <a:solidFill xmlns:a="http://schemas.openxmlformats.org/drawingml/2006/main">
            <a:srgbClr val="7363A6"/>
          </a:solidFill>
          <a:ln xmlns:a="http://schemas.openxmlformats.org/drawingml/2006/main" w="0">
            <a:noFill/>
          </a:ln>
        </p:spPr>
      </p:sp>
      <p:sp>
        <p:nvSpPr>
          <p:cNvPr id="49" name="!!story.header.client.name">
            <a:extLst xmlns:a="http://schemas.openxmlformats.org/drawingml/2006/main">
              <a:ext uri="{FF2B5EF4-FFF2-40B4-BE49-F238E27FC236}">
                <a16:creationId xmlns:a16="http://schemas.microsoft.com/office/drawing/2014/main" id="{DEB0BA5A-8B50-4327-858D-84A9B51AB9CA}"/>
              </a:ext>
            </a:extLst>
          </p:cNvPr>
          <p:cNvSpPr>
            <a:spLocks xmlns:a="http://schemas.openxmlformats.org/drawingml/2006/main" noGrp="1"/>
          </p:cNvSpPr>
          <p:nvPr/>
        </p:nvSpPr>
        <p:spPr>
          <a:xfrm xmlns:a="http://schemas.openxmlformats.org/drawingml/2006/main">
            <a:off x="10801350" y="1190625"/>
            <a:ext cx="152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7363A6"/>
                </a:solidFill>
                <a:latin typeface="Arial"/>
                <a:ea typeface="Arial"/>
                <a:cs typeface="Arial"/>
              </a:defRPr>
            </a:defPPr>
            <a:lvl1pPr algn="l">
              <a:defRPr sz="1800" b="1">
                <a:solidFill>
                  <a:srgbClr val="7363A6"/>
                </a:solidFill>
                <a:latin typeface="Arial"/>
                <a:ea typeface="Arial"/>
                <a:cs typeface="Arial"/>
              </a:defRPr>
            </a:lvl1pPr>
            <a:lvl2pPr algn="l">
              <a:defRPr sz="1800" b="1">
                <a:solidFill>
                  <a:srgbClr val="7363A6"/>
                </a:solidFill>
                <a:latin typeface="Arial"/>
                <a:ea typeface="Arial"/>
                <a:cs typeface="Arial"/>
              </a:defRPr>
            </a:lvl2pPr>
            <a:lvl3pPr algn="l">
              <a:defRPr sz="1800" b="1">
                <a:solidFill>
                  <a:srgbClr val="7363A6"/>
                </a:solidFill>
                <a:latin typeface="Arial"/>
                <a:ea typeface="Arial"/>
                <a:cs typeface="Arial"/>
              </a:defRPr>
            </a:lvl3pPr>
            <a:lvl4pPr algn="l">
              <a:defRPr sz="1800" b="1">
                <a:solidFill>
                  <a:srgbClr val="7363A6"/>
                </a:solidFill>
                <a:latin typeface="Arial"/>
                <a:ea typeface="Arial"/>
                <a:cs typeface="Arial"/>
              </a:defRPr>
            </a:lvl4pPr>
            <a:lvl5pPr algn="l">
              <a:defRPr sz="1800" b="1">
                <a:solidFill>
                  <a:srgbClr val="7363A6"/>
                </a:solidFill>
                <a:latin typeface="Arial"/>
                <a:ea typeface="Arial"/>
                <a:cs typeface="Arial"/>
              </a:defRPr>
            </a:lvl5pPr>
            <a:lvl6pPr algn="l">
              <a:defRPr sz="1800" b="1">
                <a:solidFill>
                  <a:srgbClr val="7363A6"/>
                </a:solidFill>
                <a:latin typeface="Arial"/>
                <a:ea typeface="Arial"/>
                <a:cs typeface="Arial"/>
              </a:defRPr>
            </a:lvl6pPr>
            <a:lvl7pPr algn="l">
              <a:defRPr sz="1800" b="1">
                <a:solidFill>
                  <a:srgbClr val="7363A6"/>
                </a:solidFill>
                <a:latin typeface="Arial"/>
                <a:ea typeface="Arial"/>
                <a:cs typeface="Arial"/>
              </a:defRPr>
            </a:lvl7pPr>
            <a:lvl8pPr algn="l">
              <a:defRPr sz="1800" b="1">
                <a:solidFill>
                  <a:srgbClr val="7363A6"/>
                </a:solidFill>
                <a:latin typeface="Arial"/>
                <a:ea typeface="Arial"/>
                <a:cs typeface="Arial"/>
              </a:defRPr>
            </a:lvl8pPr>
            <a:lvl9pPr algn="l">
              <a:defRPr sz="1800" b="1">
                <a:solidFill>
                  <a:srgbClr val="7363A6"/>
                </a:solidFill>
                <a:latin typeface="Arial"/>
                <a:ea typeface="Arial"/>
                <a:cs typeface="Arial"/>
              </a:defRPr>
            </a:lvl9pPr>
          </a:lstStyle>
          <a:p xmlns:a="http://schemas.openxmlformats.org/drawingml/2006/main">
            <a:pPr algn="l">
              <a:defRPr sz="1800" b="1">
                <a:solidFill>
                  <a:srgbClr val="7363A6"/>
                </a:solidFill>
                <a:latin typeface="Arial"/>
                <a:ea typeface="Arial"/>
                <a:cs typeface="Arial"/>
              </a:defRPr>
            </a:pPr>
            <a:r>
              <a:rPr sz="1800" b="1">
                <a:solidFill>
                  <a:srgbClr val="7363A6"/>
                </a:solidFill>
                <a:latin typeface="Arial"/>
                <a:ea typeface="Arial"/>
                <a:cs typeface="Arial"/>
              </a:rPr>
              <a:t>Client update</a:t>
            </a:r>
          </a:p>
        </p:txBody>
      </p:sp>
      <p:sp>
        <p:nvSpPr>
          <p:cNvPr id="50" name="!!story.header.client.qualifier">
            <a:extLst xmlns:a="http://schemas.openxmlformats.org/drawingml/2006/main">
              <a:ext uri="{FF2B5EF4-FFF2-40B4-BE49-F238E27FC236}">
                <a16:creationId xmlns:a16="http://schemas.microsoft.com/office/drawing/2014/main" id="{CC05B41C-6D31-407B-89D8-95292148DBD6}"/>
              </a:ext>
            </a:extLst>
          </p:cNvPr>
          <p:cNvSpPr>
            <a:spLocks xmlns:a="http://schemas.openxmlformats.org/drawingml/2006/main" noGrp="1"/>
          </p:cNvSpPr>
          <p:nvPr/>
        </p:nvSpPr>
        <p:spPr>
          <a:xfrm xmlns:a="http://schemas.openxmlformats.org/drawingml/2006/main">
            <a:off x="12430125" y="1238250"/>
            <a:ext cx="14001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707C88"/>
                </a:solidFill>
                <a:latin typeface="Arial"/>
                <a:ea typeface="Arial"/>
                <a:cs typeface="Arial"/>
              </a:defRPr>
            </a:defPPr>
            <a:lvl1pPr algn="l">
              <a:defRPr sz="1500" b="0">
                <a:solidFill>
                  <a:srgbClr val="707C88"/>
                </a:solidFill>
                <a:latin typeface="Arial"/>
                <a:ea typeface="Arial"/>
                <a:cs typeface="Arial"/>
              </a:defRPr>
            </a:lvl1pPr>
            <a:lvl2pPr algn="l">
              <a:defRPr sz="1500" b="0">
                <a:solidFill>
                  <a:srgbClr val="707C88"/>
                </a:solidFill>
                <a:latin typeface="Arial"/>
                <a:ea typeface="Arial"/>
                <a:cs typeface="Arial"/>
              </a:defRPr>
            </a:lvl2pPr>
            <a:lvl3pPr algn="l">
              <a:defRPr sz="1500" b="0">
                <a:solidFill>
                  <a:srgbClr val="707C88"/>
                </a:solidFill>
                <a:latin typeface="Arial"/>
                <a:ea typeface="Arial"/>
                <a:cs typeface="Arial"/>
              </a:defRPr>
            </a:lvl3pPr>
            <a:lvl4pPr algn="l">
              <a:defRPr sz="1500" b="0">
                <a:solidFill>
                  <a:srgbClr val="707C88"/>
                </a:solidFill>
                <a:latin typeface="Arial"/>
                <a:ea typeface="Arial"/>
                <a:cs typeface="Arial"/>
              </a:defRPr>
            </a:lvl4pPr>
            <a:lvl5pPr algn="l">
              <a:defRPr sz="1500" b="0">
                <a:solidFill>
                  <a:srgbClr val="707C88"/>
                </a:solidFill>
                <a:latin typeface="Arial"/>
                <a:ea typeface="Arial"/>
                <a:cs typeface="Arial"/>
              </a:defRPr>
            </a:lvl5pPr>
            <a:lvl6pPr algn="l">
              <a:defRPr sz="1500" b="0">
                <a:solidFill>
                  <a:srgbClr val="707C88"/>
                </a:solidFill>
                <a:latin typeface="Arial"/>
                <a:ea typeface="Arial"/>
                <a:cs typeface="Arial"/>
              </a:defRPr>
            </a:lvl6pPr>
            <a:lvl7pPr algn="l">
              <a:defRPr sz="1500" b="0">
                <a:solidFill>
                  <a:srgbClr val="707C88"/>
                </a:solidFill>
                <a:latin typeface="Arial"/>
                <a:ea typeface="Arial"/>
                <a:cs typeface="Arial"/>
              </a:defRPr>
            </a:lvl7pPr>
            <a:lvl8pPr algn="l">
              <a:defRPr sz="1500" b="0">
                <a:solidFill>
                  <a:srgbClr val="707C88"/>
                </a:solidFill>
                <a:latin typeface="Arial"/>
                <a:ea typeface="Arial"/>
                <a:cs typeface="Arial"/>
              </a:defRPr>
            </a:lvl8pPr>
            <a:lvl9pPr algn="l">
              <a:defRPr sz="1500" b="0">
                <a:solidFill>
                  <a:srgbClr val="707C88"/>
                </a:solidFill>
                <a:latin typeface="Arial"/>
                <a:ea typeface="Arial"/>
                <a:cs typeface="Arial"/>
              </a:defRPr>
            </a:lvl9pPr>
          </a:lstStyle>
          <a:p xmlns:a="http://schemas.openxmlformats.org/drawingml/2006/main">
            <a:pPr algn="l">
              <a:defRPr sz="1500" b="0">
                <a:solidFill>
                  <a:srgbClr val="707C88"/>
                </a:solidFill>
                <a:latin typeface="Arial"/>
                <a:ea typeface="Arial"/>
                <a:cs typeface="Arial"/>
              </a:defRPr>
            </a:pPr>
            <a:r>
              <a:rPr sz="1500" b="0">
                <a:solidFill>
                  <a:srgbClr val="707C88"/>
                </a:solidFill>
                <a:latin typeface="Arial"/>
                <a:ea typeface="Arial"/>
                <a:cs typeface="Arial"/>
              </a:rPr>
              <a:t>Review V1</a:t>
            </a:r>
          </a:p>
        </p:txBody>
      </p:sp>
      <p:sp>
        <p:nvSpPr>
          <p:cNvPr id="51" name="!!story.client.document">
            <a:extLst xmlns:a="http://schemas.openxmlformats.org/drawingml/2006/main">
              <a:ext uri="{FF2B5EF4-FFF2-40B4-BE49-F238E27FC236}">
                <a16:creationId xmlns:a16="http://schemas.microsoft.com/office/drawing/2014/main" id="{D118FCE6-10E8-475E-A7D9-C664D6A613D9}"/>
              </a:ext>
            </a:extLst>
          </p:cNvPr>
          <p:cNvSpPr>
            <a:spLocks xmlns:a="http://schemas.openxmlformats.org/drawingml/2006/main" noGrp="1"/>
          </p:cNvSpPr>
          <p:nvPr/>
        </p:nvSpPr>
        <p:spPr>
          <a:xfrm xmlns:a="http://schemas.openxmlformats.org/drawingml/2006/main">
            <a:off x="4000500" y="2752725"/>
            <a:ext cx="57150" cy="4143375"/>
          </a:xfrm>
          <a:prstGeom xmlns:a="http://schemas.openxmlformats.org/drawingml/2006/main" prst="rect">
            <a:avLst/>
          </a:prstGeom>
          <a:solidFill xmlns:a="http://schemas.openxmlformats.org/drawingml/2006/main">
            <a:srgbClr val="7363A6"/>
          </a:solidFill>
          <a:ln xmlns:a="http://schemas.openxmlformats.org/drawingml/2006/main" w="0">
            <a:noFill/>
          </a:ln>
        </p:spPr>
      </p:sp>
    </p:spTree>
    <p:extLst>
      <p:ext uri="{BB962C8B-B14F-4D97-AF65-F5344CB8AC3E}">
        <p14:creationId xmlns:p14="http://schemas.microsoft.com/office/powerpoint/2010/main" val="543028624"/>
      </p:ext>
    </p:extLst>
  </p:cSld>
  <mc:AlternateContent xmlns:mc="http://schemas.openxmlformats.org/markup-compatibility/2006">
    <mc:Choice xmlns:p159="http://schemas.microsoft.com/office/powerpoint/2015/09/main" Requires="p159">
      <p:transition xmlns:p14="http://schemas.microsoft.com/office/powerpoint/2010/main" spd="med" advClick="1" p14:dur="700">
        <p159:morph option="byObject"/>
      </p:transition>
    </mc:Choice>
    <mc:Fallback>
      <p:transition spd="fast" advClick="1">
        <p:fade/>
      </p:transition>
    </mc:Fallback>
  </mc:AlternateContent>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3" name="!!heading">
            <a:extLst xmlns:a="http://schemas.openxmlformats.org/drawingml/2006/main">
              <a:ext uri="{FF2B5EF4-FFF2-40B4-BE49-F238E27FC236}">
                <a16:creationId xmlns:a16="http://schemas.microsoft.com/office/drawing/2014/main" id="{745DA633-59F8-4C06-B0DD-5EB5818D801F}"/>
              </a:ext>
            </a:extLst>
          </p:cNvPr>
          <p:cNvSpPr>
            <a:spLocks xmlns:a="http://schemas.openxmlformats.org/drawingml/2006/main" noGrp="1"/>
          </p:cNvSpPr>
          <p:nvPr/>
        </p:nvSpPr>
        <p:spPr>
          <a:xfrm xmlns:a="http://schemas.openxmlformats.org/drawingml/2006/main">
            <a:off x="647700" y="428625"/>
            <a:ext cx="13944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0262C"/>
                </a:solidFill>
                <a:latin typeface="Arial"/>
                <a:ea typeface="Arial"/>
                <a:cs typeface="Arial"/>
              </a:defRPr>
            </a:defPPr>
            <a:lvl1pPr algn="l">
              <a:defRPr sz="3300" b="1">
                <a:solidFill>
                  <a:srgbClr val="20262C"/>
                </a:solidFill>
                <a:latin typeface="Arial"/>
                <a:ea typeface="Arial"/>
                <a:cs typeface="Arial"/>
              </a:defRPr>
            </a:lvl1pPr>
            <a:lvl2pPr algn="l">
              <a:defRPr sz="3300" b="1">
                <a:solidFill>
                  <a:srgbClr val="20262C"/>
                </a:solidFill>
                <a:latin typeface="Arial"/>
                <a:ea typeface="Arial"/>
                <a:cs typeface="Arial"/>
              </a:defRPr>
            </a:lvl2pPr>
            <a:lvl3pPr algn="l">
              <a:defRPr sz="3300" b="1">
                <a:solidFill>
                  <a:srgbClr val="20262C"/>
                </a:solidFill>
                <a:latin typeface="Arial"/>
                <a:ea typeface="Arial"/>
                <a:cs typeface="Arial"/>
              </a:defRPr>
            </a:lvl3pPr>
            <a:lvl4pPr algn="l">
              <a:defRPr sz="3300" b="1">
                <a:solidFill>
                  <a:srgbClr val="20262C"/>
                </a:solidFill>
                <a:latin typeface="Arial"/>
                <a:ea typeface="Arial"/>
                <a:cs typeface="Arial"/>
              </a:defRPr>
            </a:lvl4pPr>
            <a:lvl5pPr algn="l">
              <a:defRPr sz="3300" b="1">
                <a:solidFill>
                  <a:srgbClr val="20262C"/>
                </a:solidFill>
                <a:latin typeface="Arial"/>
                <a:ea typeface="Arial"/>
                <a:cs typeface="Arial"/>
              </a:defRPr>
            </a:lvl5pPr>
            <a:lvl6pPr algn="l">
              <a:defRPr sz="3300" b="1">
                <a:solidFill>
                  <a:srgbClr val="20262C"/>
                </a:solidFill>
                <a:latin typeface="Arial"/>
                <a:ea typeface="Arial"/>
                <a:cs typeface="Arial"/>
              </a:defRPr>
            </a:lvl6pPr>
            <a:lvl7pPr algn="l">
              <a:defRPr sz="3300" b="1">
                <a:solidFill>
                  <a:srgbClr val="20262C"/>
                </a:solidFill>
                <a:latin typeface="Arial"/>
                <a:ea typeface="Arial"/>
                <a:cs typeface="Arial"/>
              </a:defRPr>
            </a:lvl7pPr>
            <a:lvl8pPr algn="l">
              <a:defRPr sz="3300" b="1">
                <a:solidFill>
                  <a:srgbClr val="20262C"/>
                </a:solidFill>
                <a:latin typeface="Arial"/>
                <a:ea typeface="Arial"/>
                <a:cs typeface="Arial"/>
              </a:defRPr>
            </a:lvl8pPr>
            <a:lvl9pPr algn="l">
              <a:defRPr sz="3300" b="1">
                <a:solidFill>
                  <a:srgbClr val="20262C"/>
                </a:solidFill>
                <a:latin typeface="Arial"/>
                <a:ea typeface="Arial"/>
                <a:cs typeface="Arial"/>
              </a:defRPr>
            </a:lvl9pPr>
          </a:lstStyle>
          <a:p xmlns:a="http://schemas.openxmlformats.org/drawingml/2006/main">
            <a:pPr algn="l">
              <a:defRPr sz="3300" b="1">
                <a:solidFill>
                  <a:srgbClr val="20262C"/>
                </a:solidFill>
                <a:latin typeface="Arial"/>
                <a:ea typeface="Arial"/>
                <a:cs typeface="Arial"/>
              </a:defRPr>
            </a:pPr>
            <a:r>
              <a:rPr sz="3300" b="1">
                <a:solidFill>
                  <a:srgbClr val="20262C"/>
                </a:solidFill>
                <a:latin typeface="Arial"/>
                <a:ea typeface="Arial"/>
                <a:cs typeface="Arial"/>
              </a:rPr>
              <a:t>Penghua and Yingmi: content review</a:t>
            </a:r>
          </a:p>
        </p:txBody>
      </p:sp>
      <p:sp>
        <p:nvSpPr>
          <p:cNvPr id="2" name="!!subtitle">
            <a:extLst xmlns:a="http://schemas.openxmlformats.org/drawingml/2006/main">
              <a:ext uri="{FF2B5EF4-FFF2-40B4-BE49-F238E27FC236}">
                <a16:creationId xmlns:a16="http://schemas.microsoft.com/office/drawing/2014/main" id="{CFA3EF60-52CB-4F94-8D64-C8FE57BF3E9F}"/>
              </a:ext>
            </a:extLst>
          </p:cNvPr>
          <p:cNvSpPr>
            <a:spLocks xmlns:a="http://schemas.openxmlformats.org/drawingml/2006/main" noGrp="1"/>
          </p:cNvSpPr>
          <p:nvPr/>
        </p:nvSpPr>
        <p:spPr>
          <a:xfrm xmlns:a="http://schemas.openxmlformats.org/drawingml/2006/main">
            <a:off x="647700" y="1190625"/>
            <a:ext cx="139446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05A9C"/>
                </a:solidFill>
                <a:latin typeface="Arial"/>
                <a:ea typeface="Arial"/>
                <a:cs typeface="Arial"/>
              </a:defRPr>
            </a:defPPr>
            <a:lvl1pPr algn="l">
              <a:defRPr sz="1875" b="0">
                <a:solidFill>
                  <a:srgbClr val="005A9C"/>
                </a:solidFill>
                <a:latin typeface="Arial"/>
                <a:ea typeface="Arial"/>
                <a:cs typeface="Arial"/>
              </a:defRPr>
            </a:lvl1pPr>
            <a:lvl2pPr algn="l">
              <a:defRPr sz="1875" b="0">
                <a:solidFill>
                  <a:srgbClr val="005A9C"/>
                </a:solidFill>
                <a:latin typeface="Arial"/>
                <a:ea typeface="Arial"/>
                <a:cs typeface="Arial"/>
              </a:defRPr>
            </a:lvl2pPr>
            <a:lvl3pPr algn="l">
              <a:defRPr sz="1875" b="0">
                <a:solidFill>
                  <a:srgbClr val="005A9C"/>
                </a:solidFill>
                <a:latin typeface="Arial"/>
                <a:ea typeface="Arial"/>
                <a:cs typeface="Arial"/>
              </a:defRPr>
            </a:lvl3pPr>
            <a:lvl4pPr algn="l">
              <a:defRPr sz="1875" b="0">
                <a:solidFill>
                  <a:srgbClr val="005A9C"/>
                </a:solidFill>
                <a:latin typeface="Arial"/>
                <a:ea typeface="Arial"/>
                <a:cs typeface="Arial"/>
              </a:defRPr>
            </a:lvl4pPr>
            <a:lvl5pPr algn="l">
              <a:defRPr sz="1875" b="0">
                <a:solidFill>
                  <a:srgbClr val="005A9C"/>
                </a:solidFill>
                <a:latin typeface="Arial"/>
                <a:ea typeface="Arial"/>
                <a:cs typeface="Arial"/>
              </a:defRPr>
            </a:lvl5pPr>
            <a:lvl6pPr algn="l">
              <a:defRPr sz="1875" b="0">
                <a:solidFill>
                  <a:srgbClr val="005A9C"/>
                </a:solidFill>
                <a:latin typeface="Arial"/>
                <a:ea typeface="Arial"/>
                <a:cs typeface="Arial"/>
              </a:defRPr>
            </a:lvl6pPr>
            <a:lvl7pPr algn="l">
              <a:defRPr sz="1875" b="0">
                <a:solidFill>
                  <a:srgbClr val="005A9C"/>
                </a:solidFill>
                <a:latin typeface="Arial"/>
                <a:ea typeface="Arial"/>
                <a:cs typeface="Arial"/>
              </a:defRPr>
            </a:lvl7pPr>
            <a:lvl8pPr algn="l">
              <a:defRPr sz="1875" b="0">
                <a:solidFill>
                  <a:srgbClr val="005A9C"/>
                </a:solidFill>
                <a:latin typeface="Arial"/>
                <a:ea typeface="Arial"/>
                <a:cs typeface="Arial"/>
              </a:defRPr>
            </a:lvl8pPr>
            <a:lvl9pPr algn="l">
              <a:defRPr sz="1875" b="0">
                <a:solidFill>
                  <a:srgbClr val="005A9C"/>
                </a:solidFill>
                <a:latin typeface="Arial"/>
                <a:ea typeface="Arial"/>
                <a:cs typeface="Arial"/>
              </a:defRPr>
            </a:lvl9pPr>
          </a:lstStyle>
          <a:p xmlns:a="http://schemas.openxmlformats.org/drawingml/2006/main">
            <a:pPr algn="l">
              <a:defRPr sz="1875" b="0">
                <a:solidFill>
                  <a:srgbClr val="005A9C"/>
                </a:solidFill>
                <a:latin typeface="Arial"/>
                <a:ea typeface="Arial"/>
                <a:cs typeface="Arial"/>
              </a:defRPr>
            </a:pPr>
            <a:r>
              <a:rPr sz="1875" b="0">
                <a:solidFill>
                  <a:srgbClr val="005A9C"/>
                </a:solidFill>
                <a:latin typeface="Arial"/>
                <a:ea typeface="Arial"/>
                <a:cs typeface="Arial"/>
              </a:rPr>
              <a:t>Middle office  /  Content review  /  Peer practices</a:t>
            </a:r>
          </a:p>
        </p:txBody>
      </p:sp>
      <p:sp>
        <p:nvSpPr>
          <p:cNvPr id="3" name="!!heading.rule">
            <a:extLst xmlns:a="http://schemas.openxmlformats.org/drawingml/2006/main">
              <a:ext uri="{FF2B5EF4-FFF2-40B4-BE49-F238E27FC236}">
                <a16:creationId xmlns:a16="http://schemas.microsoft.com/office/drawing/2014/main" id="{611377B5-39DA-4DC8-BD12-32662248B496}"/>
              </a:ext>
            </a:extLst>
          </p:cNvPr>
          <p:cNvSpPr>
            <a:spLocks xmlns:a="http://schemas.openxmlformats.org/drawingml/2006/main" noGrp="1"/>
          </p:cNvSpPr>
          <p:nvPr/>
        </p:nvSpPr>
        <p:spPr>
          <a:xfrm xmlns:a="http://schemas.openxmlformats.org/drawingml/2006/main" flipH="0" flipV="0">
            <a:off x="647700" y="1733550"/>
            <a:ext cx="13944600" cy="953"/>
          </a:xfrm>
          <a:prstGeom xmlns:a="http://schemas.openxmlformats.org/drawingml/2006/main" prst="line">
            <a:avLst/>
          </a:prstGeom>
          <a:noFill xmlns:a="http://schemas.openxmlformats.org/drawingml/2006/main"/>
          <a:ln xmlns:a="http://schemas.openxmlformats.org/drawingml/2006/main" w="11430">
            <a:solidFill>
              <a:srgbClr val="BCC6CF"/>
            </a:solidFill>
            <a:prstDash val="solid"/>
          </a:ln>
        </p:spPr>
      </p:sp>
      <p:sp>
        <p:nvSpPr>
          <p:cNvPr id="4" name="!!map.front">
            <a:extLst xmlns:a="http://schemas.openxmlformats.org/drawingml/2006/main">
              <a:ext uri="{FF2B5EF4-FFF2-40B4-BE49-F238E27FC236}">
                <a16:creationId xmlns:a16="http://schemas.microsoft.com/office/drawing/2014/main" id="{35556748-48D7-4746-A70F-B7E77CD7208F}"/>
              </a:ext>
            </a:extLst>
          </p:cNvPr>
          <p:cNvSpPr>
            <a:spLocks xmlns:a="http://schemas.openxmlformats.org/drawingml/2006/main" noGrp="1"/>
          </p:cNvSpPr>
          <p:nvPr/>
        </p:nvSpPr>
        <p:spPr>
          <a:xfrm xmlns:a="http://schemas.openxmlformats.org/drawingml/2006/main">
            <a:off x="647700" y="1990725"/>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5" name="!!nav.front">
            <ns0:hlinkClick xmlns:ns0="http://schemas.openxmlformats.org/drawingml/2006/main" xmlns:ns1="http://schemas.openxmlformats.org/officeDocument/2006/relationships" ns1:id="rIdNavSlide4" action="ppaction://hlinksldjump" tooltip="Slide 4: Preparing a company research assessment"/>
            <a:extLst xmlns:a="http://schemas.openxmlformats.org/drawingml/2006/main">
              <a:ext uri="{FF2B5EF4-FFF2-40B4-BE49-F238E27FC236}">
                <a16:creationId xmlns:a16="http://schemas.microsoft.com/office/drawing/2014/main" id="{376E2B56-5500-42C7-A0DE-899AAEDB2CE9}"/>
              </a:ext>
            </a:extLst>
          </p:cNvPr>
          <p:cNvSpPr>
            <a:spLocks xmlns:a="http://schemas.openxmlformats.org/drawingml/2006/main" noGrp="1"/>
          </p:cNvSpPr>
          <p:nvPr/>
        </p:nvSpPr>
        <p:spPr>
          <a:xfrm xmlns:a="http://schemas.openxmlformats.org/drawingml/2006/main">
            <a:off x="647700" y="1990725"/>
            <a:ext cx="2609850" cy="409575"/>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005A9C"/>
                </a:solidFill>
                <a:latin typeface="Arial"/>
                <a:ea typeface="Arial"/>
                <a:cs typeface="Arial"/>
              </a:defRPr>
            </a:defPPr>
            <a:lvl1pPr algn="ctr">
              <a:defRPr sz="2025" b="1">
                <a:solidFill>
                  <a:srgbClr val="005A9C"/>
                </a:solidFill>
                <a:latin typeface="Arial"/>
                <a:ea typeface="Arial"/>
                <a:cs typeface="Arial"/>
              </a:defRPr>
            </a:lvl1pPr>
            <a:lvl2pPr algn="ctr">
              <a:defRPr sz="2025" b="1">
                <a:solidFill>
                  <a:srgbClr val="005A9C"/>
                </a:solidFill>
                <a:latin typeface="Arial"/>
                <a:ea typeface="Arial"/>
                <a:cs typeface="Arial"/>
              </a:defRPr>
            </a:lvl2pPr>
            <a:lvl3pPr algn="ctr">
              <a:defRPr sz="2025" b="1">
                <a:solidFill>
                  <a:srgbClr val="005A9C"/>
                </a:solidFill>
                <a:latin typeface="Arial"/>
                <a:ea typeface="Arial"/>
                <a:cs typeface="Arial"/>
              </a:defRPr>
            </a:lvl3pPr>
            <a:lvl4pPr algn="ctr">
              <a:defRPr sz="2025" b="1">
                <a:solidFill>
                  <a:srgbClr val="005A9C"/>
                </a:solidFill>
                <a:latin typeface="Arial"/>
                <a:ea typeface="Arial"/>
                <a:cs typeface="Arial"/>
              </a:defRPr>
            </a:lvl4pPr>
            <a:lvl5pPr algn="ctr">
              <a:defRPr sz="2025" b="1">
                <a:solidFill>
                  <a:srgbClr val="005A9C"/>
                </a:solidFill>
                <a:latin typeface="Arial"/>
                <a:ea typeface="Arial"/>
                <a:cs typeface="Arial"/>
              </a:defRPr>
            </a:lvl5pPr>
            <a:lvl6pPr algn="ctr">
              <a:defRPr sz="2025" b="1">
                <a:solidFill>
                  <a:srgbClr val="005A9C"/>
                </a:solidFill>
                <a:latin typeface="Arial"/>
                <a:ea typeface="Arial"/>
                <a:cs typeface="Arial"/>
              </a:defRPr>
            </a:lvl6pPr>
            <a:lvl7pPr algn="ctr">
              <a:defRPr sz="2025" b="1">
                <a:solidFill>
                  <a:srgbClr val="005A9C"/>
                </a:solidFill>
                <a:latin typeface="Arial"/>
                <a:ea typeface="Arial"/>
                <a:cs typeface="Arial"/>
              </a:defRPr>
            </a:lvl7pPr>
            <a:lvl8pPr algn="ctr">
              <a:defRPr sz="2025" b="1">
                <a:solidFill>
                  <a:srgbClr val="005A9C"/>
                </a:solidFill>
                <a:latin typeface="Arial"/>
                <a:ea typeface="Arial"/>
                <a:cs typeface="Arial"/>
              </a:defRPr>
            </a:lvl8pPr>
            <a:lvl9pPr algn="ctr">
              <a:defRPr sz="2025" b="1">
                <a:solidFill>
                  <a:srgbClr val="005A9C"/>
                </a:solidFill>
                <a:latin typeface="Arial"/>
                <a:ea typeface="Arial"/>
                <a:cs typeface="Arial"/>
              </a:defRPr>
            </a:lvl9pPr>
          </a:lstStyle>
          <a:p xmlns:a="http://schemas.openxmlformats.org/drawingml/2006/main">
            <a:pPr algn="ctr">
              <a:defRPr sz="2025" b="1">
                <a:solidFill>
                  <a:srgbClr val="005A9C"/>
                </a:solidFill>
                <a:latin typeface="Arial"/>
                <a:ea typeface="Arial"/>
                <a:cs typeface="Arial"/>
              </a:defRPr>
            </a:pPr>
            <a:r>
              <a:rPr sz="2025" b="1">
                <a:solidFill>
                  <a:srgbClr val="005A9C"/>
                </a:solidFill>
                <a:latin typeface="Arial"/>
                <a:ea typeface="Arial"/>
                <a:cs typeface="Arial"/>
              </a:rPr>
              <a:t>Front office</a:t>
            </a:r>
          </a:p>
        </p:txBody>
      </p:sp>
      <p:sp>
        <p:nvSpPr>
          <p:cNvPr id="6" name="!!task.research">
            <ns0:hlinkClick xmlns:ns0="http://schemas.openxmlformats.org/drawingml/2006/main" xmlns:ns1="http://schemas.openxmlformats.org/officeDocument/2006/relationships" ns1:id="rIdNavSlide4" action="ppaction://hlinksldjump" tooltip="Slide 4: Preparing a company research assessment"/>
            <a:extLst xmlns:a="http://schemas.openxmlformats.org/drawingml/2006/main">
              <a:ext uri="{FF2B5EF4-FFF2-40B4-BE49-F238E27FC236}">
                <a16:creationId xmlns:a16="http://schemas.microsoft.com/office/drawing/2014/main" id="{118A9344-B040-45C4-8CDF-FB1B8B108611}"/>
              </a:ext>
            </a:extLst>
          </p:cNvPr>
          <p:cNvSpPr>
            <a:spLocks xmlns:a="http://schemas.openxmlformats.org/drawingml/2006/main" noGrp="1"/>
          </p:cNvSpPr>
          <p:nvPr/>
        </p:nvSpPr>
        <p:spPr>
          <a:xfrm xmlns:a="http://schemas.openxmlformats.org/drawingml/2006/main">
            <a:off x="762000" y="249555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Research</a:t>
            </a:r>
          </a:p>
        </p:txBody>
      </p:sp>
      <p:sp>
        <p:nvSpPr>
          <p:cNvPr id="7" name="!!task.trade">
            <ns0:hlinkClick xmlns:ns0="http://schemas.openxmlformats.org/drawingml/2006/main" xmlns:ns1="http://schemas.openxmlformats.org/officeDocument/2006/relationships" ns1:id="rIdNavSlide9" action="ppaction://hlinksldjump" tooltip="Slide 9: Preparing a bond quote request"/>
            <a:extLst xmlns:a="http://schemas.openxmlformats.org/drawingml/2006/main">
              <a:ext uri="{FF2B5EF4-FFF2-40B4-BE49-F238E27FC236}">
                <a16:creationId xmlns:a16="http://schemas.microsoft.com/office/drawing/2014/main" id="{B279469F-2BE8-45EF-B49A-2BA7C07B4147}"/>
              </a:ext>
            </a:extLst>
          </p:cNvPr>
          <p:cNvSpPr>
            <a:spLocks xmlns:a="http://schemas.openxmlformats.org/drawingml/2006/main" noGrp="1"/>
          </p:cNvSpPr>
          <p:nvPr/>
        </p:nvSpPr>
        <p:spPr>
          <a:xfrm xmlns:a="http://schemas.openxmlformats.org/drawingml/2006/main">
            <a:off x="762000" y="280987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Trading support</a:t>
            </a:r>
          </a:p>
        </p:txBody>
      </p:sp>
      <p:sp>
        <p:nvSpPr>
          <p:cNvPr id="8" name="!!task.client">
            <ns0:hlinkClick xmlns:ns0="http://schemas.openxmlformats.org/drawingml/2006/main" xmlns:ns1="http://schemas.openxmlformats.org/officeDocument/2006/relationships" ns1:id="rIdNavSlide12" action="ppaction://hlinksldjump" tooltip="Slide 12: Preparing a quarterly client update"/>
            <a:extLst xmlns:a="http://schemas.openxmlformats.org/drawingml/2006/main">
              <a:ext uri="{FF2B5EF4-FFF2-40B4-BE49-F238E27FC236}">
                <a16:creationId xmlns:a16="http://schemas.microsoft.com/office/drawing/2014/main" id="{E31C666F-590E-4C76-A5BA-79BAAC93FECD}"/>
              </a:ext>
            </a:extLst>
          </p:cNvPr>
          <p:cNvSpPr>
            <a:spLocks xmlns:a="http://schemas.openxmlformats.org/drawingml/2006/main" noGrp="1"/>
          </p:cNvSpPr>
          <p:nvPr/>
        </p:nvSpPr>
        <p:spPr>
          <a:xfrm xmlns:a="http://schemas.openxmlformats.org/drawingml/2006/main">
            <a:off x="762000" y="312420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Client materials</a:t>
            </a:r>
          </a:p>
        </p:txBody>
      </p:sp>
      <p:sp>
        <p:nvSpPr>
          <p:cNvPr id="9" name="!!map.middle">
            <a:extLst xmlns:a="http://schemas.openxmlformats.org/drawingml/2006/main">
              <a:ext uri="{FF2B5EF4-FFF2-40B4-BE49-F238E27FC236}">
                <a16:creationId xmlns:a16="http://schemas.microsoft.com/office/drawing/2014/main" id="{7D846B4F-27F0-428C-889C-9426A4A7878B}"/>
              </a:ext>
            </a:extLst>
          </p:cNvPr>
          <p:cNvSpPr>
            <a:spLocks xmlns:a="http://schemas.openxmlformats.org/drawingml/2006/main" noGrp="1"/>
          </p:cNvSpPr>
          <p:nvPr/>
        </p:nvSpPr>
        <p:spPr>
          <a:xfrm xmlns:a="http://schemas.openxmlformats.org/drawingml/2006/main">
            <a:off x="647700" y="3657600"/>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10" name="!!nav.middle">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3103F35C-EAF3-4520-B0E6-771F17DB8C35}"/>
              </a:ext>
            </a:extLst>
          </p:cNvPr>
          <p:cNvSpPr>
            <a:spLocks xmlns:a="http://schemas.openxmlformats.org/drawingml/2006/main" noGrp="1"/>
          </p:cNvSpPr>
          <p:nvPr/>
        </p:nvSpPr>
        <p:spPr>
          <a:xfrm xmlns:a="http://schemas.openxmlformats.org/drawingml/2006/main">
            <a:off x="647700" y="3657600"/>
            <a:ext cx="2609850" cy="409575"/>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FFFFFF"/>
                </a:solidFill>
                <a:latin typeface="Arial"/>
                <a:ea typeface="Arial"/>
                <a:cs typeface="Arial"/>
              </a:defRPr>
            </a:defPPr>
            <a:lvl1pPr algn="ctr">
              <a:defRPr sz="2025" b="1">
                <a:solidFill>
                  <a:srgbClr val="FFFFFF"/>
                </a:solidFill>
                <a:latin typeface="Arial"/>
                <a:ea typeface="Arial"/>
                <a:cs typeface="Arial"/>
              </a:defRPr>
            </a:lvl1pPr>
            <a:lvl2pPr algn="ctr">
              <a:defRPr sz="2025" b="1">
                <a:solidFill>
                  <a:srgbClr val="FFFFFF"/>
                </a:solidFill>
                <a:latin typeface="Arial"/>
                <a:ea typeface="Arial"/>
                <a:cs typeface="Arial"/>
              </a:defRPr>
            </a:lvl2pPr>
            <a:lvl3pPr algn="ctr">
              <a:defRPr sz="2025" b="1">
                <a:solidFill>
                  <a:srgbClr val="FFFFFF"/>
                </a:solidFill>
                <a:latin typeface="Arial"/>
                <a:ea typeface="Arial"/>
                <a:cs typeface="Arial"/>
              </a:defRPr>
            </a:lvl3pPr>
            <a:lvl4pPr algn="ctr">
              <a:defRPr sz="2025" b="1">
                <a:solidFill>
                  <a:srgbClr val="FFFFFF"/>
                </a:solidFill>
                <a:latin typeface="Arial"/>
                <a:ea typeface="Arial"/>
                <a:cs typeface="Arial"/>
              </a:defRPr>
            </a:lvl4pPr>
            <a:lvl5pPr algn="ctr">
              <a:defRPr sz="2025" b="1">
                <a:solidFill>
                  <a:srgbClr val="FFFFFF"/>
                </a:solidFill>
                <a:latin typeface="Arial"/>
                <a:ea typeface="Arial"/>
                <a:cs typeface="Arial"/>
              </a:defRPr>
            </a:lvl5pPr>
            <a:lvl6pPr algn="ctr">
              <a:defRPr sz="2025" b="1">
                <a:solidFill>
                  <a:srgbClr val="FFFFFF"/>
                </a:solidFill>
                <a:latin typeface="Arial"/>
                <a:ea typeface="Arial"/>
                <a:cs typeface="Arial"/>
              </a:defRPr>
            </a:lvl6pPr>
            <a:lvl7pPr algn="ctr">
              <a:defRPr sz="2025" b="1">
                <a:solidFill>
                  <a:srgbClr val="FFFFFF"/>
                </a:solidFill>
                <a:latin typeface="Arial"/>
                <a:ea typeface="Arial"/>
                <a:cs typeface="Arial"/>
              </a:defRPr>
            </a:lvl7pPr>
            <a:lvl8pPr algn="ctr">
              <a:defRPr sz="2025" b="1">
                <a:solidFill>
                  <a:srgbClr val="FFFFFF"/>
                </a:solidFill>
                <a:latin typeface="Arial"/>
                <a:ea typeface="Arial"/>
                <a:cs typeface="Arial"/>
              </a:defRPr>
            </a:lvl8pPr>
            <a:lvl9pPr algn="ctr">
              <a:defRPr sz="2025" b="1">
                <a:solidFill>
                  <a:srgbClr val="FFFFFF"/>
                </a:solidFill>
                <a:latin typeface="Arial"/>
                <a:ea typeface="Arial"/>
                <a:cs typeface="Arial"/>
              </a:defRPr>
            </a:lvl9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Middle office</a:t>
            </a:r>
          </a:p>
        </p:txBody>
      </p:sp>
      <p:sp>
        <p:nvSpPr>
          <p:cNvPr id="11" name="!!task.review">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046C6B6E-01B4-4392-A618-1708911656B4}"/>
              </a:ext>
            </a:extLst>
          </p:cNvPr>
          <p:cNvSpPr>
            <a:spLocks xmlns:a="http://schemas.openxmlformats.org/drawingml/2006/main" noGrp="1"/>
          </p:cNvSpPr>
          <p:nvPr/>
        </p:nvSpPr>
        <p:spPr>
          <a:xfrm xmlns:a="http://schemas.openxmlformats.org/drawingml/2006/main">
            <a:off x="762000" y="4162425"/>
            <a:ext cx="2381250" cy="304800"/>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1">
                <a:solidFill>
                  <a:srgbClr val="005A9C"/>
                </a:solidFill>
                <a:latin typeface="Arial"/>
                <a:ea typeface="Arial"/>
                <a:cs typeface="Arial"/>
              </a:defRPr>
            </a:defPPr>
            <a:lvl1pPr algn="ctr">
              <a:defRPr sz="1650" b="1">
                <a:solidFill>
                  <a:srgbClr val="005A9C"/>
                </a:solidFill>
                <a:latin typeface="Arial"/>
                <a:ea typeface="Arial"/>
                <a:cs typeface="Arial"/>
              </a:defRPr>
            </a:lvl1pPr>
            <a:lvl2pPr algn="ctr">
              <a:defRPr sz="1650" b="1">
                <a:solidFill>
                  <a:srgbClr val="005A9C"/>
                </a:solidFill>
                <a:latin typeface="Arial"/>
                <a:ea typeface="Arial"/>
                <a:cs typeface="Arial"/>
              </a:defRPr>
            </a:lvl2pPr>
            <a:lvl3pPr algn="ctr">
              <a:defRPr sz="1650" b="1">
                <a:solidFill>
                  <a:srgbClr val="005A9C"/>
                </a:solidFill>
                <a:latin typeface="Arial"/>
                <a:ea typeface="Arial"/>
                <a:cs typeface="Arial"/>
              </a:defRPr>
            </a:lvl3pPr>
            <a:lvl4pPr algn="ctr">
              <a:defRPr sz="1650" b="1">
                <a:solidFill>
                  <a:srgbClr val="005A9C"/>
                </a:solidFill>
                <a:latin typeface="Arial"/>
                <a:ea typeface="Arial"/>
                <a:cs typeface="Arial"/>
              </a:defRPr>
            </a:lvl4pPr>
            <a:lvl5pPr algn="ctr">
              <a:defRPr sz="1650" b="1">
                <a:solidFill>
                  <a:srgbClr val="005A9C"/>
                </a:solidFill>
                <a:latin typeface="Arial"/>
                <a:ea typeface="Arial"/>
                <a:cs typeface="Arial"/>
              </a:defRPr>
            </a:lvl5pPr>
            <a:lvl6pPr algn="ctr">
              <a:defRPr sz="1650" b="1">
                <a:solidFill>
                  <a:srgbClr val="005A9C"/>
                </a:solidFill>
                <a:latin typeface="Arial"/>
                <a:ea typeface="Arial"/>
                <a:cs typeface="Arial"/>
              </a:defRPr>
            </a:lvl6pPr>
            <a:lvl7pPr algn="ctr">
              <a:defRPr sz="1650" b="1">
                <a:solidFill>
                  <a:srgbClr val="005A9C"/>
                </a:solidFill>
                <a:latin typeface="Arial"/>
                <a:ea typeface="Arial"/>
                <a:cs typeface="Arial"/>
              </a:defRPr>
            </a:lvl7pPr>
            <a:lvl8pPr algn="ctr">
              <a:defRPr sz="1650" b="1">
                <a:solidFill>
                  <a:srgbClr val="005A9C"/>
                </a:solidFill>
                <a:latin typeface="Arial"/>
                <a:ea typeface="Arial"/>
                <a:cs typeface="Arial"/>
              </a:defRPr>
            </a:lvl8pPr>
            <a:lvl9pPr algn="ctr">
              <a:defRPr sz="1650" b="1">
                <a:solidFill>
                  <a:srgbClr val="005A9C"/>
                </a:solidFill>
                <a:latin typeface="Arial"/>
                <a:ea typeface="Arial"/>
                <a:cs typeface="Arial"/>
              </a:defRPr>
            </a:lvl9pPr>
          </a:lstStyle>
          <a:p xmlns:a="http://schemas.openxmlformats.org/drawingml/2006/main">
            <a:pPr algn="ctr">
              <a:defRPr sz="1650" b="1">
                <a:solidFill>
                  <a:srgbClr val="005A9C"/>
                </a:solidFill>
                <a:latin typeface="Arial"/>
                <a:ea typeface="Arial"/>
                <a:cs typeface="Arial"/>
              </a:defRPr>
            </a:pPr>
            <a:r>
              <a:rPr sz="1650" b="1">
                <a:solidFill>
                  <a:srgbClr val="005A9C"/>
                </a:solidFill>
                <a:latin typeface="Arial"/>
                <a:ea typeface="Arial"/>
                <a:cs typeface="Arial"/>
              </a:rPr>
              <a:t>Content review</a:t>
            </a:r>
          </a:p>
        </p:txBody>
      </p:sp>
      <p:sp>
        <p:nvSpPr>
          <p:cNvPr id="12" name="!!task.risk">
            <ns0:hlinkClick xmlns:ns0="http://schemas.openxmlformats.org/drawingml/2006/main" xmlns:ns1="http://schemas.openxmlformats.org/officeDocument/2006/relationships" ns1:id="rIdNavSlide19" action="ppaction://hlinksldjump" tooltip="Slide 19: Investigating a risk alert"/>
            <a:extLst xmlns:a="http://schemas.openxmlformats.org/drawingml/2006/main">
              <a:ext uri="{FF2B5EF4-FFF2-40B4-BE49-F238E27FC236}">
                <a16:creationId xmlns:a16="http://schemas.microsoft.com/office/drawing/2014/main" id="{C79B914C-B17D-494C-9FBE-CDB92116A3D3}"/>
              </a:ext>
            </a:extLst>
          </p:cNvPr>
          <p:cNvSpPr>
            <a:spLocks xmlns:a="http://schemas.openxmlformats.org/drawingml/2006/main" noGrp="1"/>
          </p:cNvSpPr>
          <p:nvPr/>
        </p:nvSpPr>
        <p:spPr>
          <a:xfrm xmlns:a="http://schemas.openxmlformats.org/drawingml/2006/main">
            <a:off x="762000" y="447675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Risk analysis</a:t>
            </a:r>
          </a:p>
        </p:txBody>
      </p:sp>
      <p:sp>
        <p:nvSpPr>
          <p:cNvPr id="13" name="!!map.back">
            <a:extLst xmlns:a="http://schemas.openxmlformats.org/drawingml/2006/main">
              <a:ext uri="{FF2B5EF4-FFF2-40B4-BE49-F238E27FC236}">
                <a16:creationId xmlns:a16="http://schemas.microsoft.com/office/drawing/2014/main" id="{38254037-5001-4340-97C6-96E96EE3F9E3}"/>
              </a:ext>
            </a:extLst>
          </p:cNvPr>
          <p:cNvSpPr>
            <a:spLocks xmlns:a="http://schemas.openxmlformats.org/drawingml/2006/main" noGrp="1"/>
          </p:cNvSpPr>
          <p:nvPr/>
        </p:nvSpPr>
        <p:spPr>
          <a:xfrm xmlns:a="http://schemas.openxmlformats.org/drawingml/2006/main">
            <a:off x="647700" y="5324475"/>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14" name="!!nav.back">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9D43A6B5-594F-46E7-8407-DBD4D3DB7BE8}"/>
              </a:ext>
            </a:extLst>
          </p:cNvPr>
          <p:cNvSpPr>
            <a:spLocks xmlns:a="http://schemas.openxmlformats.org/drawingml/2006/main" noGrp="1"/>
          </p:cNvSpPr>
          <p:nvPr/>
        </p:nvSpPr>
        <p:spPr>
          <a:xfrm xmlns:a="http://schemas.openxmlformats.org/drawingml/2006/main">
            <a:off x="647700" y="5324475"/>
            <a:ext cx="2609850" cy="409575"/>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005A9C"/>
                </a:solidFill>
                <a:latin typeface="Arial"/>
                <a:ea typeface="Arial"/>
                <a:cs typeface="Arial"/>
              </a:defRPr>
            </a:defPPr>
            <a:lvl1pPr algn="ctr">
              <a:defRPr sz="2025" b="1">
                <a:solidFill>
                  <a:srgbClr val="005A9C"/>
                </a:solidFill>
                <a:latin typeface="Arial"/>
                <a:ea typeface="Arial"/>
                <a:cs typeface="Arial"/>
              </a:defRPr>
            </a:lvl1pPr>
            <a:lvl2pPr algn="ctr">
              <a:defRPr sz="2025" b="1">
                <a:solidFill>
                  <a:srgbClr val="005A9C"/>
                </a:solidFill>
                <a:latin typeface="Arial"/>
                <a:ea typeface="Arial"/>
                <a:cs typeface="Arial"/>
              </a:defRPr>
            </a:lvl2pPr>
            <a:lvl3pPr algn="ctr">
              <a:defRPr sz="2025" b="1">
                <a:solidFill>
                  <a:srgbClr val="005A9C"/>
                </a:solidFill>
                <a:latin typeface="Arial"/>
                <a:ea typeface="Arial"/>
                <a:cs typeface="Arial"/>
              </a:defRPr>
            </a:lvl3pPr>
            <a:lvl4pPr algn="ctr">
              <a:defRPr sz="2025" b="1">
                <a:solidFill>
                  <a:srgbClr val="005A9C"/>
                </a:solidFill>
                <a:latin typeface="Arial"/>
                <a:ea typeface="Arial"/>
                <a:cs typeface="Arial"/>
              </a:defRPr>
            </a:lvl4pPr>
            <a:lvl5pPr algn="ctr">
              <a:defRPr sz="2025" b="1">
                <a:solidFill>
                  <a:srgbClr val="005A9C"/>
                </a:solidFill>
                <a:latin typeface="Arial"/>
                <a:ea typeface="Arial"/>
                <a:cs typeface="Arial"/>
              </a:defRPr>
            </a:lvl5pPr>
            <a:lvl6pPr algn="ctr">
              <a:defRPr sz="2025" b="1">
                <a:solidFill>
                  <a:srgbClr val="005A9C"/>
                </a:solidFill>
                <a:latin typeface="Arial"/>
                <a:ea typeface="Arial"/>
                <a:cs typeface="Arial"/>
              </a:defRPr>
            </a:lvl6pPr>
            <a:lvl7pPr algn="ctr">
              <a:defRPr sz="2025" b="1">
                <a:solidFill>
                  <a:srgbClr val="005A9C"/>
                </a:solidFill>
                <a:latin typeface="Arial"/>
                <a:ea typeface="Arial"/>
                <a:cs typeface="Arial"/>
              </a:defRPr>
            </a:lvl7pPr>
            <a:lvl8pPr algn="ctr">
              <a:defRPr sz="2025" b="1">
                <a:solidFill>
                  <a:srgbClr val="005A9C"/>
                </a:solidFill>
                <a:latin typeface="Arial"/>
                <a:ea typeface="Arial"/>
                <a:cs typeface="Arial"/>
              </a:defRPr>
            </a:lvl8pPr>
            <a:lvl9pPr algn="ctr">
              <a:defRPr sz="2025" b="1">
                <a:solidFill>
                  <a:srgbClr val="005A9C"/>
                </a:solidFill>
                <a:latin typeface="Arial"/>
                <a:ea typeface="Arial"/>
                <a:cs typeface="Arial"/>
              </a:defRPr>
            </a:lvl9pPr>
          </a:lstStyle>
          <a:p xmlns:a="http://schemas.openxmlformats.org/drawingml/2006/main">
            <a:pPr algn="ctr">
              <a:defRPr sz="2025" b="1">
                <a:solidFill>
                  <a:srgbClr val="005A9C"/>
                </a:solidFill>
                <a:latin typeface="Arial"/>
                <a:ea typeface="Arial"/>
                <a:cs typeface="Arial"/>
              </a:defRPr>
            </a:pPr>
            <a:r>
              <a:rPr sz="2025" b="1">
                <a:solidFill>
                  <a:srgbClr val="005A9C"/>
                </a:solidFill>
                <a:latin typeface="Arial"/>
                <a:ea typeface="Arial"/>
                <a:cs typeface="Arial"/>
              </a:rPr>
              <a:t>Back office</a:t>
            </a:r>
          </a:p>
        </p:txBody>
      </p:sp>
      <p:sp>
        <p:nvSpPr>
          <p:cNvPr id="15" name="!!task.files">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BED7A09F-B3D8-4104-9823-1B33DD3C877F}"/>
              </a:ext>
            </a:extLst>
          </p:cNvPr>
          <p:cNvSpPr>
            <a:spLocks xmlns:a="http://schemas.openxmlformats.org/drawingml/2006/main" noGrp="1"/>
          </p:cNvSpPr>
          <p:nvPr/>
        </p:nvSpPr>
        <p:spPr>
          <a:xfrm xmlns:a="http://schemas.openxmlformats.org/drawingml/2006/main">
            <a:off x="762000" y="582930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Document processing</a:t>
            </a:r>
          </a:p>
        </p:txBody>
      </p:sp>
      <p:sp>
        <p:nvSpPr>
          <p:cNvPr id="16" name="!!task.dev">
            <ns0:hlinkClick xmlns:ns0="http://schemas.openxmlformats.org/drawingml/2006/main" xmlns:ns1="http://schemas.openxmlformats.org/officeDocument/2006/relationships" ns1:id="rIdNavSlide25" action="ppaction://hlinksldjump" tooltip="Slide 25: Turning a business request into a working tool"/>
            <a:extLst xmlns:a="http://schemas.openxmlformats.org/drawingml/2006/main">
              <a:ext uri="{FF2B5EF4-FFF2-40B4-BE49-F238E27FC236}">
                <a16:creationId xmlns:a16="http://schemas.microsoft.com/office/drawing/2014/main" id="{F5E689B3-AA43-4CD5-A0E0-409329641161}"/>
              </a:ext>
            </a:extLst>
          </p:cNvPr>
          <p:cNvSpPr>
            <a:spLocks xmlns:a="http://schemas.openxmlformats.org/drawingml/2006/main" noGrp="1"/>
          </p:cNvSpPr>
          <p:nvPr/>
        </p:nvSpPr>
        <p:spPr>
          <a:xfrm xmlns:a="http://schemas.openxmlformats.org/drawingml/2006/main">
            <a:off x="762000" y="614362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Tool development</a:t>
            </a:r>
          </a:p>
        </p:txBody>
      </p:sp>
      <p:sp>
        <p:nvSpPr>
          <p:cNvPr id="17" name="!!map.separator">
            <a:extLst xmlns:a="http://schemas.openxmlformats.org/drawingml/2006/main">
              <a:ext uri="{FF2B5EF4-FFF2-40B4-BE49-F238E27FC236}">
                <a16:creationId xmlns:a16="http://schemas.microsoft.com/office/drawing/2014/main" id="{1CD8177B-52A5-4A71-A71F-86EF71EC06D2}"/>
              </a:ext>
            </a:extLst>
          </p:cNvPr>
          <p:cNvSpPr>
            <a:spLocks xmlns:a="http://schemas.openxmlformats.org/drawingml/2006/main" noGrp="1"/>
          </p:cNvSpPr>
          <p:nvPr/>
        </p:nvSpPr>
        <p:spPr>
          <a:xfrm xmlns:a="http://schemas.openxmlformats.org/drawingml/2006/main" flipH="0" flipV="0">
            <a:off x="3600450" y="1990725"/>
            <a:ext cx="953" cy="5076825"/>
          </a:xfrm>
          <a:prstGeom xmlns:a="http://schemas.openxmlformats.org/drawingml/2006/main" prst="line">
            <a:avLst/>
          </a:prstGeom>
          <a:noFill xmlns:a="http://schemas.openxmlformats.org/drawingml/2006/main"/>
          <a:ln xmlns:a="http://schemas.openxmlformats.org/drawingml/2006/main" w="9525">
            <a:solidFill>
              <a:srgbClr val="BCC6CF"/>
            </a:solidFill>
            <a:prstDash val="solid"/>
          </a:ln>
        </p:spPr>
      </p:sp>
      <p:sp>
        <p:nvSpPr>
          <p:cNvPr id="18" name="!!example">
            <a:extLst xmlns:a="http://schemas.openxmlformats.org/drawingml/2006/main">
              <a:ext uri="{FF2B5EF4-FFF2-40B4-BE49-F238E27FC236}">
                <a16:creationId xmlns:a16="http://schemas.microsoft.com/office/drawing/2014/main" id="{F6E5478F-D620-490F-8F7F-FF8C2BE5F0FB}"/>
              </a:ext>
            </a:extLst>
          </p:cNvPr>
          <p:cNvSpPr>
            <a:spLocks xmlns:a="http://schemas.openxmlformats.org/drawingml/2006/main" noGrp="1"/>
          </p:cNvSpPr>
          <p:nvPr/>
        </p:nvSpPr>
        <p:spPr>
          <a:xfrm xmlns:a="http://schemas.openxmlformats.org/drawingml/2006/main">
            <a:off x="13906500" y="1238250"/>
            <a:ext cx="685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707C88"/>
                </a:solidFill>
                <a:latin typeface="Arial"/>
                <a:ea typeface="Arial"/>
                <a:cs typeface="Arial"/>
              </a:defRPr>
            </a:defPPr>
            <a:lvl1pPr algn="r">
              <a:defRPr sz="1350" b="0">
                <a:solidFill>
                  <a:srgbClr val="707C88"/>
                </a:solidFill>
                <a:latin typeface="Arial"/>
                <a:ea typeface="Arial"/>
                <a:cs typeface="Arial"/>
              </a:defRPr>
            </a:lvl1pPr>
            <a:lvl2pPr algn="r">
              <a:defRPr sz="1350" b="0">
                <a:solidFill>
                  <a:srgbClr val="707C88"/>
                </a:solidFill>
                <a:latin typeface="Arial"/>
                <a:ea typeface="Arial"/>
                <a:cs typeface="Arial"/>
              </a:defRPr>
            </a:lvl2pPr>
            <a:lvl3pPr algn="r">
              <a:defRPr sz="1350" b="0">
                <a:solidFill>
                  <a:srgbClr val="707C88"/>
                </a:solidFill>
                <a:latin typeface="Arial"/>
                <a:ea typeface="Arial"/>
                <a:cs typeface="Arial"/>
              </a:defRPr>
            </a:lvl3pPr>
            <a:lvl4pPr algn="r">
              <a:defRPr sz="1350" b="0">
                <a:solidFill>
                  <a:srgbClr val="707C88"/>
                </a:solidFill>
                <a:latin typeface="Arial"/>
                <a:ea typeface="Arial"/>
                <a:cs typeface="Arial"/>
              </a:defRPr>
            </a:lvl4pPr>
            <a:lvl5pPr algn="r">
              <a:defRPr sz="1350" b="0">
                <a:solidFill>
                  <a:srgbClr val="707C88"/>
                </a:solidFill>
                <a:latin typeface="Arial"/>
                <a:ea typeface="Arial"/>
                <a:cs typeface="Arial"/>
              </a:defRPr>
            </a:lvl5pPr>
            <a:lvl6pPr algn="r">
              <a:defRPr sz="1350" b="0">
                <a:solidFill>
                  <a:srgbClr val="707C88"/>
                </a:solidFill>
                <a:latin typeface="Arial"/>
                <a:ea typeface="Arial"/>
                <a:cs typeface="Arial"/>
              </a:defRPr>
            </a:lvl6pPr>
            <a:lvl7pPr algn="r">
              <a:defRPr sz="1350" b="0">
                <a:solidFill>
                  <a:srgbClr val="707C88"/>
                </a:solidFill>
                <a:latin typeface="Arial"/>
                <a:ea typeface="Arial"/>
                <a:cs typeface="Arial"/>
              </a:defRPr>
            </a:lvl7pPr>
            <a:lvl8pPr algn="r">
              <a:defRPr sz="1350" b="0">
                <a:solidFill>
                  <a:srgbClr val="707C88"/>
                </a:solidFill>
                <a:latin typeface="Arial"/>
                <a:ea typeface="Arial"/>
                <a:cs typeface="Arial"/>
              </a:defRPr>
            </a:lvl8pPr>
            <a:lvl9pPr algn="r">
              <a:defRPr sz="1350" b="0">
                <a:solidFill>
                  <a:srgbClr val="707C88"/>
                </a:solidFill>
                <a:latin typeface="Arial"/>
                <a:ea typeface="Arial"/>
                <a:cs typeface="Arial"/>
              </a:defRPr>
            </a:lvl9pPr>
          </a:lstStyle>
          <a:p xmlns:a="http://schemas.openxmlformats.org/drawingml/2006/main">
            <a:pPr algn="r">
              <a:defRPr sz="1350" b="0">
                <a:solidFill>
                  <a:srgbClr val="707C88"/>
                </a:solidFill>
                <a:latin typeface="Arial"/>
                <a:ea typeface="Arial"/>
                <a:cs typeface="Arial"/>
              </a:defRPr>
            </a:pPr>
            <a:r>
              <a:rPr sz="1350" b="0">
                <a:solidFill>
                  <a:srgbClr val="707C88"/>
                </a:solidFill>
                <a:latin typeface="Arial"/>
                <a:ea typeface="Arial"/>
                <a:cs typeface="Arial"/>
              </a:rPr>
              <a:t>Example</a:t>
            </a:r>
          </a:p>
        </p:txBody>
      </p:sp>
      <p:sp>
        <p:nvSpPr>
          <p:cNvPr id="19" name="!!nav.home">
            <ns0:hlinkClick xmlns:ns0="http://schemas.openxmlformats.org/drawingml/2006/main" xmlns:ns1="http://schemas.openxmlformats.org/officeDocument/2006/relationships" ns1:id="rIdNavSlide3" action="ppaction://hlinksldjump" tooltip="Slide 3: Seven workflows across the firm"/>
            <a:extLst xmlns:a="http://schemas.openxmlformats.org/drawingml/2006/main">
              <a:ext uri="{FF2B5EF4-FFF2-40B4-BE49-F238E27FC236}">
                <a16:creationId xmlns:a16="http://schemas.microsoft.com/office/drawing/2014/main" id="{4DF209A2-E59C-45DE-9DB7-336AEBF22D57}"/>
              </a:ext>
            </a:extLst>
          </p:cNvPr>
          <p:cNvSpPr>
            <a:spLocks xmlns:a="http://schemas.openxmlformats.org/drawingml/2006/main" noGrp="1"/>
          </p:cNvSpPr>
          <p:nvPr/>
        </p:nvSpPr>
        <p:spPr>
          <a:xfrm xmlns:a="http://schemas.openxmlformats.org/drawingml/2006/main">
            <a:off x="647700" y="7496175"/>
            <a:ext cx="26098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BCC6CF"/>
            </a:solidFill>
            <a:prstDash val="solid"/>
          </a:ln>
        </p:spPr>
        <p:txBody>
          <a:bodyPr xmlns:a="http://schemas.openxmlformats.org/drawingml/2006/main" wrap="square" lIns="114300" tIns="0" rIns="114300" bIns="0" anchor="ctr">
            <a:noAutofit/>
          </a:bodyPr>
          <a:lstStyle xmlns:a="http://schemas.openxmlformats.org/drawingml/2006/main">
            <a:defPPr algn="ctr">
              <a:defRPr sz="1800" b="1">
                <a:solidFill>
                  <a:srgbClr val="005A9C"/>
                </a:solidFill>
                <a:latin typeface="Arial"/>
                <a:ea typeface="Arial"/>
                <a:cs typeface="Arial"/>
              </a:defRPr>
            </a:defPPr>
            <a:lvl1pPr algn="ctr">
              <a:defRPr sz="1800" b="1">
                <a:solidFill>
                  <a:srgbClr val="005A9C"/>
                </a:solidFill>
                <a:latin typeface="Arial"/>
                <a:ea typeface="Arial"/>
                <a:cs typeface="Arial"/>
              </a:defRPr>
            </a:lvl1pPr>
            <a:lvl2pPr algn="ctr">
              <a:defRPr sz="1800" b="1">
                <a:solidFill>
                  <a:srgbClr val="005A9C"/>
                </a:solidFill>
                <a:latin typeface="Arial"/>
                <a:ea typeface="Arial"/>
                <a:cs typeface="Arial"/>
              </a:defRPr>
            </a:lvl2pPr>
            <a:lvl3pPr algn="ctr">
              <a:defRPr sz="1800" b="1">
                <a:solidFill>
                  <a:srgbClr val="005A9C"/>
                </a:solidFill>
                <a:latin typeface="Arial"/>
                <a:ea typeface="Arial"/>
                <a:cs typeface="Arial"/>
              </a:defRPr>
            </a:lvl3pPr>
            <a:lvl4pPr algn="ctr">
              <a:defRPr sz="1800" b="1">
                <a:solidFill>
                  <a:srgbClr val="005A9C"/>
                </a:solidFill>
                <a:latin typeface="Arial"/>
                <a:ea typeface="Arial"/>
                <a:cs typeface="Arial"/>
              </a:defRPr>
            </a:lvl4pPr>
            <a:lvl5pPr algn="ctr">
              <a:defRPr sz="1800" b="1">
                <a:solidFill>
                  <a:srgbClr val="005A9C"/>
                </a:solidFill>
                <a:latin typeface="Arial"/>
                <a:ea typeface="Arial"/>
                <a:cs typeface="Arial"/>
              </a:defRPr>
            </a:lvl5pPr>
            <a:lvl6pPr algn="ctr">
              <a:defRPr sz="1800" b="1">
                <a:solidFill>
                  <a:srgbClr val="005A9C"/>
                </a:solidFill>
                <a:latin typeface="Arial"/>
                <a:ea typeface="Arial"/>
                <a:cs typeface="Arial"/>
              </a:defRPr>
            </a:lvl6pPr>
            <a:lvl7pPr algn="ctr">
              <a:defRPr sz="1800" b="1">
                <a:solidFill>
                  <a:srgbClr val="005A9C"/>
                </a:solidFill>
                <a:latin typeface="Arial"/>
                <a:ea typeface="Arial"/>
                <a:cs typeface="Arial"/>
              </a:defRPr>
            </a:lvl7pPr>
            <a:lvl8pPr algn="ctr">
              <a:defRPr sz="1800" b="1">
                <a:solidFill>
                  <a:srgbClr val="005A9C"/>
                </a:solidFill>
                <a:latin typeface="Arial"/>
                <a:ea typeface="Arial"/>
                <a:cs typeface="Arial"/>
              </a:defRPr>
            </a:lvl8pPr>
            <a:lvl9pPr algn="ctr">
              <a:defRPr sz="1800" b="1">
                <a:solidFill>
                  <a:srgbClr val="005A9C"/>
                </a:solidFill>
                <a:latin typeface="Arial"/>
                <a:ea typeface="Arial"/>
                <a:cs typeface="Arial"/>
              </a:defRPr>
            </a:lvl9pPr>
          </a:lstStyle>
          <a:p xmlns:a="http://schemas.openxmlformats.org/drawingml/2006/main">
            <a:pPr algn="ctr">
              <a:defRPr sz="1800" b="1">
                <a:solidFill>
                  <a:srgbClr val="005A9C"/>
                </a:solidFill>
                <a:latin typeface="Arial"/>
                <a:ea typeface="Arial"/>
                <a:cs typeface="Arial"/>
              </a:defRPr>
            </a:pPr>
            <a:r>
              <a:rPr sz="1800" b="1">
                <a:solidFill>
                  <a:srgbClr val="005A9C"/>
                </a:solidFill>
                <a:latin typeface="Arial"/>
                <a:ea typeface="Arial"/>
                <a:cs typeface="Arial"/>
              </a:rPr>
              <a:t>Firm overview</a:t>
            </a:r>
          </a:p>
        </p:txBody>
      </p:sp>
      <p:sp>
        <p:nvSpPr>
          <p:cNvPr id="20" name="!!page">
            <a:extLst xmlns:a="http://schemas.openxmlformats.org/drawingml/2006/main">
              <a:ext uri="{FF2B5EF4-FFF2-40B4-BE49-F238E27FC236}">
                <a16:creationId xmlns:a16="http://schemas.microsoft.com/office/drawing/2014/main" id="{43212B10-8C69-4534-82D4-3DCCAD15D4A3}"/>
              </a:ext>
            </a:extLst>
          </p:cNvPr>
          <p:cNvSpPr>
            <a:spLocks xmlns:a="http://schemas.openxmlformats.org/drawingml/2006/main" noGrp="1"/>
          </p:cNvSpPr>
          <p:nvPr/>
        </p:nvSpPr>
        <p:spPr>
          <a:xfrm xmlns:a="http://schemas.openxmlformats.org/drawingml/2006/main">
            <a:off x="11144250" y="7591425"/>
            <a:ext cx="904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650" b="0">
                <a:solidFill>
                  <a:srgbClr val="707C88"/>
                </a:solidFill>
                <a:latin typeface="Arial"/>
                <a:ea typeface="Arial"/>
                <a:cs typeface="Arial"/>
              </a:defRPr>
            </a:defPPr>
            <a:lvl1pPr algn="r">
              <a:defRPr sz="1650" b="0">
                <a:solidFill>
                  <a:srgbClr val="707C88"/>
                </a:solidFill>
                <a:latin typeface="Arial"/>
                <a:ea typeface="Arial"/>
                <a:cs typeface="Arial"/>
              </a:defRPr>
            </a:lvl1pPr>
            <a:lvl2pPr algn="r">
              <a:defRPr sz="1650" b="0">
                <a:solidFill>
                  <a:srgbClr val="707C88"/>
                </a:solidFill>
                <a:latin typeface="Arial"/>
                <a:ea typeface="Arial"/>
                <a:cs typeface="Arial"/>
              </a:defRPr>
            </a:lvl2pPr>
            <a:lvl3pPr algn="r">
              <a:defRPr sz="1650" b="0">
                <a:solidFill>
                  <a:srgbClr val="707C88"/>
                </a:solidFill>
                <a:latin typeface="Arial"/>
                <a:ea typeface="Arial"/>
                <a:cs typeface="Arial"/>
              </a:defRPr>
            </a:lvl3pPr>
            <a:lvl4pPr algn="r">
              <a:defRPr sz="1650" b="0">
                <a:solidFill>
                  <a:srgbClr val="707C88"/>
                </a:solidFill>
                <a:latin typeface="Arial"/>
                <a:ea typeface="Arial"/>
                <a:cs typeface="Arial"/>
              </a:defRPr>
            </a:lvl4pPr>
            <a:lvl5pPr algn="r">
              <a:defRPr sz="1650" b="0">
                <a:solidFill>
                  <a:srgbClr val="707C88"/>
                </a:solidFill>
                <a:latin typeface="Arial"/>
                <a:ea typeface="Arial"/>
                <a:cs typeface="Arial"/>
              </a:defRPr>
            </a:lvl5pPr>
            <a:lvl6pPr algn="r">
              <a:defRPr sz="1650" b="0">
                <a:solidFill>
                  <a:srgbClr val="707C88"/>
                </a:solidFill>
                <a:latin typeface="Arial"/>
                <a:ea typeface="Arial"/>
                <a:cs typeface="Arial"/>
              </a:defRPr>
            </a:lvl6pPr>
            <a:lvl7pPr algn="r">
              <a:defRPr sz="1650" b="0">
                <a:solidFill>
                  <a:srgbClr val="707C88"/>
                </a:solidFill>
                <a:latin typeface="Arial"/>
                <a:ea typeface="Arial"/>
                <a:cs typeface="Arial"/>
              </a:defRPr>
            </a:lvl7pPr>
            <a:lvl8pPr algn="r">
              <a:defRPr sz="1650" b="0">
                <a:solidFill>
                  <a:srgbClr val="707C88"/>
                </a:solidFill>
                <a:latin typeface="Arial"/>
                <a:ea typeface="Arial"/>
                <a:cs typeface="Arial"/>
              </a:defRPr>
            </a:lvl8pPr>
            <a:lvl9pPr algn="r">
              <a:defRPr sz="1650" b="0">
                <a:solidFill>
                  <a:srgbClr val="707C88"/>
                </a:solidFill>
                <a:latin typeface="Arial"/>
                <a:ea typeface="Arial"/>
                <a:cs typeface="Arial"/>
              </a:defRPr>
            </a:lvl9pPr>
          </a:lstStyle>
          <a:p xmlns:a="http://schemas.openxmlformats.org/drawingml/2006/main">
            <a:pPr algn="r">
              <a:defRPr sz="1650" b="0">
                <a:solidFill>
                  <a:srgbClr val="707C88"/>
                </a:solidFill>
                <a:latin typeface="Arial"/>
                <a:ea typeface="Arial"/>
                <a:cs typeface="Arial"/>
              </a:defRPr>
            </a:pPr>
            <a:r>
              <a:rPr sz="1650" b="0">
                <a:solidFill>
                  <a:srgbClr val="707C88"/>
                </a:solidFill>
                <a:latin typeface="Arial"/>
                <a:ea typeface="Arial"/>
                <a:cs typeface="Arial"/>
              </a:rPr>
              <a:t>17 / 33</a:t>
            </a:r>
          </a:p>
        </p:txBody>
      </p:sp>
      <p:sp>
        <p:nvSpPr>
          <p:cNvPr id="21" name="!!nav.prev">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BF416165-0735-4F65-89E8-012F0684C3AB}"/>
              </a:ext>
            </a:extLst>
          </p:cNvPr>
          <p:cNvSpPr>
            <a:spLocks xmlns:a="http://schemas.openxmlformats.org/drawingml/2006/main" noGrp="1"/>
          </p:cNvSpPr>
          <p:nvPr/>
        </p:nvSpPr>
        <p:spPr>
          <a:xfrm xmlns:a="http://schemas.openxmlformats.org/drawingml/2006/main">
            <a:off x="12287250" y="7496175"/>
            <a:ext cx="1047750" cy="4572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725" b="1">
                <a:solidFill>
                  <a:srgbClr val="005A9C"/>
                </a:solidFill>
                <a:latin typeface="Arial"/>
                <a:ea typeface="Arial"/>
                <a:cs typeface="Arial"/>
              </a:defRPr>
            </a:defPPr>
            <a:lvl1pPr algn="ctr">
              <a:defRPr sz="1725" b="1">
                <a:solidFill>
                  <a:srgbClr val="005A9C"/>
                </a:solidFill>
                <a:latin typeface="Arial"/>
                <a:ea typeface="Arial"/>
                <a:cs typeface="Arial"/>
              </a:defRPr>
            </a:lvl1pPr>
            <a:lvl2pPr algn="ctr">
              <a:defRPr sz="1725" b="1">
                <a:solidFill>
                  <a:srgbClr val="005A9C"/>
                </a:solidFill>
                <a:latin typeface="Arial"/>
                <a:ea typeface="Arial"/>
                <a:cs typeface="Arial"/>
              </a:defRPr>
            </a:lvl2pPr>
            <a:lvl3pPr algn="ctr">
              <a:defRPr sz="1725" b="1">
                <a:solidFill>
                  <a:srgbClr val="005A9C"/>
                </a:solidFill>
                <a:latin typeface="Arial"/>
                <a:ea typeface="Arial"/>
                <a:cs typeface="Arial"/>
              </a:defRPr>
            </a:lvl3pPr>
            <a:lvl4pPr algn="ctr">
              <a:defRPr sz="1725" b="1">
                <a:solidFill>
                  <a:srgbClr val="005A9C"/>
                </a:solidFill>
                <a:latin typeface="Arial"/>
                <a:ea typeface="Arial"/>
                <a:cs typeface="Arial"/>
              </a:defRPr>
            </a:lvl4pPr>
            <a:lvl5pPr algn="ctr">
              <a:defRPr sz="1725" b="1">
                <a:solidFill>
                  <a:srgbClr val="005A9C"/>
                </a:solidFill>
                <a:latin typeface="Arial"/>
                <a:ea typeface="Arial"/>
                <a:cs typeface="Arial"/>
              </a:defRPr>
            </a:lvl5pPr>
            <a:lvl6pPr algn="ctr">
              <a:defRPr sz="1725" b="1">
                <a:solidFill>
                  <a:srgbClr val="005A9C"/>
                </a:solidFill>
                <a:latin typeface="Arial"/>
                <a:ea typeface="Arial"/>
                <a:cs typeface="Arial"/>
              </a:defRPr>
            </a:lvl6pPr>
            <a:lvl7pPr algn="ctr">
              <a:defRPr sz="1725" b="1">
                <a:solidFill>
                  <a:srgbClr val="005A9C"/>
                </a:solidFill>
                <a:latin typeface="Arial"/>
                <a:ea typeface="Arial"/>
                <a:cs typeface="Arial"/>
              </a:defRPr>
            </a:lvl7pPr>
            <a:lvl8pPr algn="ctr">
              <a:defRPr sz="1725" b="1">
                <a:solidFill>
                  <a:srgbClr val="005A9C"/>
                </a:solidFill>
                <a:latin typeface="Arial"/>
                <a:ea typeface="Arial"/>
                <a:cs typeface="Arial"/>
              </a:defRPr>
            </a:lvl8pPr>
            <a:lvl9pPr algn="ctr">
              <a:defRPr sz="1725" b="1">
                <a:solidFill>
                  <a:srgbClr val="005A9C"/>
                </a:solidFill>
                <a:latin typeface="Arial"/>
                <a:ea typeface="Arial"/>
                <a:cs typeface="Arial"/>
              </a:defRPr>
            </a:lvl9pPr>
          </a:lstStyle>
          <a:p xmlns:a="http://schemas.openxmlformats.org/drawingml/2006/main">
            <a:pPr algn="ctr">
              <a:defRPr sz="1725" b="1">
                <a:solidFill>
                  <a:srgbClr val="005A9C"/>
                </a:solidFill>
                <a:latin typeface="Arial"/>
                <a:ea typeface="Arial"/>
                <a:cs typeface="Arial"/>
              </a:defRPr>
            </a:pPr>
            <a:r>
              <a:rPr sz="1725" b="1">
                <a:solidFill>
                  <a:srgbClr val="005A9C"/>
                </a:solidFill>
                <a:latin typeface="Arial"/>
                <a:ea typeface="Arial"/>
                <a:cs typeface="Arial"/>
              </a:rPr>
              <a:t>Back</a:t>
            </a:r>
          </a:p>
        </p:txBody>
      </p:sp>
      <p:sp>
        <p:nvSpPr>
          <p:cNvPr id="22" name="!!nav.next">
            <ns0:hlinkClick xmlns:ns0="http://schemas.openxmlformats.org/drawingml/2006/main" xmlns:ns1="http://schemas.openxmlformats.org/officeDocument/2006/relationships" ns1:id="rIdNavSlide18" action="ppaction://hlinksldjump" tooltip="Slide 18: Proposed drafting and review workflow"/>
            <a:extLst xmlns:a="http://schemas.openxmlformats.org/drawingml/2006/main">
              <a:ext uri="{FF2B5EF4-FFF2-40B4-BE49-F238E27FC236}">
                <a16:creationId xmlns:a16="http://schemas.microsoft.com/office/drawing/2014/main" id="{E1F1E5E5-40CE-4D61-BD6B-570442C8ACE3}"/>
              </a:ext>
            </a:extLst>
          </p:cNvPr>
          <p:cNvSpPr>
            <a:spLocks xmlns:a="http://schemas.openxmlformats.org/drawingml/2006/main" noGrp="1"/>
          </p:cNvSpPr>
          <p:nvPr/>
        </p:nvSpPr>
        <p:spPr>
          <a:xfrm xmlns:a="http://schemas.openxmlformats.org/drawingml/2006/main">
            <a:off x="13506450" y="7496175"/>
            <a:ext cx="1085850" cy="45720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725" b="1">
                <a:solidFill>
                  <a:srgbClr val="FFFFFF"/>
                </a:solidFill>
                <a:latin typeface="Arial"/>
                <a:ea typeface="Arial"/>
                <a:cs typeface="Arial"/>
              </a:defRPr>
            </a:defPPr>
            <a:lvl1pPr algn="ctr">
              <a:defRPr sz="1725" b="1">
                <a:solidFill>
                  <a:srgbClr val="FFFFFF"/>
                </a:solidFill>
                <a:latin typeface="Arial"/>
                <a:ea typeface="Arial"/>
                <a:cs typeface="Arial"/>
              </a:defRPr>
            </a:lvl1pPr>
            <a:lvl2pPr algn="ctr">
              <a:defRPr sz="1725" b="1">
                <a:solidFill>
                  <a:srgbClr val="FFFFFF"/>
                </a:solidFill>
                <a:latin typeface="Arial"/>
                <a:ea typeface="Arial"/>
                <a:cs typeface="Arial"/>
              </a:defRPr>
            </a:lvl2pPr>
            <a:lvl3pPr algn="ctr">
              <a:defRPr sz="1725" b="1">
                <a:solidFill>
                  <a:srgbClr val="FFFFFF"/>
                </a:solidFill>
                <a:latin typeface="Arial"/>
                <a:ea typeface="Arial"/>
                <a:cs typeface="Arial"/>
              </a:defRPr>
            </a:lvl3pPr>
            <a:lvl4pPr algn="ctr">
              <a:defRPr sz="1725" b="1">
                <a:solidFill>
                  <a:srgbClr val="FFFFFF"/>
                </a:solidFill>
                <a:latin typeface="Arial"/>
                <a:ea typeface="Arial"/>
                <a:cs typeface="Arial"/>
              </a:defRPr>
            </a:lvl4pPr>
            <a:lvl5pPr algn="ctr">
              <a:defRPr sz="1725" b="1">
                <a:solidFill>
                  <a:srgbClr val="FFFFFF"/>
                </a:solidFill>
                <a:latin typeface="Arial"/>
                <a:ea typeface="Arial"/>
                <a:cs typeface="Arial"/>
              </a:defRPr>
            </a:lvl5pPr>
            <a:lvl6pPr algn="ctr">
              <a:defRPr sz="1725" b="1">
                <a:solidFill>
                  <a:srgbClr val="FFFFFF"/>
                </a:solidFill>
                <a:latin typeface="Arial"/>
                <a:ea typeface="Arial"/>
                <a:cs typeface="Arial"/>
              </a:defRPr>
            </a:lvl6pPr>
            <a:lvl7pPr algn="ctr">
              <a:defRPr sz="1725" b="1">
                <a:solidFill>
                  <a:srgbClr val="FFFFFF"/>
                </a:solidFill>
                <a:latin typeface="Arial"/>
                <a:ea typeface="Arial"/>
                <a:cs typeface="Arial"/>
              </a:defRPr>
            </a:lvl7pPr>
            <a:lvl8pPr algn="ctr">
              <a:defRPr sz="1725" b="1">
                <a:solidFill>
                  <a:srgbClr val="FFFFFF"/>
                </a:solidFill>
                <a:latin typeface="Arial"/>
                <a:ea typeface="Arial"/>
                <a:cs typeface="Arial"/>
              </a:defRPr>
            </a:lvl8pPr>
            <a:lvl9pPr algn="ctr">
              <a:defRPr sz="1725" b="1">
                <a:solidFill>
                  <a:srgbClr val="FFFFFF"/>
                </a:solidFill>
                <a:latin typeface="Arial"/>
                <a:ea typeface="Arial"/>
                <a:cs typeface="Arial"/>
              </a:defRPr>
            </a:lvl9pPr>
          </a:lstStyle>
          <a:p xmlns:a="http://schemas.openxmlformats.org/drawingml/2006/main">
            <a:pPr algn="ctr">
              <a:defRPr sz="1725" b="1">
                <a:solidFill>
                  <a:srgbClr val="FFFFFF"/>
                </a:solidFill>
                <a:latin typeface="Arial"/>
                <a:ea typeface="Arial"/>
                <a:cs typeface="Arial"/>
              </a:defRPr>
            </a:pPr>
            <a:r>
              <a:rPr sz="1725" b="1">
                <a:solidFill>
                  <a:srgbClr val="FFFFFF"/>
                </a:solidFill>
                <a:latin typeface="Arial"/>
                <a:ea typeface="Arial"/>
                <a:cs typeface="Arial"/>
              </a:rPr>
              <a:t>Next</a:t>
            </a:r>
          </a:p>
        </p:txBody>
      </p:sp>
      <p:sp>
        <p:nvSpPr>
          <p:cNvPr id="23" name="!!footer.rule">
            <a:extLst xmlns:a="http://schemas.openxmlformats.org/drawingml/2006/main">
              <a:ext uri="{FF2B5EF4-FFF2-40B4-BE49-F238E27FC236}">
                <a16:creationId xmlns:a16="http://schemas.microsoft.com/office/drawing/2014/main" id="{3272FDF2-64A1-4E21-B8D3-C2EC7BDC3808}"/>
              </a:ext>
            </a:extLst>
          </p:cNvPr>
          <p:cNvSpPr>
            <a:spLocks xmlns:a="http://schemas.openxmlformats.org/drawingml/2006/main" noGrp="1"/>
          </p:cNvSpPr>
          <p:nvPr/>
        </p:nvSpPr>
        <p:spPr>
          <a:xfrm xmlns:a="http://schemas.openxmlformats.org/drawingml/2006/main" flipH="0" flipV="0">
            <a:off x="647700" y="8134350"/>
            <a:ext cx="13944600" cy="953"/>
          </a:xfrm>
          <a:prstGeom xmlns:a="http://schemas.openxmlformats.org/drawingml/2006/main" prst="line">
            <a:avLst/>
          </a:prstGeom>
          <a:noFill xmlns:a="http://schemas.openxmlformats.org/drawingml/2006/main"/>
          <a:ln xmlns:a="http://schemas.openxmlformats.org/drawingml/2006/main" w="9525">
            <a:solidFill>
              <a:srgbClr val="BCC6CF"/>
            </a:solidFill>
            <a:prstDash val="solid"/>
          </a:ln>
        </p:spPr>
      </p:sp>
      <p:sp>
        <p:nvSpPr>
          <p:cNvPr id="24" name="!!source">
            <a:extLst xmlns:a="http://schemas.openxmlformats.org/drawingml/2006/main">
              <a:ext uri="{FF2B5EF4-FFF2-40B4-BE49-F238E27FC236}">
                <a16:creationId xmlns:a16="http://schemas.microsoft.com/office/drawing/2014/main" id="{AEE379F3-F070-4B9F-91D8-432BBA2B6923}"/>
              </a:ext>
            </a:extLst>
          </p:cNvPr>
          <p:cNvSpPr>
            <a:spLocks xmlns:a="http://schemas.openxmlformats.org/drawingml/2006/main" noGrp="1"/>
          </p:cNvSpPr>
          <p:nvPr/>
        </p:nvSpPr>
        <p:spPr>
          <a:xfrm xmlns:a="http://schemas.openxmlformats.org/drawingml/2006/main">
            <a:off x="647700" y="8267700"/>
            <a:ext cx="13944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707C88"/>
                </a:solidFill>
                <a:latin typeface="Arial"/>
                <a:ea typeface="Arial"/>
                <a:cs typeface="Arial"/>
              </a:defRPr>
            </a:defPPr>
            <a:lvl1pPr algn="l">
              <a:defRPr sz="1050" b="0">
                <a:solidFill>
                  <a:srgbClr val="707C88"/>
                </a:solidFill>
                <a:latin typeface="Arial"/>
                <a:ea typeface="Arial"/>
                <a:cs typeface="Arial"/>
              </a:defRPr>
            </a:lvl1pPr>
            <a:lvl2pPr algn="l">
              <a:defRPr sz="1050" b="0">
                <a:solidFill>
                  <a:srgbClr val="707C88"/>
                </a:solidFill>
                <a:latin typeface="Arial"/>
                <a:ea typeface="Arial"/>
                <a:cs typeface="Arial"/>
              </a:defRPr>
            </a:lvl2pPr>
            <a:lvl3pPr algn="l">
              <a:defRPr sz="1050" b="0">
                <a:solidFill>
                  <a:srgbClr val="707C88"/>
                </a:solidFill>
                <a:latin typeface="Arial"/>
                <a:ea typeface="Arial"/>
                <a:cs typeface="Arial"/>
              </a:defRPr>
            </a:lvl3pPr>
            <a:lvl4pPr algn="l">
              <a:defRPr sz="1050" b="0">
                <a:solidFill>
                  <a:srgbClr val="707C88"/>
                </a:solidFill>
                <a:latin typeface="Arial"/>
                <a:ea typeface="Arial"/>
                <a:cs typeface="Arial"/>
              </a:defRPr>
            </a:lvl4pPr>
            <a:lvl5pPr algn="l">
              <a:defRPr sz="1050" b="0">
                <a:solidFill>
                  <a:srgbClr val="707C88"/>
                </a:solidFill>
                <a:latin typeface="Arial"/>
                <a:ea typeface="Arial"/>
                <a:cs typeface="Arial"/>
              </a:defRPr>
            </a:lvl5pPr>
            <a:lvl6pPr algn="l">
              <a:defRPr sz="1050" b="0">
                <a:solidFill>
                  <a:srgbClr val="707C88"/>
                </a:solidFill>
                <a:latin typeface="Arial"/>
                <a:ea typeface="Arial"/>
                <a:cs typeface="Arial"/>
              </a:defRPr>
            </a:lvl6pPr>
            <a:lvl7pPr algn="l">
              <a:defRPr sz="1050" b="0">
                <a:solidFill>
                  <a:srgbClr val="707C88"/>
                </a:solidFill>
                <a:latin typeface="Arial"/>
                <a:ea typeface="Arial"/>
                <a:cs typeface="Arial"/>
              </a:defRPr>
            </a:lvl7pPr>
            <a:lvl8pPr algn="l">
              <a:defRPr sz="1050" b="0">
                <a:solidFill>
                  <a:srgbClr val="707C88"/>
                </a:solidFill>
                <a:latin typeface="Arial"/>
                <a:ea typeface="Arial"/>
                <a:cs typeface="Arial"/>
              </a:defRPr>
            </a:lvl8pPr>
            <a:lvl9pPr algn="l">
              <a:defRPr sz="1050" b="0">
                <a:solidFill>
                  <a:srgbClr val="707C88"/>
                </a:solidFill>
                <a:latin typeface="Arial"/>
                <a:ea typeface="Arial"/>
                <a:cs typeface="Arial"/>
              </a:defRPr>
            </a:lvl9pPr>
          </a:lstStyle>
          <a:p xmlns:a="http://schemas.openxmlformats.org/drawingml/2006/main">
            <a:pPr algn="l">
              <a:defRPr sz="1050" b="0">
                <a:solidFill>
                  <a:srgbClr val="707C88"/>
                </a:solidFill>
                <a:latin typeface="Arial"/>
                <a:ea typeface="Arial"/>
                <a:cs typeface="Arial"/>
              </a:defRPr>
            </a:pPr>
            <a:r>
              <a:rPr sz="1050" b="0">
                <a:solidFill>
                  <a:srgbClr val="707C88"/>
                </a:solidFill>
                <a:latin typeface="Arial"/>
                <a:ea typeface="Arial"/>
                <a:cs typeface="Arial"/>
              </a:rPr>
              <a:t>Sources: Penghua / AMAC; Yingmi</a:t>
            </a:r>
          </a:p>
        </p:txBody>
      </p:sp>
      <p:sp>
        <p:nvSpPr>
          <p:cNvPr id="25" name="!!clientDoc">
            <a:extLst xmlns:a="http://schemas.openxmlformats.org/drawingml/2006/main">
              <a:ext uri="{FF2B5EF4-FFF2-40B4-BE49-F238E27FC236}">
                <a16:creationId xmlns:a16="http://schemas.microsoft.com/office/drawing/2014/main" id="{90F4248B-DE40-4C6D-BDB6-F03A4E9D01B9}"/>
              </a:ext>
            </a:extLst>
          </p:cNvPr>
          <p:cNvSpPr>
            <a:spLocks xmlns:a="http://schemas.openxmlformats.org/drawingml/2006/main" noGrp="1"/>
          </p:cNvSpPr>
          <p:nvPr/>
        </p:nvSpPr>
        <p:spPr>
          <a:xfrm xmlns:a="http://schemas.openxmlformats.org/drawingml/2006/main">
            <a:off x="4057650" y="2752725"/>
            <a:ext cx="6572250" cy="4143375"/>
          </a:xfrm>
          <a:prstGeom xmlns:a="http://schemas.openxmlformats.org/drawingml/2006/main" prst="rect">
            <a:avLst/>
          </a:prstGeom>
          <a:solidFill xmlns:a="http://schemas.openxmlformats.org/drawingml/2006/main">
            <a:srgbClr val="FFFFFF"/>
          </a:solidFill>
          <a:ln xmlns:a="http://schemas.openxmlformats.org/drawingml/2006/main" w="13335">
            <a:solidFill>
              <a:srgbClr val="7363A6"/>
            </a:solidFill>
            <a:prstDash val="solid"/>
          </a:ln>
        </p:spPr>
      </p:sp>
      <p:sp>
        <p:nvSpPr>
          <p:cNvPr id="26" name="!!clientDoc.title">
            <a:extLst xmlns:a="http://schemas.openxmlformats.org/drawingml/2006/main">
              <a:ext uri="{FF2B5EF4-FFF2-40B4-BE49-F238E27FC236}">
                <a16:creationId xmlns:a16="http://schemas.microsoft.com/office/drawing/2014/main" id="{CCD11514-8328-4016-9C25-13E2C1039FFE}"/>
              </a:ext>
            </a:extLst>
          </p:cNvPr>
          <p:cNvSpPr>
            <a:spLocks xmlns:a="http://schemas.openxmlformats.org/drawingml/2006/main" noGrp="1"/>
          </p:cNvSpPr>
          <p:nvPr/>
        </p:nvSpPr>
        <p:spPr>
          <a:xfrm xmlns:a="http://schemas.openxmlformats.org/drawingml/2006/main">
            <a:off x="4286250" y="2933700"/>
            <a:ext cx="5572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7363A6"/>
                </a:solidFill>
                <a:latin typeface="Arial"/>
                <a:ea typeface="Arial"/>
                <a:cs typeface="Arial"/>
              </a:defRPr>
            </a:defPPr>
            <a:lvl1pPr algn="l">
              <a:defRPr sz="2175" b="1">
                <a:solidFill>
                  <a:srgbClr val="7363A6"/>
                </a:solidFill>
                <a:latin typeface="Arial"/>
                <a:ea typeface="Arial"/>
                <a:cs typeface="Arial"/>
              </a:defRPr>
            </a:lvl1pPr>
            <a:lvl2pPr algn="l">
              <a:defRPr sz="2175" b="1">
                <a:solidFill>
                  <a:srgbClr val="7363A6"/>
                </a:solidFill>
                <a:latin typeface="Arial"/>
                <a:ea typeface="Arial"/>
                <a:cs typeface="Arial"/>
              </a:defRPr>
            </a:lvl2pPr>
            <a:lvl3pPr algn="l">
              <a:defRPr sz="2175" b="1">
                <a:solidFill>
                  <a:srgbClr val="7363A6"/>
                </a:solidFill>
                <a:latin typeface="Arial"/>
                <a:ea typeface="Arial"/>
                <a:cs typeface="Arial"/>
              </a:defRPr>
            </a:lvl3pPr>
            <a:lvl4pPr algn="l">
              <a:defRPr sz="2175" b="1">
                <a:solidFill>
                  <a:srgbClr val="7363A6"/>
                </a:solidFill>
                <a:latin typeface="Arial"/>
                <a:ea typeface="Arial"/>
                <a:cs typeface="Arial"/>
              </a:defRPr>
            </a:lvl4pPr>
            <a:lvl5pPr algn="l">
              <a:defRPr sz="2175" b="1">
                <a:solidFill>
                  <a:srgbClr val="7363A6"/>
                </a:solidFill>
                <a:latin typeface="Arial"/>
                <a:ea typeface="Arial"/>
                <a:cs typeface="Arial"/>
              </a:defRPr>
            </a:lvl5pPr>
            <a:lvl6pPr algn="l">
              <a:defRPr sz="2175" b="1">
                <a:solidFill>
                  <a:srgbClr val="7363A6"/>
                </a:solidFill>
                <a:latin typeface="Arial"/>
                <a:ea typeface="Arial"/>
                <a:cs typeface="Arial"/>
              </a:defRPr>
            </a:lvl6pPr>
            <a:lvl7pPr algn="l">
              <a:defRPr sz="2175" b="1">
                <a:solidFill>
                  <a:srgbClr val="7363A6"/>
                </a:solidFill>
                <a:latin typeface="Arial"/>
                <a:ea typeface="Arial"/>
                <a:cs typeface="Arial"/>
              </a:defRPr>
            </a:lvl7pPr>
            <a:lvl8pPr algn="l">
              <a:defRPr sz="2175" b="1">
                <a:solidFill>
                  <a:srgbClr val="7363A6"/>
                </a:solidFill>
                <a:latin typeface="Arial"/>
                <a:ea typeface="Arial"/>
                <a:cs typeface="Arial"/>
              </a:defRPr>
            </a:lvl8pPr>
            <a:lvl9pPr algn="l">
              <a:defRPr sz="2175" b="1">
                <a:solidFill>
                  <a:srgbClr val="7363A6"/>
                </a:solidFill>
                <a:latin typeface="Arial"/>
                <a:ea typeface="Arial"/>
                <a:cs typeface="Arial"/>
              </a:defRPr>
            </a:lvl9pPr>
          </a:lstStyle>
          <a:p xmlns:a="http://schemas.openxmlformats.org/drawingml/2006/main">
            <a:pPr algn="l">
              <a:defRPr sz="2175" b="1">
                <a:solidFill>
                  <a:srgbClr val="7363A6"/>
                </a:solidFill>
                <a:latin typeface="Arial"/>
                <a:ea typeface="Arial"/>
                <a:cs typeface="Arial"/>
              </a:defRPr>
            </a:pPr>
            <a:r>
              <a:rPr sz="2175" b="1">
                <a:solidFill>
                  <a:srgbClr val="7363A6"/>
                </a:solidFill>
                <a:latin typeface="Arial"/>
                <a:ea typeface="Arial"/>
                <a:cs typeface="Arial"/>
              </a:rPr>
              <a:t>Quarterly client update</a:t>
            </a:r>
          </a:p>
        </p:txBody>
      </p:sp>
      <p:sp>
        <p:nvSpPr>
          <p:cNvPr id="27" name="!!clientDoc.version">
            <a:extLst xmlns:a="http://schemas.openxmlformats.org/drawingml/2006/main">
              <a:ext uri="{FF2B5EF4-FFF2-40B4-BE49-F238E27FC236}">
                <a16:creationId xmlns:a16="http://schemas.microsoft.com/office/drawing/2014/main" id="{B7D14879-D552-4CBF-985D-5FC3B023052C}"/>
              </a:ext>
            </a:extLst>
          </p:cNvPr>
          <p:cNvSpPr>
            <a:spLocks xmlns:a="http://schemas.openxmlformats.org/drawingml/2006/main" noGrp="1"/>
          </p:cNvSpPr>
          <p:nvPr/>
        </p:nvSpPr>
        <p:spPr>
          <a:xfrm xmlns:a="http://schemas.openxmlformats.org/drawingml/2006/main">
            <a:off x="9963150" y="2952750"/>
            <a:ext cx="428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650" b="1">
                <a:solidFill>
                  <a:srgbClr val="7363A6"/>
                </a:solidFill>
                <a:latin typeface="Arial"/>
                <a:ea typeface="Arial"/>
                <a:cs typeface="Arial"/>
              </a:defRPr>
            </a:defPPr>
            <a:lvl1pPr algn="r">
              <a:defRPr sz="1650" b="1">
                <a:solidFill>
                  <a:srgbClr val="7363A6"/>
                </a:solidFill>
                <a:latin typeface="Arial"/>
                <a:ea typeface="Arial"/>
                <a:cs typeface="Arial"/>
              </a:defRPr>
            </a:lvl1pPr>
            <a:lvl2pPr algn="r">
              <a:defRPr sz="1650" b="1">
                <a:solidFill>
                  <a:srgbClr val="7363A6"/>
                </a:solidFill>
                <a:latin typeface="Arial"/>
                <a:ea typeface="Arial"/>
                <a:cs typeface="Arial"/>
              </a:defRPr>
            </a:lvl2pPr>
            <a:lvl3pPr algn="r">
              <a:defRPr sz="1650" b="1">
                <a:solidFill>
                  <a:srgbClr val="7363A6"/>
                </a:solidFill>
                <a:latin typeface="Arial"/>
                <a:ea typeface="Arial"/>
                <a:cs typeface="Arial"/>
              </a:defRPr>
            </a:lvl3pPr>
            <a:lvl4pPr algn="r">
              <a:defRPr sz="1650" b="1">
                <a:solidFill>
                  <a:srgbClr val="7363A6"/>
                </a:solidFill>
                <a:latin typeface="Arial"/>
                <a:ea typeface="Arial"/>
                <a:cs typeface="Arial"/>
              </a:defRPr>
            </a:lvl4pPr>
            <a:lvl5pPr algn="r">
              <a:defRPr sz="1650" b="1">
                <a:solidFill>
                  <a:srgbClr val="7363A6"/>
                </a:solidFill>
                <a:latin typeface="Arial"/>
                <a:ea typeface="Arial"/>
                <a:cs typeface="Arial"/>
              </a:defRPr>
            </a:lvl5pPr>
            <a:lvl6pPr algn="r">
              <a:defRPr sz="1650" b="1">
                <a:solidFill>
                  <a:srgbClr val="7363A6"/>
                </a:solidFill>
                <a:latin typeface="Arial"/>
                <a:ea typeface="Arial"/>
                <a:cs typeface="Arial"/>
              </a:defRPr>
            </a:lvl6pPr>
            <a:lvl7pPr algn="r">
              <a:defRPr sz="1650" b="1">
                <a:solidFill>
                  <a:srgbClr val="7363A6"/>
                </a:solidFill>
                <a:latin typeface="Arial"/>
                <a:ea typeface="Arial"/>
                <a:cs typeface="Arial"/>
              </a:defRPr>
            </a:lvl7pPr>
            <a:lvl8pPr algn="r">
              <a:defRPr sz="1650" b="1">
                <a:solidFill>
                  <a:srgbClr val="7363A6"/>
                </a:solidFill>
                <a:latin typeface="Arial"/>
                <a:ea typeface="Arial"/>
                <a:cs typeface="Arial"/>
              </a:defRPr>
            </a:lvl8pPr>
            <a:lvl9pPr algn="r">
              <a:defRPr sz="1650" b="1">
                <a:solidFill>
                  <a:srgbClr val="7363A6"/>
                </a:solidFill>
                <a:latin typeface="Arial"/>
                <a:ea typeface="Arial"/>
                <a:cs typeface="Arial"/>
              </a:defRPr>
            </a:lvl9pPr>
          </a:lstStyle>
          <a:p xmlns:a="http://schemas.openxmlformats.org/drawingml/2006/main">
            <a:pPr algn="r">
              <a:defRPr sz="1650" b="1">
                <a:solidFill>
                  <a:srgbClr val="7363A6"/>
                </a:solidFill>
                <a:latin typeface="Arial"/>
                <a:ea typeface="Arial"/>
                <a:cs typeface="Arial"/>
              </a:defRPr>
            </a:pPr>
            <a:r>
              <a:rPr sz="1650" b="1">
                <a:solidFill>
                  <a:srgbClr val="7363A6"/>
                </a:solidFill>
                <a:latin typeface="Arial"/>
                <a:ea typeface="Arial"/>
                <a:cs typeface="Arial"/>
              </a:rPr>
              <a:t>V1</a:t>
            </a:r>
          </a:p>
        </p:txBody>
      </p:sp>
      <p:sp>
        <p:nvSpPr>
          <p:cNvPr id="28" name="!!clientDoc.rule">
            <a:extLst xmlns:a="http://schemas.openxmlformats.org/drawingml/2006/main">
              <a:ext uri="{FF2B5EF4-FFF2-40B4-BE49-F238E27FC236}">
                <a16:creationId xmlns:a16="http://schemas.microsoft.com/office/drawing/2014/main" id="{77F94B2A-0E90-4719-95E6-A7E8690CFBF2}"/>
              </a:ext>
            </a:extLst>
          </p:cNvPr>
          <p:cNvSpPr>
            <a:spLocks xmlns:a="http://schemas.openxmlformats.org/drawingml/2006/main" noGrp="1"/>
          </p:cNvSpPr>
          <p:nvPr/>
        </p:nvSpPr>
        <p:spPr>
          <a:xfrm xmlns:a="http://schemas.openxmlformats.org/drawingml/2006/main" flipH="0" flipV="0">
            <a:off x="4286250" y="3476625"/>
            <a:ext cx="6115050" cy="953"/>
          </a:xfrm>
          <a:prstGeom xmlns:a="http://schemas.openxmlformats.org/drawingml/2006/main" prst="line">
            <a:avLst/>
          </a:prstGeom>
          <a:noFill xmlns:a="http://schemas.openxmlformats.org/drawingml/2006/main"/>
          <a:ln xmlns:a="http://schemas.openxmlformats.org/drawingml/2006/main" w="14288">
            <a:solidFill>
              <a:srgbClr val="7363A6"/>
            </a:solidFill>
            <a:prstDash val="solid"/>
          </a:ln>
        </p:spPr>
      </p:sp>
      <p:sp>
        <p:nvSpPr>
          <p:cNvPr id="29" name="!!clientDoc.highlight.product">
            <a:extLst xmlns:a="http://schemas.openxmlformats.org/drawingml/2006/main">
              <a:ext uri="{FF2B5EF4-FFF2-40B4-BE49-F238E27FC236}">
                <a16:creationId xmlns:a16="http://schemas.microsoft.com/office/drawing/2014/main" id="{512C7062-DDF4-435E-A3CD-F57A03D78043}"/>
              </a:ext>
            </a:extLst>
          </p:cNvPr>
          <p:cNvSpPr>
            <a:spLocks xmlns:a="http://schemas.openxmlformats.org/drawingml/2006/main" noGrp="1"/>
          </p:cNvSpPr>
          <p:nvPr/>
        </p:nvSpPr>
        <p:spPr>
          <a:xfrm xmlns:a="http://schemas.openxmlformats.org/drawingml/2006/main">
            <a:off x="5610225" y="3676650"/>
            <a:ext cx="4791075" cy="466725"/>
          </a:xfrm>
          <a:prstGeom xmlns:a="http://schemas.openxmlformats.org/drawingml/2006/main" prst="rect">
            <a:avLst/>
          </a:prstGeom>
          <a:solidFill xmlns:a="http://schemas.openxmlformats.org/drawingml/2006/main">
            <a:srgbClr val="FFF0BE"/>
          </a:solidFill>
          <a:ln xmlns:a="http://schemas.openxmlformats.org/drawingml/2006/main" w="0">
            <a:noFill/>
            <a:prstDash val="solid"/>
          </a:ln>
        </p:spPr>
      </p:sp>
      <p:sp>
        <p:nvSpPr>
          <p:cNvPr id="30" name="!!clientDoc.label.product">
            <a:extLst xmlns:a="http://schemas.openxmlformats.org/drawingml/2006/main">
              <a:ext uri="{FF2B5EF4-FFF2-40B4-BE49-F238E27FC236}">
                <a16:creationId xmlns:a16="http://schemas.microsoft.com/office/drawing/2014/main" id="{589C3508-9D19-4E84-97DD-2949A0B6E654}"/>
              </a:ext>
            </a:extLst>
          </p:cNvPr>
          <p:cNvSpPr>
            <a:spLocks xmlns:a="http://schemas.openxmlformats.org/drawingml/2006/main" noGrp="1"/>
          </p:cNvSpPr>
          <p:nvPr/>
        </p:nvSpPr>
        <p:spPr>
          <a:xfrm xmlns:a="http://schemas.openxmlformats.org/drawingml/2006/main">
            <a:off x="4286250" y="3724275"/>
            <a:ext cx="1238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20262C"/>
                </a:solidFill>
                <a:latin typeface="Arial"/>
                <a:ea typeface="Arial"/>
                <a:cs typeface="Arial"/>
              </a:defRPr>
            </a:defPPr>
            <a:lvl1pPr algn="l">
              <a:defRPr sz="1650" b="1">
                <a:solidFill>
                  <a:srgbClr val="20262C"/>
                </a:solidFill>
                <a:latin typeface="Arial"/>
                <a:ea typeface="Arial"/>
                <a:cs typeface="Arial"/>
              </a:defRPr>
            </a:lvl1pPr>
            <a:lvl2pPr algn="l">
              <a:defRPr sz="1650" b="1">
                <a:solidFill>
                  <a:srgbClr val="20262C"/>
                </a:solidFill>
                <a:latin typeface="Arial"/>
                <a:ea typeface="Arial"/>
                <a:cs typeface="Arial"/>
              </a:defRPr>
            </a:lvl2pPr>
            <a:lvl3pPr algn="l">
              <a:defRPr sz="1650" b="1">
                <a:solidFill>
                  <a:srgbClr val="20262C"/>
                </a:solidFill>
                <a:latin typeface="Arial"/>
                <a:ea typeface="Arial"/>
                <a:cs typeface="Arial"/>
              </a:defRPr>
            </a:lvl3pPr>
            <a:lvl4pPr algn="l">
              <a:defRPr sz="1650" b="1">
                <a:solidFill>
                  <a:srgbClr val="20262C"/>
                </a:solidFill>
                <a:latin typeface="Arial"/>
                <a:ea typeface="Arial"/>
                <a:cs typeface="Arial"/>
              </a:defRPr>
            </a:lvl4pPr>
            <a:lvl5pPr algn="l">
              <a:defRPr sz="1650" b="1">
                <a:solidFill>
                  <a:srgbClr val="20262C"/>
                </a:solidFill>
                <a:latin typeface="Arial"/>
                <a:ea typeface="Arial"/>
                <a:cs typeface="Arial"/>
              </a:defRPr>
            </a:lvl5pPr>
            <a:lvl6pPr algn="l">
              <a:defRPr sz="1650" b="1">
                <a:solidFill>
                  <a:srgbClr val="20262C"/>
                </a:solidFill>
                <a:latin typeface="Arial"/>
                <a:ea typeface="Arial"/>
                <a:cs typeface="Arial"/>
              </a:defRPr>
            </a:lvl6pPr>
            <a:lvl7pPr algn="l">
              <a:defRPr sz="1650" b="1">
                <a:solidFill>
                  <a:srgbClr val="20262C"/>
                </a:solidFill>
                <a:latin typeface="Arial"/>
                <a:ea typeface="Arial"/>
                <a:cs typeface="Arial"/>
              </a:defRPr>
            </a:lvl7pPr>
            <a:lvl8pPr algn="l">
              <a:defRPr sz="1650" b="1">
                <a:solidFill>
                  <a:srgbClr val="20262C"/>
                </a:solidFill>
                <a:latin typeface="Arial"/>
                <a:ea typeface="Arial"/>
                <a:cs typeface="Arial"/>
              </a:defRPr>
            </a:lvl8pPr>
            <a:lvl9pPr algn="l">
              <a:defRPr sz="1650" b="1">
                <a:solidFill>
                  <a:srgbClr val="20262C"/>
                </a:solidFill>
                <a:latin typeface="Arial"/>
                <a:ea typeface="Arial"/>
                <a:cs typeface="Arial"/>
              </a:defRPr>
            </a:lvl9pPr>
          </a:lstStyle>
          <a:p xmlns:a="http://schemas.openxmlformats.org/drawingml/2006/main">
            <a:pPr algn="l">
              <a:defRPr sz="1650" b="1">
                <a:solidFill>
                  <a:srgbClr val="20262C"/>
                </a:solidFill>
                <a:latin typeface="Arial"/>
                <a:ea typeface="Arial"/>
                <a:cs typeface="Arial"/>
              </a:defRPr>
            </a:pPr>
            <a:r>
              <a:rPr sz="1650" b="1">
                <a:solidFill>
                  <a:srgbClr val="20262C"/>
                </a:solidFill>
                <a:latin typeface="Arial"/>
                <a:ea typeface="Arial"/>
                <a:cs typeface="Arial"/>
              </a:rPr>
              <a:t>Fund name</a:t>
            </a:r>
          </a:p>
        </p:txBody>
      </p:sp>
      <p:sp>
        <p:nvSpPr>
          <p:cNvPr id="31" name="!!clientDoc.value.product">
            <a:extLst xmlns:a="http://schemas.openxmlformats.org/drawingml/2006/main">
              <a:ext uri="{FF2B5EF4-FFF2-40B4-BE49-F238E27FC236}">
                <a16:creationId xmlns:a16="http://schemas.microsoft.com/office/drawing/2014/main" id="{239E749B-77B7-4C4D-AB02-04BD45FEF84A}"/>
              </a:ext>
            </a:extLst>
          </p:cNvPr>
          <p:cNvSpPr>
            <a:spLocks xmlns:a="http://schemas.openxmlformats.org/drawingml/2006/main" noGrp="1"/>
          </p:cNvSpPr>
          <p:nvPr/>
        </p:nvSpPr>
        <p:spPr>
          <a:xfrm xmlns:a="http://schemas.openxmlformats.org/drawingml/2006/main">
            <a:off x="5695950" y="3724275"/>
            <a:ext cx="47053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0262C"/>
                </a:solidFill>
                <a:latin typeface="Arial"/>
                <a:ea typeface="Arial"/>
                <a:cs typeface="Arial"/>
              </a:defRPr>
            </a:defPPr>
            <a:lvl1pPr algn="l">
              <a:defRPr sz="1800" b="0">
                <a:solidFill>
                  <a:srgbClr val="20262C"/>
                </a:solidFill>
                <a:latin typeface="Arial"/>
                <a:ea typeface="Arial"/>
                <a:cs typeface="Arial"/>
              </a:defRPr>
            </a:lvl1pPr>
            <a:lvl2pPr algn="l">
              <a:defRPr sz="1800" b="0">
                <a:solidFill>
                  <a:srgbClr val="20262C"/>
                </a:solidFill>
                <a:latin typeface="Arial"/>
                <a:ea typeface="Arial"/>
                <a:cs typeface="Arial"/>
              </a:defRPr>
            </a:lvl2pPr>
            <a:lvl3pPr algn="l">
              <a:defRPr sz="1800" b="0">
                <a:solidFill>
                  <a:srgbClr val="20262C"/>
                </a:solidFill>
                <a:latin typeface="Arial"/>
                <a:ea typeface="Arial"/>
                <a:cs typeface="Arial"/>
              </a:defRPr>
            </a:lvl3pPr>
            <a:lvl4pPr algn="l">
              <a:defRPr sz="1800" b="0">
                <a:solidFill>
                  <a:srgbClr val="20262C"/>
                </a:solidFill>
                <a:latin typeface="Arial"/>
                <a:ea typeface="Arial"/>
                <a:cs typeface="Arial"/>
              </a:defRPr>
            </a:lvl4pPr>
            <a:lvl5pPr algn="l">
              <a:defRPr sz="1800" b="0">
                <a:solidFill>
                  <a:srgbClr val="20262C"/>
                </a:solidFill>
                <a:latin typeface="Arial"/>
                <a:ea typeface="Arial"/>
                <a:cs typeface="Arial"/>
              </a:defRPr>
            </a:lvl5pPr>
            <a:lvl6pPr algn="l">
              <a:defRPr sz="1800" b="0">
                <a:solidFill>
                  <a:srgbClr val="20262C"/>
                </a:solidFill>
                <a:latin typeface="Arial"/>
                <a:ea typeface="Arial"/>
                <a:cs typeface="Arial"/>
              </a:defRPr>
            </a:lvl6pPr>
            <a:lvl7pPr algn="l">
              <a:defRPr sz="1800" b="0">
                <a:solidFill>
                  <a:srgbClr val="20262C"/>
                </a:solidFill>
                <a:latin typeface="Arial"/>
                <a:ea typeface="Arial"/>
                <a:cs typeface="Arial"/>
              </a:defRPr>
            </a:lvl7pPr>
            <a:lvl8pPr algn="l">
              <a:defRPr sz="1800" b="0">
                <a:solidFill>
                  <a:srgbClr val="20262C"/>
                </a:solidFill>
                <a:latin typeface="Arial"/>
                <a:ea typeface="Arial"/>
                <a:cs typeface="Arial"/>
              </a:defRPr>
            </a:lvl8pPr>
            <a:lvl9pPr algn="l">
              <a:defRPr sz="1800" b="0">
                <a:solidFill>
                  <a:srgbClr val="20262C"/>
                </a:solidFill>
                <a:latin typeface="Arial"/>
                <a:ea typeface="Arial"/>
                <a:cs typeface="Arial"/>
              </a:defRPr>
            </a:lvl9pPr>
          </a:lstStyle>
          <a:p xmlns:a="http://schemas.openxmlformats.org/drawingml/2006/main">
            <a:pPr algn="l">
              <a:defRPr sz="1800" b="0">
                <a:solidFill>
                  <a:srgbClr val="20262C"/>
                </a:solidFill>
                <a:latin typeface="Arial"/>
                <a:ea typeface="Arial"/>
                <a:cs typeface="Arial"/>
              </a:defRPr>
            </a:pPr>
            <a:r>
              <a:rPr sz="1800" b="0">
                <a:solidFill>
                  <a:srgbClr val="20262C"/>
                </a:solidFill>
                <a:latin typeface="Arial"/>
                <a:ea typeface="Arial"/>
                <a:cs typeface="Arial"/>
              </a:rPr>
              <a:t>Product A Select</a:t>
            </a:r>
          </a:p>
        </p:txBody>
      </p:sp>
      <p:sp>
        <p:nvSpPr>
          <p:cNvPr id="32" name="!!clientDoc.highlight.period">
            <a:extLst xmlns:a="http://schemas.openxmlformats.org/drawingml/2006/main">
              <a:ext uri="{FF2B5EF4-FFF2-40B4-BE49-F238E27FC236}">
                <a16:creationId xmlns:a16="http://schemas.microsoft.com/office/drawing/2014/main" id="{B1D8C527-C833-48CF-9F51-587329E5D351}"/>
              </a:ext>
            </a:extLst>
          </p:cNvPr>
          <p:cNvSpPr>
            <a:spLocks xmlns:a="http://schemas.openxmlformats.org/drawingml/2006/main" noGrp="1"/>
          </p:cNvSpPr>
          <p:nvPr/>
        </p:nvSpPr>
        <p:spPr>
          <a:xfrm xmlns:a="http://schemas.openxmlformats.org/drawingml/2006/main">
            <a:off x="5610225" y="4267200"/>
            <a:ext cx="4791075" cy="466725"/>
          </a:xfrm>
          <a:prstGeom xmlns:a="http://schemas.openxmlformats.org/drawingml/2006/main" prst="rect">
            <a:avLst/>
          </a:prstGeom>
          <a:solidFill xmlns:a="http://schemas.openxmlformats.org/drawingml/2006/main">
            <a:srgbClr val="FFF0BE"/>
          </a:solidFill>
          <a:ln xmlns:a="http://schemas.openxmlformats.org/drawingml/2006/main" w="0">
            <a:noFill/>
            <a:prstDash val="solid"/>
          </a:ln>
        </p:spPr>
      </p:sp>
      <p:sp>
        <p:nvSpPr>
          <p:cNvPr id="33" name="!!clientDoc.label.period">
            <a:extLst xmlns:a="http://schemas.openxmlformats.org/drawingml/2006/main">
              <a:ext uri="{FF2B5EF4-FFF2-40B4-BE49-F238E27FC236}">
                <a16:creationId xmlns:a16="http://schemas.microsoft.com/office/drawing/2014/main" id="{9A957EA3-3CEB-4521-97AE-8A29942560E0}"/>
              </a:ext>
            </a:extLst>
          </p:cNvPr>
          <p:cNvSpPr>
            <a:spLocks xmlns:a="http://schemas.openxmlformats.org/drawingml/2006/main" noGrp="1"/>
          </p:cNvSpPr>
          <p:nvPr/>
        </p:nvSpPr>
        <p:spPr>
          <a:xfrm xmlns:a="http://schemas.openxmlformats.org/drawingml/2006/main">
            <a:off x="4286250" y="4314825"/>
            <a:ext cx="1238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20262C"/>
                </a:solidFill>
                <a:latin typeface="Arial"/>
                <a:ea typeface="Arial"/>
                <a:cs typeface="Arial"/>
              </a:defRPr>
            </a:defPPr>
            <a:lvl1pPr algn="l">
              <a:defRPr sz="1650" b="1">
                <a:solidFill>
                  <a:srgbClr val="20262C"/>
                </a:solidFill>
                <a:latin typeface="Arial"/>
                <a:ea typeface="Arial"/>
                <a:cs typeface="Arial"/>
              </a:defRPr>
            </a:lvl1pPr>
            <a:lvl2pPr algn="l">
              <a:defRPr sz="1650" b="1">
                <a:solidFill>
                  <a:srgbClr val="20262C"/>
                </a:solidFill>
                <a:latin typeface="Arial"/>
                <a:ea typeface="Arial"/>
                <a:cs typeface="Arial"/>
              </a:defRPr>
            </a:lvl2pPr>
            <a:lvl3pPr algn="l">
              <a:defRPr sz="1650" b="1">
                <a:solidFill>
                  <a:srgbClr val="20262C"/>
                </a:solidFill>
                <a:latin typeface="Arial"/>
                <a:ea typeface="Arial"/>
                <a:cs typeface="Arial"/>
              </a:defRPr>
            </a:lvl3pPr>
            <a:lvl4pPr algn="l">
              <a:defRPr sz="1650" b="1">
                <a:solidFill>
                  <a:srgbClr val="20262C"/>
                </a:solidFill>
                <a:latin typeface="Arial"/>
                <a:ea typeface="Arial"/>
                <a:cs typeface="Arial"/>
              </a:defRPr>
            </a:lvl4pPr>
            <a:lvl5pPr algn="l">
              <a:defRPr sz="1650" b="1">
                <a:solidFill>
                  <a:srgbClr val="20262C"/>
                </a:solidFill>
                <a:latin typeface="Arial"/>
                <a:ea typeface="Arial"/>
                <a:cs typeface="Arial"/>
              </a:defRPr>
            </a:lvl5pPr>
            <a:lvl6pPr algn="l">
              <a:defRPr sz="1650" b="1">
                <a:solidFill>
                  <a:srgbClr val="20262C"/>
                </a:solidFill>
                <a:latin typeface="Arial"/>
                <a:ea typeface="Arial"/>
                <a:cs typeface="Arial"/>
              </a:defRPr>
            </a:lvl6pPr>
            <a:lvl7pPr algn="l">
              <a:defRPr sz="1650" b="1">
                <a:solidFill>
                  <a:srgbClr val="20262C"/>
                </a:solidFill>
                <a:latin typeface="Arial"/>
                <a:ea typeface="Arial"/>
                <a:cs typeface="Arial"/>
              </a:defRPr>
            </a:lvl7pPr>
            <a:lvl8pPr algn="l">
              <a:defRPr sz="1650" b="1">
                <a:solidFill>
                  <a:srgbClr val="20262C"/>
                </a:solidFill>
                <a:latin typeface="Arial"/>
                <a:ea typeface="Arial"/>
                <a:cs typeface="Arial"/>
              </a:defRPr>
            </a:lvl8pPr>
            <a:lvl9pPr algn="l">
              <a:defRPr sz="1650" b="1">
                <a:solidFill>
                  <a:srgbClr val="20262C"/>
                </a:solidFill>
                <a:latin typeface="Arial"/>
                <a:ea typeface="Arial"/>
                <a:cs typeface="Arial"/>
              </a:defRPr>
            </a:lvl9pPr>
          </a:lstStyle>
          <a:p xmlns:a="http://schemas.openxmlformats.org/drawingml/2006/main">
            <a:pPr algn="l">
              <a:defRPr sz="1650" b="1">
                <a:solidFill>
                  <a:srgbClr val="20262C"/>
                </a:solidFill>
                <a:latin typeface="Arial"/>
                <a:ea typeface="Arial"/>
                <a:cs typeface="Arial"/>
              </a:defRPr>
            </a:pPr>
            <a:r>
              <a:rPr sz="1650" b="1">
                <a:solidFill>
                  <a:srgbClr val="20262C"/>
                </a:solidFill>
                <a:latin typeface="Arial"/>
                <a:ea typeface="Arial"/>
                <a:cs typeface="Arial"/>
              </a:rPr>
              <a:t>Source</a:t>
            </a:r>
          </a:p>
          <a:p xmlns:a="http://schemas.openxmlformats.org/drawingml/2006/main">
            <a:pPr algn="l">
              <a:defRPr sz="1650" b="1">
                <a:solidFill>
                  <a:srgbClr val="20262C"/>
                </a:solidFill>
                <a:latin typeface="Arial"/>
                <a:ea typeface="Arial"/>
                <a:cs typeface="Arial"/>
              </a:defRPr>
            </a:pPr>
            <a:r>
              <a:rPr sz="1650" b="1">
                <a:solidFill>
                  <a:srgbClr val="20262C"/>
                </a:solidFill>
                <a:latin typeface="Arial"/>
                <a:ea typeface="Arial"/>
                <a:cs typeface="Arial"/>
              </a:rPr>
              <a:t>version</a:t>
            </a:r>
          </a:p>
        </p:txBody>
      </p:sp>
      <p:sp>
        <p:nvSpPr>
          <p:cNvPr id="34" name="!!clientDoc.value.period">
            <a:extLst xmlns:a="http://schemas.openxmlformats.org/drawingml/2006/main">
              <a:ext uri="{FF2B5EF4-FFF2-40B4-BE49-F238E27FC236}">
                <a16:creationId xmlns:a16="http://schemas.microsoft.com/office/drawing/2014/main" id="{DC29D84F-CA9B-42DD-BF8C-1E3B62B4E943}"/>
              </a:ext>
            </a:extLst>
          </p:cNvPr>
          <p:cNvSpPr>
            <a:spLocks xmlns:a="http://schemas.openxmlformats.org/drawingml/2006/main" noGrp="1"/>
          </p:cNvSpPr>
          <p:nvPr/>
        </p:nvSpPr>
        <p:spPr>
          <a:xfrm xmlns:a="http://schemas.openxmlformats.org/drawingml/2006/main">
            <a:off x="5695950" y="4314825"/>
            <a:ext cx="47053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0262C"/>
                </a:solidFill>
                <a:latin typeface="Arial"/>
                <a:ea typeface="Arial"/>
                <a:cs typeface="Arial"/>
              </a:defRPr>
            </a:defPPr>
            <a:lvl1pPr algn="l">
              <a:defRPr sz="1800" b="0">
                <a:solidFill>
                  <a:srgbClr val="20262C"/>
                </a:solidFill>
                <a:latin typeface="Arial"/>
                <a:ea typeface="Arial"/>
                <a:cs typeface="Arial"/>
              </a:defRPr>
            </a:lvl1pPr>
            <a:lvl2pPr algn="l">
              <a:defRPr sz="1800" b="0">
                <a:solidFill>
                  <a:srgbClr val="20262C"/>
                </a:solidFill>
                <a:latin typeface="Arial"/>
                <a:ea typeface="Arial"/>
                <a:cs typeface="Arial"/>
              </a:defRPr>
            </a:lvl2pPr>
            <a:lvl3pPr algn="l">
              <a:defRPr sz="1800" b="0">
                <a:solidFill>
                  <a:srgbClr val="20262C"/>
                </a:solidFill>
                <a:latin typeface="Arial"/>
                <a:ea typeface="Arial"/>
                <a:cs typeface="Arial"/>
              </a:defRPr>
            </a:lvl3pPr>
            <a:lvl4pPr algn="l">
              <a:defRPr sz="1800" b="0">
                <a:solidFill>
                  <a:srgbClr val="20262C"/>
                </a:solidFill>
                <a:latin typeface="Arial"/>
                <a:ea typeface="Arial"/>
                <a:cs typeface="Arial"/>
              </a:defRPr>
            </a:lvl4pPr>
            <a:lvl5pPr algn="l">
              <a:defRPr sz="1800" b="0">
                <a:solidFill>
                  <a:srgbClr val="20262C"/>
                </a:solidFill>
                <a:latin typeface="Arial"/>
                <a:ea typeface="Arial"/>
                <a:cs typeface="Arial"/>
              </a:defRPr>
            </a:lvl5pPr>
            <a:lvl6pPr algn="l">
              <a:defRPr sz="1800" b="0">
                <a:solidFill>
                  <a:srgbClr val="20262C"/>
                </a:solidFill>
                <a:latin typeface="Arial"/>
                <a:ea typeface="Arial"/>
                <a:cs typeface="Arial"/>
              </a:defRPr>
            </a:lvl6pPr>
            <a:lvl7pPr algn="l">
              <a:defRPr sz="1800" b="0">
                <a:solidFill>
                  <a:srgbClr val="20262C"/>
                </a:solidFill>
                <a:latin typeface="Arial"/>
                <a:ea typeface="Arial"/>
                <a:cs typeface="Arial"/>
              </a:defRPr>
            </a:lvl7pPr>
            <a:lvl8pPr algn="l">
              <a:defRPr sz="1800" b="0">
                <a:solidFill>
                  <a:srgbClr val="20262C"/>
                </a:solidFill>
                <a:latin typeface="Arial"/>
                <a:ea typeface="Arial"/>
                <a:cs typeface="Arial"/>
              </a:defRPr>
            </a:lvl8pPr>
            <a:lvl9pPr algn="l">
              <a:defRPr sz="1800" b="0">
                <a:solidFill>
                  <a:srgbClr val="20262C"/>
                </a:solidFill>
                <a:latin typeface="Arial"/>
                <a:ea typeface="Arial"/>
                <a:cs typeface="Arial"/>
              </a:defRPr>
            </a:lvl9pPr>
          </a:lstStyle>
          <a:p xmlns:a="http://schemas.openxmlformats.org/drawingml/2006/main">
            <a:pPr algn="l">
              <a:defRPr sz="1800" b="0">
                <a:solidFill>
                  <a:srgbClr val="20262C"/>
                </a:solidFill>
                <a:latin typeface="Arial"/>
                <a:ea typeface="Arial"/>
                <a:cs typeface="Arial"/>
              </a:defRPr>
            </a:pPr>
            <a:r>
              <a:rPr sz="1800" b="0">
                <a:solidFill>
                  <a:srgbClr val="20262C"/>
                </a:solidFill>
                <a:latin typeface="Arial"/>
                <a:ea typeface="Arial"/>
                <a:cs typeface="Arial"/>
              </a:rPr>
              <a:t>Q2 2026 product information, V1</a:t>
            </a:r>
          </a:p>
        </p:txBody>
      </p:sp>
      <p:sp>
        <p:nvSpPr>
          <p:cNvPr id="35" name="!!clientDoc.highlight.view">
            <a:extLst xmlns:a="http://schemas.openxmlformats.org/drawingml/2006/main">
              <a:ext uri="{FF2B5EF4-FFF2-40B4-BE49-F238E27FC236}">
                <a16:creationId xmlns:a16="http://schemas.microsoft.com/office/drawing/2014/main" id="{6011A997-7ADC-4E48-BC84-AFB79B6C7D2A}"/>
              </a:ext>
            </a:extLst>
          </p:cNvPr>
          <p:cNvSpPr>
            <a:spLocks xmlns:a="http://schemas.openxmlformats.org/drawingml/2006/main" noGrp="1"/>
          </p:cNvSpPr>
          <p:nvPr/>
        </p:nvSpPr>
        <p:spPr>
          <a:xfrm xmlns:a="http://schemas.openxmlformats.org/drawingml/2006/main">
            <a:off x="5610225" y="4857750"/>
            <a:ext cx="4791075" cy="876300"/>
          </a:xfrm>
          <a:prstGeom xmlns:a="http://schemas.openxmlformats.org/drawingml/2006/main" prst="rect">
            <a:avLst/>
          </a:prstGeom>
          <a:solidFill xmlns:a="http://schemas.openxmlformats.org/drawingml/2006/main">
            <a:srgbClr val="FFF0BE"/>
          </a:solidFill>
          <a:ln xmlns:a="http://schemas.openxmlformats.org/drawingml/2006/main" w="0">
            <a:noFill/>
            <a:prstDash val="solid"/>
          </a:ln>
        </p:spPr>
      </p:sp>
      <p:sp>
        <p:nvSpPr>
          <p:cNvPr id="36" name="!!clientDoc.label.view">
            <a:extLst xmlns:a="http://schemas.openxmlformats.org/drawingml/2006/main">
              <a:ext uri="{FF2B5EF4-FFF2-40B4-BE49-F238E27FC236}">
                <a16:creationId xmlns:a16="http://schemas.microsoft.com/office/drawing/2014/main" id="{6D899155-E1C5-4D1F-AB80-A5ACAE14A81C}"/>
              </a:ext>
            </a:extLst>
          </p:cNvPr>
          <p:cNvSpPr>
            <a:spLocks xmlns:a="http://schemas.openxmlformats.org/drawingml/2006/main" noGrp="1"/>
          </p:cNvSpPr>
          <p:nvPr/>
        </p:nvSpPr>
        <p:spPr>
          <a:xfrm xmlns:a="http://schemas.openxmlformats.org/drawingml/2006/main">
            <a:off x="4286250" y="4905375"/>
            <a:ext cx="1238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20262C"/>
                </a:solidFill>
                <a:latin typeface="Arial"/>
                <a:ea typeface="Arial"/>
                <a:cs typeface="Arial"/>
              </a:defRPr>
            </a:defPPr>
            <a:lvl1pPr algn="l">
              <a:defRPr sz="1650" b="1">
                <a:solidFill>
                  <a:srgbClr val="20262C"/>
                </a:solidFill>
                <a:latin typeface="Arial"/>
                <a:ea typeface="Arial"/>
                <a:cs typeface="Arial"/>
              </a:defRPr>
            </a:lvl1pPr>
            <a:lvl2pPr algn="l">
              <a:defRPr sz="1650" b="1">
                <a:solidFill>
                  <a:srgbClr val="20262C"/>
                </a:solidFill>
                <a:latin typeface="Arial"/>
                <a:ea typeface="Arial"/>
                <a:cs typeface="Arial"/>
              </a:defRPr>
            </a:lvl2pPr>
            <a:lvl3pPr algn="l">
              <a:defRPr sz="1650" b="1">
                <a:solidFill>
                  <a:srgbClr val="20262C"/>
                </a:solidFill>
                <a:latin typeface="Arial"/>
                <a:ea typeface="Arial"/>
                <a:cs typeface="Arial"/>
              </a:defRPr>
            </a:lvl3pPr>
            <a:lvl4pPr algn="l">
              <a:defRPr sz="1650" b="1">
                <a:solidFill>
                  <a:srgbClr val="20262C"/>
                </a:solidFill>
                <a:latin typeface="Arial"/>
                <a:ea typeface="Arial"/>
                <a:cs typeface="Arial"/>
              </a:defRPr>
            </a:lvl4pPr>
            <a:lvl5pPr algn="l">
              <a:defRPr sz="1650" b="1">
                <a:solidFill>
                  <a:srgbClr val="20262C"/>
                </a:solidFill>
                <a:latin typeface="Arial"/>
                <a:ea typeface="Arial"/>
                <a:cs typeface="Arial"/>
              </a:defRPr>
            </a:lvl5pPr>
            <a:lvl6pPr algn="l">
              <a:defRPr sz="1650" b="1">
                <a:solidFill>
                  <a:srgbClr val="20262C"/>
                </a:solidFill>
                <a:latin typeface="Arial"/>
                <a:ea typeface="Arial"/>
                <a:cs typeface="Arial"/>
              </a:defRPr>
            </a:lvl6pPr>
            <a:lvl7pPr algn="l">
              <a:defRPr sz="1650" b="1">
                <a:solidFill>
                  <a:srgbClr val="20262C"/>
                </a:solidFill>
                <a:latin typeface="Arial"/>
                <a:ea typeface="Arial"/>
                <a:cs typeface="Arial"/>
              </a:defRPr>
            </a:lvl7pPr>
            <a:lvl8pPr algn="l">
              <a:defRPr sz="1650" b="1">
                <a:solidFill>
                  <a:srgbClr val="20262C"/>
                </a:solidFill>
                <a:latin typeface="Arial"/>
                <a:ea typeface="Arial"/>
                <a:cs typeface="Arial"/>
              </a:defRPr>
            </a:lvl8pPr>
            <a:lvl9pPr algn="l">
              <a:defRPr sz="1650" b="1">
                <a:solidFill>
                  <a:srgbClr val="20262C"/>
                </a:solidFill>
                <a:latin typeface="Arial"/>
                <a:ea typeface="Arial"/>
                <a:cs typeface="Arial"/>
              </a:defRPr>
            </a:lvl9pPr>
          </a:lstStyle>
          <a:p xmlns:a="http://schemas.openxmlformats.org/drawingml/2006/main">
            <a:pPr algn="l">
              <a:defRPr sz="1650" b="1">
                <a:solidFill>
                  <a:srgbClr val="20262C"/>
                </a:solidFill>
                <a:latin typeface="Arial"/>
                <a:ea typeface="Arial"/>
                <a:cs typeface="Arial"/>
              </a:defRPr>
            </a:pPr>
            <a:r>
              <a:rPr sz="1650" b="1">
                <a:solidFill>
                  <a:srgbClr val="20262C"/>
                </a:solidFill>
                <a:latin typeface="Arial"/>
                <a:ea typeface="Arial"/>
                <a:cs typeface="Arial"/>
              </a:rPr>
              <a:t>Current view</a:t>
            </a:r>
          </a:p>
        </p:txBody>
      </p:sp>
      <p:sp>
        <p:nvSpPr>
          <p:cNvPr id="37" name="!!clientDoc.value.view">
            <a:extLst xmlns:a="http://schemas.openxmlformats.org/drawingml/2006/main">
              <a:ext uri="{FF2B5EF4-FFF2-40B4-BE49-F238E27FC236}">
                <a16:creationId xmlns:a16="http://schemas.microsoft.com/office/drawing/2014/main" id="{932A8166-320E-4AB8-96AD-1375848CCC2B}"/>
              </a:ext>
            </a:extLst>
          </p:cNvPr>
          <p:cNvSpPr>
            <a:spLocks xmlns:a="http://schemas.openxmlformats.org/drawingml/2006/main" noGrp="1"/>
          </p:cNvSpPr>
          <p:nvPr/>
        </p:nvSpPr>
        <p:spPr>
          <a:xfrm xmlns:a="http://schemas.openxmlformats.org/drawingml/2006/main">
            <a:off x="5695950" y="4905375"/>
            <a:ext cx="47053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0262C"/>
                </a:solidFill>
                <a:latin typeface="Arial"/>
                <a:ea typeface="Arial"/>
                <a:cs typeface="Arial"/>
              </a:defRPr>
            </a:defPPr>
            <a:lvl1pPr algn="l">
              <a:defRPr sz="1800" b="0">
                <a:solidFill>
                  <a:srgbClr val="20262C"/>
                </a:solidFill>
                <a:latin typeface="Arial"/>
                <a:ea typeface="Arial"/>
                <a:cs typeface="Arial"/>
              </a:defRPr>
            </a:lvl1pPr>
            <a:lvl2pPr algn="l">
              <a:defRPr sz="1800" b="0">
                <a:solidFill>
                  <a:srgbClr val="20262C"/>
                </a:solidFill>
                <a:latin typeface="Arial"/>
                <a:ea typeface="Arial"/>
                <a:cs typeface="Arial"/>
              </a:defRPr>
            </a:lvl2pPr>
            <a:lvl3pPr algn="l">
              <a:defRPr sz="1800" b="0">
                <a:solidFill>
                  <a:srgbClr val="20262C"/>
                </a:solidFill>
                <a:latin typeface="Arial"/>
                <a:ea typeface="Arial"/>
                <a:cs typeface="Arial"/>
              </a:defRPr>
            </a:lvl3pPr>
            <a:lvl4pPr algn="l">
              <a:defRPr sz="1800" b="0">
                <a:solidFill>
                  <a:srgbClr val="20262C"/>
                </a:solidFill>
                <a:latin typeface="Arial"/>
                <a:ea typeface="Arial"/>
                <a:cs typeface="Arial"/>
              </a:defRPr>
            </a:lvl4pPr>
            <a:lvl5pPr algn="l">
              <a:defRPr sz="1800" b="0">
                <a:solidFill>
                  <a:srgbClr val="20262C"/>
                </a:solidFill>
                <a:latin typeface="Arial"/>
                <a:ea typeface="Arial"/>
                <a:cs typeface="Arial"/>
              </a:defRPr>
            </a:lvl5pPr>
            <a:lvl6pPr algn="l">
              <a:defRPr sz="1800" b="0">
                <a:solidFill>
                  <a:srgbClr val="20262C"/>
                </a:solidFill>
                <a:latin typeface="Arial"/>
                <a:ea typeface="Arial"/>
                <a:cs typeface="Arial"/>
              </a:defRPr>
            </a:lvl6pPr>
            <a:lvl7pPr algn="l">
              <a:defRPr sz="1800" b="0">
                <a:solidFill>
                  <a:srgbClr val="20262C"/>
                </a:solidFill>
                <a:latin typeface="Arial"/>
                <a:ea typeface="Arial"/>
                <a:cs typeface="Arial"/>
              </a:defRPr>
            </a:lvl7pPr>
            <a:lvl8pPr algn="l">
              <a:defRPr sz="1800" b="0">
                <a:solidFill>
                  <a:srgbClr val="20262C"/>
                </a:solidFill>
                <a:latin typeface="Arial"/>
                <a:ea typeface="Arial"/>
                <a:cs typeface="Arial"/>
              </a:defRPr>
            </a:lvl8pPr>
            <a:lvl9pPr algn="l">
              <a:defRPr sz="1800" b="0">
                <a:solidFill>
                  <a:srgbClr val="20262C"/>
                </a:solidFill>
                <a:latin typeface="Arial"/>
                <a:ea typeface="Arial"/>
                <a:cs typeface="Arial"/>
              </a:defRPr>
            </a:lvl9pPr>
          </a:lstStyle>
          <a:p xmlns:a="http://schemas.openxmlformats.org/drawingml/2006/main">
            <a:pPr algn="l">
              <a:defRPr sz="1800" b="0">
                <a:solidFill>
                  <a:srgbClr val="20262C"/>
                </a:solidFill>
                <a:latin typeface="Arial"/>
                <a:ea typeface="Arial"/>
                <a:cs typeface="Arial"/>
              </a:defRPr>
            </a:pPr>
            <a:r>
              <a:rPr sz="1800" b="0">
                <a:solidFill>
                  <a:srgbClr val="20262C"/>
                </a:solidFill>
                <a:latin typeface="Arial"/>
                <a:ea typeface="Arial"/>
                <a:cs typeface="Arial"/>
              </a:rPr>
              <a:t>Volume growth drove Company A's revenue.</a:t>
            </a:r>
          </a:p>
          <a:p xmlns:a="http://schemas.openxmlformats.org/drawingml/2006/main">
            <a:pPr algn="l">
              <a:defRPr sz="1800" b="0">
                <a:solidFill>
                  <a:srgbClr val="20262C"/>
                </a:solidFill>
                <a:latin typeface="Arial"/>
                <a:ea typeface="Arial"/>
                <a:cs typeface="Arial"/>
              </a:defRPr>
            </a:pPr>
            <a:r>
              <a:rPr sz="1800" b="0">
                <a:solidFill>
                  <a:srgbClr val="20262C"/>
                </a:solidFill>
                <a:latin typeface="Arial"/>
                <a:ea typeface="Arial"/>
                <a:cs typeface="Arial"/>
              </a:rPr>
              <a:t>Monitor raw-material costs.</a:t>
            </a:r>
          </a:p>
        </p:txBody>
      </p:sp>
      <p:sp>
        <p:nvSpPr>
          <p:cNvPr id="38" name="!!clientDoc.highlight.risk">
            <a:extLst xmlns:a="http://schemas.openxmlformats.org/drawingml/2006/main">
              <a:ext uri="{FF2B5EF4-FFF2-40B4-BE49-F238E27FC236}">
                <a16:creationId xmlns:a16="http://schemas.microsoft.com/office/drawing/2014/main" id="{334021BC-BE40-4D54-BFEC-7F5B66833176}"/>
              </a:ext>
            </a:extLst>
          </p:cNvPr>
          <p:cNvSpPr>
            <a:spLocks xmlns:a="http://schemas.openxmlformats.org/drawingml/2006/main" noGrp="1"/>
          </p:cNvSpPr>
          <p:nvPr/>
        </p:nvSpPr>
        <p:spPr>
          <a:xfrm xmlns:a="http://schemas.openxmlformats.org/drawingml/2006/main">
            <a:off x="5610225" y="5886450"/>
            <a:ext cx="4791075" cy="771525"/>
          </a:xfrm>
          <a:prstGeom xmlns:a="http://schemas.openxmlformats.org/drawingml/2006/main" prst="rect">
            <a:avLst/>
          </a:prstGeom>
          <a:solidFill xmlns:a="http://schemas.openxmlformats.org/drawingml/2006/main">
            <a:srgbClr val="FFF0BE"/>
          </a:solidFill>
          <a:ln xmlns:a="http://schemas.openxmlformats.org/drawingml/2006/main" w="0">
            <a:noFill/>
            <a:prstDash val="solid"/>
          </a:ln>
        </p:spPr>
      </p:sp>
      <p:sp>
        <p:nvSpPr>
          <p:cNvPr id="39" name="!!clientDoc.label.risk">
            <a:extLst xmlns:a="http://schemas.openxmlformats.org/drawingml/2006/main">
              <a:ext uri="{FF2B5EF4-FFF2-40B4-BE49-F238E27FC236}">
                <a16:creationId xmlns:a16="http://schemas.microsoft.com/office/drawing/2014/main" id="{18FB27FD-0B8D-4AE5-8AF2-F61AE6E2B553}"/>
              </a:ext>
            </a:extLst>
          </p:cNvPr>
          <p:cNvSpPr>
            <a:spLocks xmlns:a="http://schemas.openxmlformats.org/drawingml/2006/main" noGrp="1"/>
          </p:cNvSpPr>
          <p:nvPr/>
        </p:nvSpPr>
        <p:spPr>
          <a:xfrm xmlns:a="http://schemas.openxmlformats.org/drawingml/2006/main">
            <a:off x="4286250" y="5934075"/>
            <a:ext cx="1238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20262C"/>
                </a:solidFill>
                <a:latin typeface="Arial"/>
                <a:ea typeface="Arial"/>
                <a:cs typeface="Arial"/>
              </a:defRPr>
            </a:defPPr>
            <a:lvl1pPr algn="l">
              <a:defRPr sz="1650" b="1">
                <a:solidFill>
                  <a:srgbClr val="20262C"/>
                </a:solidFill>
                <a:latin typeface="Arial"/>
                <a:ea typeface="Arial"/>
                <a:cs typeface="Arial"/>
              </a:defRPr>
            </a:lvl1pPr>
            <a:lvl2pPr algn="l">
              <a:defRPr sz="1650" b="1">
                <a:solidFill>
                  <a:srgbClr val="20262C"/>
                </a:solidFill>
                <a:latin typeface="Arial"/>
                <a:ea typeface="Arial"/>
                <a:cs typeface="Arial"/>
              </a:defRPr>
            </a:lvl2pPr>
            <a:lvl3pPr algn="l">
              <a:defRPr sz="1650" b="1">
                <a:solidFill>
                  <a:srgbClr val="20262C"/>
                </a:solidFill>
                <a:latin typeface="Arial"/>
                <a:ea typeface="Arial"/>
                <a:cs typeface="Arial"/>
              </a:defRPr>
            </a:lvl3pPr>
            <a:lvl4pPr algn="l">
              <a:defRPr sz="1650" b="1">
                <a:solidFill>
                  <a:srgbClr val="20262C"/>
                </a:solidFill>
                <a:latin typeface="Arial"/>
                <a:ea typeface="Arial"/>
                <a:cs typeface="Arial"/>
              </a:defRPr>
            </a:lvl4pPr>
            <a:lvl5pPr algn="l">
              <a:defRPr sz="1650" b="1">
                <a:solidFill>
                  <a:srgbClr val="20262C"/>
                </a:solidFill>
                <a:latin typeface="Arial"/>
                <a:ea typeface="Arial"/>
                <a:cs typeface="Arial"/>
              </a:defRPr>
            </a:lvl5pPr>
            <a:lvl6pPr algn="l">
              <a:defRPr sz="1650" b="1">
                <a:solidFill>
                  <a:srgbClr val="20262C"/>
                </a:solidFill>
                <a:latin typeface="Arial"/>
                <a:ea typeface="Arial"/>
                <a:cs typeface="Arial"/>
              </a:defRPr>
            </a:lvl6pPr>
            <a:lvl7pPr algn="l">
              <a:defRPr sz="1650" b="1">
                <a:solidFill>
                  <a:srgbClr val="20262C"/>
                </a:solidFill>
                <a:latin typeface="Arial"/>
                <a:ea typeface="Arial"/>
                <a:cs typeface="Arial"/>
              </a:defRPr>
            </a:lvl7pPr>
            <a:lvl8pPr algn="l">
              <a:defRPr sz="1650" b="1">
                <a:solidFill>
                  <a:srgbClr val="20262C"/>
                </a:solidFill>
                <a:latin typeface="Arial"/>
                <a:ea typeface="Arial"/>
                <a:cs typeface="Arial"/>
              </a:defRPr>
            </a:lvl8pPr>
            <a:lvl9pPr algn="l">
              <a:defRPr sz="1650" b="1">
                <a:solidFill>
                  <a:srgbClr val="20262C"/>
                </a:solidFill>
                <a:latin typeface="Arial"/>
                <a:ea typeface="Arial"/>
                <a:cs typeface="Arial"/>
              </a:defRPr>
            </a:lvl9pPr>
          </a:lstStyle>
          <a:p xmlns:a="http://schemas.openxmlformats.org/drawingml/2006/main">
            <a:pPr algn="l">
              <a:defRPr sz="1650" b="1">
                <a:solidFill>
                  <a:srgbClr val="20262C"/>
                </a:solidFill>
                <a:latin typeface="Arial"/>
                <a:ea typeface="Arial"/>
                <a:cs typeface="Arial"/>
              </a:defRPr>
            </a:pPr>
            <a:r>
              <a:rPr sz="1650" b="1">
                <a:solidFill>
                  <a:srgbClr val="20262C"/>
                </a:solidFill>
                <a:latin typeface="Arial"/>
                <a:ea typeface="Arial"/>
                <a:cs typeface="Arial"/>
              </a:rPr>
              <a:t>Risk</a:t>
            </a:r>
          </a:p>
          <a:p xmlns:a="http://schemas.openxmlformats.org/drawingml/2006/main">
            <a:pPr algn="l">
              <a:defRPr sz="1650" b="1">
                <a:solidFill>
                  <a:srgbClr val="20262C"/>
                </a:solidFill>
                <a:latin typeface="Arial"/>
                <a:ea typeface="Arial"/>
                <a:cs typeface="Arial"/>
              </a:defRPr>
            </a:pPr>
            <a:r>
              <a:rPr sz="1650" b="1">
                <a:solidFill>
                  <a:srgbClr val="20262C"/>
                </a:solidFill>
                <a:latin typeface="Arial"/>
                <a:ea typeface="Arial"/>
                <a:cs typeface="Arial"/>
              </a:rPr>
              <a:t>disclosure</a:t>
            </a:r>
          </a:p>
        </p:txBody>
      </p:sp>
      <p:sp>
        <p:nvSpPr>
          <p:cNvPr id="40" name="!!clientDoc.value.risk">
            <a:extLst xmlns:a="http://schemas.openxmlformats.org/drawingml/2006/main">
              <a:ext uri="{FF2B5EF4-FFF2-40B4-BE49-F238E27FC236}">
                <a16:creationId xmlns:a16="http://schemas.microsoft.com/office/drawing/2014/main" id="{AE496EA0-CBF2-4D0C-B31D-9489FD60DEE2}"/>
              </a:ext>
            </a:extLst>
          </p:cNvPr>
          <p:cNvSpPr>
            <a:spLocks xmlns:a="http://schemas.openxmlformats.org/drawingml/2006/main" noGrp="1"/>
          </p:cNvSpPr>
          <p:nvPr/>
        </p:nvSpPr>
        <p:spPr>
          <a:xfrm xmlns:a="http://schemas.openxmlformats.org/drawingml/2006/main">
            <a:off x="5695950" y="5934075"/>
            <a:ext cx="47053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0262C"/>
                </a:solidFill>
                <a:latin typeface="Arial"/>
                <a:ea typeface="Arial"/>
                <a:cs typeface="Arial"/>
              </a:defRPr>
            </a:defPPr>
            <a:lvl1pPr algn="l">
              <a:defRPr sz="1800" b="0">
                <a:solidFill>
                  <a:srgbClr val="20262C"/>
                </a:solidFill>
                <a:latin typeface="Arial"/>
                <a:ea typeface="Arial"/>
                <a:cs typeface="Arial"/>
              </a:defRPr>
            </a:lvl1pPr>
            <a:lvl2pPr algn="l">
              <a:defRPr sz="1800" b="0">
                <a:solidFill>
                  <a:srgbClr val="20262C"/>
                </a:solidFill>
                <a:latin typeface="Arial"/>
                <a:ea typeface="Arial"/>
                <a:cs typeface="Arial"/>
              </a:defRPr>
            </a:lvl2pPr>
            <a:lvl3pPr algn="l">
              <a:defRPr sz="1800" b="0">
                <a:solidFill>
                  <a:srgbClr val="20262C"/>
                </a:solidFill>
                <a:latin typeface="Arial"/>
                <a:ea typeface="Arial"/>
                <a:cs typeface="Arial"/>
              </a:defRPr>
            </a:lvl3pPr>
            <a:lvl4pPr algn="l">
              <a:defRPr sz="1800" b="0">
                <a:solidFill>
                  <a:srgbClr val="20262C"/>
                </a:solidFill>
                <a:latin typeface="Arial"/>
                <a:ea typeface="Arial"/>
                <a:cs typeface="Arial"/>
              </a:defRPr>
            </a:lvl4pPr>
            <a:lvl5pPr algn="l">
              <a:defRPr sz="1800" b="0">
                <a:solidFill>
                  <a:srgbClr val="20262C"/>
                </a:solidFill>
                <a:latin typeface="Arial"/>
                <a:ea typeface="Arial"/>
                <a:cs typeface="Arial"/>
              </a:defRPr>
            </a:lvl5pPr>
            <a:lvl6pPr algn="l">
              <a:defRPr sz="1800" b="0">
                <a:solidFill>
                  <a:srgbClr val="20262C"/>
                </a:solidFill>
                <a:latin typeface="Arial"/>
                <a:ea typeface="Arial"/>
                <a:cs typeface="Arial"/>
              </a:defRPr>
            </a:lvl6pPr>
            <a:lvl7pPr algn="l">
              <a:defRPr sz="1800" b="0">
                <a:solidFill>
                  <a:srgbClr val="20262C"/>
                </a:solidFill>
                <a:latin typeface="Arial"/>
                <a:ea typeface="Arial"/>
                <a:cs typeface="Arial"/>
              </a:defRPr>
            </a:lvl7pPr>
            <a:lvl8pPr algn="l">
              <a:defRPr sz="1800" b="0">
                <a:solidFill>
                  <a:srgbClr val="20262C"/>
                </a:solidFill>
                <a:latin typeface="Arial"/>
                <a:ea typeface="Arial"/>
                <a:cs typeface="Arial"/>
              </a:defRPr>
            </a:lvl8pPr>
            <a:lvl9pPr algn="l">
              <a:defRPr sz="1800" b="0">
                <a:solidFill>
                  <a:srgbClr val="20262C"/>
                </a:solidFill>
                <a:latin typeface="Arial"/>
                <a:ea typeface="Arial"/>
                <a:cs typeface="Arial"/>
              </a:defRPr>
            </a:lvl9pPr>
          </a:lstStyle>
          <a:p xmlns:a="http://schemas.openxmlformats.org/drawingml/2006/main">
            <a:pPr algn="l">
              <a:defRPr sz="1800" b="0">
                <a:solidFill>
                  <a:srgbClr val="20262C"/>
                </a:solidFill>
                <a:latin typeface="Arial"/>
                <a:ea typeface="Arial"/>
                <a:cs typeface="Arial"/>
              </a:defRPr>
            </a:pPr>
            <a:r>
              <a:rPr sz="1800" b="0">
                <a:solidFill>
                  <a:srgbClr val="20262C"/>
                </a:solidFill>
                <a:latin typeface="Arial"/>
                <a:ea typeface="Arial"/>
                <a:cs typeface="Arial"/>
              </a:rPr>
              <a:t>Investing involves risk.</a:t>
            </a:r>
          </a:p>
        </p:txBody>
      </p:sp>
      <p:sp>
        <p:nvSpPr>
          <p:cNvPr id="41" name="!!comment.meta">
            <a:extLst xmlns:a="http://schemas.openxmlformats.org/drawingml/2006/main">
              <a:ext uri="{FF2B5EF4-FFF2-40B4-BE49-F238E27FC236}">
                <a16:creationId xmlns:a16="http://schemas.microsoft.com/office/drawing/2014/main" id="{0516F551-ABA5-49A2-A5C0-6D51ECBB9B13}"/>
              </a:ext>
            </a:extLst>
          </p:cNvPr>
          <p:cNvSpPr>
            <a:spLocks xmlns:a="http://schemas.openxmlformats.org/drawingml/2006/main" noGrp="1"/>
          </p:cNvSpPr>
          <p:nvPr/>
        </p:nvSpPr>
        <p:spPr>
          <a:xfrm xmlns:a="http://schemas.openxmlformats.org/drawingml/2006/main">
            <a:off x="11182350" y="2714625"/>
            <a:ext cx="3409950" cy="1323975"/>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42" name="!!comment.meta.role">
            <a:extLst xmlns:a="http://schemas.openxmlformats.org/drawingml/2006/main">
              <a:ext uri="{FF2B5EF4-FFF2-40B4-BE49-F238E27FC236}">
                <a16:creationId xmlns:a16="http://schemas.microsoft.com/office/drawing/2014/main" id="{733AB508-7FDD-470A-88D1-B87EC088A5EC}"/>
              </a:ext>
            </a:extLst>
          </p:cNvPr>
          <p:cNvSpPr>
            <a:spLocks xmlns:a="http://schemas.openxmlformats.org/drawingml/2006/main" noGrp="1"/>
          </p:cNvSpPr>
          <p:nvPr/>
        </p:nvSpPr>
        <p:spPr>
          <a:xfrm xmlns:a="http://schemas.openxmlformats.org/drawingml/2006/main">
            <a:off x="11372850" y="2857500"/>
            <a:ext cx="3028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20262C"/>
                </a:solidFill>
                <a:latin typeface="Arial"/>
                <a:ea typeface="Arial"/>
                <a:cs typeface="Arial"/>
              </a:defRPr>
            </a:defPPr>
            <a:lvl1pPr algn="l">
              <a:defRPr sz="1725" b="1">
                <a:solidFill>
                  <a:srgbClr val="20262C"/>
                </a:solidFill>
                <a:latin typeface="Arial"/>
                <a:ea typeface="Arial"/>
                <a:cs typeface="Arial"/>
              </a:defRPr>
            </a:lvl1pPr>
            <a:lvl2pPr algn="l">
              <a:defRPr sz="1725" b="1">
                <a:solidFill>
                  <a:srgbClr val="20262C"/>
                </a:solidFill>
                <a:latin typeface="Arial"/>
                <a:ea typeface="Arial"/>
                <a:cs typeface="Arial"/>
              </a:defRPr>
            </a:lvl2pPr>
            <a:lvl3pPr algn="l">
              <a:defRPr sz="1725" b="1">
                <a:solidFill>
                  <a:srgbClr val="20262C"/>
                </a:solidFill>
                <a:latin typeface="Arial"/>
                <a:ea typeface="Arial"/>
                <a:cs typeface="Arial"/>
              </a:defRPr>
            </a:lvl3pPr>
            <a:lvl4pPr algn="l">
              <a:defRPr sz="1725" b="1">
                <a:solidFill>
                  <a:srgbClr val="20262C"/>
                </a:solidFill>
                <a:latin typeface="Arial"/>
                <a:ea typeface="Arial"/>
                <a:cs typeface="Arial"/>
              </a:defRPr>
            </a:lvl4pPr>
            <a:lvl5pPr algn="l">
              <a:defRPr sz="1725" b="1">
                <a:solidFill>
                  <a:srgbClr val="20262C"/>
                </a:solidFill>
                <a:latin typeface="Arial"/>
                <a:ea typeface="Arial"/>
                <a:cs typeface="Arial"/>
              </a:defRPr>
            </a:lvl5pPr>
            <a:lvl6pPr algn="l">
              <a:defRPr sz="1725" b="1">
                <a:solidFill>
                  <a:srgbClr val="20262C"/>
                </a:solidFill>
                <a:latin typeface="Arial"/>
                <a:ea typeface="Arial"/>
                <a:cs typeface="Arial"/>
              </a:defRPr>
            </a:lvl6pPr>
            <a:lvl7pPr algn="l">
              <a:defRPr sz="1725" b="1">
                <a:solidFill>
                  <a:srgbClr val="20262C"/>
                </a:solidFill>
                <a:latin typeface="Arial"/>
                <a:ea typeface="Arial"/>
                <a:cs typeface="Arial"/>
              </a:defRPr>
            </a:lvl7pPr>
            <a:lvl8pPr algn="l">
              <a:defRPr sz="1725" b="1">
                <a:solidFill>
                  <a:srgbClr val="20262C"/>
                </a:solidFill>
                <a:latin typeface="Arial"/>
                <a:ea typeface="Arial"/>
                <a:cs typeface="Arial"/>
              </a:defRPr>
            </a:lvl8pPr>
            <a:lvl9pPr algn="l">
              <a:defRPr sz="1725" b="1">
                <a:solidFill>
                  <a:srgbClr val="20262C"/>
                </a:solidFill>
                <a:latin typeface="Arial"/>
                <a:ea typeface="Arial"/>
                <a:cs typeface="Arial"/>
              </a:defRPr>
            </a:lvl9pPr>
          </a:lstStyle>
          <a:p xmlns:a="http://schemas.openxmlformats.org/drawingml/2006/main">
            <a:pPr algn="l">
              <a:defRPr sz="1725" b="1">
                <a:solidFill>
                  <a:srgbClr val="20262C"/>
                </a:solidFill>
                <a:latin typeface="Arial"/>
                <a:ea typeface="Arial"/>
                <a:cs typeface="Arial"/>
              </a:defRPr>
            </a:pPr>
            <a:r>
              <a:rPr sz="1725" b="1">
                <a:solidFill>
                  <a:srgbClr val="20262C"/>
                </a:solidFill>
                <a:latin typeface="Arial"/>
                <a:ea typeface="Arial"/>
                <a:cs typeface="Arial"/>
              </a:rPr>
              <a:t>LLM checks current sources</a:t>
            </a:r>
          </a:p>
        </p:txBody>
      </p:sp>
      <p:sp>
        <p:nvSpPr>
          <p:cNvPr id="43" name="!!comment.meta.body">
            <a:extLst xmlns:a="http://schemas.openxmlformats.org/drawingml/2006/main">
              <a:ext uri="{FF2B5EF4-FFF2-40B4-BE49-F238E27FC236}">
                <a16:creationId xmlns:a16="http://schemas.microsoft.com/office/drawing/2014/main" id="{D460E881-54A7-4BDF-9F5A-DD9366F8F598}"/>
              </a:ext>
            </a:extLst>
          </p:cNvPr>
          <p:cNvSpPr>
            <a:spLocks xmlns:a="http://schemas.openxmlformats.org/drawingml/2006/main" noGrp="1"/>
          </p:cNvSpPr>
          <p:nvPr/>
        </p:nvSpPr>
        <p:spPr>
          <a:xfrm xmlns:a="http://schemas.openxmlformats.org/drawingml/2006/main">
            <a:off x="11372850" y="3209925"/>
            <a:ext cx="30289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20262C"/>
                </a:solidFill>
                <a:latin typeface="Arial"/>
                <a:ea typeface="Arial"/>
                <a:cs typeface="Arial"/>
              </a:defRPr>
            </a:defPPr>
            <a:lvl1pPr algn="l">
              <a:defRPr sz="1650" b="0">
                <a:solidFill>
                  <a:srgbClr val="20262C"/>
                </a:solidFill>
                <a:latin typeface="Arial"/>
                <a:ea typeface="Arial"/>
                <a:cs typeface="Arial"/>
              </a:defRPr>
            </a:lvl1pPr>
            <a:lvl2pPr algn="l">
              <a:defRPr sz="1650" b="0">
                <a:solidFill>
                  <a:srgbClr val="20262C"/>
                </a:solidFill>
                <a:latin typeface="Arial"/>
                <a:ea typeface="Arial"/>
                <a:cs typeface="Arial"/>
              </a:defRPr>
            </a:lvl2pPr>
            <a:lvl3pPr algn="l">
              <a:defRPr sz="1650" b="0">
                <a:solidFill>
                  <a:srgbClr val="20262C"/>
                </a:solidFill>
                <a:latin typeface="Arial"/>
                <a:ea typeface="Arial"/>
                <a:cs typeface="Arial"/>
              </a:defRPr>
            </a:lvl3pPr>
            <a:lvl4pPr algn="l">
              <a:defRPr sz="1650" b="0">
                <a:solidFill>
                  <a:srgbClr val="20262C"/>
                </a:solidFill>
                <a:latin typeface="Arial"/>
                <a:ea typeface="Arial"/>
                <a:cs typeface="Arial"/>
              </a:defRPr>
            </a:lvl4pPr>
            <a:lvl5pPr algn="l">
              <a:defRPr sz="1650" b="0">
                <a:solidFill>
                  <a:srgbClr val="20262C"/>
                </a:solidFill>
                <a:latin typeface="Arial"/>
                <a:ea typeface="Arial"/>
                <a:cs typeface="Arial"/>
              </a:defRPr>
            </a:lvl5pPr>
            <a:lvl6pPr algn="l">
              <a:defRPr sz="1650" b="0">
                <a:solidFill>
                  <a:srgbClr val="20262C"/>
                </a:solidFill>
                <a:latin typeface="Arial"/>
                <a:ea typeface="Arial"/>
                <a:cs typeface="Arial"/>
              </a:defRPr>
            </a:lvl6pPr>
            <a:lvl7pPr algn="l">
              <a:defRPr sz="1650" b="0">
                <a:solidFill>
                  <a:srgbClr val="20262C"/>
                </a:solidFill>
                <a:latin typeface="Arial"/>
                <a:ea typeface="Arial"/>
                <a:cs typeface="Arial"/>
              </a:defRPr>
            </a:lvl7pPr>
            <a:lvl8pPr algn="l">
              <a:defRPr sz="1650" b="0">
                <a:solidFill>
                  <a:srgbClr val="20262C"/>
                </a:solidFill>
                <a:latin typeface="Arial"/>
                <a:ea typeface="Arial"/>
                <a:cs typeface="Arial"/>
              </a:defRPr>
            </a:lvl8pPr>
            <a:lvl9pPr algn="l">
              <a:defRPr sz="1650" b="0">
                <a:solidFill>
                  <a:srgbClr val="20262C"/>
                </a:solidFill>
                <a:latin typeface="Arial"/>
                <a:ea typeface="Arial"/>
                <a:cs typeface="Arial"/>
              </a:defRPr>
            </a:lvl9pPr>
          </a:lstStyle>
          <a:p xmlns:a="http://schemas.openxmlformats.org/drawingml/2006/main">
            <a:pPr algn="l">
              <a:defRPr sz="1650" b="0">
                <a:solidFill>
                  <a:srgbClr val="20262C"/>
                </a:solidFill>
                <a:latin typeface="Arial"/>
                <a:ea typeface="Arial"/>
                <a:cs typeface="Arial"/>
              </a:defRPr>
            </a:pPr>
            <a:r>
              <a:rPr sz="1650" b="0">
                <a:solidFill>
                  <a:srgbClr val="20262C"/>
                </a:solidFill>
                <a:latin typeface="Arial"/>
                <a:ea typeface="Arial"/>
                <a:cs typeface="Arial"/>
              </a:rPr>
              <a:t>Name and period are outdated.</a:t>
            </a:r>
          </a:p>
          <a:p xmlns:a="http://schemas.openxmlformats.org/drawingml/2006/main">
            <a:pPr algn="l">
              <a:defRPr sz="1650" b="0">
                <a:solidFill>
                  <a:srgbClr val="20262C"/>
                </a:solidFill>
                <a:latin typeface="Arial"/>
                <a:ea typeface="Arial"/>
                <a:cs typeface="Arial"/>
              </a:defRPr>
            </a:pPr>
            <a:r>
              <a:rPr sz="1650" b="0">
                <a:solidFill>
                  <a:srgbClr val="20262C"/>
                </a:solidFill>
                <a:latin typeface="Arial"/>
                <a:ea typeface="Arial"/>
                <a:cs typeface="Arial"/>
              </a:rPr>
              <a:t>Use current documents.</a:t>
            </a:r>
          </a:p>
        </p:txBody>
      </p:sp>
      <p:sp>
        <p:nvSpPr>
          <p:cNvPr id="44" name="!!comment.meta.lead.1">
            <a:extLst xmlns:a="http://schemas.openxmlformats.org/drawingml/2006/main">
              <a:ext uri="{FF2B5EF4-FFF2-40B4-BE49-F238E27FC236}">
                <a16:creationId xmlns:a16="http://schemas.microsoft.com/office/drawing/2014/main" id="{4A726408-D6E2-4449-95E1-22A223E279B5}"/>
              </a:ext>
            </a:extLst>
          </p:cNvPr>
          <p:cNvSpPr>
            <a:spLocks xmlns:a="http://schemas.openxmlformats.org/drawingml/2006/main" noGrp="1"/>
          </p:cNvSpPr>
          <p:nvPr/>
        </p:nvSpPr>
        <p:spPr>
          <a:xfrm xmlns:a="http://schemas.openxmlformats.org/drawingml/2006/main" flipH="0" flipV="0">
            <a:off x="10629900" y="4000500"/>
            <a:ext cx="266700" cy="953"/>
          </a:xfrm>
          <a:prstGeom xmlns:a="http://schemas.openxmlformats.org/drawingml/2006/main" prst="line">
            <a:avLst/>
          </a:prstGeom>
          <a:noFill xmlns:a="http://schemas.openxmlformats.org/drawingml/2006/main"/>
          <a:ln xmlns:a="http://schemas.openxmlformats.org/drawingml/2006/main" w="17145">
            <a:solidFill>
              <a:srgbClr val="005A9C"/>
            </a:solidFill>
            <a:prstDash val="solid"/>
          </a:ln>
        </p:spPr>
      </p:sp>
      <p:sp>
        <p:nvSpPr>
          <p:cNvPr id="45" name="!!comment.meta.lead.2">
            <a:extLst xmlns:a="http://schemas.openxmlformats.org/drawingml/2006/main">
              <a:ext uri="{FF2B5EF4-FFF2-40B4-BE49-F238E27FC236}">
                <a16:creationId xmlns:a16="http://schemas.microsoft.com/office/drawing/2014/main" id="{90BB548C-D8A8-4D3F-9387-AC7B5075BBAA}"/>
              </a:ext>
            </a:extLst>
          </p:cNvPr>
          <p:cNvSpPr>
            <a:spLocks xmlns:a="http://schemas.openxmlformats.org/drawingml/2006/main" noGrp="1"/>
          </p:cNvSpPr>
          <p:nvPr/>
        </p:nvSpPr>
        <p:spPr>
          <a:xfrm xmlns:a="http://schemas.openxmlformats.org/drawingml/2006/main" flipH="0" flipV="1">
            <a:off x="10896600" y="3371850"/>
            <a:ext cx="953" cy="628650"/>
          </a:xfrm>
          <a:prstGeom xmlns:a="http://schemas.openxmlformats.org/drawingml/2006/main" prst="line">
            <a:avLst/>
          </a:prstGeom>
          <a:noFill xmlns:a="http://schemas.openxmlformats.org/drawingml/2006/main"/>
          <a:ln xmlns:a="http://schemas.openxmlformats.org/drawingml/2006/main" w="17145">
            <a:solidFill>
              <a:srgbClr val="005A9C"/>
            </a:solidFill>
            <a:prstDash val="solid"/>
          </a:ln>
        </p:spPr>
      </p:sp>
      <p:sp>
        <p:nvSpPr>
          <p:cNvPr id="46" name="!!comment.meta.lead.3.line">
            <a:extLst xmlns:a="http://schemas.openxmlformats.org/drawingml/2006/main">
              <a:ext uri="{FF2B5EF4-FFF2-40B4-BE49-F238E27FC236}">
                <a16:creationId xmlns:a16="http://schemas.microsoft.com/office/drawing/2014/main" id="{A9B780E2-CD14-449E-8717-08080B4E7429}"/>
              </a:ext>
            </a:extLst>
          </p:cNvPr>
          <p:cNvSpPr>
            <a:spLocks xmlns:a="http://schemas.openxmlformats.org/drawingml/2006/main" noGrp="1"/>
          </p:cNvSpPr>
          <p:nvPr/>
        </p:nvSpPr>
        <p:spPr>
          <a:xfrm xmlns:a="http://schemas.openxmlformats.org/drawingml/2006/main" flipH="0" flipV="0">
            <a:off x="10896600" y="3371850"/>
            <a:ext cx="285750" cy="953"/>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47" name="!!comment.meta.lead.3.tip">
            <a:extLst xmlns:a="http://schemas.openxmlformats.org/drawingml/2006/main">
              <a:ext uri="{FF2B5EF4-FFF2-40B4-BE49-F238E27FC236}">
                <a16:creationId xmlns:a16="http://schemas.microsoft.com/office/drawing/2014/main" id="{D66A70C2-D835-4C40-AF8B-813606A3E7CD}"/>
              </a:ext>
            </a:extLst>
          </p:cNvPr>
          <p:cNvSpPr>
            <a:spLocks xmlns:a="http://schemas.openxmlformats.org/drawingml/2006/main" noGrp="1"/>
          </p:cNvSpPr>
          <p:nvPr/>
        </p:nvSpPr>
        <p:spPr>
          <a:xfrm xmlns:a="http://schemas.openxmlformats.org/drawingml/2006/main" rot="5400000">
            <a:off x="11125200" y="3314700"/>
            <a:ext cx="114300" cy="11430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48" name="!!comment.view">
            <a:extLst xmlns:a="http://schemas.openxmlformats.org/drawingml/2006/main">
              <a:ext uri="{FF2B5EF4-FFF2-40B4-BE49-F238E27FC236}">
                <a16:creationId xmlns:a16="http://schemas.microsoft.com/office/drawing/2014/main" id="{19F841B2-ABAA-4D53-93C0-ED4C3B86ABD0}"/>
              </a:ext>
            </a:extLst>
          </p:cNvPr>
          <p:cNvSpPr>
            <a:spLocks xmlns:a="http://schemas.openxmlformats.org/drawingml/2006/main" noGrp="1"/>
          </p:cNvSpPr>
          <p:nvPr/>
        </p:nvSpPr>
        <p:spPr>
          <a:xfrm xmlns:a="http://schemas.openxmlformats.org/drawingml/2006/main">
            <a:off x="11182350" y="4219575"/>
            <a:ext cx="3409950" cy="1323975"/>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49" name="!!comment.view.role">
            <a:extLst xmlns:a="http://schemas.openxmlformats.org/drawingml/2006/main">
              <a:ext uri="{FF2B5EF4-FFF2-40B4-BE49-F238E27FC236}">
                <a16:creationId xmlns:a16="http://schemas.microsoft.com/office/drawing/2014/main" id="{63204CAA-0807-4892-9F03-D92BEB95D195}"/>
              </a:ext>
            </a:extLst>
          </p:cNvPr>
          <p:cNvSpPr>
            <a:spLocks xmlns:a="http://schemas.openxmlformats.org/drawingml/2006/main" noGrp="1"/>
          </p:cNvSpPr>
          <p:nvPr/>
        </p:nvSpPr>
        <p:spPr>
          <a:xfrm xmlns:a="http://schemas.openxmlformats.org/drawingml/2006/main">
            <a:off x="11372850" y="4362450"/>
            <a:ext cx="3028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62C"/>
                </a:solidFill>
                <a:latin typeface="Arial"/>
                <a:ea typeface="Arial"/>
                <a:cs typeface="Arial"/>
              </a:defRPr>
            </a:defPPr>
            <a:lvl1pPr algn="l">
              <a:defRPr sz="1800" b="1">
                <a:solidFill>
                  <a:srgbClr val="20262C"/>
                </a:solidFill>
                <a:latin typeface="Arial"/>
                <a:ea typeface="Arial"/>
                <a:cs typeface="Arial"/>
              </a:defRPr>
            </a:lvl1pPr>
            <a:lvl2pPr algn="l">
              <a:defRPr sz="1800" b="1">
                <a:solidFill>
                  <a:srgbClr val="20262C"/>
                </a:solidFill>
                <a:latin typeface="Arial"/>
                <a:ea typeface="Arial"/>
                <a:cs typeface="Arial"/>
              </a:defRPr>
            </a:lvl2pPr>
            <a:lvl3pPr algn="l">
              <a:defRPr sz="1800" b="1">
                <a:solidFill>
                  <a:srgbClr val="20262C"/>
                </a:solidFill>
                <a:latin typeface="Arial"/>
                <a:ea typeface="Arial"/>
                <a:cs typeface="Arial"/>
              </a:defRPr>
            </a:lvl3pPr>
            <a:lvl4pPr algn="l">
              <a:defRPr sz="1800" b="1">
                <a:solidFill>
                  <a:srgbClr val="20262C"/>
                </a:solidFill>
                <a:latin typeface="Arial"/>
                <a:ea typeface="Arial"/>
                <a:cs typeface="Arial"/>
              </a:defRPr>
            </a:lvl4pPr>
            <a:lvl5pPr algn="l">
              <a:defRPr sz="1800" b="1">
                <a:solidFill>
                  <a:srgbClr val="20262C"/>
                </a:solidFill>
                <a:latin typeface="Arial"/>
                <a:ea typeface="Arial"/>
                <a:cs typeface="Arial"/>
              </a:defRPr>
            </a:lvl5pPr>
            <a:lvl6pPr algn="l">
              <a:defRPr sz="1800" b="1">
                <a:solidFill>
                  <a:srgbClr val="20262C"/>
                </a:solidFill>
                <a:latin typeface="Arial"/>
                <a:ea typeface="Arial"/>
                <a:cs typeface="Arial"/>
              </a:defRPr>
            </a:lvl6pPr>
            <a:lvl7pPr algn="l">
              <a:defRPr sz="1800" b="1">
                <a:solidFill>
                  <a:srgbClr val="20262C"/>
                </a:solidFill>
                <a:latin typeface="Arial"/>
                <a:ea typeface="Arial"/>
                <a:cs typeface="Arial"/>
              </a:defRPr>
            </a:lvl7pPr>
            <a:lvl8pPr algn="l">
              <a:defRPr sz="1800" b="1">
                <a:solidFill>
                  <a:srgbClr val="20262C"/>
                </a:solidFill>
                <a:latin typeface="Arial"/>
                <a:ea typeface="Arial"/>
                <a:cs typeface="Arial"/>
              </a:defRPr>
            </a:lvl8pPr>
            <a:lvl9pPr algn="l">
              <a:defRPr sz="1800" b="1">
                <a:solidFill>
                  <a:srgbClr val="20262C"/>
                </a:solidFill>
                <a:latin typeface="Arial"/>
                <a:ea typeface="Arial"/>
                <a:cs typeface="Arial"/>
              </a:defRPr>
            </a:lvl9pPr>
          </a:lstStyle>
          <a:p xmlns:a="http://schemas.openxmlformats.org/drawingml/2006/main">
            <a:pPr algn="l">
              <a:defRPr sz="1800" b="1">
                <a:solidFill>
                  <a:srgbClr val="20262C"/>
                </a:solidFill>
                <a:latin typeface="Arial"/>
                <a:ea typeface="Arial"/>
                <a:cs typeface="Arial"/>
              </a:defRPr>
            </a:pPr>
            <a:r>
              <a:rPr sz="1800" b="1">
                <a:solidFill>
                  <a:srgbClr val="20262C"/>
                </a:solidFill>
                <a:latin typeface="Arial"/>
                <a:ea typeface="Arial"/>
                <a:cs typeface="Arial"/>
              </a:rPr>
              <a:t>LLM compares meaning</a:t>
            </a:r>
          </a:p>
        </p:txBody>
      </p:sp>
      <p:sp>
        <p:nvSpPr>
          <p:cNvPr id="50" name="!!comment.view.body">
            <a:extLst xmlns:a="http://schemas.openxmlformats.org/drawingml/2006/main">
              <a:ext uri="{FF2B5EF4-FFF2-40B4-BE49-F238E27FC236}">
                <a16:creationId xmlns:a16="http://schemas.microsoft.com/office/drawing/2014/main" id="{E148B85C-5A00-40FD-A79A-A5A66A8F5C6D}"/>
              </a:ext>
            </a:extLst>
          </p:cNvPr>
          <p:cNvSpPr>
            <a:spLocks xmlns:a="http://schemas.openxmlformats.org/drawingml/2006/main" noGrp="1"/>
          </p:cNvSpPr>
          <p:nvPr/>
        </p:nvSpPr>
        <p:spPr>
          <a:xfrm xmlns:a="http://schemas.openxmlformats.org/drawingml/2006/main">
            <a:off x="11372850" y="4714875"/>
            <a:ext cx="30289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20262C"/>
                </a:solidFill>
                <a:latin typeface="Arial"/>
                <a:ea typeface="Arial"/>
                <a:cs typeface="Arial"/>
              </a:defRPr>
            </a:defPPr>
            <a:lvl1pPr algn="l">
              <a:defRPr sz="1650" b="0">
                <a:solidFill>
                  <a:srgbClr val="20262C"/>
                </a:solidFill>
                <a:latin typeface="Arial"/>
                <a:ea typeface="Arial"/>
                <a:cs typeface="Arial"/>
              </a:defRPr>
            </a:lvl1pPr>
            <a:lvl2pPr algn="l">
              <a:defRPr sz="1650" b="0">
                <a:solidFill>
                  <a:srgbClr val="20262C"/>
                </a:solidFill>
                <a:latin typeface="Arial"/>
                <a:ea typeface="Arial"/>
                <a:cs typeface="Arial"/>
              </a:defRPr>
            </a:lvl2pPr>
            <a:lvl3pPr algn="l">
              <a:defRPr sz="1650" b="0">
                <a:solidFill>
                  <a:srgbClr val="20262C"/>
                </a:solidFill>
                <a:latin typeface="Arial"/>
                <a:ea typeface="Arial"/>
                <a:cs typeface="Arial"/>
              </a:defRPr>
            </a:lvl3pPr>
            <a:lvl4pPr algn="l">
              <a:defRPr sz="1650" b="0">
                <a:solidFill>
                  <a:srgbClr val="20262C"/>
                </a:solidFill>
                <a:latin typeface="Arial"/>
                <a:ea typeface="Arial"/>
                <a:cs typeface="Arial"/>
              </a:defRPr>
            </a:lvl4pPr>
            <a:lvl5pPr algn="l">
              <a:defRPr sz="1650" b="0">
                <a:solidFill>
                  <a:srgbClr val="20262C"/>
                </a:solidFill>
                <a:latin typeface="Arial"/>
                <a:ea typeface="Arial"/>
                <a:cs typeface="Arial"/>
              </a:defRPr>
            </a:lvl5pPr>
            <a:lvl6pPr algn="l">
              <a:defRPr sz="1650" b="0">
                <a:solidFill>
                  <a:srgbClr val="20262C"/>
                </a:solidFill>
                <a:latin typeface="Arial"/>
                <a:ea typeface="Arial"/>
                <a:cs typeface="Arial"/>
              </a:defRPr>
            </a:lvl6pPr>
            <a:lvl7pPr algn="l">
              <a:defRPr sz="1650" b="0">
                <a:solidFill>
                  <a:srgbClr val="20262C"/>
                </a:solidFill>
                <a:latin typeface="Arial"/>
                <a:ea typeface="Arial"/>
                <a:cs typeface="Arial"/>
              </a:defRPr>
            </a:lvl7pPr>
            <a:lvl8pPr algn="l">
              <a:defRPr sz="1650" b="0">
                <a:solidFill>
                  <a:srgbClr val="20262C"/>
                </a:solidFill>
                <a:latin typeface="Arial"/>
                <a:ea typeface="Arial"/>
                <a:cs typeface="Arial"/>
              </a:defRPr>
            </a:lvl8pPr>
            <a:lvl9pPr algn="l">
              <a:defRPr sz="1650" b="0">
                <a:solidFill>
                  <a:srgbClr val="20262C"/>
                </a:solidFill>
                <a:latin typeface="Arial"/>
                <a:ea typeface="Arial"/>
                <a:cs typeface="Arial"/>
              </a:defRPr>
            </a:lvl9pPr>
          </a:lstStyle>
          <a:p xmlns:a="http://schemas.openxmlformats.org/drawingml/2006/main">
            <a:pPr algn="l">
              <a:defRPr sz="1650" b="0">
                <a:solidFill>
                  <a:srgbClr val="20262C"/>
                </a:solidFill>
                <a:latin typeface="Arial"/>
                <a:ea typeface="Arial"/>
                <a:cs typeface="Arial"/>
              </a:defRPr>
            </a:pPr>
            <a:r>
              <a:rPr sz="1650" b="0">
                <a:solidFill>
                  <a:srgbClr val="20262C"/>
                </a:solidFill>
                <a:latin typeface="Arial"/>
                <a:ea typeface="Arial"/>
                <a:cs typeface="Arial"/>
              </a:rPr>
              <a:t>Restocking drove growth.</a:t>
            </a:r>
          </a:p>
          <a:p xmlns:a="http://schemas.openxmlformats.org/drawingml/2006/main">
            <a:pPr algn="l">
              <a:defRPr sz="1650" b="0">
                <a:solidFill>
                  <a:srgbClr val="20262C"/>
                </a:solidFill>
                <a:latin typeface="Arial"/>
                <a:ea typeface="Arial"/>
                <a:cs typeface="Arial"/>
              </a:defRPr>
            </a:pPr>
            <a:r>
              <a:rPr sz="1650" b="0">
                <a:solidFill>
                  <a:srgbClr val="20262C"/>
                </a:solidFill>
                <a:latin typeface="Arial"/>
                <a:ea typeface="Arial"/>
                <a:cs typeface="Arial"/>
              </a:rPr>
              <a:t>Add the driver and uncertainty</a:t>
            </a:r>
          </a:p>
          <a:p xmlns:a="http://schemas.openxmlformats.org/drawingml/2006/main">
            <a:pPr algn="l">
              <a:defRPr sz="1650" b="0">
                <a:solidFill>
                  <a:srgbClr val="20262C"/>
                </a:solidFill>
                <a:latin typeface="Arial"/>
                <a:ea typeface="Arial"/>
                <a:cs typeface="Arial"/>
              </a:defRPr>
            </a:pPr>
            <a:r>
              <a:rPr sz="1650" b="0">
                <a:solidFill>
                  <a:srgbClr val="20262C"/>
                </a:solidFill>
                <a:latin typeface="Arial"/>
                <a:ea typeface="Arial"/>
                <a:cs typeface="Arial"/>
              </a:rPr>
              <a:t>over its duration.</a:t>
            </a:r>
          </a:p>
        </p:txBody>
      </p:sp>
      <p:sp>
        <p:nvSpPr>
          <p:cNvPr id="51" name="!!comment.view.lead.1">
            <a:extLst xmlns:a="http://schemas.openxmlformats.org/drawingml/2006/main">
              <a:ext uri="{FF2B5EF4-FFF2-40B4-BE49-F238E27FC236}">
                <a16:creationId xmlns:a16="http://schemas.microsoft.com/office/drawing/2014/main" id="{CCD49E37-3C35-4B74-ABA7-FED93C8B37A9}"/>
              </a:ext>
            </a:extLst>
          </p:cNvPr>
          <p:cNvSpPr>
            <a:spLocks xmlns:a="http://schemas.openxmlformats.org/drawingml/2006/main" noGrp="1"/>
          </p:cNvSpPr>
          <p:nvPr/>
        </p:nvSpPr>
        <p:spPr>
          <a:xfrm xmlns:a="http://schemas.openxmlformats.org/drawingml/2006/main" flipH="0" flipV="0">
            <a:off x="10629900" y="5353050"/>
            <a:ext cx="266700" cy="953"/>
          </a:xfrm>
          <a:prstGeom xmlns:a="http://schemas.openxmlformats.org/drawingml/2006/main" prst="line">
            <a:avLst/>
          </a:prstGeom>
          <a:noFill xmlns:a="http://schemas.openxmlformats.org/drawingml/2006/main"/>
          <a:ln xmlns:a="http://schemas.openxmlformats.org/drawingml/2006/main" w="17145">
            <a:solidFill>
              <a:srgbClr val="005A9C"/>
            </a:solidFill>
            <a:prstDash val="solid"/>
          </a:ln>
        </p:spPr>
      </p:sp>
      <p:sp>
        <p:nvSpPr>
          <p:cNvPr id="52" name="!!comment.view.lead.2">
            <a:extLst xmlns:a="http://schemas.openxmlformats.org/drawingml/2006/main">
              <a:ext uri="{FF2B5EF4-FFF2-40B4-BE49-F238E27FC236}">
                <a16:creationId xmlns:a16="http://schemas.microsoft.com/office/drawing/2014/main" id="{D3918FAA-B6DE-445F-8EE7-5516BEE2A97C}"/>
              </a:ext>
            </a:extLst>
          </p:cNvPr>
          <p:cNvSpPr>
            <a:spLocks xmlns:a="http://schemas.openxmlformats.org/drawingml/2006/main" noGrp="1"/>
          </p:cNvSpPr>
          <p:nvPr/>
        </p:nvSpPr>
        <p:spPr>
          <a:xfrm xmlns:a="http://schemas.openxmlformats.org/drawingml/2006/main" flipH="0" flipV="1">
            <a:off x="10896600" y="4876800"/>
            <a:ext cx="953" cy="476250"/>
          </a:xfrm>
          <a:prstGeom xmlns:a="http://schemas.openxmlformats.org/drawingml/2006/main" prst="line">
            <a:avLst/>
          </a:prstGeom>
          <a:noFill xmlns:a="http://schemas.openxmlformats.org/drawingml/2006/main"/>
          <a:ln xmlns:a="http://schemas.openxmlformats.org/drawingml/2006/main" w="17145">
            <a:solidFill>
              <a:srgbClr val="005A9C"/>
            </a:solidFill>
            <a:prstDash val="solid"/>
          </a:ln>
        </p:spPr>
      </p:sp>
      <p:sp>
        <p:nvSpPr>
          <p:cNvPr id="53" name="!!comment.view.lead.3.line">
            <a:extLst xmlns:a="http://schemas.openxmlformats.org/drawingml/2006/main">
              <a:ext uri="{FF2B5EF4-FFF2-40B4-BE49-F238E27FC236}">
                <a16:creationId xmlns:a16="http://schemas.microsoft.com/office/drawing/2014/main" id="{A5C30522-FFE1-4D5C-84B7-2B62D9096A25}"/>
              </a:ext>
            </a:extLst>
          </p:cNvPr>
          <p:cNvSpPr>
            <a:spLocks xmlns:a="http://schemas.openxmlformats.org/drawingml/2006/main" noGrp="1"/>
          </p:cNvSpPr>
          <p:nvPr/>
        </p:nvSpPr>
        <p:spPr>
          <a:xfrm xmlns:a="http://schemas.openxmlformats.org/drawingml/2006/main" flipH="0" flipV="0">
            <a:off x="10896600" y="4876800"/>
            <a:ext cx="285750" cy="953"/>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54" name="!!comment.view.lead.3.tip">
            <a:extLst xmlns:a="http://schemas.openxmlformats.org/drawingml/2006/main">
              <a:ext uri="{FF2B5EF4-FFF2-40B4-BE49-F238E27FC236}">
                <a16:creationId xmlns:a16="http://schemas.microsoft.com/office/drawing/2014/main" id="{F5C85213-2B88-4AEF-9FF3-46879C34EF19}"/>
              </a:ext>
            </a:extLst>
          </p:cNvPr>
          <p:cNvSpPr>
            <a:spLocks xmlns:a="http://schemas.openxmlformats.org/drawingml/2006/main" noGrp="1"/>
          </p:cNvSpPr>
          <p:nvPr/>
        </p:nvSpPr>
        <p:spPr>
          <a:xfrm xmlns:a="http://schemas.openxmlformats.org/drawingml/2006/main" rot="5400000">
            <a:off x="11125200" y="4819650"/>
            <a:ext cx="114300" cy="11430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55" name="!!comment.risk">
            <a:extLst xmlns:a="http://schemas.openxmlformats.org/drawingml/2006/main">
              <a:ext uri="{FF2B5EF4-FFF2-40B4-BE49-F238E27FC236}">
                <a16:creationId xmlns:a16="http://schemas.microsoft.com/office/drawing/2014/main" id="{6F05D630-16FD-4C42-9655-CB9D13B49CC5}"/>
              </a:ext>
            </a:extLst>
          </p:cNvPr>
          <p:cNvSpPr>
            <a:spLocks xmlns:a="http://schemas.openxmlformats.org/drawingml/2006/main" noGrp="1"/>
          </p:cNvSpPr>
          <p:nvPr/>
        </p:nvSpPr>
        <p:spPr>
          <a:xfrm xmlns:a="http://schemas.openxmlformats.org/drawingml/2006/main">
            <a:off x="11182350" y="5724525"/>
            <a:ext cx="3409950" cy="1323975"/>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56" name="!!comment.risk.role">
            <a:extLst xmlns:a="http://schemas.openxmlformats.org/drawingml/2006/main">
              <a:ext uri="{FF2B5EF4-FFF2-40B4-BE49-F238E27FC236}">
                <a16:creationId xmlns:a16="http://schemas.microsoft.com/office/drawing/2014/main" id="{D6D017F8-6D58-4A96-9EB6-60D1ECB95AD1}"/>
              </a:ext>
            </a:extLst>
          </p:cNvPr>
          <p:cNvSpPr>
            <a:spLocks xmlns:a="http://schemas.openxmlformats.org/drawingml/2006/main" noGrp="1"/>
          </p:cNvSpPr>
          <p:nvPr/>
        </p:nvSpPr>
        <p:spPr>
          <a:xfrm xmlns:a="http://schemas.openxmlformats.org/drawingml/2006/main">
            <a:off x="11372850" y="5867400"/>
            <a:ext cx="3028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62C"/>
                </a:solidFill>
                <a:latin typeface="Arial"/>
                <a:ea typeface="Arial"/>
                <a:cs typeface="Arial"/>
              </a:defRPr>
            </a:defPPr>
            <a:lvl1pPr algn="l">
              <a:defRPr sz="1800" b="1">
                <a:solidFill>
                  <a:srgbClr val="20262C"/>
                </a:solidFill>
                <a:latin typeface="Arial"/>
                <a:ea typeface="Arial"/>
                <a:cs typeface="Arial"/>
              </a:defRPr>
            </a:lvl1pPr>
            <a:lvl2pPr algn="l">
              <a:defRPr sz="1800" b="1">
                <a:solidFill>
                  <a:srgbClr val="20262C"/>
                </a:solidFill>
                <a:latin typeface="Arial"/>
                <a:ea typeface="Arial"/>
                <a:cs typeface="Arial"/>
              </a:defRPr>
            </a:lvl2pPr>
            <a:lvl3pPr algn="l">
              <a:defRPr sz="1800" b="1">
                <a:solidFill>
                  <a:srgbClr val="20262C"/>
                </a:solidFill>
                <a:latin typeface="Arial"/>
                <a:ea typeface="Arial"/>
                <a:cs typeface="Arial"/>
              </a:defRPr>
            </a:lvl3pPr>
            <a:lvl4pPr algn="l">
              <a:defRPr sz="1800" b="1">
                <a:solidFill>
                  <a:srgbClr val="20262C"/>
                </a:solidFill>
                <a:latin typeface="Arial"/>
                <a:ea typeface="Arial"/>
                <a:cs typeface="Arial"/>
              </a:defRPr>
            </a:lvl4pPr>
            <a:lvl5pPr algn="l">
              <a:defRPr sz="1800" b="1">
                <a:solidFill>
                  <a:srgbClr val="20262C"/>
                </a:solidFill>
                <a:latin typeface="Arial"/>
                <a:ea typeface="Arial"/>
                <a:cs typeface="Arial"/>
              </a:defRPr>
            </a:lvl5pPr>
            <a:lvl6pPr algn="l">
              <a:defRPr sz="1800" b="1">
                <a:solidFill>
                  <a:srgbClr val="20262C"/>
                </a:solidFill>
                <a:latin typeface="Arial"/>
                <a:ea typeface="Arial"/>
                <a:cs typeface="Arial"/>
              </a:defRPr>
            </a:lvl6pPr>
            <a:lvl7pPr algn="l">
              <a:defRPr sz="1800" b="1">
                <a:solidFill>
                  <a:srgbClr val="20262C"/>
                </a:solidFill>
                <a:latin typeface="Arial"/>
                <a:ea typeface="Arial"/>
                <a:cs typeface="Arial"/>
              </a:defRPr>
            </a:lvl7pPr>
            <a:lvl8pPr algn="l">
              <a:defRPr sz="1800" b="1">
                <a:solidFill>
                  <a:srgbClr val="20262C"/>
                </a:solidFill>
                <a:latin typeface="Arial"/>
                <a:ea typeface="Arial"/>
                <a:cs typeface="Arial"/>
              </a:defRPr>
            </a:lvl8pPr>
            <a:lvl9pPr algn="l">
              <a:defRPr sz="1800" b="1">
                <a:solidFill>
                  <a:srgbClr val="20262C"/>
                </a:solidFill>
                <a:latin typeface="Arial"/>
                <a:ea typeface="Arial"/>
                <a:cs typeface="Arial"/>
              </a:defRPr>
            </a:lvl9pPr>
          </a:lstStyle>
          <a:p xmlns:a="http://schemas.openxmlformats.org/drawingml/2006/main">
            <a:pPr algn="l">
              <a:defRPr sz="1800" b="1">
                <a:solidFill>
                  <a:srgbClr val="20262C"/>
                </a:solidFill>
                <a:latin typeface="Arial"/>
                <a:ea typeface="Arial"/>
                <a:cs typeface="Arial"/>
              </a:defRPr>
            </a:pPr>
            <a:r>
              <a:rPr sz="1800" b="1">
                <a:solidFill>
                  <a:srgbClr val="20262C"/>
                </a:solidFill>
                <a:latin typeface="Arial"/>
                <a:ea typeface="Arial"/>
                <a:cs typeface="Arial"/>
              </a:rPr>
              <a:t>LLM clarifies risk wording</a:t>
            </a:r>
          </a:p>
        </p:txBody>
      </p:sp>
      <p:sp>
        <p:nvSpPr>
          <p:cNvPr id="57" name="!!comment.risk.body">
            <a:extLst xmlns:a="http://schemas.openxmlformats.org/drawingml/2006/main">
              <a:ext uri="{FF2B5EF4-FFF2-40B4-BE49-F238E27FC236}">
                <a16:creationId xmlns:a16="http://schemas.microsoft.com/office/drawing/2014/main" id="{404AB861-D339-4660-931A-37711A607F35}"/>
              </a:ext>
            </a:extLst>
          </p:cNvPr>
          <p:cNvSpPr>
            <a:spLocks xmlns:a="http://schemas.openxmlformats.org/drawingml/2006/main" noGrp="1"/>
          </p:cNvSpPr>
          <p:nvPr/>
        </p:nvSpPr>
        <p:spPr>
          <a:xfrm xmlns:a="http://schemas.openxmlformats.org/drawingml/2006/main">
            <a:off x="11372850" y="6219825"/>
            <a:ext cx="30289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20262C"/>
                </a:solidFill>
                <a:latin typeface="Arial"/>
                <a:ea typeface="Arial"/>
                <a:cs typeface="Arial"/>
              </a:defRPr>
            </a:defPPr>
            <a:lvl1pPr algn="l">
              <a:defRPr sz="1650" b="0">
                <a:solidFill>
                  <a:srgbClr val="20262C"/>
                </a:solidFill>
                <a:latin typeface="Arial"/>
                <a:ea typeface="Arial"/>
                <a:cs typeface="Arial"/>
              </a:defRPr>
            </a:lvl1pPr>
            <a:lvl2pPr algn="l">
              <a:defRPr sz="1650" b="0">
                <a:solidFill>
                  <a:srgbClr val="20262C"/>
                </a:solidFill>
                <a:latin typeface="Arial"/>
                <a:ea typeface="Arial"/>
                <a:cs typeface="Arial"/>
              </a:defRPr>
            </a:lvl2pPr>
            <a:lvl3pPr algn="l">
              <a:defRPr sz="1650" b="0">
                <a:solidFill>
                  <a:srgbClr val="20262C"/>
                </a:solidFill>
                <a:latin typeface="Arial"/>
                <a:ea typeface="Arial"/>
                <a:cs typeface="Arial"/>
              </a:defRPr>
            </a:lvl3pPr>
            <a:lvl4pPr algn="l">
              <a:defRPr sz="1650" b="0">
                <a:solidFill>
                  <a:srgbClr val="20262C"/>
                </a:solidFill>
                <a:latin typeface="Arial"/>
                <a:ea typeface="Arial"/>
                <a:cs typeface="Arial"/>
              </a:defRPr>
            </a:lvl4pPr>
            <a:lvl5pPr algn="l">
              <a:defRPr sz="1650" b="0">
                <a:solidFill>
                  <a:srgbClr val="20262C"/>
                </a:solidFill>
                <a:latin typeface="Arial"/>
                <a:ea typeface="Arial"/>
                <a:cs typeface="Arial"/>
              </a:defRPr>
            </a:lvl5pPr>
            <a:lvl6pPr algn="l">
              <a:defRPr sz="1650" b="0">
                <a:solidFill>
                  <a:srgbClr val="20262C"/>
                </a:solidFill>
                <a:latin typeface="Arial"/>
                <a:ea typeface="Arial"/>
                <a:cs typeface="Arial"/>
              </a:defRPr>
            </a:lvl6pPr>
            <a:lvl7pPr algn="l">
              <a:defRPr sz="1650" b="0">
                <a:solidFill>
                  <a:srgbClr val="20262C"/>
                </a:solidFill>
                <a:latin typeface="Arial"/>
                <a:ea typeface="Arial"/>
                <a:cs typeface="Arial"/>
              </a:defRPr>
            </a:lvl7pPr>
            <a:lvl8pPr algn="l">
              <a:defRPr sz="1650" b="0">
                <a:solidFill>
                  <a:srgbClr val="20262C"/>
                </a:solidFill>
                <a:latin typeface="Arial"/>
                <a:ea typeface="Arial"/>
                <a:cs typeface="Arial"/>
              </a:defRPr>
            </a:lvl8pPr>
            <a:lvl9pPr algn="l">
              <a:defRPr sz="1650" b="0">
                <a:solidFill>
                  <a:srgbClr val="20262C"/>
                </a:solidFill>
                <a:latin typeface="Arial"/>
                <a:ea typeface="Arial"/>
                <a:cs typeface="Arial"/>
              </a:defRPr>
            </a:lvl9pPr>
          </a:lstStyle>
          <a:p xmlns:a="http://schemas.openxmlformats.org/drawingml/2006/main">
            <a:pPr algn="l">
              <a:defRPr sz="1650" b="0">
                <a:solidFill>
                  <a:srgbClr val="20262C"/>
                </a:solidFill>
                <a:latin typeface="Arial"/>
                <a:ea typeface="Arial"/>
                <a:cs typeface="Arial"/>
              </a:defRPr>
            </a:pPr>
            <a:r>
              <a:rPr sz="1650" b="0">
                <a:solidFill>
                  <a:srgbClr val="20262C"/>
                </a:solidFill>
                <a:latin typeface="Arial"/>
                <a:ea typeface="Arial"/>
                <a:cs typeface="Arial"/>
              </a:rPr>
              <a:t>Specify NAV volatility</a:t>
            </a:r>
          </a:p>
          <a:p xmlns:a="http://schemas.openxmlformats.org/drawingml/2006/main">
            <a:pPr algn="l">
              <a:defRPr sz="1650" b="0">
                <a:solidFill>
                  <a:srgbClr val="20262C"/>
                </a:solidFill>
                <a:latin typeface="Arial"/>
                <a:ea typeface="Arial"/>
                <a:cs typeface="Arial"/>
              </a:defRPr>
            </a:pPr>
            <a:r>
              <a:rPr sz="1650" b="0">
                <a:solidFill>
                  <a:srgbClr val="20262C"/>
                </a:solidFill>
                <a:latin typeface="Arial"/>
                <a:ea typeface="Arial"/>
                <a:cs typeface="Arial"/>
              </a:rPr>
              <a:t>and the risk of capital loss.</a:t>
            </a:r>
          </a:p>
        </p:txBody>
      </p:sp>
      <p:sp>
        <p:nvSpPr>
          <p:cNvPr id="58" name="!!comment.risk.lead.1">
            <a:extLst xmlns:a="http://schemas.openxmlformats.org/drawingml/2006/main">
              <a:ext uri="{FF2B5EF4-FFF2-40B4-BE49-F238E27FC236}">
                <a16:creationId xmlns:a16="http://schemas.microsoft.com/office/drawing/2014/main" id="{FCCFF75F-3FFE-4406-82DC-372FBEDC8797}"/>
              </a:ext>
            </a:extLst>
          </p:cNvPr>
          <p:cNvSpPr>
            <a:spLocks xmlns:a="http://schemas.openxmlformats.org/drawingml/2006/main" noGrp="1"/>
          </p:cNvSpPr>
          <p:nvPr/>
        </p:nvSpPr>
        <p:spPr>
          <a:xfrm xmlns:a="http://schemas.openxmlformats.org/drawingml/2006/main" flipH="0" flipV="0">
            <a:off x="10629900" y="6181725"/>
            <a:ext cx="266700" cy="953"/>
          </a:xfrm>
          <a:prstGeom xmlns:a="http://schemas.openxmlformats.org/drawingml/2006/main" prst="line">
            <a:avLst/>
          </a:prstGeom>
          <a:noFill xmlns:a="http://schemas.openxmlformats.org/drawingml/2006/main"/>
          <a:ln xmlns:a="http://schemas.openxmlformats.org/drawingml/2006/main" w="17145">
            <a:solidFill>
              <a:srgbClr val="005A9C"/>
            </a:solidFill>
            <a:prstDash val="solid"/>
          </a:ln>
        </p:spPr>
      </p:sp>
      <p:sp>
        <p:nvSpPr>
          <p:cNvPr id="59" name="!!comment.risk.lead.2">
            <a:extLst xmlns:a="http://schemas.openxmlformats.org/drawingml/2006/main">
              <a:ext uri="{FF2B5EF4-FFF2-40B4-BE49-F238E27FC236}">
                <a16:creationId xmlns:a16="http://schemas.microsoft.com/office/drawing/2014/main" id="{85A2330F-C2F7-4A86-B36E-3F93DD6F4116}"/>
              </a:ext>
            </a:extLst>
          </p:cNvPr>
          <p:cNvSpPr>
            <a:spLocks xmlns:a="http://schemas.openxmlformats.org/drawingml/2006/main" noGrp="1"/>
          </p:cNvSpPr>
          <p:nvPr/>
        </p:nvSpPr>
        <p:spPr>
          <a:xfrm xmlns:a="http://schemas.openxmlformats.org/drawingml/2006/main" flipH="0" flipV="0">
            <a:off x="10896600" y="6181725"/>
            <a:ext cx="953" cy="200025"/>
          </a:xfrm>
          <a:prstGeom xmlns:a="http://schemas.openxmlformats.org/drawingml/2006/main" prst="line">
            <a:avLst/>
          </a:prstGeom>
          <a:noFill xmlns:a="http://schemas.openxmlformats.org/drawingml/2006/main"/>
          <a:ln xmlns:a="http://schemas.openxmlformats.org/drawingml/2006/main" w="17145">
            <a:solidFill>
              <a:srgbClr val="005A9C"/>
            </a:solidFill>
            <a:prstDash val="solid"/>
          </a:ln>
        </p:spPr>
      </p:sp>
      <p:sp>
        <p:nvSpPr>
          <p:cNvPr id="60" name="!!comment.risk.lead.3.line">
            <a:extLst xmlns:a="http://schemas.openxmlformats.org/drawingml/2006/main">
              <a:ext uri="{FF2B5EF4-FFF2-40B4-BE49-F238E27FC236}">
                <a16:creationId xmlns:a16="http://schemas.microsoft.com/office/drawing/2014/main" id="{502613B7-A952-4FF8-A55F-189C6357997B}"/>
              </a:ext>
            </a:extLst>
          </p:cNvPr>
          <p:cNvSpPr>
            <a:spLocks xmlns:a="http://schemas.openxmlformats.org/drawingml/2006/main" noGrp="1"/>
          </p:cNvSpPr>
          <p:nvPr/>
        </p:nvSpPr>
        <p:spPr>
          <a:xfrm xmlns:a="http://schemas.openxmlformats.org/drawingml/2006/main" flipH="0" flipV="0">
            <a:off x="10896600" y="6381750"/>
            <a:ext cx="285750" cy="953"/>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61" name="!!comment.risk.lead.3.tip">
            <a:extLst xmlns:a="http://schemas.openxmlformats.org/drawingml/2006/main">
              <a:ext uri="{FF2B5EF4-FFF2-40B4-BE49-F238E27FC236}">
                <a16:creationId xmlns:a16="http://schemas.microsoft.com/office/drawing/2014/main" id="{24827BFB-8A2B-4F47-8CBD-C7F5901AB993}"/>
              </a:ext>
            </a:extLst>
          </p:cNvPr>
          <p:cNvSpPr>
            <a:spLocks xmlns:a="http://schemas.openxmlformats.org/drawingml/2006/main" noGrp="1"/>
          </p:cNvSpPr>
          <p:nvPr/>
        </p:nvSpPr>
        <p:spPr>
          <a:xfrm xmlns:a="http://schemas.openxmlformats.org/drawingml/2006/main" rot="5400000">
            <a:off x="11125200" y="6324600"/>
            <a:ext cx="114300" cy="11430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62" name="!!review.case">
            <a:extLst xmlns:a="http://schemas.openxmlformats.org/drawingml/2006/main">
              <a:ext uri="{FF2B5EF4-FFF2-40B4-BE49-F238E27FC236}">
                <a16:creationId xmlns:a16="http://schemas.microsoft.com/office/drawing/2014/main" id="{646F0890-9EE9-4A19-BC7C-EA134DD6C139}"/>
              </a:ext>
            </a:extLst>
          </p:cNvPr>
          <p:cNvSpPr>
            <a:spLocks xmlns:a="http://schemas.openxmlformats.org/drawingml/2006/main" noGrp="1"/>
          </p:cNvSpPr>
          <p:nvPr/>
        </p:nvSpPr>
        <p:spPr>
          <a:xfrm xmlns:a="http://schemas.openxmlformats.org/drawingml/2006/main">
            <a:off x="4057650" y="7172325"/>
            <a:ext cx="105346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0262C"/>
                </a:solidFill>
                <a:latin typeface="Arial"/>
                <a:ea typeface="Arial"/>
                <a:cs typeface="Arial"/>
              </a:defRPr>
            </a:defPPr>
            <a:lvl1pPr algn="l">
              <a:defRPr sz="1800" b="0">
                <a:solidFill>
                  <a:srgbClr val="20262C"/>
                </a:solidFill>
                <a:latin typeface="Arial"/>
                <a:ea typeface="Arial"/>
                <a:cs typeface="Arial"/>
              </a:defRPr>
            </a:lvl1pPr>
            <a:lvl2pPr algn="l">
              <a:defRPr sz="1800" b="0">
                <a:solidFill>
                  <a:srgbClr val="20262C"/>
                </a:solidFill>
                <a:latin typeface="Arial"/>
                <a:ea typeface="Arial"/>
                <a:cs typeface="Arial"/>
              </a:defRPr>
            </a:lvl2pPr>
            <a:lvl3pPr algn="l">
              <a:defRPr sz="1800" b="0">
                <a:solidFill>
                  <a:srgbClr val="20262C"/>
                </a:solidFill>
                <a:latin typeface="Arial"/>
                <a:ea typeface="Arial"/>
                <a:cs typeface="Arial"/>
              </a:defRPr>
            </a:lvl3pPr>
            <a:lvl4pPr algn="l">
              <a:defRPr sz="1800" b="0">
                <a:solidFill>
                  <a:srgbClr val="20262C"/>
                </a:solidFill>
                <a:latin typeface="Arial"/>
                <a:ea typeface="Arial"/>
                <a:cs typeface="Arial"/>
              </a:defRPr>
            </a:lvl4pPr>
            <a:lvl5pPr algn="l">
              <a:defRPr sz="1800" b="0">
                <a:solidFill>
                  <a:srgbClr val="20262C"/>
                </a:solidFill>
                <a:latin typeface="Arial"/>
                <a:ea typeface="Arial"/>
                <a:cs typeface="Arial"/>
              </a:defRPr>
            </a:lvl5pPr>
            <a:lvl6pPr algn="l">
              <a:defRPr sz="1800" b="0">
                <a:solidFill>
                  <a:srgbClr val="20262C"/>
                </a:solidFill>
                <a:latin typeface="Arial"/>
                <a:ea typeface="Arial"/>
                <a:cs typeface="Arial"/>
              </a:defRPr>
            </a:lvl6pPr>
            <a:lvl7pPr algn="l">
              <a:defRPr sz="1800" b="0">
                <a:solidFill>
                  <a:srgbClr val="20262C"/>
                </a:solidFill>
                <a:latin typeface="Arial"/>
                <a:ea typeface="Arial"/>
                <a:cs typeface="Arial"/>
              </a:defRPr>
            </a:lvl7pPr>
            <a:lvl8pPr algn="l">
              <a:defRPr sz="1800" b="0">
                <a:solidFill>
                  <a:srgbClr val="20262C"/>
                </a:solidFill>
                <a:latin typeface="Arial"/>
                <a:ea typeface="Arial"/>
                <a:cs typeface="Arial"/>
              </a:defRPr>
            </a:lvl8pPr>
            <a:lvl9pPr algn="l">
              <a:defRPr sz="1800" b="0">
                <a:solidFill>
                  <a:srgbClr val="20262C"/>
                </a:solidFill>
                <a:latin typeface="Arial"/>
                <a:ea typeface="Arial"/>
                <a:cs typeface="Arial"/>
              </a:defRPr>
            </a:lvl9pPr>
          </a:lstStyle>
          <a:p xmlns:a="http://schemas.openxmlformats.org/drawingml/2006/main">
            <a:pPr algn="l">
              <a:defRPr sz="1800" b="0">
                <a:solidFill>
                  <a:srgbClr val="20262C"/>
                </a:solidFill>
                <a:latin typeface="Arial"/>
                <a:ea typeface="Arial"/>
                <a:cs typeface="Arial"/>
              </a:defRPr>
            </a:pPr>
            <a:r>
              <a:rPr sz="1800" b="0">
                <a:solidFill>
                  <a:srgbClr val="20262C"/>
                </a:solidFill>
                <a:latin typeface="Arial"/>
                <a:ea typeface="Arial"/>
                <a:cs typeface="Arial"/>
              </a:rPr>
              <a:t>Penghua suggests rule-based edits. Yingmi supports pre-review, revision and rechecking.</a:t>
            </a:r>
          </a:p>
        </p:txBody>
      </p:sp>
      <p:sp>
        <p:nvSpPr>
          <p:cNvPr id="64" name="!!story.header.client.bar">
            <a:extLst xmlns:a="http://schemas.openxmlformats.org/drawingml/2006/main">
              <a:ext uri="{FF2B5EF4-FFF2-40B4-BE49-F238E27FC236}">
                <a16:creationId xmlns:a16="http://schemas.microsoft.com/office/drawing/2014/main" id="{A619335B-FF15-43F9-9CCC-233F57CAF767}"/>
              </a:ext>
            </a:extLst>
          </p:cNvPr>
          <p:cNvSpPr>
            <a:spLocks xmlns:a="http://schemas.openxmlformats.org/drawingml/2006/main" noGrp="1"/>
          </p:cNvSpPr>
          <p:nvPr/>
        </p:nvSpPr>
        <p:spPr>
          <a:xfrm xmlns:a="http://schemas.openxmlformats.org/drawingml/2006/main">
            <a:off x="10668000" y="1257300"/>
            <a:ext cx="47625" cy="238125"/>
          </a:xfrm>
          <a:prstGeom xmlns:a="http://schemas.openxmlformats.org/drawingml/2006/main" prst="rect">
            <a:avLst/>
          </a:prstGeom>
          <a:solidFill xmlns:a="http://schemas.openxmlformats.org/drawingml/2006/main">
            <a:srgbClr val="7363A6"/>
          </a:solidFill>
          <a:ln xmlns:a="http://schemas.openxmlformats.org/drawingml/2006/main" w="0">
            <a:noFill/>
          </a:ln>
        </p:spPr>
      </p:sp>
      <p:sp>
        <p:nvSpPr>
          <p:cNvPr id="65" name="!!story.header.client.name">
            <a:extLst xmlns:a="http://schemas.openxmlformats.org/drawingml/2006/main">
              <a:ext uri="{FF2B5EF4-FFF2-40B4-BE49-F238E27FC236}">
                <a16:creationId xmlns:a16="http://schemas.microsoft.com/office/drawing/2014/main" id="{3F3CC7A0-10D8-47C5-A1C8-A988E6D96829}"/>
              </a:ext>
            </a:extLst>
          </p:cNvPr>
          <p:cNvSpPr>
            <a:spLocks xmlns:a="http://schemas.openxmlformats.org/drawingml/2006/main" noGrp="1"/>
          </p:cNvSpPr>
          <p:nvPr/>
        </p:nvSpPr>
        <p:spPr>
          <a:xfrm xmlns:a="http://schemas.openxmlformats.org/drawingml/2006/main">
            <a:off x="10801350" y="1190625"/>
            <a:ext cx="152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7363A6"/>
                </a:solidFill>
                <a:latin typeface="Arial"/>
                <a:ea typeface="Arial"/>
                <a:cs typeface="Arial"/>
              </a:defRPr>
            </a:defPPr>
            <a:lvl1pPr algn="l">
              <a:defRPr sz="1800" b="1">
                <a:solidFill>
                  <a:srgbClr val="7363A6"/>
                </a:solidFill>
                <a:latin typeface="Arial"/>
                <a:ea typeface="Arial"/>
                <a:cs typeface="Arial"/>
              </a:defRPr>
            </a:lvl1pPr>
            <a:lvl2pPr algn="l">
              <a:defRPr sz="1800" b="1">
                <a:solidFill>
                  <a:srgbClr val="7363A6"/>
                </a:solidFill>
                <a:latin typeface="Arial"/>
                <a:ea typeface="Arial"/>
                <a:cs typeface="Arial"/>
              </a:defRPr>
            </a:lvl2pPr>
            <a:lvl3pPr algn="l">
              <a:defRPr sz="1800" b="1">
                <a:solidFill>
                  <a:srgbClr val="7363A6"/>
                </a:solidFill>
                <a:latin typeface="Arial"/>
                <a:ea typeface="Arial"/>
                <a:cs typeface="Arial"/>
              </a:defRPr>
            </a:lvl3pPr>
            <a:lvl4pPr algn="l">
              <a:defRPr sz="1800" b="1">
                <a:solidFill>
                  <a:srgbClr val="7363A6"/>
                </a:solidFill>
                <a:latin typeface="Arial"/>
                <a:ea typeface="Arial"/>
                <a:cs typeface="Arial"/>
              </a:defRPr>
            </a:lvl4pPr>
            <a:lvl5pPr algn="l">
              <a:defRPr sz="1800" b="1">
                <a:solidFill>
                  <a:srgbClr val="7363A6"/>
                </a:solidFill>
                <a:latin typeface="Arial"/>
                <a:ea typeface="Arial"/>
                <a:cs typeface="Arial"/>
              </a:defRPr>
            </a:lvl5pPr>
            <a:lvl6pPr algn="l">
              <a:defRPr sz="1800" b="1">
                <a:solidFill>
                  <a:srgbClr val="7363A6"/>
                </a:solidFill>
                <a:latin typeface="Arial"/>
                <a:ea typeface="Arial"/>
                <a:cs typeface="Arial"/>
              </a:defRPr>
            </a:lvl6pPr>
            <a:lvl7pPr algn="l">
              <a:defRPr sz="1800" b="1">
                <a:solidFill>
                  <a:srgbClr val="7363A6"/>
                </a:solidFill>
                <a:latin typeface="Arial"/>
                <a:ea typeface="Arial"/>
                <a:cs typeface="Arial"/>
              </a:defRPr>
            </a:lvl7pPr>
            <a:lvl8pPr algn="l">
              <a:defRPr sz="1800" b="1">
                <a:solidFill>
                  <a:srgbClr val="7363A6"/>
                </a:solidFill>
                <a:latin typeface="Arial"/>
                <a:ea typeface="Arial"/>
                <a:cs typeface="Arial"/>
              </a:defRPr>
            </a:lvl8pPr>
            <a:lvl9pPr algn="l">
              <a:defRPr sz="1800" b="1">
                <a:solidFill>
                  <a:srgbClr val="7363A6"/>
                </a:solidFill>
                <a:latin typeface="Arial"/>
                <a:ea typeface="Arial"/>
                <a:cs typeface="Arial"/>
              </a:defRPr>
            </a:lvl9pPr>
          </a:lstStyle>
          <a:p xmlns:a="http://schemas.openxmlformats.org/drawingml/2006/main">
            <a:pPr algn="l">
              <a:defRPr sz="1800" b="1">
                <a:solidFill>
                  <a:srgbClr val="7363A6"/>
                </a:solidFill>
                <a:latin typeface="Arial"/>
                <a:ea typeface="Arial"/>
                <a:cs typeface="Arial"/>
              </a:defRPr>
            </a:pPr>
            <a:r>
              <a:rPr sz="1800" b="1">
                <a:solidFill>
                  <a:srgbClr val="7363A6"/>
                </a:solidFill>
                <a:latin typeface="Arial"/>
                <a:ea typeface="Arial"/>
                <a:cs typeface="Arial"/>
              </a:rPr>
              <a:t>Client update</a:t>
            </a:r>
          </a:p>
        </p:txBody>
      </p:sp>
      <p:sp>
        <p:nvSpPr>
          <p:cNvPr id="66" name="!!story.header.client.qualifier">
            <a:extLst xmlns:a="http://schemas.openxmlformats.org/drawingml/2006/main">
              <a:ext uri="{FF2B5EF4-FFF2-40B4-BE49-F238E27FC236}">
                <a16:creationId xmlns:a16="http://schemas.microsoft.com/office/drawing/2014/main" id="{B676B6AB-3D08-4C13-96BB-4798EE5EA143}"/>
              </a:ext>
            </a:extLst>
          </p:cNvPr>
          <p:cNvSpPr>
            <a:spLocks xmlns:a="http://schemas.openxmlformats.org/drawingml/2006/main" noGrp="1"/>
          </p:cNvSpPr>
          <p:nvPr/>
        </p:nvSpPr>
        <p:spPr>
          <a:xfrm xmlns:a="http://schemas.openxmlformats.org/drawingml/2006/main">
            <a:off x="12430125" y="1238250"/>
            <a:ext cx="14001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707C88"/>
                </a:solidFill>
                <a:latin typeface="Arial"/>
                <a:ea typeface="Arial"/>
                <a:cs typeface="Arial"/>
              </a:defRPr>
            </a:defPPr>
            <a:lvl1pPr algn="l">
              <a:defRPr sz="1500" b="0">
                <a:solidFill>
                  <a:srgbClr val="707C88"/>
                </a:solidFill>
                <a:latin typeface="Arial"/>
                <a:ea typeface="Arial"/>
                <a:cs typeface="Arial"/>
              </a:defRPr>
            </a:lvl1pPr>
            <a:lvl2pPr algn="l">
              <a:defRPr sz="1500" b="0">
                <a:solidFill>
                  <a:srgbClr val="707C88"/>
                </a:solidFill>
                <a:latin typeface="Arial"/>
                <a:ea typeface="Arial"/>
                <a:cs typeface="Arial"/>
              </a:defRPr>
            </a:lvl2pPr>
            <a:lvl3pPr algn="l">
              <a:defRPr sz="1500" b="0">
                <a:solidFill>
                  <a:srgbClr val="707C88"/>
                </a:solidFill>
                <a:latin typeface="Arial"/>
                <a:ea typeface="Arial"/>
                <a:cs typeface="Arial"/>
              </a:defRPr>
            </a:lvl3pPr>
            <a:lvl4pPr algn="l">
              <a:defRPr sz="1500" b="0">
                <a:solidFill>
                  <a:srgbClr val="707C88"/>
                </a:solidFill>
                <a:latin typeface="Arial"/>
                <a:ea typeface="Arial"/>
                <a:cs typeface="Arial"/>
              </a:defRPr>
            </a:lvl4pPr>
            <a:lvl5pPr algn="l">
              <a:defRPr sz="1500" b="0">
                <a:solidFill>
                  <a:srgbClr val="707C88"/>
                </a:solidFill>
                <a:latin typeface="Arial"/>
                <a:ea typeface="Arial"/>
                <a:cs typeface="Arial"/>
              </a:defRPr>
            </a:lvl5pPr>
            <a:lvl6pPr algn="l">
              <a:defRPr sz="1500" b="0">
                <a:solidFill>
                  <a:srgbClr val="707C88"/>
                </a:solidFill>
                <a:latin typeface="Arial"/>
                <a:ea typeface="Arial"/>
                <a:cs typeface="Arial"/>
              </a:defRPr>
            </a:lvl6pPr>
            <a:lvl7pPr algn="l">
              <a:defRPr sz="1500" b="0">
                <a:solidFill>
                  <a:srgbClr val="707C88"/>
                </a:solidFill>
                <a:latin typeface="Arial"/>
                <a:ea typeface="Arial"/>
                <a:cs typeface="Arial"/>
              </a:defRPr>
            </a:lvl7pPr>
            <a:lvl8pPr algn="l">
              <a:defRPr sz="1500" b="0">
                <a:solidFill>
                  <a:srgbClr val="707C88"/>
                </a:solidFill>
                <a:latin typeface="Arial"/>
                <a:ea typeface="Arial"/>
                <a:cs typeface="Arial"/>
              </a:defRPr>
            </a:lvl8pPr>
            <a:lvl9pPr algn="l">
              <a:defRPr sz="1500" b="0">
                <a:solidFill>
                  <a:srgbClr val="707C88"/>
                </a:solidFill>
                <a:latin typeface="Arial"/>
                <a:ea typeface="Arial"/>
                <a:cs typeface="Arial"/>
              </a:defRPr>
            </a:lvl9pPr>
          </a:lstStyle>
          <a:p xmlns:a="http://schemas.openxmlformats.org/drawingml/2006/main">
            <a:pPr algn="l">
              <a:defRPr sz="1500" b="0">
                <a:solidFill>
                  <a:srgbClr val="707C88"/>
                </a:solidFill>
                <a:latin typeface="Arial"/>
                <a:ea typeface="Arial"/>
                <a:cs typeface="Arial"/>
              </a:defRPr>
            </a:pPr>
            <a:r>
              <a:rPr sz="1500" b="0">
                <a:solidFill>
                  <a:srgbClr val="707C88"/>
                </a:solidFill>
                <a:latin typeface="Arial"/>
                <a:ea typeface="Arial"/>
                <a:cs typeface="Arial"/>
              </a:rPr>
              <a:t>Review V1</a:t>
            </a:r>
          </a:p>
        </p:txBody>
      </p:sp>
      <p:sp>
        <p:nvSpPr>
          <p:cNvPr id="67" name="!!story.client.document">
            <a:extLst xmlns:a="http://schemas.openxmlformats.org/drawingml/2006/main">
              <a:ext uri="{FF2B5EF4-FFF2-40B4-BE49-F238E27FC236}">
                <a16:creationId xmlns:a16="http://schemas.microsoft.com/office/drawing/2014/main" id="{D03BDE5E-0D73-4B73-B436-0ECDFF25DE0C}"/>
              </a:ext>
            </a:extLst>
          </p:cNvPr>
          <p:cNvSpPr>
            <a:spLocks xmlns:a="http://schemas.openxmlformats.org/drawingml/2006/main" noGrp="1"/>
          </p:cNvSpPr>
          <p:nvPr/>
        </p:nvSpPr>
        <p:spPr>
          <a:xfrm xmlns:a="http://schemas.openxmlformats.org/drawingml/2006/main">
            <a:off x="4000500" y="2752725"/>
            <a:ext cx="57150" cy="4143375"/>
          </a:xfrm>
          <a:prstGeom xmlns:a="http://schemas.openxmlformats.org/drawingml/2006/main" prst="rect">
            <a:avLst/>
          </a:prstGeom>
          <a:solidFill xmlns:a="http://schemas.openxmlformats.org/drawingml/2006/main">
            <a:srgbClr val="7363A6"/>
          </a:solidFill>
          <a:ln xmlns:a="http://schemas.openxmlformats.org/drawingml/2006/main" w="0">
            <a:noFill/>
          </a:ln>
        </p:spPr>
      </p:sp>
    </p:spTree>
    <p:extLst>
      <p:ext uri="{BB962C8B-B14F-4D97-AF65-F5344CB8AC3E}">
        <p14:creationId xmlns:p14="http://schemas.microsoft.com/office/powerpoint/2010/main" val="910269246"/>
      </p:ext>
    </p:extLst>
  </p:cSld>
  <mc:AlternateContent xmlns:mc="http://schemas.openxmlformats.org/markup-compatibility/2006">
    <mc:Choice xmlns:p159="http://schemas.microsoft.com/office/powerpoint/2015/09/main" Requires="p159">
      <p:transition xmlns:p14="http://schemas.microsoft.com/office/powerpoint/2010/main" spd="med" advClick="1" p14:dur="700">
        <p159:morph option="byObject"/>
      </p:transition>
    </mc:Choice>
    <mc:Fallback>
      <p:transition spd="fast" advClick="1">
        <p:fade/>
      </p:transition>
    </mc:Fallback>
  </mc:AlternateContent>
  <p:timing>
    <p:tnLst>
      <p:par>
        <p:cTn id="1" dur="indefinite" restart="never" nodeType="tmRoot">
          <p:childTnLst>
            <p:seq concurrent="1" nextAc="seek">
              <p:cTn id="2" dur="indefinite" nodeType="mainSeq">
                <p:childTnLst>
                  <p:par>
                    <p:cTn id="3" fill="hold">
                      <p:stCondLst>
                        <p:cond delay="0"/>
                      </p:stCondLst>
                      <p:childTnLst>
                        <p:par>
                          <p:cTn id="4" presetID="1" presetClass="entr" presetSubtype="0" fill="hold" nodeType="withEffect" grpId="0">
                            <p:stCondLst>
                              <p:cond delay="150"/>
                            </p:stCondLst>
                            <p:childTnLst>
                              <p:set>
                                <p:cBhvr>
                                  <p:cTn id="5" dur="1" fill="hold">
                                    <p:stCondLst>
                                      <p:cond delay="0"/>
                                    </p:stCondLst>
                                  </p:cTn>
                                  <p:tgtEl>
                                    <p:spTgt spid="41"/>
                                  </p:tgtEl>
                                  <p:attrNameLst>
                                    <p:attrName>style.visibility</p:attrName>
                                  </p:attrNameLst>
                                </p:cBhvr>
                                <p:to>
                                  <p:strVal val="visible"/>
                                </p:to>
                              </p:set>
                            </p:childTnLst>
                          </p:cTn>
                        </p:par>
                        <p:par>
                          <p:cTn id="6" presetID="1" presetClass="entr" presetSubtype="0" fill="hold" nodeType="withEffect" grpId="0">
                            <p:stCondLst>
                              <p:cond delay="150"/>
                            </p:stCondLst>
                            <p:childTnLst>
                              <p:set>
                                <p:cBhvr>
                                  <p:cTn id="7" dur="1" fill="hold">
                                    <p:stCondLst>
                                      <p:cond delay="0"/>
                                    </p:stCondLst>
                                  </p:cTn>
                                  <p:tgtEl>
                                    <p:spTgt spid="42"/>
                                  </p:tgtEl>
                                  <p:attrNameLst>
                                    <p:attrName>style.visibility</p:attrName>
                                  </p:attrNameLst>
                                </p:cBhvr>
                                <p:to>
                                  <p:strVal val="visible"/>
                                </p:to>
                              </p:set>
                            </p:childTnLst>
                          </p:cTn>
                        </p:par>
                        <p:par>
                          <p:cTn id="8" presetID="1" presetClass="entr" presetSubtype="0" fill="hold" nodeType="withEffect" grpId="0">
                            <p:stCondLst>
                              <p:cond delay="150"/>
                            </p:stCondLst>
                            <p:childTnLst>
                              <p:set>
                                <p:cBhvr>
                                  <p:cTn id="9" dur="1" fill="hold">
                                    <p:stCondLst>
                                      <p:cond delay="0"/>
                                    </p:stCondLst>
                                  </p:cTn>
                                  <p:tgtEl>
                                    <p:spTgt spid="43"/>
                                  </p:tgtEl>
                                  <p:attrNameLst>
                                    <p:attrName>style.visibility</p:attrName>
                                  </p:attrNameLst>
                                </p:cBhvr>
                                <p:to>
                                  <p:strVal val="visible"/>
                                </p:to>
                              </p:set>
                            </p:childTnLst>
                          </p:cTn>
                        </p:par>
                        <p:par>
                          <p:cTn id="10" presetID="1" presetClass="entr" presetSubtype="0" fill="hold" nodeType="withEffect" grpId="0">
                            <p:stCondLst>
                              <p:cond delay="150"/>
                            </p:stCondLst>
                            <p:childTnLst>
                              <p:set>
                                <p:cBhvr>
                                  <p:cTn id="11" dur="1" fill="hold">
                                    <p:stCondLst>
                                      <p:cond delay="0"/>
                                    </p:stCondLst>
                                  </p:cTn>
                                  <p:tgtEl>
                                    <p:spTgt spid="44"/>
                                  </p:tgtEl>
                                  <p:attrNameLst>
                                    <p:attrName>style.visibility</p:attrName>
                                  </p:attrNameLst>
                                </p:cBhvr>
                                <p:to>
                                  <p:strVal val="visible"/>
                                </p:to>
                              </p:set>
                            </p:childTnLst>
                          </p:cTn>
                        </p:par>
                        <p:par>
                          <p:cTn id="12" presetID="1" presetClass="entr" presetSubtype="0" fill="hold" nodeType="withEffect" grpId="0">
                            <p:stCondLst>
                              <p:cond delay="150"/>
                            </p:stCondLst>
                            <p:childTnLst>
                              <p:set>
                                <p:cBhvr>
                                  <p:cTn id="13" dur="1" fill="hold">
                                    <p:stCondLst>
                                      <p:cond delay="0"/>
                                    </p:stCondLst>
                                  </p:cTn>
                                  <p:tgtEl>
                                    <p:spTgt spid="45"/>
                                  </p:tgtEl>
                                  <p:attrNameLst>
                                    <p:attrName>style.visibility</p:attrName>
                                  </p:attrNameLst>
                                </p:cBhvr>
                                <p:to>
                                  <p:strVal val="visible"/>
                                </p:to>
                              </p:set>
                            </p:childTnLst>
                          </p:cTn>
                        </p:par>
                        <p:par>
                          <p:cTn id="14" presetID="1" presetClass="entr" presetSubtype="0" fill="hold" nodeType="withEffect" grpId="0">
                            <p:stCondLst>
                              <p:cond delay="150"/>
                            </p:stCondLst>
                            <p:childTnLst>
                              <p:set>
                                <p:cBhvr>
                                  <p:cTn id="15" dur="1" fill="hold">
                                    <p:stCondLst>
                                      <p:cond delay="0"/>
                                    </p:stCondLst>
                                  </p:cTn>
                                  <p:tgtEl>
                                    <p:spTgt spid="46"/>
                                  </p:tgtEl>
                                  <p:attrNameLst>
                                    <p:attrName>style.visibility</p:attrName>
                                  </p:attrNameLst>
                                </p:cBhvr>
                                <p:to>
                                  <p:strVal val="visible"/>
                                </p:to>
                              </p:set>
                            </p:childTnLst>
                          </p:cTn>
                        </p:par>
                        <p:par>
                          <p:cTn id="16" presetID="1" presetClass="entr" presetSubtype="0" fill="hold" nodeType="withEffect" grpId="0">
                            <p:stCondLst>
                              <p:cond delay="150"/>
                            </p:stCondLst>
                            <p:childTnLst>
                              <p:set>
                                <p:cBhvr>
                                  <p:cTn id="17" dur="1" fill="hold">
                                    <p:stCondLst>
                                      <p:cond delay="0"/>
                                    </p:stCondLst>
                                  </p:cTn>
                                  <p:tgtEl>
                                    <p:spTgt spid="47"/>
                                  </p:tgtEl>
                                  <p:attrNameLst>
                                    <p:attrName>style.visibility</p:attrName>
                                  </p:attrNameLst>
                                </p:cBhvr>
                                <p:to>
                                  <p:strVal val="visible"/>
                                </p:to>
                              </p:set>
                            </p:childTnLst>
                          </p:cTn>
                        </p:par>
                        <p:par>
                          <p:cTn id="18" presetID="1" presetClass="entr" presetSubtype="0" fill="hold" nodeType="withEffect" grpId="0">
                            <p:stCondLst>
                              <p:cond delay="15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nodeType="withEffect" grpId="0">
                            <p:stCondLst>
                              <p:cond delay="150"/>
                            </p:stCondLst>
                            <p:childTnLst>
                              <p:set>
                                <p:cBhvr>
                                  <p:cTn id="21" dur="1" fill="hold">
                                    <p:stCondLst>
                                      <p:cond delay="0"/>
                                    </p:stCondLst>
                                  </p:cTn>
                                  <p:tgtEl>
                                    <p:spTgt spid="32"/>
                                  </p:tgtEl>
                                  <p:attrNameLst>
                                    <p:attrName>style.visibility</p:attrName>
                                  </p:attrNameLst>
                                </p:cBhvr>
                                <p:to>
                                  <p:strVal val="visible"/>
                                </p:to>
                              </p:set>
                            </p:childTnLst>
                          </p:cTn>
                        </p:par>
                        <p:par>
                          <p:cTn id="22" presetID="1" presetClass="entr" presetSubtype="0" fill="hold" nodeType="withEffect" grpId="0">
                            <p:stCondLst>
                              <p:cond delay="700"/>
                            </p:stCondLst>
                            <p:childTnLst>
                              <p:set>
                                <p:cBhvr>
                                  <p:cTn id="23" dur="1" fill="hold">
                                    <p:stCondLst>
                                      <p:cond delay="0"/>
                                    </p:stCondLst>
                                  </p:cTn>
                                  <p:tgtEl>
                                    <p:spTgt spid="48"/>
                                  </p:tgtEl>
                                  <p:attrNameLst>
                                    <p:attrName>style.visibility</p:attrName>
                                  </p:attrNameLst>
                                </p:cBhvr>
                                <p:to>
                                  <p:strVal val="visible"/>
                                </p:to>
                              </p:set>
                            </p:childTnLst>
                          </p:cTn>
                        </p:par>
                        <p:par>
                          <p:cTn id="24" presetID="1" presetClass="entr" presetSubtype="0" fill="hold" nodeType="withEffect" grpId="0">
                            <p:stCondLst>
                              <p:cond delay="700"/>
                            </p:stCondLst>
                            <p:childTnLst>
                              <p:set>
                                <p:cBhvr>
                                  <p:cTn id="25" dur="1" fill="hold">
                                    <p:stCondLst>
                                      <p:cond delay="0"/>
                                    </p:stCondLst>
                                  </p:cTn>
                                  <p:tgtEl>
                                    <p:spTgt spid="49"/>
                                  </p:tgtEl>
                                  <p:attrNameLst>
                                    <p:attrName>style.visibility</p:attrName>
                                  </p:attrNameLst>
                                </p:cBhvr>
                                <p:to>
                                  <p:strVal val="visible"/>
                                </p:to>
                              </p:set>
                            </p:childTnLst>
                          </p:cTn>
                        </p:par>
                        <p:par>
                          <p:cTn id="26" presetID="1" presetClass="entr" presetSubtype="0" fill="hold" nodeType="withEffect" grpId="0">
                            <p:stCondLst>
                              <p:cond delay="700"/>
                            </p:stCondLst>
                            <p:childTnLst>
                              <p:set>
                                <p:cBhvr>
                                  <p:cTn id="27" dur="1" fill="hold">
                                    <p:stCondLst>
                                      <p:cond delay="0"/>
                                    </p:stCondLst>
                                  </p:cTn>
                                  <p:tgtEl>
                                    <p:spTgt spid="50"/>
                                  </p:tgtEl>
                                  <p:attrNameLst>
                                    <p:attrName>style.visibility</p:attrName>
                                  </p:attrNameLst>
                                </p:cBhvr>
                                <p:to>
                                  <p:strVal val="visible"/>
                                </p:to>
                              </p:set>
                            </p:childTnLst>
                          </p:cTn>
                        </p:par>
                        <p:par>
                          <p:cTn id="28" presetID="1" presetClass="entr" presetSubtype="0" fill="hold" nodeType="withEffect" grpId="0">
                            <p:stCondLst>
                              <p:cond delay="700"/>
                            </p:stCondLst>
                            <p:childTnLst>
                              <p:set>
                                <p:cBhvr>
                                  <p:cTn id="29" dur="1" fill="hold">
                                    <p:stCondLst>
                                      <p:cond delay="0"/>
                                    </p:stCondLst>
                                  </p:cTn>
                                  <p:tgtEl>
                                    <p:spTgt spid="51"/>
                                  </p:tgtEl>
                                  <p:attrNameLst>
                                    <p:attrName>style.visibility</p:attrName>
                                  </p:attrNameLst>
                                </p:cBhvr>
                                <p:to>
                                  <p:strVal val="visible"/>
                                </p:to>
                              </p:set>
                            </p:childTnLst>
                          </p:cTn>
                        </p:par>
                        <p:par>
                          <p:cTn id="30" presetID="1" presetClass="entr" presetSubtype="0" fill="hold" nodeType="withEffect" grpId="0">
                            <p:stCondLst>
                              <p:cond delay="700"/>
                            </p:stCondLst>
                            <p:childTnLst>
                              <p:set>
                                <p:cBhvr>
                                  <p:cTn id="31" dur="1" fill="hold">
                                    <p:stCondLst>
                                      <p:cond delay="0"/>
                                    </p:stCondLst>
                                  </p:cTn>
                                  <p:tgtEl>
                                    <p:spTgt spid="52"/>
                                  </p:tgtEl>
                                  <p:attrNameLst>
                                    <p:attrName>style.visibility</p:attrName>
                                  </p:attrNameLst>
                                </p:cBhvr>
                                <p:to>
                                  <p:strVal val="visible"/>
                                </p:to>
                              </p:set>
                            </p:childTnLst>
                          </p:cTn>
                        </p:par>
                        <p:par>
                          <p:cTn id="32" presetID="1" presetClass="entr" presetSubtype="0" fill="hold" nodeType="withEffect" grpId="0">
                            <p:stCondLst>
                              <p:cond delay="700"/>
                            </p:stCondLst>
                            <p:childTnLst>
                              <p:set>
                                <p:cBhvr>
                                  <p:cTn id="33" dur="1" fill="hold">
                                    <p:stCondLst>
                                      <p:cond delay="0"/>
                                    </p:stCondLst>
                                  </p:cTn>
                                  <p:tgtEl>
                                    <p:spTgt spid="53"/>
                                  </p:tgtEl>
                                  <p:attrNameLst>
                                    <p:attrName>style.visibility</p:attrName>
                                  </p:attrNameLst>
                                </p:cBhvr>
                                <p:to>
                                  <p:strVal val="visible"/>
                                </p:to>
                              </p:set>
                            </p:childTnLst>
                          </p:cTn>
                        </p:par>
                        <p:par>
                          <p:cTn id="34" presetID="1" presetClass="entr" presetSubtype="0" fill="hold" nodeType="withEffect" grpId="0">
                            <p:stCondLst>
                              <p:cond delay="700"/>
                            </p:stCondLst>
                            <p:childTnLst>
                              <p:set>
                                <p:cBhvr>
                                  <p:cTn id="35" dur="1" fill="hold">
                                    <p:stCondLst>
                                      <p:cond delay="0"/>
                                    </p:stCondLst>
                                  </p:cTn>
                                  <p:tgtEl>
                                    <p:spTgt spid="54"/>
                                  </p:tgtEl>
                                  <p:attrNameLst>
                                    <p:attrName>style.visibility</p:attrName>
                                  </p:attrNameLst>
                                </p:cBhvr>
                                <p:to>
                                  <p:strVal val="visible"/>
                                </p:to>
                              </p:set>
                            </p:childTnLst>
                          </p:cTn>
                        </p:par>
                        <p:par>
                          <p:cTn id="36" presetID="1" presetClass="entr" presetSubtype="0" fill="hold" nodeType="withEffect" grpId="0">
                            <p:stCondLst>
                              <p:cond delay="700"/>
                            </p:stCondLst>
                            <p:childTnLst>
                              <p:set>
                                <p:cBhvr>
                                  <p:cTn id="37" dur="1" fill="hold">
                                    <p:stCondLst>
                                      <p:cond delay="0"/>
                                    </p:stCondLst>
                                  </p:cTn>
                                  <p:tgtEl>
                                    <p:spTgt spid="35"/>
                                  </p:tgtEl>
                                  <p:attrNameLst>
                                    <p:attrName>style.visibility</p:attrName>
                                  </p:attrNameLst>
                                </p:cBhvr>
                                <p:to>
                                  <p:strVal val="visible"/>
                                </p:to>
                              </p:set>
                            </p:childTnLst>
                          </p:cTn>
                        </p:par>
                        <p:par>
                          <p:cTn id="38" presetID="1" presetClass="entr" presetSubtype="0" fill="hold" nodeType="withEffect" grpId="0">
                            <p:stCondLst>
                              <p:cond delay="1250"/>
                            </p:stCondLst>
                            <p:childTnLst>
                              <p:set>
                                <p:cBhvr>
                                  <p:cTn id="39" dur="1" fill="hold">
                                    <p:stCondLst>
                                      <p:cond delay="0"/>
                                    </p:stCondLst>
                                  </p:cTn>
                                  <p:tgtEl>
                                    <p:spTgt spid="55"/>
                                  </p:tgtEl>
                                  <p:attrNameLst>
                                    <p:attrName>style.visibility</p:attrName>
                                  </p:attrNameLst>
                                </p:cBhvr>
                                <p:to>
                                  <p:strVal val="visible"/>
                                </p:to>
                              </p:set>
                            </p:childTnLst>
                          </p:cTn>
                        </p:par>
                        <p:par>
                          <p:cTn id="40" presetID="1" presetClass="entr" presetSubtype="0" fill="hold" nodeType="withEffect" grpId="0">
                            <p:stCondLst>
                              <p:cond delay="1250"/>
                            </p:stCondLst>
                            <p:childTnLst>
                              <p:set>
                                <p:cBhvr>
                                  <p:cTn id="41" dur="1" fill="hold">
                                    <p:stCondLst>
                                      <p:cond delay="0"/>
                                    </p:stCondLst>
                                  </p:cTn>
                                  <p:tgtEl>
                                    <p:spTgt spid="56"/>
                                  </p:tgtEl>
                                  <p:attrNameLst>
                                    <p:attrName>style.visibility</p:attrName>
                                  </p:attrNameLst>
                                </p:cBhvr>
                                <p:to>
                                  <p:strVal val="visible"/>
                                </p:to>
                              </p:set>
                            </p:childTnLst>
                          </p:cTn>
                        </p:par>
                        <p:par>
                          <p:cTn id="42" presetID="1" presetClass="entr" presetSubtype="0" fill="hold" nodeType="withEffect" grpId="0">
                            <p:stCondLst>
                              <p:cond delay="1250"/>
                            </p:stCondLst>
                            <p:childTnLst>
                              <p:set>
                                <p:cBhvr>
                                  <p:cTn id="43" dur="1" fill="hold">
                                    <p:stCondLst>
                                      <p:cond delay="0"/>
                                    </p:stCondLst>
                                  </p:cTn>
                                  <p:tgtEl>
                                    <p:spTgt spid="57"/>
                                  </p:tgtEl>
                                  <p:attrNameLst>
                                    <p:attrName>style.visibility</p:attrName>
                                  </p:attrNameLst>
                                </p:cBhvr>
                                <p:to>
                                  <p:strVal val="visible"/>
                                </p:to>
                              </p:set>
                            </p:childTnLst>
                          </p:cTn>
                        </p:par>
                        <p:par>
                          <p:cTn id="44" presetID="1" presetClass="entr" presetSubtype="0" fill="hold" nodeType="withEffect" grpId="0">
                            <p:stCondLst>
                              <p:cond delay="1250"/>
                            </p:stCondLst>
                            <p:childTnLst>
                              <p:set>
                                <p:cBhvr>
                                  <p:cTn id="45" dur="1" fill="hold">
                                    <p:stCondLst>
                                      <p:cond delay="0"/>
                                    </p:stCondLst>
                                  </p:cTn>
                                  <p:tgtEl>
                                    <p:spTgt spid="58"/>
                                  </p:tgtEl>
                                  <p:attrNameLst>
                                    <p:attrName>style.visibility</p:attrName>
                                  </p:attrNameLst>
                                </p:cBhvr>
                                <p:to>
                                  <p:strVal val="visible"/>
                                </p:to>
                              </p:set>
                            </p:childTnLst>
                          </p:cTn>
                        </p:par>
                        <p:par>
                          <p:cTn id="46" presetID="1" presetClass="entr" presetSubtype="0" fill="hold" nodeType="withEffect" grpId="0">
                            <p:stCondLst>
                              <p:cond delay="1250"/>
                            </p:stCondLst>
                            <p:childTnLst>
                              <p:set>
                                <p:cBhvr>
                                  <p:cTn id="47" dur="1" fill="hold">
                                    <p:stCondLst>
                                      <p:cond delay="0"/>
                                    </p:stCondLst>
                                  </p:cTn>
                                  <p:tgtEl>
                                    <p:spTgt spid="59"/>
                                  </p:tgtEl>
                                  <p:attrNameLst>
                                    <p:attrName>style.visibility</p:attrName>
                                  </p:attrNameLst>
                                </p:cBhvr>
                                <p:to>
                                  <p:strVal val="visible"/>
                                </p:to>
                              </p:set>
                            </p:childTnLst>
                          </p:cTn>
                        </p:par>
                        <p:par>
                          <p:cTn id="48" presetID="1" presetClass="entr" presetSubtype="0" fill="hold" nodeType="withEffect" grpId="0">
                            <p:stCondLst>
                              <p:cond delay="1250"/>
                            </p:stCondLst>
                            <p:childTnLst>
                              <p:set>
                                <p:cBhvr>
                                  <p:cTn id="49" dur="1" fill="hold">
                                    <p:stCondLst>
                                      <p:cond delay="0"/>
                                    </p:stCondLst>
                                  </p:cTn>
                                  <p:tgtEl>
                                    <p:spTgt spid="60"/>
                                  </p:tgtEl>
                                  <p:attrNameLst>
                                    <p:attrName>style.visibility</p:attrName>
                                  </p:attrNameLst>
                                </p:cBhvr>
                                <p:to>
                                  <p:strVal val="visible"/>
                                </p:to>
                              </p:set>
                            </p:childTnLst>
                          </p:cTn>
                        </p:par>
                        <p:par>
                          <p:cTn id="50" presetID="1" presetClass="entr" presetSubtype="0" fill="hold" nodeType="withEffect" grpId="0">
                            <p:stCondLst>
                              <p:cond delay="1250"/>
                            </p:stCondLst>
                            <p:childTnLst>
                              <p:set>
                                <p:cBhvr>
                                  <p:cTn id="51" dur="1" fill="hold">
                                    <p:stCondLst>
                                      <p:cond delay="0"/>
                                    </p:stCondLst>
                                  </p:cTn>
                                  <p:tgtEl>
                                    <p:spTgt spid="61"/>
                                  </p:tgtEl>
                                  <p:attrNameLst>
                                    <p:attrName>style.visibility</p:attrName>
                                  </p:attrNameLst>
                                </p:cBhvr>
                                <p:to>
                                  <p:strVal val="visible"/>
                                </p:to>
                              </p:set>
                            </p:childTnLst>
                          </p:cTn>
                        </p:par>
                        <p:par>
                          <p:cTn id="52" presetID="1" presetClass="entr" presetSubtype="0" fill="hold" nodeType="withEffect" grpId="0">
                            <p:stCondLst>
                              <p:cond delay="1250"/>
                            </p:stCondLst>
                            <p:childTnLst>
                              <p:set>
                                <p:cBhvr>
                                  <p:cTn id="53" dur="1" fill="hold">
                                    <p:stCondLst>
                                      <p:cond delay="0"/>
                                    </p:stCondLst>
                                  </p:cTn>
                                  <p:tgtEl>
                                    <p:spTgt spid="38"/>
                                  </p:tgtEl>
                                  <p:attrNameLst>
                                    <p:attrName>style.visibility</p:attrName>
                                  </p:attrNameLst>
                                </p:cBhvr>
                                <p:to>
                                  <p:strVal val="visible"/>
                                </p:to>
                              </p:set>
                            </p:childTnLst>
                          </p:cTn>
                        </p:par>
                      </p:childTnLst>
                    </p:cTn>
                  </p:par>
                </p:childTnLst>
              </p:cTn>
              <p:prevCondLst>
                <p:cond evt="onPrev" delay="0">
                  <p:tgtEl>
                    <p:sldTgt/>
                  </p:tgtEl>
                </p:cond>
              </p:prevCondLst>
              <p:nextCondLst>
                <p:cond evt="onNext" delay="0">
                  <p:tgtEl>
                    <p:sldTgt/>
                  </p:tgtEl>
                </p:cond>
              </p:nextCondLst>
            </p:seq>
          </p:childTnLst>
        </p:cTn>
      </p:par>
    </p:tnLst>
    <p:bldLst>
      <p:bldP spid="41" grpId="0" animBg="1"/>
      <p:bldP spid="42" grpId="0" animBg="1"/>
      <p:bldP spid="43" grpId="0" animBg="1"/>
      <p:bldP spid="44" grpId="0" animBg="1"/>
      <p:bldP spid="45" grpId="0" animBg="1"/>
      <p:bldP spid="46" grpId="0" animBg="1"/>
      <p:bldP spid="47" grpId="0" animBg="1"/>
      <p:bldP spid="29" grpId="0" animBg="1"/>
      <p:bldP spid="32" grpId="0" animBg="1"/>
      <p:bldP spid="48" grpId="0" animBg="1"/>
      <p:bldP spid="49" grpId="0" animBg="1"/>
      <p:bldP spid="50" grpId="0" animBg="1"/>
      <p:bldP spid="51" grpId="0" animBg="1"/>
      <p:bldP spid="52" grpId="0" animBg="1"/>
      <p:bldP spid="53" grpId="0" animBg="1"/>
      <p:bldP spid="54" grpId="0" animBg="1"/>
      <p:bldP spid="35" grpId="0" animBg="1"/>
      <p:bldP spid="55" grpId="0" animBg="1"/>
      <p:bldP spid="56" grpId="0" animBg="1"/>
      <p:bldP spid="57" grpId="0" animBg="1"/>
      <p:bldP spid="58" grpId="0" animBg="1"/>
      <p:bldP spid="59" grpId="0" animBg="1"/>
      <p:bldP spid="60" grpId="0" animBg="1"/>
      <p:bldP spid="61" grpId="0" animBg="1"/>
      <p:bldP spid="38" grpId="0" animBg="1"/>
    </p:bldLst>
  </p:timing>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3" name="!!heading">
            <a:extLst xmlns:a="http://schemas.openxmlformats.org/drawingml/2006/main">
              <a:ext uri="{FF2B5EF4-FFF2-40B4-BE49-F238E27FC236}">
                <a16:creationId xmlns:a16="http://schemas.microsoft.com/office/drawing/2014/main" id="{E3D172EB-8A76-45B5-8B3A-CEE417487AC8}"/>
              </a:ext>
            </a:extLst>
          </p:cNvPr>
          <p:cNvSpPr>
            <a:spLocks xmlns:a="http://schemas.openxmlformats.org/drawingml/2006/main" noGrp="1"/>
          </p:cNvSpPr>
          <p:nvPr/>
        </p:nvSpPr>
        <p:spPr>
          <a:xfrm xmlns:a="http://schemas.openxmlformats.org/drawingml/2006/main">
            <a:off x="647700" y="428625"/>
            <a:ext cx="13944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0262C"/>
                </a:solidFill>
                <a:latin typeface="Arial"/>
                <a:ea typeface="Arial"/>
                <a:cs typeface="Arial"/>
              </a:defRPr>
            </a:defPPr>
            <a:lvl1pPr algn="l">
              <a:defRPr sz="3300" b="1">
                <a:solidFill>
                  <a:srgbClr val="20262C"/>
                </a:solidFill>
                <a:latin typeface="Arial"/>
                <a:ea typeface="Arial"/>
                <a:cs typeface="Arial"/>
              </a:defRPr>
            </a:lvl1pPr>
            <a:lvl2pPr algn="l">
              <a:defRPr sz="3300" b="1">
                <a:solidFill>
                  <a:srgbClr val="20262C"/>
                </a:solidFill>
                <a:latin typeface="Arial"/>
                <a:ea typeface="Arial"/>
                <a:cs typeface="Arial"/>
              </a:defRPr>
            </a:lvl2pPr>
            <a:lvl3pPr algn="l">
              <a:defRPr sz="3300" b="1">
                <a:solidFill>
                  <a:srgbClr val="20262C"/>
                </a:solidFill>
                <a:latin typeface="Arial"/>
                <a:ea typeface="Arial"/>
                <a:cs typeface="Arial"/>
              </a:defRPr>
            </a:lvl3pPr>
            <a:lvl4pPr algn="l">
              <a:defRPr sz="3300" b="1">
                <a:solidFill>
                  <a:srgbClr val="20262C"/>
                </a:solidFill>
                <a:latin typeface="Arial"/>
                <a:ea typeface="Arial"/>
                <a:cs typeface="Arial"/>
              </a:defRPr>
            </a:lvl4pPr>
            <a:lvl5pPr algn="l">
              <a:defRPr sz="3300" b="1">
                <a:solidFill>
                  <a:srgbClr val="20262C"/>
                </a:solidFill>
                <a:latin typeface="Arial"/>
                <a:ea typeface="Arial"/>
                <a:cs typeface="Arial"/>
              </a:defRPr>
            </a:lvl5pPr>
            <a:lvl6pPr algn="l">
              <a:defRPr sz="3300" b="1">
                <a:solidFill>
                  <a:srgbClr val="20262C"/>
                </a:solidFill>
                <a:latin typeface="Arial"/>
                <a:ea typeface="Arial"/>
                <a:cs typeface="Arial"/>
              </a:defRPr>
            </a:lvl6pPr>
            <a:lvl7pPr algn="l">
              <a:defRPr sz="3300" b="1">
                <a:solidFill>
                  <a:srgbClr val="20262C"/>
                </a:solidFill>
                <a:latin typeface="Arial"/>
                <a:ea typeface="Arial"/>
                <a:cs typeface="Arial"/>
              </a:defRPr>
            </a:lvl7pPr>
            <a:lvl8pPr algn="l">
              <a:defRPr sz="3300" b="1">
                <a:solidFill>
                  <a:srgbClr val="20262C"/>
                </a:solidFill>
                <a:latin typeface="Arial"/>
                <a:ea typeface="Arial"/>
                <a:cs typeface="Arial"/>
              </a:defRPr>
            </a:lvl8pPr>
            <a:lvl9pPr algn="l">
              <a:defRPr sz="3300" b="1">
                <a:solidFill>
                  <a:srgbClr val="20262C"/>
                </a:solidFill>
                <a:latin typeface="Arial"/>
                <a:ea typeface="Arial"/>
                <a:cs typeface="Arial"/>
              </a:defRPr>
            </a:lvl9pPr>
          </a:lstStyle>
          <a:p xmlns:a="http://schemas.openxmlformats.org/drawingml/2006/main">
            <a:pPr algn="l">
              <a:defRPr sz="3300" b="1">
                <a:solidFill>
                  <a:srgbClr val="20262C"/>
                </a:solidFill>
                <a:latin typeface="Arial"/>
                <a:ea typeface="Arial"/>
                <a:cs typeface="Arial"/>
              </a:defRPr>
            </a:pPr>
            <a:r>
              <a:rPr sz="3300" b="1">
                <a:solidFill>
                  <a:srgbClr val="20262C"/>
                </a:solidFill>
                <a:latin typeface="Arial"/>
                <a:ea typeface="Arial"/>
                <a:cs typeface="Arial"/>
              </a:rPr>
              <a:t>Proposed drafting and review workflow</a:t>
            </a:r>
          </a:p>
        </p:txBody>
      </p:sp>
      <p:sp>
        <p:nvSpPr>
          <p:cNvPr id="2" name="!!subtitle">
            <a:extLst xmlns:a="http://schemas.openxmlformats.org/drawingml/2006/main">
              <a:ext uri="{FF2B5EF4-FFF2-40B4-BE49-F238E27FC236}">
                <a16:creationId xmlns:a16="http://schemas.microsoft.com/office/drawing/2014/main" id="{B80A2B50-A5CF-438A-81BB-6BAAF33E2B44}"/>
              </a:ext>
            </a:extLst>
          </p:cNvPr>
          <p:cNvSpPr>
            <a:spLocks xmlns:a="http://schemas.openxmlformats.org/drawingml/2006/main" noGrp="1"/>
          </p:cNvSpPr>
          <p:nvPr/>
        </p:nvSpPr>
        <p:spPr>
          <a:xfrm xmlns:a="http://schemas.openxmlformats.org/drawingml/2006/main">
            <a:off x="647700" y="1190625"/>
            <a:ext cx="139446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05A9C"/>
                </a:solidFill>
                <a:latin typeface="Arial"/>
                <a:ea typeface="Arial"/>
                <a:cs typeface="Arial"/>
              </a:defRPr>
            </a:defPPr>
            <a:lvl1pPr algn="l">
              <a:defRPr sz="1875" b="0">
                <a:solidFill>
                  <a:srgbClr val="005A9C"/>
                </a:solidFill>
                <a:latin typeface="Arial"/>
                <a:ea typeface="Arial"/>
                <a:cs typeface="Arial"/>
              </a:defRPr>
            </a:lvl1pPr>
            <a:lvl2pPr algn="l">
              <a:defRPr sz="1875" b="0">
                <a:solidFill>
                  <a:srgbClr val="005A9C"/>
                </a:solidFill>
                <a:latin typeface="Arial"/>
                <a:ea typeface="Arial"/>
                <a:cs typeface="Arial"/>
              </a:defRPr>
            </a:lvl2pPr>
            <a:lvl3pPr algn="l">
              <a:defRPr sz="1875" b="0">
                <a:solidFill>
                  <a:srgbClr val="005A9C"/>
                </a:solidFill>
                <a:latin typeface="Arial"/>
                <a:ea typeface="Arial"/>
                <a:cs typeface="Arial"/>
              </a:defRPr>
            </a:lvl3pPr>
            <a:lvl4pPr algn="l">
              <a:defRPr sz="1875" b="0">
                <a:solidFill>
                  <a:srgbClr val="005A9C"/>
                </a:solidFill>
                <a:latin typeface="Arial"/>
                <a:ea typeface="Arial"/>
                <a:cs typeface="Arial"/>
              </a:defRPr>
            </a:lvl4pPr>
            <a:lvl5pPr algn="l">
              <a:defRPr sz="1875" b="0">
                <a:solidFill>
                  <a:srgbClr val="005A9C"/>
                </a:solidFill>
                <a:latin typeface="Arial"/>
                <a:ea typeface="Arial"/>
                <a:cs typeface="Arial"/>
              </a:defRPr>
            </a:lvl5pPr>
            <a:lvl6pPr algn="l">
              <a:defRPr sz="1875" b="0">
                <a:solidFill>
                  <a:srgbClr val="005A9C"/>
                </a:solidFill>
                <a:latin typeface="Arial"/>
                <a:ea typeface="Arial"/>
                <a:cs typeface="Arial"/>
              </a:defRPr>
            </a:lvl6pPr>
            <a:lvl7pPr algn="l">
              <a:defRPr sz="1875" b="0">
                <a:solidFill>
                  <a:srgbClr val="005A9C"/>
                </a:solidFill>
                <a:latin typeface="Arial"/>
                <a:ea typeface="Arial"/>
                <a:cs typeface="Arial"/>
              </a:defRPr>
            </a:lvl7pPr>
            <a:lvl8pPr algn="l">
              <a:defRPr sz="1875" b="0">
                <a:solidFill>
                  <a:srgbClr val="005A9C"/>
                </a:solidFill>
                <a:latin typeface="Arial"/>
                <a:ea typeface="Arial"/>
                <a:cs typeface="Arial"/>
              </a:defRPr>
            </a:lvl8pPr>
            <a:lvl9pPr algn="l">
              <a:defRPr sz="1875" b="0">
                <a:solidFill>
                  <a:srgbClr val="005A9C"/>
                </a:solidFill>
                <a:latin typeface="Arial"/>
                <a:ea typeface="Arial"/>
                <a:cs typeface="Arial"/>
              </a:defRPr>
            </a:lvl9pPr>
          </a:lstStyle>
          <a:p xmlns:a="http://schemas.openxmlformats.org/drawingml/2006/main">
            <a:pPr algn="l">
              <a:defRPr sz="1875" b="0">
                <a:solidFill>
                  <a:srgbClr val="005A9C"/>
                </a:solidFill>
                <a:latin typeface="Arial"/>
                <a:ea typeface="Arial"/>
                <a:cs typeface="Arial"/>
              </a:defRPr>
            </a:pPr>
            <a:r>
              <a:rPr sz="1875" b="0">
                <a:solidFill>
                  <a:srgbClr val="005A9C"/>
                </a:solidFill>
                <a:latin typeface="Arial"/>
                <a:ea typeface="Arial"/>
                <a:cs typeface="Arial"/>
              </a:rPr>
              <a:t>Middle office  /  Content review  /  Proposed approach</a:t>
            </a:r>
          </a:p>
        </p:txBody>
      </p:sp>
      <p:sp>
        <p:nvSpPr>
          <p:cNvPr id="3" name="!!heading.rule">
            <a:extLst xmlns:a="http://schemas.openxmlformats.org/drawingml/2006/main">
              <a:ext uri="{FF2B5EF4-FFF2-40B4-BE49-F238E27FC236}">
                <a16:creationId xmlns:a16="http://schemas.microsoft.com/office/drawing/2014/main" id="{5CE25929-9453-4FF3-909D-B9F93CA64075}"/>
              </a:ext>
            </a:extLst>
          </p:cNvPr>
          <p:cNvSpPr>
            <a:spLocks xmlns:a="http://schemas.openxmlformats.org/drawingml/2006/main" noGrp="1"/>
          </p:cNvSpPr>
          <p:nvPr/>
        </p:nvSpPr>
        <p:spPr>
          <a:xfrm xmlns:a="http://schemas.openxmlformats.org/drawingml/2006/main" flipH="0" flipV="0">
            <a:off x="647700" y="1733550"/>
            <a:ext cx="13944600" cy="953"/>
          </a:xfrm>
          <a:prstGeom xmlns:a="http://schemas.openxmlformats.org/drawingml/2006/main" prst="line">
            <a:avLst/>
          </a:prstGeom>
          <a:noFill xmlns:a="http://schemas.openxmlformats.org/drawingml/2006/main"/>
          <a:ln xmlns:a="http://schemas.openxmlformats.org/drawingml/2006/main" w="11430">
            <a:solidFill>
              <a:srgbClr val="BCC6CF"/>
            </a:solidFill>
            <a:prstDash val="solid"/>
          </a:ln>
        </p:spPr>
      </p:sp>
      <p:sp>
        <p:nvSpPr>
          <p:cNvPr id="4" name="!!map.front">
            <a:extLst xmlns:a="http://schemas.openxmlformats.org/drawingml/2006/main">
              <a:ext uri="{FF2B5EF4-FFF2-40B4-BE49-F238E27FC236}">
                <a16:creationId xmlns:a16="http://schemas.microsoft.com/office/drawing/2014/main" id="{BD611174-0E9C-4C33-BD21-5E56020A85A3}"/>
              </a:ext>
            </a:extLst>
          </p:cNvPr>
          <p:cNvSpPr>
            <a:spLocks xmlns:a="http://schemas.openxmlformats.org/drawingml/2006/main" noGrp="1"/>
          </p:cNvSpPr>
          <p:nvPr/>
        </p:nvSpPr>
        <p:spPr>
          <a:xfrm xmlns:a="http://schemas.openxmlformats.org/drawingml/2006/main">
            <a:off x="647700" y="1990725"/>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5" name="!!nav.front">
            <ns0:hlinkClick xmlns:ns0="http://schemas.openxmlformats.org/drawingml/2006/main" xmlns:ns1="http://schemas.openxmlformats.org/officeDocument/2006/relationships" ns1:id="rIdNavSlide4" action="ppaction://hlinksldjump" tooltip="Slide 4: Preparing a company research assessment"/>
            <a:extLst xmlns:a="http://schemas.openxmlformats.org/drawingml/2006/main">
              <a:ext uri="{FF2B5EF4-FFF2-40B4-BE49-F238E27FC236}">
                <a16:creationId xmlns:a16="http://schemas.microsoft.com/office/drawing/2014/main" id="{F6EF8FCB-5260-44A0-A044-2B34E02D2A87}"/>
              </a:ext>
            </a:extLst>
          </p:cNvPr>
          <p:cNvSpPr>
            <a:spLocks xmlns:a="http://schemas.openxmlformats.org/drawingml/2006/main" noGrp="1"/>
          </p:cNvSpPr>
          <p:nvPr/>
        </p:nvSpPr>
        <p:spPr>
          <a:xfrm xmlns:a="http://schemas.openxmlformats.org/drawingml/2006/main">
            <a:off x="647700" y="1990725"/>
            <a:ext cx="2609850" cy="409575"/>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005A9C"/>
                </a:solidFill>
                <a:latin typeface="Arial"/>
                <a:ea typeface="Arial"/>
                <a:cs typeface="Arial"/>
              </a:defRPr>
            </a:defPPr>
            <a:lvl1pPr algn="ctr">
              <a:defRPr sz="2025" b="1">
                <a:solidFill>
                  <a:srgbClr val="005A9C"/>
                </a:solidFill>
                <a:latin typeface="Arial"/>
                <a:ea typeface="Arial"/>
                <a:cs typeface="Arial"/>
              </a:defRPr>
            </a:lvl1pPr>
            <a:lvl2pPr algn="ctr">
              <a:defRPr sz="2025" b="1">
                <a:solidFill>
                  <a:srgbClr val="005A9C"/>
                </a:solidFill>
                <a:latin typeface="Arial"/>
                <a:ea typeface="Arial"/>
                <a:cs typeface="Arial"/>
              </a:defRPr>
            </a:lvl2pPr>
            <a:lvl3pPr algn="ctr">
              <a:defRPr sz="2025" b="1">
                <a:solidFill>
                  <a:srgbClr val="005A9C"/>
                </a:solidFill>
                <a:latin typeface="Arial"/>
                <a:ea typeface="Arial"/>
                <a:cs typeface="Arial"/>
              </a:defRPr>
            </a:lvl3pPr>
            <a:lvl4pPr algn="ctr">
              <a:defRPr sz="2025" b="1">
                <a:solidFill>
                  <a:srgbClr val="005A9C"/>
                </a:solidFill>
                <a:latin typeface="Arial"/>
                <a:ea typeface="Arial"/>
                <a:cs typeface="Arial"/>
              </a:defRPr>
            </a:lvl4pPr>
            <a:lvl5pPr algn="ctr">
              <a:defRPr sz="2025" b="1">
                <a:solidFill>
                  <a:srgbClr val="005A9C"/>
                </a:solidFill>
                <a:latin typeface="Arial"/>
                <a:ea typeface="Arial"/>
                <a:cs typeface="Arial"/>
              </a:defRPr>
            </a:lvl5pPr>
            <a:lvl6pPr algn="ctr">
              <a:defRPr sz="2025" b="1">
                <a:solidFill>
                  <a:srgbClr val="005A9C"/>
                </a:solidFill>
                <a:latin typeface="Arial"/>
                <a:ea typeface="Arial"/>
                <a:cs typeface="Arial"/>
              </a:defRPr>
            </a:lvl6pPr>
            <a:lvl7pPr algn="ctr">
              <a:defRPr sz="2025" b="1">
                <a:solidFill>
                  <a:srgbClr val="005A9C"/>
                </a:solidFill>
                <a:latin typeface="Arial"/>
                <a:ea typeface="Arial"/>
                <a:cs typeface="Arial"/>
              </a:defRPr>
            </a:lvl7pPr>
            <a:lvl8pPr algn="ctr">
              <a:defRPr sz="2025" b="1">
                <a:solidFill>
                  <a:srgbClr val="005A9C"/>
                </a:solidFill>
                <a:latin typeface="Arial"/>
                <a:ea typeface="Arial"/>
                <a:cs typeface="Arial"/>
              </a:defRPr>
            </a:lvl8pPr>
            <a:lvl9pPr algn="ctr">
              <a:defRPr sz="2025" b="1">
                <a:solidFill>
                  <a:srgbClr val="005A9C"/>
                </a:solidFill>
                <a:latin typeface="Arial"/>
                <a:ea typeface="Arial"/>
                <a:cs typeface="Arial"/>
              </a:defRPr>
            </a:lvl9pPr>
          </a:lstStyle>
          <a:p xmlns:a="http://schemas.openxmlformats.org/drawingml/2006/main">
            <a:pPr algn="ctr">
              <a:defRPr sz="2025" b="1">
                <a:solidFill>
                  <a:srgbClr val="005A9C"/>
                </a:solidFill>
                <a:latin typeface="Arial"/>
                <a:ea typeface="Arial"/>
                <a:cs typeface="Arial"/>
              </a:defRPr>
            </a:pPr>
            <a:r>
              <a:rPr sz="2025" b="1">
                <a:solidFill>
                  <a:srgbClr val="005A9C"/>
                </a:solidFill>
                <a:latin typeface="Arial"/>
                <a:ea typeface="Arial"/>
                <a:cs typeface="Arial"/>
              </a:rPr>
              <a:t>Front office</a:t>
            </a:r>
          </a:p>
        </p:txBody>
      </p:sp>
      <p:sp>
        <p:nvSpPr>
          <p:cNvPr id="6" name="!!task.research">
            <ns0:hlinkClick xmlns:ns0="http://schemas.openxmlformats.org/drawingml/2006/main" xmlns:ns1="http://schemas.openxmlformats.org/officeDocument/2006/relationships" ns1:id="rIdNavSlide4" action="ppaction://hlinksldjump" tooltip="Slide 4: Preparing a company research assessment"/>
            <a:extLst xmlns:a="http://schemas.openxmlformats.org/drawingml/2006/main">
              <a:ext uri="{FF2B5EF4-FFF2-40B4-BE49-F238E27FC236}">
                <a16:creationId xmlns:a16="http://schemas.microsoft.com/office/drawing/2014/main" id="{367966DB-18F1-46EF-9448-E0EFAFBE8C8A}"/>
              </a:ext>
            </a:extLst>
          </p:cNvPr>
          <p:cNvSpPr>
            <a:spLocks xmlns:a="http://schemas.openxmlformats.org/drawingml/2006/main" noGrp="1"/>
          </p:cNvSpPr>
          <p:nvPr/>
        </p:nvSpPr>
        <p:spPr>
          <a:xfrm xmlns:a="http://schemas.openxmlformats.org/drawingml/2006/main">
            <a:off x="762000" y="249555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Research</a:t>
            </a:r>
          </a:p>
        </p:txBody>
      </p:sp>
      <p:sp>
        <p:nvSpPr>
          <p:cNvPr id="7" name="!!task.trade">
            <ns0:hlinkClick xmlns:ns0="http://schemas.openxmlformats.org/drawingml/2006/main" xmlns:ns1="http://schemas.openxmlformats.org/officeDocument/2006/relationships" ns1:id="rIdNavSlide9" action="ppaction://hlinksldjump" tooltip="Slide 9: Preparing a bond quote request"/>
            <a:extLst xmlns:a="http://schemas.openxmlformats.org/drawingml/2006/main">
              <a:ext uri="{FF2B5EF4-FFF2-40B4-BE49-F238E27FC236}">
                <a16:creationId xmlns:a16="http://schemas.microsoft.com/office/drawing/2014/main" id="{E78C9C21-F042-406C-882D-2977A5BF100C}"/>
              </a:ext>
            </a:extLst>
          </p:cNvPr>
          <p:cNvSpPr>
            <a:spLocks xmlns:a="http://schemas.openxmlformats.org/drawingml/2006/main" noGrp="1"/>
          </p:cNvSpPr>
          <p:nvPr/>
        </p:nvSpPr>
        <p:spPr>
          <a:xfrm xmlns:a="http://schemas.openxmlformats.org/drawingml/2006/main">
            <a:off x="762000" y="280987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Trading support</a:t>
            </a:r>
          </a:p>
        </p:txBody>
      </p:sp>
      <p:sp>
        <p:nvSpPr>
          <p:cNvPr id="8" name="!!task.client">
            <ns0:hlinkClick xmlns:ns0="http://schemas.openxmlformats.org/drawingml/2006/main" xmlns:ns1="http://schemas.openxmlformats.org/officeDocument/2006/relationships" ns1:id="rIdNavSlide12" action="ppaction://hlinksldjump" tooltip="Slide 12: Preparing a quarterly client update"/>
            <a:extLst xmlns:a="http://schemas.openxmlformats.org/drawingml/2006/main">
              <a:ext uri="{FF2B5EF4-FFF2-40B4-BE49-F238E27FC236}">
                <a16:creationId xmlns:a16="http://schemas.microsoft.com/office/drawing/2014/main" id="{633A0EB0-750A-4478-B1D8-A5F658B310ED}"/>
              </a:ext>
            </a:extLst>
          </p:cNvPr>
          <p:cNvSpPr>
            <a:spLocks xmlns:a="http://schemas.openxmlformats.org/drawingml/2006/main" noGrp="1"/>
          </p:cNvSpPr>
          <p:nvPr/>
        </p:nvSpPr>
        <p:spPr>
          <a:xfrm xmlns:a="http://schemas.openxmlformats.org/drawingml/2006/main">
            <a:off x="762000" y="312420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Client materials</a:t>
            </a:r>
          </a:p>
        </p:txBody>
      </p:sp>
      <p:sp>
        <p:nvSpPr>
          <p:cNvPr id="9" name="!!map.middle">
            <a:extLst xmlns:a="http://schemas.openxmlformats.org/drawingml/2006/main">
              <a:ext uri="{FF2B5EF4-FFF2-40B4-BE49-F238E27FC236}">
                <a16:creationId xmlns:a16="http://schemas.microsoft.com/office/drawing/2014/main" id="{35CE74F0-EA46-4F67-AF94-6D01F2671879}"/>
              </a:ext>
            </a:extLst>
          </p:cNvPr>
          <p:cNvSpPr>
            <a:spLocks xmlns:a="http://schemas.openxmlformats.org/drawingml/2006/main" noGrp="1"/>
          </p:cNvSpPr>
          <p:nvPr/>
        </p:nvSpPr>
        <p:spPr>
          <a:xfrm xmlns:a="http://schemas.openxmlformats.org/drawingml/2006/main">
            <a:off x="647700" y="3657600"/>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10" name="!!nav.middle">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8F15DB82-35E7-4930-996D-5695E0D31570}"/>
              </a:ext>
            </a:extLst>
          </p:cNvPr>
          <p:cNvSpPr>
            <a:spLocks xmlns:a="http://schemas.openxmlformats.org/drawingml/2006/main" noGrp="1"/>
          </p:cNvSpPr>
          <p:nvPr/>
        </p:nvSpPr>
        <p:spPr>
          <a:xfrm xmlns:a="http://schemas.openxmlformats.org/drawingml/2006/main">
            <a:off x="647700" y="3657600"/>
            <a:ext cx="2609850" cy="409575"/>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FFFFFF"/>
                </a:solidFill>
                <a:latin typeface="Arial"/>
                <a:ea typeface="Arial"/>
                <a:cs typeface="Arial"/>
              </a:defRPr>
            </a:defPPr>
            <a:lvl1pPr algn="ctr">
              <a:defRPr sz="2025" b="1">
                <a:solidFill>
                  <a:srgbClr val="FFFFFF"/>
                </a:solidFill>
                <a:latin typeface="Arial"/>
                <a:ea typeface="Arial"/>
                <a:cs typeface="Arial"/>
              </a:defRPr>
            </a:lvl1pPr>
            <a:lvl2pPr algn="ctr">
              <a:defRPr sz="2025" b="1">
                <a:solidFill>
                  <a:srgbClr val="FFFFFF"/>
                </a:solidFill>
                <a:latin typeface="Arial"/>
                <a:ea typeface="Arial"/>
                <a:cs typeface="Arial"/>
              </a:defRPr>
            </a:lvl2pPr>
            <a:lvl3pPr algn="ctr">
              <a:defRPr sz="2025" b="1">
                <a:solidFill>
                  <a:srgbClr val="FFFFFF"/>
                </a:solidFill>
                <a:latin typeface="Arial"/>
                <a:ea typeface="Arial"/>
                <a:cs typeface="Arial"/>
              </a:defRPr>
            </a:lvl3pPr>
            <a:lvl4pPr algn="ctr">
              <a:defRPr sz="2025" b="1">
                <a:solidFill>
                  <a:srgbClr val="FFFFFF"/>
                </a:solidFill>
                <a:latin typeface="Arial"/>
                <a:ea typeface="Arial"/>
                <a:cs typeface="Arial"/>
              </a:defRPr>
            </a:lvl4pPr>
            <a:lvl5pPr algn="ctr">
              <a:defRPr sz="2025" b="1">
                <a:solidFill>
                  <a:srgbClr val="FFFFFF"/>
                </a:solidFill>
                <a:latin typeface="Arial"/>
                <a:ea typeface="Arial"/>
                <a:cs typeface="Arial"/>
              </a:defRPr>
            </a:lvl5pPr>
            <a:lvl6pPr algn="ctr">
              <a:defRPr sz="2025" b="1">
                <a:solidFill>
                  <a:srgbClr val="FFFFFF"/>
                </a:solidFill>
                <a:latin typeface="Arial"/>
                <a:ea typeface="Arial"/>
                <a:cs typeface="Arial"/>
              </a:defRPr>
            </a:lvl6pPr>
            <a:lvl7pPr algn="ctr">
              <a:defRPr sz="2025" b="1">
                <a:solidFill>
                  <a:srgbClr val="FFFFFF"/>
                </a:solidFill>
                <a:latin typeface="Arial"/>
                <a:ea typeface="Arial"/>
                <a:cs typeface="Arial"/>
              </a:defRPr>
            </a:lvl7pPr>
            <a:lvl8pPr algn="ctr">
              <a:defRPr sz="2025" b="1">
                <a:solidFill>
                  <a:srgbClr val="FFFFFF"/>
                </a:solidFill>
                <a:latin typeface="Arial"/>
                <a:ea typeface="Arial"/>
                <a:cs typeface="Arial"/>
              </a:defRPr>
            </a:lvl8pPr>
            <a:lvl9pPr algn="ctr">
              <a:defRPr sz="2025" b="1">
                <a:solidFill>
                  <a:srgbClr val="FFFFFF"/>
                </a:solidFill>
                <a:latin typeface="Arial"/>
                <a:ea typeface="Arial"/>
                <a:cs typeface="Arial"/>
              </a:defRPr>
            </a:lvl9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Middle office</a:t>
            </a:r>
          </a:p>
        </p:txBody>
      </p:sp>
      <p:sp>
        <p:nvSpPr>
          <p:cNvPr id="11" name="!!task.review">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6A375201-040A-4D97-A69F-47D7AC25E1D3}"/>
              </a:ext>
            </a:extLst>
          </p:cNvPr>
          <p:cNvSpPr>
            <a:spLocks xmlns:a="http://schemas.openxmlformats.org/drawingml/2006/main" noGrp="1"/>
          </p:cNvSpPr>
          <p:nvPr/>
        </p:nvSpPr>
        <p:spPr>
          <a:xfrm xmlns:a="http://schemas.openxmlformats.org/drawingml/2006/main">
            <a:off x="762000" y="4162425"/>
            <a:ext cx="2381250" cy="304800"/>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1">
                <a:solidFill>
                  <a:srgbClr val="005A9C"/>
                </a:solidFill>
                <a:latin typeface="Arial"/>
                <a:ea typeface="Arial"/>
                <a:cs typeface="Arial"/>
              </a:defRPr>
            </a:defPPr>
            <a:lvl1pPr algn="ctr">
              <a:defRPr sz="1650" b="1">
                <a:solidFill>
                  <a:srgbClr val="005A9C"/>
                </a:solidFill>
                <a:latin typeface="Arial"/>
                <a:ea typeface="Arial"/>
                <a:cs typeface="Arial"/>
              </a:defRPr>
            </a:lvl1pPr>
            <a:lvl2pPr algn="ctr">
              <a:defRPr sz="1650" b="1">
                <a:solidFill>
                  <a:srgbClr val="005A9C"/>
                </a:solidFill>
                <a:latin typeface="Arial"/>
                <a:ea typeface="Arial"/>
                <a:cs typeface="Arial"/>
              </a:defRPr>
            </a:lvl2pPr>
            <a:lvl3pPr algn="ctr">
              <a:defRPr sz="1650" b="1">
                <a:solidFill>
                  <a:srgbClr val="005A9C"/>
                </a:solidFill>
                <a:latin typeface="Arial"/>
                <a:ea typeface="Arial"/>
                <a:cs typeface="Arial"/>
              </a:defRPr>
            </a:lvl3pPr>
            <a:lvl4pPr algn="ctr">
              <a:defRPr sz="1650" b="1">
                <a:solidFill>
                  <a:srgbClr val="005A9C"/>
                </a:solidFill>
                <a:latin typeface="Arial"/>
                <a:ea typeface="Arial"/>
                <a:cs typeface="Arial"/>
              </a:defRPr>
            </a:lvl4pPr>
            <a:lvl5pPr algn="ctr">
              <a:defRPr sz="1650" b="1">
                <a:solidFill>
                  <a:srgbClr val="005A9C"/>
                </a:solidFill>
                <a:latin typeface="Arial"/>
                <a:ea typeface="Arial"/>
                <a:cs typeface="Arial"/>
              </a:defRPr>
            </a:lvl5pPr>
            <a:lvl6pPr algn="ctr">
              <a:defRPr sz="1650" b="1">
                <a:solidFill>
                  <a:srgbClr val="005A9C"/>
                </a:solidFill>
                <a:latin typeface="Arial"/>
                <a:ea typeface="Arial"/>
                <a:cs typeface="Arial"/>
              </a:defRPr>
            </a:lvl6pPr>
            <a:lvl7pPr algn="ctr">
              <a:defRPr sz="1650" b="1">
                <a:solidFill>
                  <a:srgbClr val="005A9C"/>
                </a:solidFill>
                <a:latin typeface="Arial"/>
                <a:ea typeface="Arial"/>
                <a:cs typeface="Arial"/>
              </a:defRPr>
            </a:lvl7pPr>
            <a:lvl8pPr algn="ctr">
              <a:defRPr sz="1650" b="1">
                <a:solidFill>
                  <a:srgbClr val="005A9C"/>
                </a:solidFill>
                <a:latin typeface="Arial"/>
                <a:ea typeface="Arial"/>
                <a:cs typeface="Arial"/>
              </a:defRPr>
            </a:lvl8pPr>
            <a:lvl9pPr algn="ctr">
              <a:defRPr sz="1650" b="1">
                <a:solidFill>
                  <a:srgbClr val="005A9C"/>
                </a:solidFill>
                <a:latin typeface="Arial"/>
                <a:ea typeface="Arial"/>
                <a:cs typeface="Arial"/>
              </a:defRPr>
            </a:lvl9pPr>
          </a:lstStyle>
          <a:p xmlns:a="http://schemas.openxmlformats.org/drawingml/2006/main">
            <a:pPr algn="ctr">
              <a:defRPr sz="1650" b="1">
                <a:solidFill>
                  <a:srgbClr val="005A9C"/>
                </a:solidFill>
                <a:latin typeface="Arial"/>
                <a:ea typeface="Arial"/>
                <a:cs typeface="Arial"/>
              </a:defRPr>
            </a:pPr>
            <a:r>
              <a:rPr sz="1650" b="1">
                <a:solidFill>
                  <a:srgbClr val="005A9C"/>
                </a:solidFill>
                <a:latin typeface="Arial"/>
                <a:ea typeface="Arial"/>
                <a:cs typeface="Arial"/>
              </a:rPr>
              <a:t>Content review</a:t>
            </a:r>
          </a:p>
        </p:txBody>
      </p:sp>
      <p:sp>
        <p:nvSpPr>
          <p:cNvPr id="12" name="!!task.risk">
            <ns0:hlinkClick xmlns:ns0="http://schemas.openxmlformats.org/drawingml/2006/main" xmlns:ns1="http://schemas.openxmlformats.org/officeDocument/2006/relationships" ns1:id="rIdNavSlide19" action="ppaction://hlinksldjump" tooltip="Slide 19: Investigating a risk alert"/>
            <a:extLst xmlns:a="http://schemas.openxmlformats.org/drawingml/2006/main">
              <a:ext uri="{FF2B5EF4-FFF2-40B4-BE49-F238E27FC236}">
                <a16:creationId xmlns:a16="http://schemas.microsoft.com/office/drawing/2014/main" id="{81A5C035-C9A4-434B-AA94-2AE0FBF412FE}"/>
              </a:ext>
            </a:extLst>
          </p:cNvPr>
          <p:cNvSpPr>
            <a:spLocks xmlns:a="http://schemas.openxmlformats.org/drawingml/2006/main" noGrp="1"/>
          </p:cNvSpPr>
          <p:nvPr/>
        </p:nvSpPr>
        <p:spPr>
          <a:xfrm xmlns:a="http://schemas.openxmlformats.org/drawingml/2006/main">
            <a:off x="762000" y="447675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Risk analysis</a:t>
            </a:r>
          </a:p>
        </p:txBody>
      </p:sp>
      <p:sp>
        <p:nvSpPr>
          <p:cNvPr id="13" name="!!map.back">
            <a:extLst xmlns:a="http://schemas.openxmlformats.org/drawingml/2006/main">
              <a:ext uri="{FF2B5EF4-FFF2-40B4-BE49-F238E27FC236}">
                <a16:creationId xmlns:a16="http://schemas.microsoft.com/office/drawing/2014/main" id="{F58C387A-34B8-4581-8734-FD3F7F6022E4}"/>
              </a:ext>
            </a:extLst>
          </p:cNvPr>
          <p:cNvSpPr>
            <a:spLocks xmlns:a="http://schemas.openxmlformats.org/drawingml/2006/main" noGrp="1"/>
          </p:cNvSpPr>
          <p:nvPr/>
        </p:nvSpPr>
        <p:spPr>
          <a:xfrm xmlns:a="http://schemas.openxmlformats.org/drawingml/2006/main">
            <a:off x="647700" y="5324475"/>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14" name="!!nav.back">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BAF37300-D7B1-4043-B25B-A5C95B32AA89}"/>
              </a:ext>
            </a:extLst>
          </p:cNvPr>
          <p:cNvSpPr>
            <a:spLocks xmlns:a="http://schemas.openxmlformats.org/drawingml/2006/main" noGrp="1"/>
          </p:cNvSpPr>
          <p:nvPr/>
        </p:nvSpPr>
        <p:spPr>
          <a:xfrm xmlns:a="http://schemas.openxmlformats.org/drawingml/2006/main">
            <a:off x="647700" y="5324475"/>
            <a:ext cx="2609850" cy="409575"/>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005A9C"/>
                </a:solidFill>
                <a:latin typeface="Arial"/>
                <a:ea typeface="Arial"/>
                <a:cs typeface="Arial"/>
              </a:defRPr>
            </a:defPPr>
            <a:lvl1pPr algn="ctr">
              <a:defRPr sz="2025" b="1">
                <a:solidFill>
                  <a:srgbClr val="005A9C"/>
                </a:solidFill>
                <a:latin typeface="Arial"/>
                <a:ea typeface="Arial"/>
                <a:cs typeface="Arial"/>
              </a:defRPr>
            </a:lvl1pPr>
            <a:lvl2pPr algn="ctr">
              <a:defRPr sz="2025" b="1">
                <a:solidFill>
                  <a:srgbClr val="005A9C"/>
                </a:solidFill>
                <a:latin typeface="Arial"/>
                <a:ea typeface="Arial"/>
                <a:cs typeface="Arial"/>
              </a:defRPr>
            </a:lvl2pPr>
            <a:lvl3pPr algn="ctr">
              <a:defRPr sz="2025" b="1">
                <a:solidFill>
                  <a:srgbClr val="005A9C"/>
                </a:solidFill>
                <a:latin typeface="Arial"/>
                <a:ea typeface="Arial"/>
                <a:cs typeface="Arial"/>
              </a:defRPr>
            </a:lvl3pPr>
            <a:lvl4pPr algn="ctr">
              <a:defRPr sz="2025" b="1">
                <a:solidFill>
                  <a:srgbClr val="005A9C"/>
                </a:solidFill>
                <a:latin typeface="Arial"/>
                <a:ea typeface="Arial"/>
                <a:cs typeface="Arial"/>
              </a:defRPr>
            </a:lvl4pPr>
            <a:lvl5pPr algn="ctr">
              <a:defRPr sz="2025" b="1">
                <a:solidFill>
                  <a:srgbClr val="005A9C"/>
                </a:solidFill>
                <a:latin typeface="Arial"/>
                <a:ea typeface="Arial"/>
                <a:cs typeface="Arial"/>
              </a:defRPr>
            </a:lvl5pPr>
            <a:lvl6pPr algn="ctr">
              <a:defRPr sz="2025" b="1">
                <a:solidFill>
                  <a:srgbClr val="005A9C"/>
                </a:solidFill>
                <a:latin typeface="Arial"/>
                <a:ea typeface="Arial"/>
                <a:cs typeface="Arial"/>
              </a:defRPr>
            </a:lvl6pPr>
            <a:lvl7pPr algn="ctr">
              <a:defRPr sz="2025" b="1">
                <a:solidFill>
                  <a:srgbClr val="005A9C"/>
                </a:solidFill>
                <a:latin typeface="Arial"/>
                <a:ea typeface="Arial"/>
                <a:cs typeface="Arial"/>
              </a:defRPr>
            </a:lvl7pPr>
            <a:lvl8pPr algn="ctr">
              <a:defRPr sz="2025" b="1">
                <a:solidFill>
                  <a:srgbClr val="005A9C"/>
                </a:solidFill>
                <a:latin typeface="Arial"/>
                <a:ea typeface="Arial"/>
                <a:cs typeface="Arial"/>
              </a:defRPr>
            </a:lvl8pPr>
            <a:lvl9pPr algn="ctr">
              <a:defRPr sz="2025" b="1">
                <a:solidFill>
                  <a:srgbClr val="005A9C"/>
                </a:solidFill>
                <a:latin typeface="Arial"/>
                <a:ea typeface="Arial"/>
                <a:cs typeface="Arial"/>
              </a:defRPr>
            </a:lvl9pPr>
          </a:lstStyle>
          <a:p xmlns:a="http://schemas.openxmlformats.org/drawingml/2006/main">
            <a:pPr algn="ctr">
              <a:defRPr sz="2025" b="1">
                <a:solidFill>
                  <a:srgbClr val="005A9C"/>
                </a:solidFill>
                <a:latin typeface="Arial"/>
                <a:ea typeface="Arial"/>
                <a:cs typeface="Arial"/>
              </a:defRPr>
            </a:pPr>
            <a:r>
              <a:rPr sz="2025" b="1">
                <a:solidFill>
                  <a:srgbClr val="005A9C"/>
                </a:solidFill>
                <a:latin typeface="Arial"/>
                <a:ea typeface="Arial"/>
                <a:cs typeface="Arial"/>
              </a:rPr>
              <a:t>Back office</a:t>
            </a:r>
          </a:p>
        </p:txBody>
      </p:sp>
      <p:sp>
        <p:nvSpPr>
          <p:cNvPr id="15" name="!!task.files">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85A17230-0391-4903-B8F2-C916FA1D254E}"/>
              </a:ext>
            </a:extLst>
          </p:cNvPr>
          <p:cNvSpPr>
            <a:spLocks xmlns:a="http://schemas.openxmlformats.org/drawingml/2006/main" noGrp="1"/>
          </p:cNvSpPr>
          <p:nvPr/>
        </p:nvSpPr>
        <p:spPr>
          <a:xfrm xmlns:a="http://schemas.openxmlformats.org/drawingml/2006/main">
            <a:off x="762000" y="582930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Document processing</a:t>
            </a:r>
          </a:p>
        </p:txBody>
      </p:sp>
      <p:sp>
        <p:nvSpPr>
          <p:cNvPr id="16" name="!!task.dev">
            <ns0:hlinkClick xmlns:ns0="http://schemas.openxmlformats.org/drawingml/2006/main" xmlns:ns1="http://schemas.openxmlformats.org/officeDocument/2006/relationships" ns1:id="rIdNavSlide25" action="ppaction://hlinksldjump" tooltip="Slide 25: Turning a business request into a working tool"/>
            <a:extLst xmlns:a="http://schemas.openxmlformats.org/drawingml/2006/main">
              <a:ext uri="{FF2B5EF4-FFF2-40B4-BE49-F238E27FC236}">
                <a16:creationId xmlns:a16="http://schemas.microsoft.com/office/drawing/2014/main" id="{FB8CA77B-0738-4108-97B7-C0438EB27A79}"/>
              </a:ext>
            </a:extLst>
          </p:cNvPr>
          <p:cNvSpPr>
            <a:spLocks xmlns:a="http://schemas.openxmlformats.org/drawingml/2006/main" noGrp="1"/>
          </p:cNvSpPr>
          <p:nvPr/>
        </p:nvSpPr>
        <p:spPr>
          <a:xfrm xmlns:a="http://schemas.openxmlformats.org/drawingml/2006/main">
            <a:off x="762000" y="614362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Tool development</a:t>
            </a:r>
          </a:p>
        </p:txBody>
      </p:sp>
      <p:sp>
        <p:nvSpPr>
          <p:cNvPr id="17" name="!!map.separator">
            <a:extLst xmlns:a="http://schemas.openxmlformats.org/drawingml/2006/main">
              <a:ext uri="{FF2B5EF4-FFF2-40B4-BE49-F238E27FC236}">
                <a16:creationId xmlns:a16="http://schemas.microsoft.com/office/drawing/2014/main" id="{5275494F-3E83-4248-BA25-7D1B1088B815}"/>
              </a:ext>
            </a:extLst>
          </p:cNvPr>
          <p:cNvSpPr>
            <a:spLocks xmlns:a="http://schemas.openxmlformats.org/drawingml/2006/main" noGrp="1"/>
          </p:cNvSpPr>
          <p:nvPr/>
        </p:nvSpPr>
        <p:spPr>
          <a:xfrm xmlns:a="http://schemas.openxmlformats.org/drawingml/2006/main" flipH="0" flipV="0">
            <a:off x="3600450" y="1990725"/>
            <a:ext cx="953" cy="5076825"/>
          </a:xfrm>
          <a:prstGeom xmlns:a="http://schemas.openxmlformats.org/drawingml/2006/main" prst="line">
            <a:avLst/>
          </a:prstGeom>
          <a:noFill xmlns:a="http://schemas.openxmlformats.org/drawingml/2006/main"/>
          <a:ln xmlns:a="http://schemas.openxmlformats.org/drawingml/2006/main" w="9525">
            <a:solidFill>
              <a:srgbClr val="BCC6CF"/>
            </a:solidFill>
            <a:prstDash val="solid"/>
          </a:ln>
        </p:spPr>
      </p:sp>
      <p:sp>
        <p:nvSpPr>
          <p:cNvPr id="18" name="!!example">
            <a:extLst xmlns:a="http://schemas.openxmlformats.org/drawingml/2006/main">
              <a:ext uri="{FF2B5EF4-FFF2-40B4-BE49-F238E27FC236}">
                <a16:creationId xmlns:a16="http://schemas.microsoft.com/office/drawing/2014/main" id="{D45AE2F6-1004-4D1F-BB46-007F3F028CB1}"/>
              </a:ext>
            </a:extLst>
          </p:cNvPr>
          <p:cNvSpPr>
            <a:spLocks xmlns:a="http://schemas.openxmlformats.org/drawingml/2006/main" noGrp="1"/>
          </p:cNvSpPr>
          <p:nvPr/>
        </p:nvSpPr>
        <p:spPr>
          <a:xfrm xmlns:a="http://schemas.openxmlformats.org/drawingml/2006/main">
            <a:off x="13906500" y="1238250"/>
            <a:ext cx="685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707C88"/>
                </a:solidFill>
                <a:latin typeface="Arial"/>
                <a:ea typeface="Arial"/>
                <a:cs typeface="Arial"/>
              </a:defRPr>
            </a:defPPr>
            <a:lvl1pPr algn="r">
              <a:defRPr sz="1350" b="0">
                <a:solidFill>
                  <a:srgbClr val="707C88"/>
                </a:solidFill>
                <a:latin typeface="Arial"/>
                <a:ea typeface="Arial"/>
                <a:cs typeface="Arial"/>
              </a:defRPr>
            </a:lvl1pPr>
            <a:lvl2pPr algn="r">
              <a:defRPr sz="1350" b="0">
                <a:solidFill>
                  <a:srgbClr val="707C88"/>
                </a:solidFill>
                <a:latin typeface="Arial"/>
                <a:ea typeface="Arial"/>
                <a:cs typeface="Arial"/>
              </a:defRPr>
            </a:lvl2pPr>
            <a:lvl3pPr algn="r">
              <a:defRPr sz="1350" b="0">
                <a:solidFill>
                  <a:srgbClr val="707C88"/>
                </a:solidFill>
                <a:latin typeface="Arial"/>
                <a:ea typeface="Arial"/>
                <a:cs typeface="Arial"/>
              </a:defRPr>
            </a:lvl3pPr>
            <a:lvl4pPr algn="r">
              <a:defRPr sz="1350" b="0">
                <a:solidFill>
                  <a:srgbClr val="707C88"/>
                </a:solidFill>
                <a:latin typeface="Arial"/>
                <a:ea typeface="Arial"/>
                <a:cs typeface="Arial"/>
              </a:defRPr>
            </a:lvl4pPr>
            <a:lvl5pPr algn="r">
              <a:defRPr sz="1350" b="0">
                <a:solidFill>
                  <a:srgbClr val="707C88"/>
                </a:solidFill>
                <a:latin typeface="Arial"/>
                <a:ea typeface="Arial"/>
                <a:cs typeface="Arial"/>
              </a:defRPr>
            </a:lvl5pPr>
            <a:lvl6pPr algn="r">
              <a:defRPr sz="1350" b="0">
                <a:solidFill>
                  <a:srgbClr val="707C88"/>
                </a:solidFill>
                <a:latin typeface="Arial"/>
                <a:ea typeface="Arial"/>
                <a:cs typeface="Arial"/>
              </a:defRPr>
            </a:lvl6pPr>
            <a:lvl7pPr algn="r">
              <a:defRPr sz="1350" b="0">
                <a:solidFill>
                  <a:srgbClr val="707C88"/>
                </a:solidFill>
                <a:latin typeface="Arial"/>
                <a:ea typeface="Arial"/>
                <a:cs typeface="Arial"/>
              </a:defRPr>
            </a:lvl7pPr>
            <a:lvl8pPr algn="r">
              <a:defRPr sz="1350" b="0">
                <a:solidFill>
                  <a:srgbClr val="707C88"/>
                </a:solidFill>
                <a:latin typeface="Arial"/>
                <a:ea typeface="Arial"/>
                <a:cs typeface="Arial"/>
              </a:defRPr>
            </a:lvl8pPr>
            <a:lvl9pPr algn="r">
              <a:defRPr sz="1350" b="0">
                <a:solidFill>
                  <a:srgbClr val="707C88"/>
                </a:solidFill>
                <a:latin typeface="Arial"/>
                <a:ea typeface="Arial"/>
                <a:cs typeface="Arial"/>
              </a:defRPr>
            </a:lvl9pPr>
          </a:lstStyle>
          <a:p xmlns:a="http://schemas.openxmlformats.org/drawingml/2006/main">
            <a:pPr algn="r">
              <a:defRPr sz="1350" b="0">
                <a:solidFill>
                  <a:srgbClr val="707C88"/>
                </a:solidFill>
                <a:latin typeface="Arial"/>
                <a:ea typeface="Arial"/>
                <a:cs typeface="Arial"/>
              </a:defRPr>
            </a:pPr>
            <a:r>
              <a:rPr sz="1350" b="0">
                <a:solidFill>
                  <a:srgbClr val="707C88"/>
                </a:solidFill>
                <a:latin typeface="Arial"/>
                <a:ea typeface="Arial"/>
                <a:cs typeface="Arial"/>
              </a:rPr>
              <a:t>Example</a:t>
            </a:r>
          </a:p>
        </p:txBody>
      </p:sp>
      <p:sp>
        <p:nvSpPr>
          <p:cNvPr id="19" name="!!nav.home">
            <ns0:hlinkClick xmlns:ns0="http://schemas.openxmlformats.org/drawingml/2006/main" xmlns:ns1="http://schemas.openxmlformats.org/officeDocument/2006/relationships" ns1:id="rIdNavSlide3" action="ppaction://hlinksldjump" tooltip="Slide 3: Seven workflows across the firm"/>
            <a:extLst xmlns:a="http://schemas.openxmlformats.org/drawingml/2006/main">
              <a:ext uri="{FF2B5EF4-FFF2-40B4-BE49-F238E27FC236}">
                <a16:creationId xmlns:a16="http://schemas.microsoft.com/office/drawing/2014/main" id="{C06A3432-6B72-436A-9B02-77EFCE86A094}"/>
              </a:ext>
            </a:extLst>
          </p:cNvPr>
          <p:cNvSpPr>
            <a:spLocks xmlns:a="http://schemas.openxmlformats.org/drawingml/2006/main" noGrp="1"/>
          </p:cNvSpPr>
          <p:nvPr/>
        </p:nvSpPr>
        <p:spPr>
          <a:xfrm xmlns:a="http://schemas.openxmlformats.org/drawingml/2006/main">
            <a:off x="647700" y="7496175"/>
            <a:ext cx="26098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BCC6CF"/>
            </a:solidFill>
            <a:prstDash val="solid"/>
          </a:ln>
        </p:spPr>
        <p:txBody>
          <a:bodyPr xmlns:a="http://schemas.openxmlformats.org/drawingml/2006/main" wrap="square" lIns="114300" tIns="0" rIns="114300" bIns="0" anchor="ctr">
            <a:noAutofit/>
          </a:bodyPr>
          <a:lstStyle xmlns:a="http://schemas.openxmlformats.org/drawingml/2006/main">
            <a:defPPr algn="ctr">
              <a:defRPr sz="1800" b="1">
                <a:solidFill>
                  <a:srgbClr val="005A9C"/>
                </a:solidFill>
                <a:latin typeface="Arial"/>
                <a:ea typeface="Arial"/>
                <a:cs typeface="Arial"/>
              </a:defRPr>
            </a:defPPr>
            <a:lvl1pPr algn="ctr">
              <a:defRPr sz="1800" b="1">
                <a:solidFill>
                  <a:srgbClr val="005A9C"/>
                </a:solidFill>
                <a:latin typeface="Arial"/>
                <a:ea typeface="Arial"/>
                <a:cs typeface="Arial"/>
              </a:defRPr>
            </a:lvl1pPr>
            <a:lvl2pPr algn="ctr">
              <a:defRPr sz="1800" b="1">
                <a:solidFill>
                  <a:srgbClr val="005A9C"/>
                </a:solidFill>
                <a:latin typeface="Arial"/>
                <a:ea typeface="Arial"/>
                <a:cs typeface="Arial"/>
              </a:defRPr>
            </a:lvl2pPr>
            <a:lvl3pPr algn="ctr">
              <a:defRPr sz="1800" b="1">
                <a:solidFill>
                  <a:srgbClr val="005A9C"/>
                </a:solidFill>
                <a:latin typeface="Arial"/>
                <a:ea typeface="Arial"/>
                <a:cs typeface="Arial"/>
              </a:defRPr>
            </a:lvl3pPr>
            <a:lvl4pPr algn="ctr">
              <a:defRPr sz="1800" b="1">
                <a:solidFill>
                  <a:srgbClr val="005A9C"/>
                </a:solidFill>
                <a:latin typeface="Arial"/>
                <a:ea typeface="Arial"/>
                <a:cs typeface="Arial"/>
              </a:defRPr>
            </a:lvl4pPr>
            <a:lvl5pPr algn="ctr">
              <a:defRPr sz="1800" b="1">
                <a:solidFill>
                  <a:srgbClr val="005A9C"/>
                </a:solidFill>
                <a:latin typeface="Arial"/>
                <a:ea typeface="Arial"/>
                <a:cs typeface="Arial"/>
              </a:defRPr>
            </a:lvl5pPr>
            <a:lvl6pPr algn="ctr">
              <a:defRPr sz="1800" b="1">
                <a:solidFill>
                  <a:srgbClr val="005A9C"/>
                </a:solidFill>
                <a:latin typeface="Arial"/>
                <a:ea typeface="Arial"/>
                <a:cs typeface="Arial"/>
              </a:defRPr>
            </a:lvl6pPr>
            <a:lvl7pPr algn="ctr">
              <a:defRPr sz="1800" b="1">
                <a:solidFill>
                  <a:srgbClr val="005A9C"/>
                </a:solidFill>
                <a:latin typeface="Arial"/>
                <a:ea typeface="Arial"/>
                <a:cs typeface="Arial"/>
              </a:defRPr>
            </a:lvl7pPr>
            <a:lvl8pPr algn="ctr">
              <a:defRPr sz="1800" b="1">
                <a:solidFill>
                  <a:srgbClr val="005A9C"/>
                </a:solidFill>
                <a:latin typeface="Arial"/>
                <a:ea typeface="Arial"/>
                <a:cs typeface="Arial"/>
              </a:defRPr>
            </a:lvl8pPr>
            <a:lvl9pPr algn="ctr">
              <a:defRPr sz="1800" b="1">
                <a:solidFill>
                  <a:srgbClr val="005A9C"/>
                </a:solidFill>
                <a:latin typeface="Arial"/>
                <a:ea typeface="Arial"/>
                <a:cs typeface="Arial"/>
              </a:defRPr>
            </a:lvl9pPr>
          </a:lstStyle>
          <a:p xmlns:a="http://schemas.openxmlformats.org/drawingml/2006/main">
            <a:pPr algn="ctr">
              <a:defRPr sz="1800" b="1">
                <a:solidFill>
                  <a:srgbClr val="005A9C"/>
                </a:solidFill>
                <a:latin typeface="Arial"/>
                <a:ea typeface="Arial"/>
                <a:cs typeface="Arial"/>
              </a:defRPr>
            </a:pPr>
            <a:r>
              <a:rPr sz="1800" b="1">
                <a:solidFill>
                  <a:srgbClr val="005A9C"/>
                </a:solidFill>
                <a:latin typeface="Arial"/>
                <a:ea typeface="Arial"/>
                <a:cs typeface="Arial"/>
              </a:rPr>
              <a:t>Firm overview</a:t>
            </a:r>
          </a:p>
        </p:txBody>
      </p:sp>
      <p:sp>
        <p:nvSpPr>
          <p:cNvPr id="20" name="!!page">
            <a:extLst xmlns:a="http://schemas.openxmlformats.org/drawingml/2006/main">
              <a:ext uri="{FF2B5EF4-FFF2-40B4-BE49-F238E27FC236}">
                <a16:creationId xmlns:a16="http://schemas.microsoft.com/office/drawing/2014/main" id="{7764F6FB-735B-40F4-ADBE-09CA64B9844D}"/>
              </a:ext>
            </a:extLst>
          </p:cNvPr>
          <p:cNvSpPr>
            <a:spLocks xmlns:a="http://schemas.openxmlformats.org/drawingml/2006/main" noGrp="1"/>
          </p:cNvSpPr>
          <p:nvPr/>
        </p:nvSpPr>
        <p:spPr>
          <a:xfrm xmlns:a="http://schemas.openxmlformats.org/drawingml/2006/main">
            <a:off x="11144250" y="7591425"/>
            <a:ext cx="904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650" b="0">
                <a:solidFill>
                  <a:srgbClr val="707C88"/>
                </a:solidFill>
                <a:latin typeface="Arial"/>
                <a:ea typeface="Arial"/>
                <a:cs typeface="Arial"/>
              </a:defRPr>
            </a:defPPr>
            <a:lvl1pPr algn="r">
              <a:defRPr sz="1650" b="0">
                <a:solidFill>
                  <a:srgbClr val="707C88"/>
                </a:solidFill>
                <a:latin typeface="Arial"/>
                <a:ea typeface="Arial"/>
                <a:cs typeface="Arial"/>
              </a:defRPr>
            </a:lvl1pPr>
            <a:lvl2pPr algn="r">
              <a:defRPr sz="1650" b="0">
                <a:solidFill>
                  <a:srgbClr val="707C88"/>
                </a:solidFill>
                <a:latin typeface="Arial"/>
                <a:ea typeface="Arial"/>
                <a:cs typeface="Arial"/>
              </a:defRPr>
            </a:lvl2pPr>
            <a:lvl3pPr algn="r">
              <a:defRPr sz="1650" b="0">
                <a:solidFill>
                  <a:srgbClr val="707C88"/>
                </a:solidFill>
                <a:latin typeface="Arial"/>
                <a:ea typeface="Arial"/>
                <a:cs typeface="Arial"/>
              </a:defRPr>
            </a:lvl3pPr>
            <a:lvl4pPr algn="r">
              <a:defRPr sz="1650" b="0">
                <a:solidFill>
                  <a:srgbClr val="707C88"/>
                </a:solidFill>
                <a:latin typeface="Arial"/>
                <a:ea typeface="Arial"/>
                <a:cs typeface="Arial"/>
              </a:defRPr>
            </a:lvl4pPr>
            <a:lvl5pPr algn="r">
              <a:defRPr sz="1650" b="0">
                <a:solidFill>
                  <a:srgbClr val="707C88"/>
                </a:solidFill>
                <a:latin typeface="Arial"/>
                <a:ea typeface="Arial"/>
                <a:cs typeface="Arial"/>
              </a:defRPr>
            </a:lvl5pPr>
            <a:lvl6pPr algn="r">
              <a:defRPr sz="1650" b="0">
                <a:solidFill>
                  <a:srgbClr val="707C88"/>
                </a:solidFill>
                <a:latin typeface="Arial"/>
                <a:ea typeface="Arial"/>
                <a:cs typeface="Arial"/>
              </a:defRPr>
            </a:lvl6pPr>
            <a:lvl7pPr algn="r">
              <a:defRPr sz="1650" b="0">
                <a:solidFill>
                  <a:srgbClr val="707C88"/>
                </a:solidFill>
                <a:latin typeface="Arial"/>
                <a:ea typeface="Arial"/>
                <a:cs typeface="Arial"/>
              </a:defRPr>
            </a:lvl7pPr>
            <a:lvl8pPr algn="r">
              <a:defRPr sz="1650" b="0">
                <a:solidFill>
                  <a:srgbClr val="707C88"/>
                </a:solidFill>
                <a:latin typeface="Arial"/>
                <a:ea typeface="Arial"/>
                <a:cs typeface="Arial"/>
              </a:defRPr>
            </a:lvl8pPr>
            <a:lvl9pPr algn="r">
              <a:defRPr sz="1650" b="0">
                <a:solidFill>
                  <a:srgbClr val="707C88"/>
                </a:solidFill>
                <a:latin typeface="Arial"/>
                <a:ea typeface="Arial"/>
                <a:cs typeface="Arial"/>
              </a:defRPr>
            </a:lvl9pPr>
          </a:lstStyle>
          <a:p xmlns:a="http://schemas.openxmlformats.org/drawingml/2006/main">
            <a:pPr algn="r">
              <a:defRPr sz="1650" b="0">
                <a:solidFill>
                  <a:srgbClr val="707C88"/>
                </a:solidFill>
                <a:latin typeface="Arial"/>
                <a:ea typeface="Arial"/>
                <a:cs typeface="Arial"/>
              </a:defRPr>
            </a:pPr>
            <a:r>
              <a:rPr sz="1650" b="0">
                <a:solidFill>
                  <a:srgbClr val="707C88"/>
                </a:solidFill>
                <a:latin typeface="Arial"/>
                <a:ea typeface="Arial"/>
                <a:cs typeface="Arial"/>
              </a:rPr>
              <a:t>18 / 33</a:t>
            </a:r>
          </a:p>
        </p:txBody>
      </p:sp>
      <p:sp>
        <p:nvSpPr>
          <p:cNvPr id="21" name="!!nav.prev">
            <ns0:hlinkClick xmlns:ns0="http://schemas.openxmlformats.org/drawingml/2006/main" xmlns:ns1="http://schemas.openxmlformats.org/officeDocument/2006/relationships" ns1:id="rIdNavSlide17" action="ppaction://hlinksldjump" tooltip="Slide 17: Penghua and Yingmi: content review"/>
            <a:extLst xmlns:a="http://schemas.openxmlformats.org/drawingml/2006/main">
              <a:ext uri="{FF2B5EF4-FFF2-40B4-BE49-F238E27FC236}">
                <a16:creationId xmlns:a16="http://schemas.microsoft.com/office/drawing/2014/main" id="{9F977634-5FF7-4438-87A6-3A2BC0504A45}"/>
              </a:ext>
            </a:extLst>
          </p:cNvPr>
          <p:cNvSpPr>
            <a:spLocks xmlns:a="http://schemas.openxmlformats.org/drawingml/2006/main" noGrp="1"/>
          </p:cNvSpPr>
          <p:nvPr/>
        </p:nvSpPr>
        <p:spPr>
          <a:xfrm xmlns:a="http://schemas.openxmlformats.org/drawingml/2006/main">
            <a:off x="12287250" y="7496175"/>
            <a:ext cx="1047750" cy="4572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725" b="1">
                <a:solidFill>
                  <a:srgbClr val="005A9C"/>
                </a:solidFill>
                <a:latin typeface="Arial"/>
                <a:ea typeface="Arial"/>
                <a:cs typeface="Arial"/>
              </a:defRPr>
            </a:defPPr>
            <a:lvl1pPr algn="ctr">
              <a:defRPr sz="1725" b="1">
                <a:solidFill>
                  <a:srgbClr val="005A9C"/>
                </a:solidFill>
                <a:latin typeface="Arial"/>
                <a:ea typeface="Arial"/>
                <a:cs typeface="Arial"/>
              </a:defRPr>
            </a:lvl1pPr>
            <a:lvl2pPr algn="ctr">
              <a:defRPr sz="1725" b="1">
                <a:solidFill>
                  <a:srgbClr val="005A9C"/>
                </a:solidFill>
                <a:latin typeface="Arial"/>
                <a:ea typeface="Arial"/>
                <a:cs typeface="Arial"/>
              </a:defRPr>
            </a:lvl2pPr>
            <a:lvl3pPr algn="ctr">
              <a:defRPr sz="1725" b="1">
                <a:solidFill>
                  <a:srgbClr val="005A9C"/>
                </a:solidFill>
                <a:latin typeface="Arial"/>
                <a:ea typeface="Arial"/>
                <a:cs typeface="Arial"/>
              </a:defRPr>
            </a:lvl3pPr>
            <a:lvl4pPr algn="ctr">
              <a:defRPr sz="1725" b="1">
                <a:solidFill>
                  <a:srgbClr val="005A9C"/>
                </a:solidFill>
                <a:latin typeface="Arial"/>
                <a:ea typeface="Arial"/>
                <a:cs typeface="Arial"/>
              </a:defRPr>
            </a:lvl4pPr>
            <a:lvl5pPr algn="ctr">
              <a:defRPr sz="1725" b="1">
                <a:solidFill>
                  <a:srgbClr val="005A9C"/>
                </a:solidFill>
                <a:latin typeface="Arial"/>
                <a:ea typeface="Arial"/>
                <a:cs typeface="Arial"/>
              </a:defRPr>
            </a:lvl5pPr>
            <a:lvl6pPr algn="ctr">
              <a:defRPr sz="1725" b="1">
                <a:solidFill>
                  <a:srgbClr val="005A9C"/>
                </a:solidFill>
                <a:latin typeface="Arial"/>
                <a:ea typeface="Arial"/>
                <a:cs typeface="Arial"/>
              </a:defRPr>
            </a:lvl6pPr>
            <a:lvl7pPr algn="ctr">
              <a:defRPr sz="1725" b="1">
                <a:solidFill>
                  <a:srgbClr val="005A9C"/>
                </a:solidFill>
                <a:latin typeface="Arial"/>
                <a:ea typeface="Arial"/>
                <a:cs typeface="Arial"/>
              </a:defRPr>
            </a:lvl7pPr>
            <a:lvl8pPr algn="ctr">
              <a:defRPr sz="1725" b="1">
                <a:solidFill>
                  <a:srgbClr val="005A9C"/>
                </a:solidFill>
                <a:latin typeface="Arial"/>
                <a:ea typeface="Arial"/>
                <a:cs typeface="Arial"/>
              </a:defRPr>
            </a:lvl8pPr>
            <a:lvl9pPr algn="ctr">
              <a:defRPr sz="1725" b="1">
                <a:solidFill>
                  <a:srgbClr val="005A9C"/>
                </a:solidFill>
                <a:latin typeface="Arial"/>
                <a:ea typeface="Arial"/>
                <a:cs typeface="Arial"/>
              </a:defRPr>
            </a:lvl9pPr>
          </a:lstStyle>
          <a:p xmlns:a="http://schemas.openxmlformats.org/drawingml/2006/main">
            <a:pPr algn="ctr">
              <a:defRPr sz="1725" b="1">
                <a:solidFill>
                  <a:srgbClr val="005A9C"/>
                </a:solidFill>
                <a:latin typeface="Arial"/>
                <a:ea typeface="Arial"/>
                <a:cs typeface="Arial"/>
              </a:defRPr>
            </a:pPr>
            <a:r>
              <a:rPr sz="1725" b="1">
                <a:solidFill>
                  <a:srgbClr val="005A9C"/>
                </a:solidFill>
                <a:latin typeface="Arial"/>
                <a:ea typeface="Arial"/>
                <a:cs typeface="Arial"/>
              </a:rPr>
              <a:t>Back</a:t>
            </a:r>
          </a:p>
        </p:txBody>
      </p:sp>
      <p:sp>
        <p:nvSpPr>
          <p:cNvPr id="22" name="!!nav.next">
            <ns0:hlinkClick xmlns:ns0="http://schemas.openxmlformats.org/drawingml/2006/main" xmlns:ns1="http://schemas.openxmlformats.org/officeDocument/2006/relationships" ns1:id="rIdNavSlide19" action="ppaction://hlinksldjump" tooltip="Slide 19: Investigating a risk alert"/>
            <a:extLst xmlns:a="http://schemas.openxmlformats.org/drawingml/2006/main">
              <a:ext uri="{FF2B5EF4-FFF2-40B4-BE49-F238E27FC236}">
                <a16:creationId xmlns:a16="http://schemas.microsoft.com/office/drawing/2014/main" id="{B4395177-20D2-40BF-8713-5EA0C8C673DC}"/>
              </a:ext>
            </a:extLst>
          </p:cNvPr>
          <p:cNvSpPr>
            <a:spLocks xmlns:a="http://schemas.openxmlformats.org/drawingml/2006/main" noGrp="1"/>
          </p:cNvSpPr>
          <p:nvPr/>
        </p:nvSpPr>
        <p:spPr>
          <a:xfrm xmlns:a="http://schemas.openxmlformats.org/drawingml/2006/main">
            <a:off x="13506450" y="7496175"/>
            <a:ext cx="1085850" cy="45720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725" b="1">
                <a:solidFill>
                  <a:srgbClr val="FFFFFF"/>
                </a:solidFill>
                <a:latin typeface="Arial"/>
                <a:ea typeface="Arial"/>
                <a:cs typeface="Arial"/>
              </a:defRPr>
            </a:defPPr>
            <a:lvl1pPr algn="ctr">
              <a:defRPr sz="1725" b="1">
                <a:solidFill>
                  <a:srgbClr val="FFFFFF"/>
                </a:solidFill>
                <a:latin typeface="Arial"/>
                <a:ea typeface="Arial"/>
                <a:cs typeface="Arial"/>
              </a:defRPr>
            </a:lvl1pPr>
            <a:lvl2pPr algn="ctr">
              <a:defRPr sz="1725" b="1">
                <a:solidFill>
                  <a:srgbClr val="FFFFFF"/>
                </a:solidFill>
                <a:latin typeface="Arial"/>
                <a:ea typeface="Arial"/>
                <a:cs typeface="Arial"/>
              </a:defRPr>
            </a:lvl2pPr>
            <a:lvl3pPr algn="ctr">
              <a:defRPr sz="1725" b="1">
                <a:solidFill>
                  <a:srgbClr val="FFFFFF"/>
                </a:solidFill>
                <a:latin typeface="Arial"/>
                <a:ea typeface="Arial"/>
                <a:cs typeface="Arial"/>
              </a:defRPr>
            </a:lvl3pPr>
            <a:lvl4pPr algn="ctr">
              <a:defRPr sz="1725" b="1">
                <a:solidFill>
                  <a:srgbClr val="FFFFFF"/>
                </a:solidFill>
                <a:latin typeface="Arial"/>
                <a:ea typeface="Arial"/>
                <a:cs typeface="Arial"/>
              </a:defRPr>
            </a:lvl4pPr>
            <a:lvl5pPr algn="ctr">
              <a:defRPr sz="1725" b="1">
                <a:solidFill>
                  <a:srgbClr val="FFFFFF"/>
                </a:solidFill>
                <a:latin typeface="Arial"/>
                <a:ea typeface="Arial"/>
                <a:cs typeface="Arial"/>
              </a:defRPr>
            </a:lvl5pPr>
            <a:lvl6pPr algn="ctr">
              <a:defRPr sz="1725" b="1">
                <a:solidFill>
                  <a:srgbClr val="FFFFFF"/>
                </a:solidFill>
                <a:latin typeface="Arial"/>
                <a:ea typeface="Arial"/>
                <a:cs typeface="Arial"/>
              </a:defRPr>
            </a:lvl6pPr>
            <a:lvl7pPr algn="ctr">
              <a:defRPr sz="1725" b="1">
                <a:solidFill>
                  <a:srgbClr val="FFFFFF"/>
                </a:solidFill>
                <a:latin typeface="Arial"/>
                <a:ea typeface="Arial"/>
                <a:cs typeface="Arial"/>
              </a:defRPr>
            </a:lvl7pPr>
            <a:lvl8pPr algn="ctr">
              <a:defRPr sz="1725" b="1">
                <a:solidFill>
                  <a:srgbClr val="FFFFFF"/>
                </a:solidFill>
                <a:latin typeface="Arial"/>
                <a:ea typeface="Arial"/>
                <a:cs typeface="Arial"/>
              </a:defRPr>
            </a:lvl8pPr>
            <a:lvl9pPr algn="ctr">
              <a:defRPr sz="1725" b="1">
                <a:solidFill>
                  <a:srgbClr val="FFFFFF"/>
                </a:solidFill>
                <a:latin typeface="Arial"/>
                <a:ea typeface="Arial"/>
                <a:cs typeface="Arial"/>
              </a:defRPr>
            </a:lvl9pPr>
          </a:lstStyle>
          <a:p xmlns:a="http://schemas.openxmlformats.org/drawingml/2006/main">
            <a:pPr algn="ctr">
              <a:defRPr sz="1725" b="1">
                <a:solidFill>
                  <a:srgbClr val="FFFFFF"/>
                </a:solidFill>
                <a:latin typeface="Arial"/>
                <a:ea typeface="Arial"/>
                <a:cs typeface="Arial"/>
              </a:defRPr>
            </a:pPr>
            <a:r>
              <a:rPr sz="1725" b="1">
                <a:solidFill>
                  <a:srgbClr val="FFFFFF"/>
                </a:solidFill>
                <a:latin typeface="Arial"/>
                <a:ea typeface="Arial"/>
                <a:cs typeface="Arial"/>
              </a:rPr>
              <a:t>Next</a:t>
            </a:r>
          </a:p>
        </p:txBody>
      </p:sp>
      <p:sp>
        <p:nvSpPr>
          <p:cNvPr id="23" name="!!footer.rule">
            <a:extLst xmlns:a="http://schemas.openxmlformats.org/drawingml/2006/main">
              <a:ext uri="{FF2B5EF4-FFF2-40B4-BE49-F238E27FC236}">
                <a16:creationId xmlns:a16="http://schemas.microsoft.com/office/drawing/2014/main" id="{BF55F645-C9B3-468C-9629-94C3F92AFA31}"/>
              </a:ext>
            </a:extLst>
          </p:cNvPr>
          <p:cNvSpPr>
            <a:spLocks xmlns:a="http://schemas.openxmlformats.org/drawingml/2006/main" noGrp="1"/>
          </p:cNvSpPr>
          <p:nvPr/>
        </p:nvSpPr>
        <p:spPr>
          <a:xfrm xmlns:a="http://schemas.openxmlformats.org/drawingml/2006/main" flipH="0" flipV="0">
            <a:off x="647700" y="8134350"/>
            <a:ext cx="13944600" cy="953"/>
          </a:xfrm>
          <a:prstGeom xmlns:a="http://schemas.openxmlformats.org/drawingml/2006/main" prst="line">
            <a:avLst/>
          </a:prstGeom>
          <a:noFill xmlns:a="http://schemas.openxmlformats.org/drawingml/2006/main"/>
          <a:ln xmlns:a="http://schemas.openxmlformats.org/drawingml/2006/main" w="9525">
            <a:solidFill>
              <a:srgbClr val="BCC6CF"/>
            </a:solidFill>
            <a:prstDash val="solid"/>
          </a:ln>
        </p:spPr>
      </p:sp>
      <p:sp>
        <p:nvSpPr>
          <p:cNvPr id="24" name="!!source">
            <a:extLst xmlns:a="http://schemas.openxmlformats.org/drawingml/2006/main">
              <a:ext uri="{FF2B5EF4-FFF2-40B4-BE49-F238E27FC236}">
                <a16:creationId xmlns:a16="http://schemas.microsoft.com/office/drawing/2014/main" id="{4A63D45D-F0FB-4608-A801-22DCAE52A071}"/>
              </a:ext>
            </a:extLst>
          </p:cNvPr>
          <p:cNvSpPr>
            <a:spLocks xmlns:a="http://schemas.openxmlformats.org/drawingml/2006/main" noGrp="1"/>
          </p:cNvSpPr>
          <p:nvPr/>
        </p:nvSpPr>
        <p:spPr>
          <a:xfrm xmlns:a="http://schemas.openxmlformats.org/drawingml/2006/main">
            <a:off x="647700" y="8267700"/>
            <a:ext cx="13944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707C88"/>
                </a:solidFill>
                <a:latin typeface="Arial"/>
                <a:ea typeface="Arial"/>
                <a:cs typeface="Arial"/>
              </a:defRPr>
            </a:defPPr>
            <a:lvl1pPr algn="l">
              <a:defRPr sz="1050" b="0">
                <a:solidFill>
                  <a:srgbClr val="707C88"/>
                </a:solidFill>
                <a:latin typeface="Arial"/>
                <a:ea typeface="Arial"/>
                <a:cs typeface="Arial"/>
              </a:defRPr>
            </a:lvl1pPr>
            <a:lvl2pPr algn="l">
              <a:defRPr sz="1050" b="0">
                <a:solidFill>
                  <a:srgbClr val="707C88"/>
                </a:solidFill>
                <a:latin typeface="Arial"/>
                <a:ea typeface="Arial"/>
                <a:cs typeface="Arial"/>
              </a:defRPr>
            </a:lvl2pPr>
            <a:lvl3pPr algn="l">
              <a:defRPr sz="1050" b="0">
                <a:solidFill>
                  <a:srgbClr val="707C88"/>
                </a:solidFill>
                <a:latin typeface="Arial"/>
                <a:ea typeface="Arial"/>
                <a:cs typeface="Arial"/>
              </a:defRPr>
            </a:lvl3pPr>
            <a:lvl4pPr algn="l">
              <a:defRPr sz="1050" b="0">
                <a:solidFill>
                  <a:srgbClr val="707C88"/>
                </a:solidFill>
                <a:latin typeface="Arial"/>
                <a:ea typeface="Arial"/>
                <a:cs typeface="Arial"/>
              </a:defRPr>
            </a:lvl4pPr>
            <a:lvl5pPr algn="l">
              <a:defRPr sz="1050" b="0">
                <a:solidFill>
                  <a:srgbClr val="707C88"/>
                </a:solidFill>
                <a:latin typeface="Arial"/>
                <a:ea typeface="Arial"/>
                <a:cs typeface="Arial"/>
              </a:defRPr>
            </a:lvl5pPr>
            <a:lvl6pPr algn="l">
              <a:defRPr sz="1050" b="0">
                <a:solidFill>
                  <a:srgbClr val="707C88"/>
                </a:solidFill>
                <a:latin typeface="Arial"/>
                <a:ea typeface="Arial"/>
                <a:cs typeface="Arial"/>
              </a:defRPr>
            </a:lvl6pPr>
            <a:lvl7pPr algn="l">
              <a:defRPr sz="1050" b="0">
                <a:solidFill>
                  <a:srgbClr val="707C88"/>
                </a:solidFill>
                <a:latin typeface="Arial"/>
                <a:ea typeface="Arial"/>
                <a:cs typeface="Arial"/>
              </a:defRPr>
            </a:lvl7pPr>
            <a:lvl8pPr algn="l">
              <a:defRPr sz="1050" b="0">
                <a:solidFill>
                  <a:srgbClr val="707C88"/>
                </a:solidFill>
                <a:latin typeface="Arial"/>
                <a:ea typeface="Arial"/>
                <a:cs typeface="Arial"/>
              </a:defRPr>
            </a:lvl8pPr>
            <a:lvl9pPr algn="l">
              <a:defRPr sz="1050" b="0">
                <a:solidFill>
                  <a:srgbClr val="707C88"/>
                </a:solidFill>
                <a:latin typeface="Arial"/>
                <a:ea typeface="Arial"/>
                <a:cs typeface="Arial"/>
              </a:defRPr>
            </a:lvl9pPr>
          </a:lstStyle>
          <a:p xmlns:a="http://schemas.openxmlformats.org/drawingml/2006/main">
            <a:pPr algn="l">
              <a:defRPr sz="1050" b="0">
                <a:solidFill>
                  <a:srgbClr val="707C88"/>
                </a:solidFill>
                <a:latin typeface="Arial"/>
                <a:ea typeface="Arial"/>
                <a:cs typeface="Arial"/>
              </a:defRPr>
            </a:pPr>
            <a:r>
              <a:rPr sz="1050" b="0">
                <a:solidFill>
                  <a:srgbClr val="707C88"/>
                </a:solidFill>
                <a:latin typeface="Arial"/>
                <a:ea typeface="Arial"/>
                <a:cs typeface="Arial"/>
              </a:rPr>
              <a:t>Sources: Penghua / AMAC; Yingmi</a:t>
            </a:r>
          </a:p>
        </p:txBody>
      </p:sp>
      <p:sp>
        <p:nvSpPr>
          <p:cNvPr id="25" name="!!review.inputs">
            <a:extLst xmlns:a="http://schemas.openxmlformats.org/drawingml/2006/main">
              <a:ext uri="{FF2B5EF4-FFF2-40B4-BE49-F238E27FC236}">
                <a16:creationId xmlns:a16="http://schemas.microsoft.com/office/drawing/2014/main" id="{6B6FBF65-7BF2-4284-8AF0-4EE8D7F4B31A}"/>
              </a:ext>
            </a:extLst>
          </p:cNvPr>
          <p:cNvSpPr>
            <a:spLocks xmlns:a="http://schemas.openxmlformats.org/drawingml/2006/main" noGrp="1"/>
          </p:cNvSpPr>
          <p:nvPr/>
        </p:nvSpPr>
        <p:spPr>
          <a:xfrm xmlns:a="http://schemas.openxmlformats.org/drawingml/2006/main">
            <a:off x="4057650" y="2333625"/>
            <a:ext cx="4991100" cy="1381125"/>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26" name="!!review.inputs.role">
            <a:extLst xmlns:a="http://schemas.openxmlformats.org/drawingml/2006/main">
              <a:ext uri="{FF2B5EF4-FFF2-40B4-BE49-F238E27FC236}">
                <a16:creationId xmlns:a16="http://schemas.microsoft.com/office/drawing/2014/main" id="{949CA8B3-8018-48B5-BDF1-EBA85FA3D615}"/>
              </a:ext>
            </a:extLst>
          </p:cNvPr>
          <p:cNvSpPr>
            <a:spLocks xmlns:a="http://schemas.openxmlformats.org/drawingml/2006/main" noGrp="1"/>
          </p:cNvSpPr>
          <p:nvPr/>
        </p:nvSpPr>
        <p:spPr>
          <a:xfrm xmlns:a="http://schemas.openxmlformats.org/drawingml/2006/main">
            <a:off x="4248150" y="2476500"/>
            <a:ext cx="4610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62C"/>
                </a:solidFill>
                <a:latin typeface="Arial"/>
                <a:ea typeface="Arial"/>
                <a:cs typeface="Arial"/>
              </a:defRPr>
            </a:defPPr>
            <a:lvl1pPr algn="l">
              <a:defRPr sz="1800" b="1">
                <a:solidFill>
                  <a:srgbClr val="20262C"/>
                </a:solidFill>
                <a:latin typeface="Arial"/>
                <a:ea typeface="Arial"/>
                <a:cs typeface="Arial"/>
              </a:defRPr>
            </a:lvl1pPr>
            <a:lvl2pPr algn="l">
              <a:defRPr sz="1800" b="1">
                <a:solidFill>
                  <a:srgbClr val="20262C"/>
                </a:solidFill>
                <a:latin typeface="Arial"/>
                <a:ea typeface="Arial"/>
                <a:cs typeface="Arial"/>
              </a:defRPr>
            </a:lvl2pPr>
            <a:lvl3pPr algn="l">
              <a:defRPr sz="1800" b="1">
                <a:solidFill>
                  <a:srgbClr val="20262C"/>
                </a:solidFill>
                <a:latin typeface="Arial"/>
                <a:ea typeface="Arial"/>
                <a:cs typeface="Arial"/>
              </a:defRPr>
            </a:lvl3pPr>
            <a:lvl4pPr algn="l">
              <a:defRPr sz="1800" b="1">
                <a:solidFill>
                  <a:srgbClr val="20262C"/>
                </a:solidFill>
                <a:latin typeface="Arial"/>
                <a:ea typeface="Arial"/>
                <a:cs typeface="Arial"/>
              </a:defRPr>
            </a:lvl4pPr>
            <a:lvl5pPr algn="l">
              <a:defRPr sz="1800" b="1">
                <a:solidFill>
                  <a:srgbClr val="20262C"/>
                </a:solidFill>
                <a:latin typeface="Arial"/>
                <a:ea typeface="Arial"/>
                <a:cs typeface="Arial"/>
              </a:defRPr>
            </a:lvl5pPr>
            <a:lvl6pPr algn="l">
              <a:defRPr sz="1800" b="1">
                <a:solidFill>
                  <a:srgbClr val="20262C"/>
                </a:solidFill>
                <a:latin typeface="Arial"/>
                <a:ea typeface="Arial"/>
                <a:cs typeface="Arial"/>
              </a:defRPr>
            </a:lvl6pPr>
            <a:lvl7pPr algn="l">
              <a:defRPr sz="1800" b="1">
                <a:solidFill>
                  <a:srgbClr val="20262C"/>
                </a:solidFill>
                <a:latin typeface="Arial"/>
                <a:ea typeface="Arial"/>
                <a:cs typeface="Arial"/>
              </a:defRPr>
            </a:lvl7pPr>
            <a:lvl8pPr algn="l">
              <a:defRPr sz="1800" b="1">
                <a:solidFill>
                  <a:srgbClr val="20262C"/>
                </a:solidFill>
                <a:latin typeface="Arial"/>
                <a:ea typeface="Arial"/>
                <a:cs typeface="Arial"/>
              </a:defRPr>
            </a:lvl8pPr>
            <a:lvl9pPr algn="l">
              <a:defRPr sz="1800" b="1">
                <a:solidFill>
                  <a:srgbClr val="20262C"/>
                </a:solidFill>
                <a:latin typeface="Arial"/>
                <a:ea typeface="Arial"/>
                <a:cs typeface="Arial"/>
              </a:defRPr>
            </a:lvl9pPr>
          </a:lstStyle>
          <a:p xmlns:a="http://schemas.openxmlformats.org/drawingml/2006/main">
            <a:pPr algn="l">
              <a:defRPr sz="1800" b="1">
                <a:solidFill>
                  <a:srgbClr val="20262C"/>
                </a:solidFill>
                <a:latin typeface="Arial"/>
                <a:ea typeface="Arial"/>
                <a:cs typeface="Arial"/>
              </a:defRPr>
            </a:pPr>
            <a:r>
              <a:rPr sz="1800" b="1">
                <a:solidFill>
                  <a:srgbClr val="20262C"/>
                </a:solidFill>
                <a:latin typeface="Arial"/>
                <a:ea typeface="Arial"/>
                <a:cs typeface="Arial"/>
              </a:rPr>
              <a:t>Author supplies current sources</a:t>
            </a:r>
          </a:p>
        </p:txBody>
      </p:sp>
      <p:sp>
        <p:nvSpPr>
          <p:cNvPr id="27" name="!!review.inputs.body">
            <a:extLst xmlns:a="http://schemas.openxmlformats.org/drawingml/2006/main">
              <a:ext uri="{FF2B5EF4-FFF2-40B4-BE49-F238E27FC236}">
                <a16:creationId xmlns:a16="http://schemas.microsoft.com/office/drawing/2014/main" id="{B9984451-7FB5-4AB1-B77A-63E0F4189F88}"/>
              </a:ext>
            </a:extLst>
          </p:cNvPr>
          <p:cNvSpPr>
            <a:spLocks xmlns:a="http://schemas.openxmlformats.org/drawingml/2006/main" noGrp="1"/>
          </p:cNvSpPr>
          <p:nvPr/>
        </p:nvSpPr>
        <p:spPr>
          <a:xfrm xmlns:a="http://schemas.openxmlformats.org/drawingml/2006/main">
            <a:off x="4248150" y="2886075"/>
            <a:ext cx="46101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20262C"/>
                </a:solidFill>
                <a:latin typeface="Arial"/>
                <a:ea typeface="Arial"/>
                <a:cs typeface="Arial"/>
              </a:defRPr>
            </a:defPPr>
            <a:lvl1pPr algn="l">
              <a:defRPr sz="1725" b="0">
                <a:solidFill>
                  <a:srgbClr val="20262C"/>
                </a:solidFill>
                <a:latin typeface="Arial"/>
                <a:ea typeface="Arial"/>
                <a:cs typeface="Arial"/>
              </a:defRPr>
            </a:lvl1pPr>
            <a:lvl2pPr algn="l">
              <a:defRPr sz="1725" b="0">
                <a:solidFill>
                  <a:srgbClr val="20262C"/>
                </a:solidFill>
                <a:latin typeface="Arial"/>
                <a:ea typeface="Arial"/>
                <a:cs typeface="Arial"/>
              </a:defRPr>
            </a:lvl2pPr>
            <a:lvl3pPr algn="l">
              <a:defRPr sz="1725" b="0">
                <a:solidFill>
                  <a:srgbClr val="20262C"/>
                </a:solidFill>
                <a:latin typeface="Arial"/>
                <a:ea typeface="Arial"/>
                <a:cs typeface="Arial"/>
              </a:defRPr>
            </a:lvl3pPr>
            <a:lvl4pPr algn="l">
              <a:defRPr sz="1725" b="0">
                <a:solidFill>
                  <a:srgbClr val="20262C"/>
                </a:solidFill>
                <a:latin typeface="Arial"/>
                <a:ea typeface="Arial"/>
                <a:cs typeface="Arial"/>
              </a:defRPr>
            </a:lvl4pPr>
            <a:lvl5pPr algn="l">
              <a:defRPr sz="1725" b="0">
                <a:solidFill>
                  <a:srgbClr val="20262C"/>
                </a:solidFill>
                <a:latin typeface="Arial"/>
                <a:ea typeface="Arial"/>
                <a:cs typeface="Arial"/>
              </a:defRPr>
            </a:lvl5pPr>
            <a:lvl6pPr algn="l">
              <a:defRPr sz="1725" b="0">
                <a:solidFill>
                  <a:srgbClr val="20262C"/>
                </a:solidFill>
                <a:latin typeface="Arial"/>
                <a:ea typeface="Arial"/>
                <a:cs typeface="Arial"/>
              </a:defRPr>
            </a:lvl6pPr>
            <a:lvl7pPr algn="l">
              <a:defRPr sz="1725" b="0">
                <a:solidFill>
                  <a:srgbClr val="20262C"/>
                </a:solidFill>
                <a:latin typeface="Arial"/>
                <a:ea typeface="Arial"/>
                <a:cs typeface="Arial"/>
              </a:defRPr>
            </a:lvl7pPr>
            <a:lvl8pPr algn="l">
              <a:defRPr sz="1725" b="0">
                <a:solidFill>
                  <a:srgbClr val="20262C"/>
                </a:solidFill>
                <a:latin typeface="Arial"/>
                <a:ea typeface="Arial"/>
                <a:cs typeface="Arial"/>
              </a:defRPr>
            </a:lvl8pPr>
            <a:lvl9pPr algn="l">
              <a:defRPr sz="1725" b="0">
                <a:solidFill>
                  <a:srgbClr val="20262C"/>
                </a:solidFill>
                <a:latin typeface="Arial"/>
                <a:ea typeface="Arial"/>
                <a:cs typeface="Arial"/>
              </a:defRPr>
            </a:lvl9pPr>
          </a:lstStyle>
          <a:p xmlns:a="http://schemas.openxmlformats.org/drawingml/2006/main">
            <a:pPr algn="l">
              <a:defRPr sz="1725" b="0">
                <a:solidFill>
                  <a:srgbClr val="20262C"/>
                </a:solidFill>
                <a:latin typeface="Arial"/>
                <a:ea typeface="Arial"/>
                <a:cs typeface="Arial"/>
              </a:defRPr>
            </a:pPr>
            <a:r>
              <a:rPr sz="1725" b="0">
                <a:solidFill>
                  <a:srgbClr val="20262C"/>
                </a:solidFill>
                <a:latin typeface="Arial"/>
                <a:ea typeface="Arial"/>
                <a:cs typeface="Arial"/>
              </a:rPr>
              <a:t>V1 update and V2 product documents</a:t>
            </a:r>
          </a:p>
          <a:p xmlns:a="http://schemas.openxmlformats.org/drawingml/2006/main">
            <a:pPr algn="l">
              <a:defRPr sz="1725" b="0">
                <a:solidFill>
                  <a:srgbClr val="20262C"/>
                </a:solidFill>
                <a:latin typeface="Arial"/>
                <a:ea typeface="Arial"/>
                <a:cs typeface="Arial"/>
              </a:defRPr>
            </a:pPr>
            <a:r>
              <a:rPr sz="1725" b="0">
                <a:solidFill>
                  <a:srgbClr val="20262C"/>
                </a:solidFill>
                <a:latin typeface="Arial"/>
                <a:ea typeface="Arial"/>
                <a:cs typeface="Arial"/>
              </a:rPr>
              <a:t>Presentation: restocking drove growth.</a:t>
            </a:r>
          </a:p>
          <a:p xmlns:a="http://schemas.openxmlformats.org/drawingml/2006/main">
            <a:pPr algn="l">
              <a:defRPr sz="1725" b="0">
                <a:solidFill>
                  <a:srgbClr val="20262C"/>
                </a:solidFill>
                <a:latin typeface="Arial"/>
                <a:ea typeface="Arial"/>
                <a:cs typeface="Arial"/>
              </a:defRPr>
            </a:pPr>
            <a:r>
              <a:rPr sz="1725" b="0">
                <a:solidFill>
                  <a:srgbClr val="20262C"/>
                </a:solidFill>
                <a:latin typeface="Arial"/>
                <a:ea typeface="Arial"/>
                <a:cs typeface="Arial"/>
              </a:rPr>
              <a:t>How long it will last remains uncertain.</a:t>
            </a:r>
          </a:p>
        </p:txBody>
      </p:sp>
      <p:sp>
        <p:nvSpPr>
          <p:cNvPr id="28" name="!!review.tool">
            <a:extLst xmlns:a="http://schemas.openxmlformats.org/drawingml/2006/main">
              <a:ext uri="{FF2B5EF4-FFF2-40B4-BE49-F238E27FC236}">
                <a16:creationId xmlns:a16="http://schemas.microsoft.com/office/drawing/2014/main" id="{F013844C-4595-413B-929C-D0F1D5331BDF}"/>
              </a:ext>
            </a:extLst>
          </p:cNvPr>
          <p:cNvSpPr>
            <a:spLocks xmlns:a="http://schemas.openxmlformats.org/drawingml/2006/main" noGrp="1"/>
          </p:cNvSpPr>
          <p:nvPr/>
        </p:nvSpPr>
        <p:spPr>
          <a:xfrm xmlns:a="http://schemas.openxmlformats.org/drawingml/2006/main">
            <a:off x="4057650" y="3867150"/>
            <a:ext cx="4991100" cy="1095375"/>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29" name="!!review.tool.role">
            <a:extLst xmlns:a="http://schemas.openxmlformats.org/drawingml/2006/main">
              <a:ext uri="{FF2B5EF4-FFF2-40B4-BE49-F238E27FC236}">
                <a16:creationId xmlns:a16="http://schemas.microsoft.com/office/drawing/2014/main" id="{7432D616-06FF-402D-8516-6F87DA4A7B0C}"/>
              </a:ext>
            </a:extLst>
          </p:cNvPr>
          <p:cNvSpPr>
            <a:spLocks xmlns:a="http://schemas.openxmlformats.org/drawingml/2006/main" noGrp="1"/>
          </p:cNvSpPr>
          <p:nvPr/>
        </p:nvSpPr>
        <p:spPr>
          <a:xfrm xmlns:a="http://schemas.openxmlformats.org/drawingml/2006/main">
            <a:off x="4248150" y="4010025"/>
            <a:ext cx="4610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62C"/>
                </a:solidFill>
                <a:latin typeface="Arial"/>
                <a:ea typeface="Arial"/>
                <a:cs typeface="Arial"/>
              </a:defRPr>
            </a:defPPr>
            <a:lvl1pPr algn="l">
              <a:defRPr sz="1800" b="1">
                <a:solidFill>
                  <a:srgbClr val="20262C"/>
                </a:solidFill>
                <a:latin typeface="Arial"/>
                <a:ea typeface="Arial"/>
                <a:cs typeface="Arial"/>
              </a:defRPr>
            </a:lvl1pPr>
            <a:lvl2pPr algn="l">
              <a:defRPr sz="1800" b="1">
                <a:solidFill>
                  <a:srgbClr val="20262C"/>
                </a:solidFill>
                <a:latin typeface="Arial"/>
                <a:ea typeface="Arial"/>
                <a:cs typeface="Arial"/>
              </a:defRPr>
            </a:lvl2pPr>
            <a:lvl3pPr algn="l">
              <a:defRPr sz="1800" b="1">
                <a:solidFill>
                  <a:srgbClr val="20262C"/>
                </a:solidFill>
                <a:latin typeface="Arial"/>
                <a:ea typeface="Arial"/>
                <a:cs typeface="Arial"/>
              </a:defRPr>
            </a:lvl3pPr>
            <a:lvl4pPr algn="l">
              <a:defRPr sz="1800" b="1">
                <a:solidFill>
                  <a:srgbClr val="20262C"/>
                </a:solidFill>
                <a:latin typeface="Arial"/>
                <a:ea typeface="Arial"/>
                <a:cs typeface="Arial"/>
              </a:defRPr>
            </a:lvl4pPr>
            <a:lvl5pPr algn="l">
              <a:defRPr sz="1800" b="1">
                <a:solidFill>
                  <a:srgbClr val="20262C"/>
                </a:solidFill>
                <a:latin typeface="Arial"/>
                <a:ea typeface="Arial"/>
                <a:cs typeface="Arial"/>
              </a:defRPr>
            </a:lvl5pPr>
            <a:lvl6pPr algn="l">
              <a:defRPr sz="1800" b="1">
                <a:solidFill>
                  <a:srgbClr val="20262C"/>
                </a:solidFill>
                <a:latin typeface="Arial"/>
                <a:ea typeface="Arial"/>
                <a:cs typeface="Arial"/>
              </a:defRPr>
            </a:lvl6pPr>
            <a:lvl7pPr algn="l">
              <a:defRPr sz="1800" b="1">
                <a:solidFill>
                  <a:srgbClr val="20262C"/>
                </a:solidFill>
                <a:latin typeface="Arial"/>
                <a:ea typeface="Arial"/>
                <a:cs typeface="Arial"/>
              </a:defRPr>
            </a:lvl7pPr>
            <a:lvl8pPr algn="l">
              <a:defRPr sz="1800" b="1">
                <a:solidFill>
                  <a:srgbClr val="20262C"/>
                </a:solidFill>
                <a:latin typeface="Arial"/>
                <a:ea typeface="Arial"/>
                <a:cs typeface="Arial"/>
              </a:defRPr>
            </a:lvl8pPr>
            <a:lvl9pPr algn="l">
              <a:defRPr sz="1800" b="1">
                <a:solidFill>
                  <a:srgbClr val="20262C"/>
                </a:solidFill>
                <a:latin typeface="Arial"/>
                <a:ea typeface="Arial"/>
                <a:cs typeface="Arial"/>
              </a:defRPr>
            </a:lvl9pPr>
          </a:lstStyle>
          <a:p xmlns:a="http://schemas.openxmlformats.org/drawingml/2006/main">
            <a:pPr algn="l">
              <a:defRPr sz="1800" b="1">
                <a:solidFill>
                  <a:srgbClr val="20262C"/>
                </a:solidFill>
                <a:latin typeface="Arial"/>
                <a:ea typeface="Arial"/>
                <a:cs typeface="Arial"/>
              </a:defRPr>
            </a:pPr>
            <a:r>
              <a:rPr sz="1800" b="1">
                <a:solidFill>
                  <a:srgbClr val="20262C"/>
                </a:solidFill>
                <a:latin typeface="Arial"/>
                <a:ea typeface="Arial"/>
                <a:cs typeface="Arial"/>
              </a:rPr>
              <a:t>File tools locate changes</a:t>
            </a:r>
          </a:p>
        </p:txBody>
      </p:sp>
      <p:sp>
        <p:nvSpPr>
          <p:cNvPr id="30" name="!!review.tool.body">
            <a:extLst xmlns:a="http://schemas.openxmlformats.org/drawingml/2006/main">
              <a:ext uri="{FF2B5EF4-FFF2-40B4-BE49-F238E27FC236}">
                <a16:creationId xmlns:a16="http://schemas.microsoft.com/office/drawing/2014/main" id="{6195524E-BEFB-4F42-B94C-4A500961B5F8}"/>
              </a:ext>
            </a:extLst>
          </p:cNvPr>
          <p:cNvSpPr>
            <a:spLocks xmlns:a="http://schemas.openxmlformats.org/drawingml/2006/main" noGrp="1"/>
          </p:cNvSpPr>
          <p:nvPr/>
        </p:nvSpPr>
        <p:spPr>
          <a:xfrm xmlns:a="http://schemas.openxmlformats.org/drawingml/2006/main">
            <a:off x="4248150" y="4448175"/>
            <a:ext cx="46101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20262C"/>
                </a:solidFill>
                <a:latin typeface="Arial"/>
                <a:ea typeface="Arial"/>
                <a:cs typeface="Arial"/>
              </a:defRPr>
            </a:defPPr>
            <a:lvl1pPr algn="l">
              <a:defRPr sz="1725" b="0">
                <a:solidFill>
                  <a:srgbClr val="20262C"/>
                </a:solidFill>
                <a:latin typeface="Arial"/>
                <a:ea typeface="Arial"/>
                <a:cs typeface="Arial"/>
              </a:defRPr>
            </a:lvl1pPr>
            <a:lvl2pPr algn="l">
              <a:defRPr sz="1725" b="0">
                <a:solidFill>
                  <a:srgbClr val="20262C"/>
                </a:solidFill>
                <a:latin typeface="Arial"/>
                <a:ea typeface="Arial"/>
                <a:cs typeface="Arial"/>
              </a:defRPr>
            </a:lvl2pPr>
            <a:lvl3pPr algn="l">
              <a:defRPr sz="1725" b="0">
                <a:solidFill>
                  <a:srgbClr val="20262C"/>
                </a:solidFill>
                <a:latin typeface="Arial"/>
                <a:ea typeface="Arial"/>
                <a:cs typeface="Arial"/>
              </a:defRPr>
            </a:lvl3pPr>
            <a:lvl4pPr algn="l">
              <a:defRPr sz="1725" b="0">
                <a:solidFill>
                  <a:srgbClr val="20262C"/>
                </a:solidFill>
                <a:latin typeface="Arial"/>
                <a:ea typeface="Arial"/>
                <a:cs typeface="Arial"/>
              </a:defRPr>
            </a:lvl4pPr>
            <a:lvl5pPr algn="l">
              <a:defRPr sz="1725" b="0">
                <a:solidFill>
                  <a:srgbClr val="20262C"/>
                </a:solidFill>
                <a:latin typeface="Arial"/>
                <a:ea typeface="Arial"/>
                <a:cs typeface="Arial"/>
              </a:defRPr>
            </a:lvl5pPr>
            <a:lvl6pPr algn="l">
              <a:defRPr sz="1725" b="0">
                <a:solidFill>
                  <a:srgbClr val="20262C"/>
                </a:solidFill>
                <a:latin typeface="Arial"/>
                <a:ea typeface="Arial"/>
                <a:cs typeface="Arial"/>
              </a:defRPr>
            </a:lvl6pPr>
            <a:lvl7pPr algn="l">
              <a:defRPr sz="1725" b="0">
                <a:solidFill>
                  <a:srgbClr val="20262C"/>
                </a:solidFill>
                <a:latin typeface="Arial"/>
                <a:ea typeface="Arial"/>
                <a:cs typeface="Arial"/>
              </a:defRPr>
            </a:lvl7pPr>
            <a:lvl8pPr algn="l">
              <a:defRPr sz="1725" b="0">
                <a:solidFill>
                  <a:srgbClr val="20262C"/>
                </a:solidFill>
                <a:latin typeface="Arial"/>
                <a:ea typeface="Arial"/>
                <a:cs typeface="Arial"/>
              </a:defRPr>
            </a:lvl8pPr>
            <a:lvl9pPr algn="l">
              <a:defRPr sz="1725" b="0">
                <a:solidFill>
                  <a:srgbClr val="20262C"/>
                </a:solidFill>
                <a:latin typeface="Arial"/>
                <a:ea typeface="Arial"/>
                <a:cs typeface="Arial"/>
              </a:defRPr>
            </a:lvl9pPr>
          </a:lstStyle>
          <a:p xmlns:a="http://schemas.openxmlformats.org/drawingml/2006/main">
            <a:pPr algn="l">
              <a:defRPr sz="1725" b="0">
                <a:solidFill>
                  <a:srgbClr val="20262C"/>
                </a:solidFill>
                <a:latin typeface="Arial"/>
                <a:ea typeface="Arial"/>
                <a:cs typeface="Arial"/>
              </a:defRPr>
            </a:pPr>
            <a:r>
              <a:rPr sz="1725" b="0">
                <a:solidFill>
                  <a:srgbClr val="20262C"/>
                </a:solidFill>
                <a:latin typeface="Arial"/>
                <a:ea typeface="Arial"/>
                <a:cs typeface="Arial"/>
              </a:rPr>
              <a:t>Match fund name, source period and passages</a:t>
            </a:r>
          </a:p>
        </p:txBody>
      </p:sp>
      <p:sp>
        <p:nvSpPr>
          <p:cNvPr id="31" name="!!review.llm">
            <a:extLst xmlns:a="http://schemas.openxmlformats.org/drawingml/2006/main">
              <a:ext uri="{FF2B5EF4-FFF2-40B4-BE49-F238E27FC236}">
                <a16:creationId xmlns:a16="http://schemas.microsoft.com/office/drawing/2014/main" id="{0200C0B5-437F-4CFD-80E1-4383E6994761}"/>
              </a:ext>
            </a:extLst>
          </p:cNvPr>
          <p:cNvSpPr>
            <a:spLocks xmlns:a="http://schemas.openxmlformats.org/drawingml/2006/main" noGrp="1"/>
          </p:cNvSpPr>
          <p:nvPr/>
        </p:nvSpPr>
        <p:spPr>
          <a:xfrm xmlns:a="http://schemas.openxmlformats.org/drawingml/2006/main">
            <a:off x="4057650" y="5076825"/>
            <a:ext cx="4991100" cy="167640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32" name="!!review.llm.role">
            <a:extLst xmlns:a="http://schemas.openxmlformats.org/drawingml/2006/main">
              <a:ext uri="{FF2B5EF4-FFF2-40B4-BE49-F238E27FC236}">
                <a16:creationId xmlns:a16="http://schemas.microsoft.com/office/drawing/2014/main" id="{42EAA367-D2F9-4D80-9F24-69A0DA6FBC10}"/>
              </a:ext>
            </a:extLst>
          </p:cNvPr>
          <p:cNvSpPr>
            <a:spLocks xmlns:a="http://schemas.openxmlformats.org/drawingml/2006/main" noGrp="1"/>
          </p:cNvSpPr>
          <p:nvPr/>
        </p:nvSpPr>
        <p:spPr>
          <a:xfrm xmlns:a="http://schemas.openxmlformats.org/drawingml/2006/main">
            <a:off x="4248150" y="5219700"/>
            <a:ext cx="4610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62C"/>
                </a:solidFill>
                <a:latin typeface="Arial"/>
                <a:ea typeface="Arial"/>
                <a:cs typeface="Arial"/>
              </a:defRPr>
            </a:defPPr>
            <a:lvl1pPr algn="l">
              <a:defRPr sz="1800" b="1">
                <a:solidFill>
                  <a:srgbClr val="20262C"/>
                </a:solidFill>
                <a:latin typeface="Arial"/>
                <a:ea typeface="Arial"/>
                <a:cs typeface="Arial"/>
              </a:defRPr>
            </a:lvl1pPr>
            <a:lvl2pPr algn="l">
              <a:defRPr sz="1800" b="1">
                <a:solidFill>
                  <a:srgbClr val="20262C"/>
                </a:solidFill>
                <a:latin typeface="Arial"/>
                <a:ea typeface="Arial"/>
                <a:cs typeface="Arial"/>
              </a:defRPr>
            </a:lvl2pPr>
            <a:lvl3pPr algn="l">
              <a:defRPr sz="1800" b="1">
                <a:solidFill>
                  <a:srgbClr val="20262C"/>
                </a:solidFill>
                <a:latin typeface="Arial"/>
                <a:ea typeface="Arial"/>
                <a:cs typeface="Arial"/>
              </a:defRPr>
            </a:lvl3pPr>
            <a:lvl4pPr algn="l">
              <a:defRPr sz="1800" b="1">
                <a:solidFill>
                  <a:srgbClr val="20262C"/>
                </a:solidFill>
                <a:latin typeface="Arial"/>
                <a:ea typeface="Arial"/>
                <a:cs typeface="Arial"/>
              </a:defRPr>
            </a:lvl4pPr>
            <a:lvl5pPr algn="l">
              <a:defRPr sz="1800" b="1">
                <a:solidFill>
                  <a:srgbClr val="20262C"/>
                </a:solidFill>
                <a:latin typeface="Arial"/>
                <a:ea typeface="Arial"/>
                <a:cs typeface="Arial"/>
              </a:defRPr>
            </a:lvl5pPr>
            <a:lvl6pPr algn="l">
              <a:defRPr sz="1800" b="1">
                <a:solidFill>
                  <a:srgbClr val="20262C"/>
                </a:solidFill>
                <a:latin typeface="Arial"/>
                <a:ea typeface="Arial"/>
                <a:cs typeface="Arial"/>
              </a:defRPr>
            </a:lvl6pPr>
            <a:lvl7pPr algn="l">
              <a:defRPr sz="1800" b="1">
                <a:solidFill>
                  <a:srgbClr val="20262C"/>
                </a:solidFill>
                <a:latin typeface="Arial"/>
                <a:ea typeface="Arial"/>
                <a:cs typeface="Arial"/>
              </a:defRPr>
            </a:lvl7pPr>
            <a:lvl8pPr algn="l">
              <a:defRPr sz="1800" b="1">
                <a:solidFill>
                  <a:srgbClr val="20262C"/>
                </a:solidFill>
                <a:latin typeface="Arial"/>
                <a:ea typeface="Arial"/>
                <a:cs typeface="Arial"/>
              </a:defRPr>
            </a:lvl8pPr>
            <a:lvl9pPr algn="l">
              <a:defRPr sz="1800" b="1">
                <a:solidFill>
                  <a:srgbClr val="20262C"/>
                </a:solidFill>
                <a:latin typeface="Arial"/>
                <a:ea typeface="Arial"/>
                <a:cs typeface="Arial"/>
              </a:defRPr>
            </a:lvl9pPr>
          </a:lstStyle>
          <a:p xmlns:a="http://schemas.openxmlformats.org/drawingml/2006/main">
            <a:pPr algn="l">
              <a:defRPr sz="1800" b="1">
                <a:solidFill>
                  <a:srgbClr val="20262C"/>
                </a:solidFill>
                <a:latin typeface="Arial"/>
                <a:ea typeface="Arial"/>
                <a:cs typeface="Arial"/>
              </a:defRPr>
            </a:pPr>
            <a:r>
              <a:rPr sz="1800" b="1">
                <a:solidFill>
                  <a:srgbClr val="20262C"/>
                </a:solidFill>
                <a:latin typeface="Arial"/>
                <a:ea typeface="Arial"/>
                <a:cs typeface="Arial"/>
              </a:rPr>
              <a:t>LLM explains and revises</a:t>
            </a:r>
          </a:p>
        </p:txBody>
      </p:sp>
      <p:sp>
        <p:nvSpPr>
          <p:cNvPr id="33" name="!!review.llm.body">
            <a:extLst xmlns:a="http://schemas.openxmlformats.org/drawingml/2006/main">
              <a:ext uri="{FF2B5EF4-FFF2-40B4-BE49-F238E27FC236}">
                <a16:creationId xmlns:a16="http://schemas.microsoft.com/office/drawing/2014/main" id="{4A0805C6-861C-4483-AD09-70D805628396}"/>
              </a:ext>
            </a:extLst>
          </p:cNvPr>
          <p:cNvSpPr>
            <a:spLocks xmlns:a="http://schemas.openxmlformats.org/drawingml/2006/main" noGrp="1"/>
          </p:cNvSpPr>
          <p:nvPr/>
        </p:nvSpPr>
        <p:spPr>
          <a:xfrm xmlns:a="http://schemas.openxmlformats.org/drawingml/2006/main">
            <a:off x="4248150" y="5657850"/>
            <a:ext cx="46101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0262C"/>
                </a:solidFill>
                <a:latin typeface="Arial"/>
                <a:ea typeface="Arial"/>
                <a:cs typeface="Arial"/>
              </a:defRPr>
            </a:defPPr>
            <a:lvl1pPr algn="l">
              <a:defRPr sz="1875" b="0">
                <a:solidFill>
                  <a:srgbClr val="20262C"/>
                </a:solidFill>
                <a:latin typeface="Arial"/>
                <a:ea typeface="Arial"/>
                <a:cs typeface="Arial"/>
              </a:defRPr>
            </a:lvl1pPr>
            <a:lvl2pPr algn="l">
              <a:defRPr sz="1875" b="0">
                <a:solidFill>
                  <a:srgbClr val="20262C"/>
                </a:solidFill>
                <a:latin typeface="Arial"/>
                <a:ea typeface="Arial"/>
                <a:cs typeface="Arial"/>
              </a:defRPr>
            </a:lvl2pPr>
            <a:lvl3pPr algn="l">
              <a:defRPr sz="1875" b="0">
                <a:solidFill>
                  <a:srgbClr val="20262C"/>
                </a:solidFill>
                <a:latin typeface="Arial"/>
                <a:ea typeface="Arial"/>
                <a:cs typeface="Arial"/>
              </a:defRPr>
            </a:lvl3pPr>
            <a:lvl4pPr algn="l">
              <a:defRPr sz="1875" b="0">
                <a:solidFill>
                  <a:srgbClr val="20262C"/>
                </a:solidFill>
                <a:latin typeface="Arial"/>
                <a:ea typeface="Arial"/>
                <a:cs typeface="Arial"/>
              </a:defRPr>
            </a:lvl4pPr>
            <a:lvl5pPr algn="l">
              <a:defRPr sz="1875" b="0">
                <a:solidFill>
                  <a:srgbClr val="20262C"/>
                </a:solidFill>
                <a:latin typeface="Arial"/>
                <a:ea typeface="Arial"/>
                <a:cs typeface="Arial"/>
              </a:defRPr>
            </a:lvl5pPr>
            <a:lvl6pPr algn="l">
              <a:defRPr sz="1875" b="0">
                <a:solidFill>
                  <a:srgbClr val="20262C"/>
                </a:solidFill>
                <a:latin typeface="Arial"/>
                <a:ea typeface="Arial"/>
                <a:cs typeface="Arial"/>
              </a:defRPr>
            </a:lvl6pPr>
            <a:lvl7pPr algn="l">
              <a:defRPr sz="1875" b="0">
                <a:solidFill>
                  <a:srgbClr val="20262C"/>
                </a:solidFill>
                <a:latin typeface="Arial"/>
                <a:ea typeface="Arial"/>
                <a:cs typeface="Arial"/>
              </a:defRPr>
            </a:lvl7pPr>
            <a:lvl8pPr algn="l">
              <a:defRPr sz="1875" b="0">
                <a:solidFill>
                  <a:srgbClr val="20262C"/>
                </a:solidFill>
                <a:latin typeface="Arial"/>
                <a:ea typeface="Arial"/>
                <a:cs typeface="Arial"/>
              </a:defRPr>
            </a:lvl8pPr>
            <a:lvl9pPr algn="l">
              <a:defRPr sz="1875" b="0">
                <a:solidFill>
                  <a:srgbClr val="20262C"/>
                </a:solidFill>
                <a:latin typeface="Arial"/>
                <a:ea typeface="Arial"/>
                <a:cs typeface="Arial"/>
              </a:defRPr>
            </a:lvl9pPr>
          </a:lstStyle>
          <a:p xmlns:a="http://schemas.openxmlformats.org/drawingml/2006/main">
            <a:pPr algn="l">
              <a:defRPr sz="1875" b="0">
                <a:solidFill>
                  <a:srgbClr val="20262C"/>
                </a:solidFill>
                <a:latin typeface="Arial"/>
                <a:ea typeface="Arial"/>
                <a:cs typeface="Arial"/>
              </a:defRPr>
            </a:pPr>
            <a:r>
              <a:rPr sz="1875" b="0">
                <a:solidFill>
                  <a:srgbClr val="20262C"/>
                </a:solidFill>
                <a:latin typeface="Arial"/>
                <a:ea typeface="Arial"/>
                <a:cs typeface="Arial"/>
              </a:rPr>
              <a:t>Add channel restocking as the driver</a:t>
            </a:r>
          </a:p>
          <a:p xmlns:a="http://schemas.openxmlformats.org/drawingml/2006/main">
            <a:pPr algn="l">
              <a:defRPr sz="1875" b="0">
                <a:solidFill>
                  <a:srgbClr val="20262C"/>
                </a:solidFill>
                <a:latin typeface="Arial"/>
                <a:ea typeface="Arial"/>
                <a:cs typeface="Arial"/>
              </a:defRPr>
            </a:pPr>
            <a:r>
              <a:rPr sz="1875" b="0">
                <a:solidFill>
                  <a:srgbClr val="20262C"/>
                </a:solidFill>
                <a:latin typeface="Arial"/>
                <a:ea typeface="Arial"/>
                <a:cs typeface="Arial"/>
              </a:rPr>
              <a:t>Retain the question of persistence</a:t>
            </a:r>
          </a:p>
          <a:p xmlns:a="http://schemas.openxmlformats.org/drawingml/2006/main">
            <a:pPr algn="l">
              <a:defRPr sz="1875" b="0">
                <a:solidFill>
                  <a:srgbClr val="20262C"/>
                </a:solidFill>
                <a:latin typeface="Arial"/>
                <a:ea typeface="Arial"/>
                <a:cs typeface="Arial"/>
              </a:defRPr>
            </a:pPr>
            <a:r>
              <a:rPr sz="1875" b="0">
                <a:solidFill>
                  <a:srgbClr val="20262C"/>
                </a:solidFill>
                <a:latin typeface="Arial"/>
                <a:ea typeface="Arial"/>
                <a:cs typeface="Arial"/>
              </a:rPr>
              <a:t>Use the product’s specific risk wording</a:t>
            </a:r>
          </a:p>
        </p:txBody>
      </p:sp>
      <p:sp>
        <p:nvSpPr>
          <p:cNvPr id="34" name="!!clientDoc">
            <a:extLst xmlns:a="http://schemas.openxmlformats.org/drawingml/2006/main">
              <a:ext uri="{FF2B5EF4-FFF2-40B4-BE49-F238E27FC236}">
                <a16:creationId xmlns:a16="http://schemas.microsoft.com/office/drawing/2014/main" id="{9A553444-4C2D-4649-AD38-A93372D92628}"/>
              </a:ext>
            </a:extLst>
          </p:cNvPr>
          <p:cNvSpPr>
            <a:spLocks xmlns:a="http://schemas.openxmlformats.org/drawingml/2006/main" noGrp="1"/>
          </p:cNvSpPr>
          <p:nvPr/>
        </p:nvSpPr>
        <p:spPr>
          <a:xfrm xmlns:a="http://schemas.openxmlformats.org/drawingml/2006/main">
            <a:off x="9601200" y="2333625"/>
            <a:ext cx="4991100" cy="4857750"/>
          </a:xfrm>
          <a:prstGeom xmlns:a="http://schemas.openxmlformats.org/drawingml/2006/main" prst="rect">
            <a:avLst/>
          </a:prstGeom>
          <a:solidFill xmlns:a="http://schemas.openxmlformats.org/drawingml/2006/main">
            <a:srgbClr val="FFFFFF"/>
          </a:solidFill>
          <a:ln xmlns:a="http://schemas.openxmlformats.org/drawingml/2006/main" w="13335">
            <a:solidFill>
              <a:srgbClr val="7363A6"/>
            </a:solidFill>
            <a:prstDash val="solid"/>
          </a:ln>
        </p:spPr>
      </p:sp>
      <p:sp>
        <p:nvSpPr>
          <p:cNvPr id="35" name="!!clientDoc.title">
            <a:extLst xmlns:a="http://schemas.openxmlformats.org/drawingml/2006/main">
              <a:ext uri="{FF2B5EF4-FFF2-40B4-BE49-F238E27FC236}">
                <a16:creationId xmlns:a16="http://schemas.microsoft.com/office/drawing/2014/main" id="{C3DE6A10-7944-4B16-A9F2-3302C35A6232}"/>
              </a:ext>
            </a:extLst>
          </p:cNvPr>
          <p:cNvSpPr>
            <a:spLocks xmlns:a="http://schemas.openxmlformats.org/drawingml/2006/main" noGrp="1"/>
          </p:cNvSpPr>
          <p:nvPr/>
        </p:nvSpPr>
        <p:spPr>
          <a:xfrm xmlns:a="http://schemas.openxmlformats.org/drawingml/2006/main">
            <a:off x="9829800" y="2514600"/>
            <a:ext cx="39909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7363A6"/>
                </a:solidFill>
                <a:latin typeface="Arial"/>
                <a:ea typeface="Arial"/>
                <a:cs typeface="Arial"/>
              </a:defRPr>
            </a:defPPr>
            <a:lvl1pPr algn="l">
              <a:defRPr sz="1950" b="1">
                <a:solidFill>
                  <a:srgbClr val="7363A6"/>
                </a:solidFill>
                <a:latin typeface="Arial"/>
                <a:ea typeface="Arial"/>
                <a:cs typeface="Arial"/>
              </a:defRPr>
            </a:lvl1pPr>
            <a:lvl2pPr algn="l">
              <a:defRPr sz="1950" b="1">
                <a:solidFill>
                  <a:srgbClr val="7363A6"/>
                </a:solidFill>
                <a:latin typeface="Arial"/>
                <a:ea typeface="Arial"/>
                <a:cs typeface="Arial"/>
              </a:defRPr>
            </a:lvl2pPr>
            <a:lvl3pPr algn="l">
              <a:defRPr sz="1950" b="1">
                <a:solidFill>
                  <a:srgbClr val="7363A6"/>
                </a:solidFill>
                <a:latin typeface="Arial"/>
                <a:ea typeface="Arial"/>
                <a:cs typeface="Arial"/>
              </a:defRPr>
            </a:lvl3pPr>
            <a:lvl4pPr algn="l">
              <a:defRPr sz="1950" b="1">
                <a:solidFill>
                  <a:srgbClr val="7363A6"/>
                </a:solidFill>
                <a:latin typeface="Arial"/>
                <a:ea typeface="Arial"/>
                <a:cs typeface="Arial"/>
              </a:defRPr>
            </a:lvl4pPr>
            <a:lvl5pPr algn="l">
              <a:defRPr sz="1950" b="1">
                <a:solidFill>
                  <a:srgbClr val="7363A6"/>
                </a:solidFill>
                <a:latin typeface="Arial"/>
                <a:ea typeface="Arial"/>
                <a:cs typeface="Arial"/>
              </a:defRPr>
            </a:lvl5pPr>
            <a:lvl6pPr algn="l">
              <a:defRPr sz="1950" b="1">
                <a:solidFill>
                  <a:srgbClr val="7363A6"/>
                </a:solidFill>
                <a:latin typeface="Arial"/>
                <a:ea typeface="Arial"/>
                <a:cs typeface="Arial"/>
              </a:defRPr>
            </a:lvl6pPr>
            <a:lvl7pPr algn="l">
              <a:defRPr sz="1950" b="1">
                <a:solidFill>
                  <a:srgbClr val="7363A6"/>
                </a:solidFill>
                <a:latin typeface="Arial"/>
                <a:ea typeface="Arial"/>
                <a:cs typeface="Arial"/>
              </a:defRPr>
            </a:lvl7pPr>
            <a:lvl8pPr algn="l">
              <a:defRPr sz="1950" b="1">
                <a:solidFill>
                  <a:srgbClr val="7363A6"/>
                </a:solidFill>
                <a:latin typeface="Arial"/>
                <a:ea typeface="Arial"/>
                <a:cs typeface="Arial"/>
              </a:defRPr>
            </a:lvl8pPr>
            <a:lvl9pPr algn="l">
              <a:defRPr sz="1950" b="1">
                <a:solidFill>
                  <a:srgbClr val="7363A6"/>
                </a:solidFill>
                <a:latin typeface="Arial"/>
                <a:ea typeface="Arial"/>
                <a:cs typeface="Arial"/>
              </a:defRPr>
            </a:lvl9pPr>
          </a:lstStyle>
          <a:p xmlns:a="http://schemas.openxmlformats.org/drawingml/2006/main">
            <a:pPr algn="l">
              <a:defRPr sz="1950" b="1">
                <a:solidFill>
                  <a:srgbClr val="7363A6"/>
                </a:solidFill>
                <a:latin typeface="Arial"/>
                <a:ea typeface="Arial"/>
                <a:cs typeface="Arial"/>
              </a:defRPr>
            </a:pPr>
            <a:r>
              <a:rPr sz="1950" b="1">
                <a:solidFill>
                  <a:srgbClr val="7363A6"/>
                </a:solidFill>
                <a:latin typeface="Arial"/>
                <a:ea typeface="Arial"/>
                <a:cs typeface="Arial"/>
              </a:rPr>
              <a:t>Quarterly client update</a:t>
            </a:r>
          </a:p>
        </p:txBody>
      </p:sp>
      <p:sp>
        <p:nvSpPr>
          <p:cNvPr id="36" name="!!clientDoc.version">
            <a:extLst xmlns:a="http://schemas.openxmlformats.org/drawingml/2006/main">
              <a:ext uri="{FF2B5EF4-FFF2-40B4-BE49-F238E27FC236}">
                <a16:creationId xmlns:a16="http://schemas.microsoft.com/office/drawing/2014/main" id="{656967B3-07A7-467F-9886-4BD8A966AFC3}"/>
              </a:ext>
            </a:extLst>
          </p:cNvPr>
          <p:cNvSpPr>
            <a:spLocks xmlns:a="http://schemas.openxmlformats.org/drawingml/2006/main" noGrp="1"/>
          </p:cNvSpPr>
          <p:nvPr/>
        </p:nvSpPr>
        <p:spPr>
          <a:xfrm xmlns:a="http://schemas.openxmlformats.org/drawingml/2006/main">
            <a:off x="13925550" y="2533650"/>
            <a:ext cx="428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650" b="1">
                <a:solidFill>
                  <a:srgbClr val="7363A6"/>
                </a:solidFill>
                <a:latin typeface="Arial"/>
                <a:ea typeface="Arial"/>
                <a:cs typeface="Arial"/>
              </a:defRPr>
            </a:defPPr>
            <a:lvl1pPr algn="r">
              <a:defRPr sz="1650" b="1">
                <a:solidFill>
                  <a:srgbClr val="7363A6"/>
                </a:solidFill>
                <a:latin typeface="Arial"/>
                <a:ea typeface="Arial"/>
                <a:cs typeface="Arial"/>
              </a:defRPr>
            </a:lvl1pPr>
            <a:lvl2pPr algn="r">
              <a:defRPr sz="1650" b="1">
                <a:solidFill>
                  <a:srgbClr val="7363A6"/>
                </a:solidFill>
                <a:latin typeface="Arial"/>
                <a:ea typeface="Arial"/>
                <a:cs typeface="Arial"/>
              </a:defRPr>
            </a:lvl2pPr>
            <a:lvl3pPr algn="r">
              <a:defRPr sz="1650" b="1">
                <a:solidFill>
                  <a:srgbClr val="7363A6"/>
                </a:solidFill>
                <a:latin typeface="Arial"/>
                <a:ea typeface="Arial"/>
                <a:cs typeface="Arial"/>
              </a:defRPr>
            </a:lvl3pPr>
            <a:lvl4pPr algn="r">
              <a:defRPr sz="1650" b="1">
                <a:solidFill>
                  <a:srgbClr val="7363A6"/>
                </a:solidFill>
                <a:latin typeface="Arial"/>
                <a:ea typeface="Arial"/>
                <a:cs typeface="Arial"/>
              </a:defRPr>
            </a:lvl4pPr>
            <a:lvl5pPr algn="r">
              <a:defRPr sz="1650" b="1">
                <a:solidFill>
                  <a:srgbClr val="7363A6"/>
                </a:solidFill>
                <a:latin typeface="Arial"/>
                <a:ea typeface="Arial"/>
                <a:cs typeface="Arial"/>
              </a:defRPr>
            </a:lvl5pPr>
            <a:lvl6pPr algn="r">
              <a:defRPr sz="1650" b="1">
                <a:solidFill>
                  <a:srgbClr val="7363A6"/>
                </a:solidFill>
                <a:latin typeface="Arial"/>
                <a:ea typeface="Arial"/>
                <a:cs typeface="Arial"/>
              </a:defRPr>
            </a:lvl6pPr>
            <a:lvl7pPr algn="r">
              <a:defRPr sz="1650" b="1">
                <a:solidFill>
                  <a:srgbClr val="7363A6"/>
                </a:solidFill>
                <a:latin typeface="Arial"/>
                <a:ea typeface="Arial"/>
                <a:cs typeface="Arial"/>
              </a:defRPr>
            </a:lvl7pPr>
            <a:lvl8pPr algn="r">
              <a:defRPr sz="1650" b="1">
                <a:solidFill>
                  <a:srgbClr val="7363A6"/>
                </a:solidFill>
                <a:latin typeface="Arial"/>
                <a:ea typeface="Arial"/>
                <a:cs typeface="Arial"/>
              </a:defRPr>
            </a:lvl8pPr>
            <a:lvl9pPr algn="r">
              <a:defRPr sz="1650" b="1">
                <a:solidFill>
                  <a:srgbClr val="7363A6"/>
                </a:solidFill>
                <a:latin typeface="Arial"/>
                <a:ea typeface="Arial"/>
                <a:cs typeface="Arial"/>
              </a:defRPr>
            </a:lvl9pPr>
          </a:lstStyle>
          <a:p xmlns:a="http://schemas.openxmlformats.org/drawingml/2006/main">
            <a:pPr algn="r">
              <a:defRPr sz="1650" b="1">
                <a:solidFill>
                  <a:srgbClr val="7363A6"/>
                </a:solidFill>
                <a:latin typeface="Arial"/>
                <a:ea typeface="Arial"/>
                <a:cs typeface="Arial"/>
              </a:defRPr>
            </a:pPr>
            <a:r>
              <a:rPr sz="1650" b="1">
                <a:solidFill>
                  <a:srgbClr val="7363A6"/>
                </a:solidFill>
                <a:latin typeface="Arial"/>
                <a:ea typeface="Arial"/>
                <a:cs typeface="Arial"/>
              </a:rPr>
              <a:t>V2</a:t>
            </a:r>
          </a:p>
        </p:txBody>
      </p:sp>
      <p:sp>
        <p:nvSpPr>
          <p:cNvPr id="37" name="!!clientDoc.rule">
            <a:extLst xmlns:a="http://schemas.openxmlformats.org/drawingml/2006/main">
              <a:ext uri="{FF2B5EF4-FFF2-40B4-BE49-F238E27FC236}">
                <a16:creationId xmlns:a16="http://schemas.microsoft.com/office/drawing/2014/main" id="{701C98FF-BBFC-40FB-AECC-B2542A2FA09A}"/>
              </a:ext>
            </a:extLst>
          </p:cNvPr>
          <p:cNvSpPr>
            <a:spLocks xmlns:a="http://schemas.openxmlformats.org/drawingml/2006/main" noGrp="1"/>
          </p:cNvSpPr>
          <p:nvPr/>
        </p:nvSpPr>
        <p:spPr>
          <a:xfrm xmlns:a="http://schemas.openxmlformats.org/drawingml/2006/main" flipH="0" flipV="0">
            <a:off x="9829800" y="3057525"/>
            <a:ext cx="4533900" cy="953"/>
          </a:xfrm>
          <a:prstGeom xmlns:a="http://schemas.openxmlformats.org/drawingml/2006/main" prst="line">
            <a:avLst/>
          </a:prstGeom>
          <a:noFill xmlns:a="http://schemas.openxmlformats.org/drawingml/2006/main"/>
          <a:ln xmlns:a="http://schemas.openxmlformats.org/drawingml/2006/main" w="14288">
            <a:solidFill>
              <a:srgbClr val="7363A6"/>
            </a:solidFill>
            <a:prstDash val="solid"/>
          </a:ln>
        </p:spPr>
      </p:sp>
      <p:sp>
        <p:nvSpPr>
          <p:cNvPr id="38" name="!!clientDoc.highlight.product">
            <a:extLst xmlns:a="http://schemas.openxmlformats.org/drawingml/2006/main">
              <a:ext uri="{FF2B5EF4-FFF2-40B4-BE49-F238E27FC236}">
                <a16:creationId xmlns:a16="http://schemas.microsoft.com/office/drawing/2014/main" id="{EB235ECF-7F75-4E81-93D3-78768C3DB329}"/>
              </a:ext>
            </a:extLst>
          </p:cNvPr>
          <p:cNvSpPr>
            <a:spLocks xmlns:a="http://schemas.openxmlformats.org/drawingml/2006/main" noGrp="1"/>
          </p:cNvSpPr>
          <p:nvPr/>
        </p:nvSpPr>
        <p:spPr>
          <a:xfrm xmlns:a="http://schemas.openxmlformats.org/drawingml/2006/main">
            <a:off x="9763125" y="3190875"/>
            <a:ext cx="4667250" cy="800100"/>
          </a:xfrm>
          <a:prstGeom xmlns:a="http://schemas.openxmlformats.org/drawingml/2006/main" prst="rect">
            <a:avLst/>
          </a:prstGeom>
          <ns0:solidFill xmlns:ns0="http://schemas.openxmlformats.org/drawingml/2006/main">
            <ns0:srgbClr val="FFF0BE"/>
          </ns0:solidFill>
          <a:ln xmlns:a="http://schemas.openxmlformats.org/drawingml/2006/main" w="0">
            <a:noFill/>
            <a:prstDash val="solid"/>
          </a:ln>
        </p:spPr>
      </p:sp>
      <p:sp>
        <p:nvSpPr>
          <p:cNvPr id="39" name="!!clientDoc.label.product">
            <a:extLst xmlns:a="http://schemas.openxmlformats.org/drawingml/2006/main">
              <a:ext uri="{FF2B5EF4-FFF2-40B4-BE49-F238E27FC236}">
                <a16:creationId xmlns:a16="http://schemas.microsoft.com/office/drawing/2014/main" id="{486D8C6D-8883-4869-8E24-6973321BBA9E}"/>
              </a:ext>
            </a:extLst>
          </p:cNvPr>
          <p:cNvSpPr>
            <a:spLocks xmlns:a="http://schemas.openxmlformats.org/drawingml/2006/main" noGrp="1"/>
          </p:cNvSpPr>
          <p:nvPr/>
        </p:nvSpPr>
        <p:spPr>
          <a:xfrm xmlns:a="http://schemas.openxmlformats.org/drawingml/2006/main">
            <a:off x="9839325" y="3248025"/>
            <a:ext cx="4514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20262C"/>
                </a:solidFill>
                <a:latin typeface="Arial"/>
                <a:ea typeface="Arial"/>
                <a:cs typeface="Arial"/>
              </a:defRPr>
            </a:defPPr>
            <a:lvl1pPr algn="l">
              <a:defRPr sz="1575" b="1">
                <a:solidFill>
                  <a:srgbClr val="20262C"/>
                </a:solidFill>
                <a:latin typeface="Arial"/>
                <a:ea typeface="Arial"/>
                <a:cs typeface="Arial"/>
              </a:defRPr>
            </a:lvl1pPr>
            <a:lvl2pPr algn="l">
              <a:defRPr sz="1575" b="1">
                <a:solidFill>
                  <a:srgbClr val="20262C"/>
                </a:solidFill>
                <a:latin typeface="Arial"/>
                <a:ea typeface="Arial"/>
                <a:cs typeface="Arial"/>
              </a:defRPr>
            </a:lvl2pPr>
            <a:lvl3pPr algn="l">
              <a:defRPr sz="1575" b="1">
                <a:solidFill>
                  <a:srgbClr val="20262C"/>
                </a:solidFill>
                <a:latin typeface="Arial"/>
                <a:ea typeface="Arial"/>
                <a:cs typeface="Arial"/>
              </a:defRPr>
            </a:lvl3pPr>
            <a:lvl4pPr algn="l">
              <a:defRPr sz="1575" b="1">
                <a:solidFill>
                  <a:srgbClr val="20262C"/>
                </a:solidFill>
                <a:latin typeface="Arial"/>
                <a:ea typeface="Arial"/>
                <a:cs typeface="Arial"/>
              </a:defRPr>
            </a:lvl4pPr>
            <a:lvl5pPr algn="l">
              <a:defRPr sz="1575" b="1">
                <a:solidFill>
                  <a:srgbClr val="20262C"/>
                </a:solidFill>
                <a:latin typeface="Arial"/>
                <a:ea typeface="Arial"/>
                <a:cs typeface="Arial"/>
              </a:defRPr>
            </a:lvl5pPr>
            <a:lvl6pPr algn="l">
              <a:defRPr sz="1575" b="1">
                <a:solidFill>
                  <a:srgbClr val="20262C"/>
                </a:solidFill>
                <a:latin typeface="Arial"/>
                <a:ea typeface="Arial"/>
                <a:cs typeface="Arial"/>
              </a:defRPr>
            </a:lvl6pPr>
            <a:lvl7pPr algn="l">
              <a:defRPr sz="1575" b="1">
                <a:solidFill>
                  <a:srgbClr val="20262C"/>
                </a:solidFill>
                <a:latin typeface="Arial"/>
                <a:ea typeface="Arial"/>
                <a:cs typeface="Arial"/>
              </a:defRPr>
            </a:lvl7pPr>
            <a:lvl8pPr algn="l">
              <a:defRPr sz="1575" b="1">
                <a:solidFill>
                  <a:srgbClr val="20262C"/>
                </a:solidFill>
                <a:latin typeface="Arial"/>
                <a:ea typeface="Arial"/>
                <a:cs typeface="Arial"/>
              </a:defRPr>
            </a:lvl8pPr>
            <a:lvl9pPr algn="l">
              <a:defRPr sz="1575" b="1">
                <a:solidFill>
                  <a:srgbClr val="20262C"/>
                </a:solidFill>
                <a:latin typeface="Arial"/>
                <a:ea typeface="Arial"/>
                <a:cs typeface="Arial"/>
              </a:defRPr>
            </a:lvl9pPr>
          </a:lstStyle>
          <a:p xmlns:a="http://schemas.openxmlformats.org/drawingml/2006/main">
            <a:pPr algn="l">
              <a:defRPr sz="1575" b="1">
                <a:solidFill>
                  <a:srgbClr val="20262C"/>
                </a:solidFill>
                <a:latin typeface="Arial"/>
                <a:ea typeface="Arial"/>
                <a:cs typeface="Arial"/>
              </a:defRPr>
            </a:pPr>
            <a:r>
              <a:rPr sz="1575" b="1">
                <a:solidFill>
                  <a:srgbClr val="20262C"/>
                </a:solidFill>
                <a:latin typeface="Arial"/>
                <a:ea typeface="Arial"/>
                <a:cs typeface="Arial"/>
              </a:rPr>
              <a:t>Fund name</a:t>
            </a:r>
          </a:p>
        </p:txBody>
      </p:sp>
      <p:sp>
        <p:nvSpPr>
          <p:cNvPr id="40" name="!!clientDoc.value.product">
            <a:extLst xmlns:a="http://schemas.openxmlformats.org/drawingml/2006/main">
              <a:ext uri="{FF2B5EF4-FFF2-40B4-BE49-F238E27FC236}">
                <a16:creationId xmlns:a16="http://schemas.microsoft.com/office/drawing/2014/main" id="{A793B7AC-F68D-42B9-8716-200AB0912767}"/>
              </a:ext>
            </a:extLst>
          </p:cNvPr>
          <p:cNvSpPr>
            <a:spLocks xmlns:a="http://schemas.openxmlformats.org/drawingml/2006/main" noGrp="1"/>
          </p:cNvSpPr>
          <p:nvPr/>
        </p:nvSpPr>
        <p:spPr>
          <a:xfrm xmlns:a="http://schemas.openxmlformats.org/drawingml/2006/main">
            <a:off x="9839325" y="3552825"/>
            <a:ext cx="45148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20262C"/>
                </a:solidFill>
                <a:latin typeface="Arial"/>
                <a:ea typeface="Arial"/>
                <a:cs typeface="Arial"/>
              </a:defRPr>
            </a:defPPr>
            <a:lvl1pPr algn="l">
              <a:defRPr sz="1650" b="0">
                <a:solidFill>
                  <a:srgbClr val="20262C"/>
                </a:solidFill>
                <a:latin typeface="Arial"/>
                <a:ea typeface="Arial"/>
                <a:cs typeface="Arial"/>
              </a:defRPr>
            </a:lvl1pPr>
            <a:lvl2pPr algn="l">
              <a:defRPr sz="1650" b="0">
                <a:solidFill>
                  <a:srgbClr val="20262C"/>
                </a:solidFill>
                <a:latin typeface="Arial"/>
                <a:ea typeface="Arial"/>
                <a:cs typeface="Arial"/>
              </a:defRPr>
            </a:lvl2pPr>
            <a:lvl3pPr algn="l">
              <a:defRPr sz="1650" b="0">
                <a:solidFill>
                  <a:srgbClr val="20262C"/>
                </a:solidFill>
                <a:latin typeface="Arial"/>
                <a:ea typeface="Arial"/>
                <a:cs typeface="Arial"/>
              </a:defRPr>
            </a:lvl3pPr>
            <a:lvl4pPr algn="l">
              <a:defRPr sz="1650" b="0">
                <a:solidFill>
                  <a:srgbClr val="20262C"/>
                </a:solidFill>
                <a:latin typeface="Arial"/>
                <a:ea typeface="Arial"/>
                <a:cs typeface="Arial"/>
              </a:defRPr>
            </a:lvl4pPr>
            <a:lvl5pPr algn="l">
              <a:defRPr sz="1650" b="0">
                <a:solidFill>
                  <a:srgbClr val="20262C"/>
                </a:solidFill>
                <a:latin typeface="Arial"/>
                <a:ea typeface="Arial"/>
                <a:cs typeface="Arial"/>
              </a:defRPr>
            </a:lvl5pPr>
            <a:lvl6pPr algn="l">
              <a:defRPr sz="1650" b="0">
                <a:solidFill>
                  <a:srgbClr val="20262C"/>
                </a:solidFill>
                <a:latin typeface="Arial"/>
                <a:ea typeface="Arial"/>
                <a:cs typeface="Arial"/>
              </a:defRPr>
            </a:lvl6pPr>
            <a:lvl7pPr algn="l">
              <a:defRPr sz="1650" b="0">
                <a:solidFill>
                  <a:srgbClr val="20262C"/>
                </a:solidFill>
                <a:latin typeface="Arial"/>
                <a:ea typeface="Arial"/>
                <a:cs typeface="Arial"/>
              </a:defRPr>
            </a:lvl7pPr>
            <a:lvl8pPr algn="l">
              <a:defRPr sz="1650" b="0">
                <a:solidFill>
                  <a:srgbClr val="20262C"/>
                </a:solidFill>
                <a:latin typeface="Arial"/>
                <a:ea typeface="Arial"/>
                <a:cs typeface="Arial"/>
              </a:defRPr>
            </a:lvl8pPr>
            <a:lvl9pPr algn="l">
              <a:defRPr sz="1650" b="0">
                <a:solidFill>
                  <a:srgbClr val="20262C"/>
                </a:solidFill>
                <a:latin typeface="Arial"/>
                <a:ea typeface="Arial"/>
                <a:cs typeface="Arial"/>
              </a:defRPr>
            </a:lvl9pPr>
          </a:lstStyle>
          <a:p xmlns:a="http://schemas.openxmlformats.org/drawingml/2006/main">
            <a:pPr algn="l">
              <a:defRPr sz="1650" b="0">
                <a:solidFill>
                  <a:srgbClr val="20262C"/>
                </a:solidFill>
                <a:latin typeface="Arial"/>
                <a:ea typeface="Arial"/>
                <a:cs typeface="Arial"/>
              </a:defRPr>
            </a:pPr>
            <a:r>
              <a:rPr sz="1650" b="0">
                <a:solidFill>
                  <a:srgbClr val="20262C"/>
                </a:solidFill>
                <a:latin typeface="Arial"/>
                <a:ea typeface="Arial"/>
                <a:cs typeface="Arial"/>
              </a:rPr>
              <a:t>Product A Select Mixed-Asset Fund</a:t>
            </a:r>
          </a:p>
        </p:txBody>
      </p:sp>
      <p:sp>
        <p:nvSpPr>
          <p:cNvPr id="41" name="!!clientDoc.highlight.period">
            <a:extLst xmlns:a="http://schemas.openxmlformats.org/drawingml/2006/main">
              <a:ext uri="{FF2B5EF4-FFF2-40B4-BE49-F238E27FC236}">
                <a16:creationId xmlns:a16="http://schemas.microsoft.com/office/drawing/2014/main" id="{4AA8EA7A-453A-43AF-944D-2683421D0F7B}"/>
              </a:ext>
            </a:extLst>
          </p:cNvPr>
          <p:cNvSpPr>
            <a:spLocks xmlns:a="http://schemas.openxmlformats.org/drawingml/2006/main" noGrp="1"/>
          </p:cNvSpPr>
          <p:nvPr/>
        </p:nvSpPr>
        <p:spPr>
          <a:xfrm xmlns:a="http://schemas.openxmlformats.org/drawingml/2006/main">
            <a:off x="9763125" y="3914775"/>
            <a:ext cx="4667250" cy="685800"/>
          </a:xfrm>
          <a:prstGeom xmlns:a="http://schemas.openxmlformats.org/drawingml/2006/main" prst="rect">
            <a:avLst/>
          </a:prstGeom>
          <ns0:solidFill xmlns:ns0="http://schemas.openxmlformats.org/drawingml/2006/main">
            <ns0:srgbClr val="FFF0BE"/>
          </ns0:solidFill>
          <a:ln xmlns:a="http://schemas.openxmlformats.org/drawingml/2006/main" w="0">
            <a:noFill/>
            <a:prstDash val="solid"/>
          </a:ln>
        </p:spPr>
      </p:sp>
      <p:sp>
        <p:nvSpPr>
          <p:cNvPr id="42" name="!!clientDoc.label.period">
            <a:extLst xmlns:a="http://schemas.openxmlformats.org/drawingml/2006/main">
              <a:ext uri="{FF2B5EF4-FFF2-40B4-BE49-F238E27FC236}">
                <a16:creationId xmlns:a16="http://schemas.microsoft.com/office/drawing/2014/main" id="{0F7BBD74-0483-44A5-9E15-A7EE9C1CB3F1}"/>
              </a:ext>
            </a:extLst>
          </p:cNvPr>
          <p:cNvSpPr>
            <a:spLocks xmlns:a="http://schemas.openxmlformats.org/drawingml/2006/main" noGrp="1"/>
          </p:cNvSpPr>
          <p:nvPr/>
        </p:nvSpPr>
        <p:spPr>
          <a:xfrm xmlns:a="http://schemas.openxmlformats.org/drawingml/2006/main">
            <a:off x="9839325" y="3971925"/>
            <a:ext cx="4514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20262C"/>
                </a:solidFill>
                <a:latin typeface="Arial"/>
                <a:ea typeface="Arial"/>
                <a:cs typeface="Arial"/>
              </a:defRPr>
            </a:defPPr>
            <a:lvl1pPr algn="l">
              <a:defRPr sz="1575" b="1">
                <a:solidFill>
                  <a:srgbClr val="20262C"/>
                </a:solidFill>
                <a:latin typeface="Arial"/>
                <a:ea typeface="Arial"/>
                <a:cs typeface="Arial"/>
              </a:defRPr>
            </a:lvl1pPr>
            <a:lvl2pPr algn="l">
              <a:defRPr sz="1575" b="1">
                <a:solidFill>
                  <a:srgbClr val="20262C"/>
                </a:solidFill>
                <a:latin typeface="Arial"/>
                <a:ea typeface="Arial"/>
                <a:cs typeface="Arial"/>
              </a:defRPr>
            </a:lvl2pPr>
            <a:lvl3pPr algn="l">
              <a:defRPr sz="1575" b="1">
                <a:solidFill>
                  <a:srgbClr val="20262C"/>
                </a:solidFill>
                <a:latin typeface="Arial"/>
                <a:ea typeface="Arial"/>
                <a:cs typeface="Arial"/>
              </a:defRPr>
            </a:lvl3pPr>
            <a:lvl4pPr algn="l">
              <a:defRPr sz="1575" b="1">
                <a:solidFill>
                  <a:srgbClr val="20262C"/>
                </a:solidFill>
                <a:latin typeface="Arial"/>
                <a:ea typeface="Arial"/>
                <a:cs typeface="Arial"/>
              </a:defRPr>
            </a:lvl4pPr>
            <a:lvl5pPr algn="l">
              <a:defRPr sz="1575" b="1">
                <a:solidFill>
                  <a:srgbClr val="20262C"/>
                </a:solidFill>
                <a:latin typeface="Arial"/>
                <a:ea typeface="Arial"/>
                <a:cs typeface="Arial"/>
              </a:defRPr>
            </a:lvl5pPr>
            <a:lvl6pPr algn="l">
              <a:defRPr sz="1575" b="1">
                <a:solidFill>
                  <a:srgbClr val="20262C"/>
                </a:solidFill>
                <a:latin typeface="Arial"/>
                <a:ea typeface="Arial"/>
                <a:cs typeface="Arial"/>
              </a:defRPr>
            </a:lvl6pPr>
            <a:lvl7pPr algn="l">
              <a:defRPr sz="1575" b="1">
                <a:solidFill>
                  <a:srgbClr val="20262C"/>
                </a:solidFill>
                <a:latin typeface="Arial"/>
                <a:ea typeface="Arial"/>
                <a:cs typeface="Arial"/>
              </a:defRPr>
            </a:lvl7pPr>
            <a:lvl8pPr algn="l">
              <a:defRPr sz="1575" b="1">
                <a:solidFill>
                  <a:srgbClr val="20262C"/>
                </a:solidFill>
                <a:latin typeface="Arial"/>
                <a:ea typeface="Arial"/>
                <a:cs typeface="Arial"/>
              </a:defRPr>
            </a:lvl8pPr>
            <a:lvl9pPr algn="l">
              <a:defRPr sz="1575" b="1">
                <a:solidFill>
                  <a:srgbClr val="20262C"/>
                </a:solidFill>
                <a:latin typeface="Arial"/>
                <a:ea typeface="Arial"/>
                <a:cs typeface="Arial"/>
              </a:defRPr>
            </a:lvl9pPr>
          </a:lstStyle>
          <a:p xmlns:a="http://schemas.openxmlformats.org/drawingml/2006/main">
            <a:pPr algn="l">
              <a:defRPr sz="1575" b="1">
                <a:solidFill>
                  <a:srgbClr val="20262C"/>
                </a:solidFill>
                <a:latin typeface="Arial"/>
                <a:ea typeface="Arial"/>
                <a:cs typeface="Arial"/>
              </a:defRPr>
            </a:pPr>
            <a:r>
              <a:rPr sz="1575" b="1">
                <a:solidFill>
                  <a:srgbClr val="20262C"/>
                </a:solidFill>
                <a:latin typeface="Arial"/>
                <a:ea typeface="Arial"/>
                <a:cs typeface="Arial"/>
              </a:rPr>
              <a:t>Source version</a:t>
            </a:r>
          </a:p>
        </p:txBody>
      </p:sp>
      <p:sp>
        <p:nvSpPr>
          <p:cNvPr id="43" name="!!clientDoc.value.period">
            <a:extLst xmlns:a="http://schemas.openxmlformats.org/drawingml/2006/main">
              <a:ext uri="{FF2B5EF4-FFF2-40B4-BE49-F238E27FC236}">
                <a16:creationId xmlns:a16="http://schemas.microsoft.com/office/drawing/2014/main" id="{E04352E7-18D5-49E0-A73C-3ACCD3858397}"/>
              </a:ext>
            </a:extLst>
          </p:cNvPr>
          <p:cNvSpPr>
            <a:spLocks xmlns:a="http://schemas.openxmlformats.org/drawingml/2006/main" noGrp="1"/>
          </p:cNvSpPr>
          <p:nvPr/>
        </p:nvSpPr>
        <p:spPr>
          <a:xfrm xmlns:a="http://schemas.openxmlformats.org/drawingml/2006/main">
            <a:off x="9839325" y="4276725"/>
            <a:ext cx="4514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20262C"/>
                </a:solidFill>
                <a:latin typeface="Arial"/>
                <a:ea typeface="Arial"/>
                <a:cs typeface="Arial"/>
              </a:defRPr>
            </a:defPPr>
            <a:lvl1pPr algn="l">
              <a:defRPr sz="1650" b="0">
                <a:solidFill>
                  <a:srgbClr val="20262C"/>
                </a:solidFill>
                <a:latin typeface="Arial"/>
                <a:ea typeface="Arial"/>
                <a:cs typeface="Arial"/>
              </a:defRPr>
            </a:lvl1pPr>
            <a:lvl2pPr algn="l">
              <a:defRPr sz="1650" b="0">
                <a:solidFill>
                  <a:srgbClr val="20262C"/>
                </a:solidFill>
                <a:latin typeface="Arial"/>
                <a:ea typeface="Arial"/>
                <a:cs typeface="Arial"/>
              </a:defRPr>
            </a:lvl2pPr>
            <a:lvl3pPr algn="l">
              <a:defRPr sz="1650" b="0">
                <a:solidFill>
                  <a:srgbClr val="20262C"/>
                </a:solidFill>
                <a:latin typeface="Arial"/>
                <a:ea typeface="Arial"/>
                <a:cs typeface="Arial"/>
              </a:defRPr>
            </a:lvl3pPr>
            <a:lvl4pPr algn="l">
              <a:defRPr sz="1650" b="0">
                <a:solidFill>
                  <a:srgbClr val="20262C"/>
                </a:solidFill>
                <a:latin typeface="Arial"/>
                <a:ea typeface="Arial"/>
                <a:cs typeface="Arial"/>
              </a:defRPr>
            </a:lvl4pPr>
            <a:lvl5pPr algn="l">
              <a:defRPr sz="1650" b="0">
                <a:solidFill>
                  <a:srgbClr val="20262C"/>
                </a:solidFill>
                <a:latin typeface="Arial"/>
                <a:ea typeface="Arial"/>
                <a:cs typeface="Arial"/>
              </a:defRPr>
            </a:lvl5pPr>
            <a:lvl6pPr algn="l">
              <a:defRPr sz="1650" b="0">
                <a:solidFill>
                  <a:srgbClr val="20262C"/>
                </a:solidFill>
                <a:latin typeface="Arial"/>
                <a:ea typeface="Arial"/>
                <a:cs typeface="Arial"/>
              </a:defRPr>
            </a:lvl6pPr>
            <a:lvl7pPr algn="l">
              <a:defRPr sz="1650" b="0">
                <a:solidFill>
                  <a:srgbClr val="20262C"/>
                </a:solidFill>
                <a:latin typeface="Arial"/>
                <a:ea typeface="Arial"/>
                <a:cs typeface="Arial"/>
              </a:defRPr>
            </a:lvl7pPr>
            <a:lvl8pPr algn="l">
              <a:defRPr sz="1650" b="0">
                <a:solidFill>
                  <a:srgbClr val="20262C"/>
                </a:solidFill>
                <a:latin typeface="Arial"/>
                <a:ea typeface="Arial"/>
                <a:cs typeface="Arial"/>
              </a:defRPr>
            </a:lvl8pPr>
            <a:lvl9pPr algn="l">
              <a:defRPr sz="1650" b="0">
                <a:solidFill>
                  <a:srgbClr val="20262C"/>
                </a:solidFill>
                <a:latin typeface="Arial"/>
                <a:ea typeface="Arial"/>
                <a:cs typeface="Arial"/>
              </a:defRPr>
            </a:lvl9pPr>
          </a:lstStyle>
          <a:p xmlns:a="http://schemas.openxmlformats.org/drawingml/2006/main">
            <a:pPr algn="l">
              <a:defRPr sz="1650" b="0">
                <a:solidFill>
                  <a:srgbClr val="20262C"/>
                </a:solidFill>
                <a:latin typeface="Arial"/>
                <a:ea typeface="Arial"/>
                <a:cs typeface="Arial"/>
              </a:defRPr>
            </a:pPr>
            <a:r>
              <a:rPr sz="1650" b="0">
                <a:solidFill>
                  <a:srgbClr val="20262C"/>
                </a:solidFill>
                <a:latin typeface="Arial"/>
                <a:ea typeface="Arial"/>
                <a:cs typeface="Arial"/>
              </a:rPr>
              <a:t>Q3 2026 product information, V2</a:t>
            </a:r>
          </a:p>
        </p:txBody>
      </p:sp>
      <p:sp>
        <p:nvSpPr>
          <p:cNvPr id="44" name="!!clientDoc.highlight.view">
            <a:extLst xmlns:a="http://schemas.openxmlformats.org/drawingml/2006/main">
              <a:ext uri="{FF2B5EF4-FFF2-40B4-BE49-F238E27FC236}">
                <a16:creationId xmlns:a16="http://schemas.microsoft.com/office/drawing/2014/main" id="{6423DB56-AA22-444E-BA03-65E31D70447E}"/>
              </a:ext>
            </a:extLst>
          </p:cNvPr>
          <p:cNvSpPr>
            <a:spLocks xmlns:a="http://schemas.openxmlformats.org/drawingml/2006/main" noGrp="1"/>
          </p:cNvSpPr>
          <p:nvPr/>
        </p:nvSpPr>
        <p:spPr>
          <a:xfrm xmlns:a="http://schemas.openxmlformats.org/drawingml/2006/main">
            <a:off x="9763125" y="4638675"/>
            <a:ext cx="4667250" cy="1419225"/>
          </a:xfrm>
          <a:prstGeom xmlns:a="http://schemas.openxmlformats.org/drawingml/2006/main" prst="rect">
            <a:avLst/>
          </a:prstGeom>
          <ns0:solidFill xmlns:ns0="http://schemas.openxmlformats.org/drawingml/2006/main">
            <ns0:srgbClr val="FFF0BE"/>
          </ns0:solidFill>
          <a:ln xmlns:a="http://schemas.openxmlformats.org/drawingml/2006/main" w="0">
            <a:noFill/>
            <a:prstDash val="solid"/>
          </a:ln>
        </p:spPr>
      </p:sp>
      <p:sp>
        <p:nvSpPr>
          <p:cNvPr id="45" name="!!clientDoc.label.view">
            <a:extLst xmlns:a="http://schemas.openxmlformats.org/drawingml/2006/main">
              <a:ext uri="{FF2B5EF4-FFF2-40B4-BE49-F238E27FC236}">
                <a16:creationId xmlns:a16="http://schemas.microsoft.com/office/drawing/2014/main" id="{BCA686C9-7C79-45B1-917B-00C3DA90DC7D}"/>
              </a:ext>
            </a:extLst>
          </p:cNvPr>
          <p:cNvSpPr>
            <a:spLocks xmlns:a="http://schemas.openxmlformats.org/drawingml/2006/main" noGrp="1"/>
          </p:cNvSpPr>
          <p:nvPr/>
        </p:nvSpPr>
        <p:spPr>
          <a:xfrm xmlns:a="http://schemas.openxmlformats.org/drawingml/2006/main">
            <a:off x="9839325" y="4695825"/>
            <a:ext cx="4514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20262C"/>
                </a:solidFill>
                <a:latin typeface="Arial"/>
                <a:ea typeface="Arial"/>
                <a:cs typeface="Arial"/>
              </a:defRPr>
            </a:defPPr>
            <a:lvl1pPr algn="l">
              <a:defRPr sz="1575" b="1">
                <a:solidFill>
                  <a:srgbClr val="20262C"/>
                </a:solidFill>
                <a:latin typeface="Arial"/>
                <a:ea typeface="Arial"/>
                <a:cs typeface="Arial"/>
              </a:defRPr>
            </a:lvl1pPr>
            <a:lvl2pPr algn="l">
              <a:defRPr sz="1575" b="1">
                <a:solidFill>
                  <a:srgbClr val="20262C"/>
                </a:solidFill>
                <a:latin typeface="Arial"/>
                <a:ea typeface="Arial"/>
                <a:cs typeface="Arial"/>
              </a:defRPr>
            </a:lvl2pPr>
            <a:lvl3pPr algn="l">
              <a:defRPr sz="1575" b="1">
                <a:solidFill>
                  <a:srgbClr val="20262C"/>
                </a:solidFill>
                <a:latin typeface="Arial"/>
                <a:ea typeface="Arial"/>
                <a:cs typeface="Arial"/>
              </a:defRPr>
            </a:lvl3pPr>
            <a:lvl4pPr algn="l">
              <a:defRPr sz="1575" b="1">
                <a:solidFill>
                  <a:srgbClr val="20262C"/>
                </a:solidFill>
                <a:latin typeface="Arial"/>
                <a:ea typeface="Arial"/>
                <a:cs typeface="Arial"/>
              </a:defRPr>
            </a:lvl4pPr>
            <a:lvl5pPr algn="l">
              <a:defRPr sz="1575" b="1">
                <a:solidFill>
                  <a:srgbClr val="20262C"/>
                </a:solidFill>
                <a:latin typeface="Arial"/>
                <a:ea typeface="Arial"/>
                <a:cs typeface="Arial"/>
              </a:defRPr>
            </a:lvl5pPr>
            <a:lvl6pPr algn="l">
              <a:defRPr sz="1575" b="1">
                <a:solidFill>
                  <a:srgbClr val="20262C"/>
                </a:solidFill>
                <a:latin typeface="Arial"/>
                <a:ea typeface="Arial"/>
                <a:cs typeface="Arial"/>
              </a:defRPr>
            </a:lvl6pPr>
            <a:lvl7pPr algn="l">
              <a:defRPr sz="1575" b="1">
                <a:solidFill>
                  <a:srgbClr val="20262C"/>
                </a:solidFill>
                <a:latin typeface="Arial"/>
                <a:ea typeface="Arial"/>
                <a:cs typeface="Arial"/>
              </a:defRPr>
            </a:lvl7pPr>
            <a:lvl8pPr algn="l">
              <a:defRPr sz="1575" b="1">
                <a:solidFill>
                  <a:srgbClr val="20262C"/>
                </a:solidFill>
                <a:latin typeface="Arial"/>
                <a:ea typeface="Arial"/>
                <a:cs typeface="Arial"/>
              </a:defRPr>
            </a:lvl8pPr>
            <a:lvl9pPr algn="l">
              <a:defRPr sz="1575" b="1">
                <a:solidFill>
                  <a:srgbClr val="20262C"/>
                </a:solidFill>
                <a:latin typeface="Arial"/>
                <a:ea typeface="Arial"/>
                <a:cs typeface="Arial"/>
              </a:defRPr>
            </a:lvl9pPr>
          </a:lstStyle>
          <a:p xmlns:a="http://schemas.openxmlformats.org/drawingml/2006/main">
            <a:pPr algn="l">
              <a:defRPr sz="1575" b="1">
                <a:solidFill>
                  <a:srgbClr val="20262C"/>
                </a:solidFill>
                <a:latin typeface="Arial"/>
                <a:ea typeface="Arial"/>
                <a:cs typeface="Arial"/>
              </a:defRPr>
            </a:pPr>
            <a:r>
              <a:rPr sz="1575" b="1">
                <a:solidFill>
                  <a:srgbClr val="20262C"/>
                </a:solidFill>
                <a:latin typeface="Arial"/>
                <a:ea typeface="Arial"/>
                <a:cs typeface="Arial"/>
              </a:rPr>
              <a:t>Current view</a:t>
            </a:r>
          </a:p>
        </p:txBody>
      </p:sp>
      <p:sp>
        <p:nvSpPr>
          <p:cNvPr id="46" name="!!clientDoc.value.view">
            <a:extLst xmlns:a="http://schemas.openxmlformats.org/drawingml/2006/main">
              <a:ext uri="{FF2B5EF4-FFF2-40B4-BE49-F238E27FC236}">
                <a16:creationId xmlns:a16="http://schemas.microsoft.com/office/drawing/2014/main" id="{5DD441A2-A2FE-4F58-8737-93BF47D9E6E7}"/>
              </a:ext>
            </a:extLst>
          </p:cNvPr>
          <p:cNvSpPr>
            <a:spLocks xmlns:a="http://schemas.openxmlformats.org/drawingml/2006/main" noGrp="1"/>
          </p:cNvSpPr>
          <p:nvPr/>
        </p:nvSpPr>
        <p:spPr>
          <a:xfrm xmlns:a="http://schemas.openxmlformats.org/drawingml/2006/main">
            <a:off x="9839325" y="5000625"/>
            <a:ext cx="45148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20262C"/>
                </a:solidFill>
                <a:latin typeface="Arial"/>
                <a:ea typeface="Arial"/>
                <a:cs typeface="Arial"/>
              </a:defRPr>
            </a:defPPr>
            <a:lvl1pPr algn="l">
              <a:defRPr sz="1650" b="0">
                <a:solidFill>
                  <a:srgbClr val="20262C"/>
                </a:solidFill>
                <a:latin typeface="Arial"/>
                <a:ea typeface="Arial"/>
                <a:cs typeface="Arial"/>
              </a:defRPr>
            </a:lvl1pPr>
            <a:lvl2pPr algn="l">
              <a:defRPr sz="1650" b="0">
                <a:solidFill>
                  <a:srgbClr val="20262C"/>
                </a:solidFill>
                <a:latin typeface="Arial"/>
                <a:ea typeface="Arial"/>
                <a:cs typeface="Arial"/>
              </a:defRPr>
            </a:lvl2pPr>
            <a:lvl3pPr algn="l">
              <a:defRPr sz="1650" b="0">
                <a:solidFill>
                  <a:srgbClr val="20262C"/>
                </a:solidFill>
                <a:latin typeface="Arial"/>
                <a:ea typeface="Arial"/>
                <a:cs typeface="Arial"/>
              </a:defRPr>
            </a:lvl3pPr>
            <a:lvl4pPr algn="l">
              <a:defRPr sz="1650" b="0">
                <a:solidFill>
                  <a:srgbClr val="20262C"/>
                </a:solidFill>
                <a:latin typeface="Arial"/>
                <a:ea typeface="Arial"/>
                <a:cs typeface="Arial"/>
              </a:defRPr>
            </a:lvl4pPr>
            <a:lvl5pPr algn="l">
              <a:defRPr sz="1650" b="0">
                <a:solidFill>
                  <a:srgbClr val="20262C"/>
                </a:solidFill>
                <a:latin typeface="Arial"/>
                <a:ea typeface="Arial"/>
                <a:cs typeface="Arial"/>
              </a:defRPr>
            </a:lvl5pPr>
            <a:lvl6pPr algn="l">
              <a:defRPr sz="1650" b="0">
                <a:solidFill>
                  <a:srgbClr val="20262C"/>
                </a:solidFill>
                <a:latin typeface="Arial"/>
                <a:ea typeface="Arial"/>
                <a:cs typeface="Arial"/>
              </a:defRPr>
            </a:lvl6pPr>
            <a:lvl7pPr algn="l">
              <a:defRPr sz="1650" b="0">
                <a:solidFill>
                  <a:srgbClr val="20262C"/>
                </a:solidFill>
                <a:latin typeface="Arial"/>
                <a:ea typeface="Arial"/>
                <a:cs typeface="Arial"/>
              </a:defRPr>
            </a:lvl7pPr>
            <a:lvl8pPr algn="l">
              <a:defRPr sz="1650" b="0">
                <a:solidFill>
                  <a:srgbClr val="20262C"/>
                </a:solidFill>
                <a:latin typeface="Arial"/>
                <a:ea typeface="Arial"/>
                <a:cs typeface="Arial"/>
              </a:defRPr>
            </a:lvl8pPr>
            <a:lvl9pPr algn="l">
              <a:defRPr sz="1650" b="0">
                <a:solidFill>
                  <a:srgbClr val="20262C"/>
                </a:solidFill>
                <a:latin typeface="Arial"/>
                <a:ea typeface="Arial"/>
                <a:cs typeface="Arial"/>
              </a:defRPr>
            </a:lvl9pPr>
          </a:lstStyle>
          <a:p xmlns:a="http://schemas.openxmlformats.org/drawingml/2006/main">
            <a:pPr algn="l">
              <a:defRPr sz="1650" b="0">
                <a:solidFill>
                  <a:srgbClr val="20262C"/>
                </a:solidFill>
                <a:latin typeface="Arial"/>
                <a:ea typeface="Arial"/>
                <a:cs typeface="Arial"/>
              </a:defRPr>
            </a:pPr>
            <a:r>
              <a:rPr sz="1650" b="0">
                <a:solidFill>
                  <a:srgbClr val="20262C"/>
                </a:solidFill>
                <a:latin typeface="Arial"/>
                <a:ea typeface="Arial"/>
                <a:cs typeface="Arial"/>
              </a:rPr>
              <a:t>Company A’s volume growth reflects</a:t>
            </a:r>
          </a:p>
          <a:p xmlns:a="http://schemas.openxmlformats.org/drawingml/2006/main">
            <a:pPr algn="l">
              <a:defRPr sz="1650" b="0">
                <a:solidFill>
                  <a:srgbClr val="20262C"/>
                </a:solidFill>
                <a:latin typeface="Arial"/>
                <a:ea typeface="Arial"/>
                <a:cs typeface="Arial"/>
              </a:defRPr>
            </a:pPr>
            <a:r>
              <a:rPr sz="1650" b="0">
                <a:solidFill>
                  <a:srgbClr val="20262C"/>
                </a:solidFill>
                <a:latin typeface="Arial"/>
                <a:ea typeface="Arial"/>
                <a:cs typeface="Arial"/>
              </a:rPr>
              <a:t>channel restocking. Monitor whether</a:t>
            </a:r>
          </a:p>
          <a:p xmlns:a="http://schemas.openxmlformats.org/drawingml/2006/main">
            <a:pPr algn="l">
              <a:defRPr sz="1650" b="0">
                <a:solidFill>
                  <a:srgbClr val="20262C"/>
                </a:solidFill>
                <a:latin typeface="Arial"/>
                <a:ea typeface="Arial"/>
                <a:cs typeface="Arial"/>
              </a:defRPr>
            </a:pPr>
            <a:r>
              <a:rPr sz="1650" b="0">
                <a:solidFill>
                  <a:srgbClr val="20262C"/>
                </a:solidFill>
                <a:latin typeface="Arial"/>
                <a:ea typeface="Arial"/>
                <a:cs typeface="Arial"/>
              </a:rPr>
              <a:t>restocking continues and track</a:t>
            </a:r>
          </a:p>
          <a:p xmlns:a="http://schemas.openxmlformats.org/drawingml/2006/main">
            <a:pPr algn="l">
              <a:defRPr sz="1650" b="0">
                <a:solidFill>
                  <a:srgbClr val="20262C"/>
                </a:solidFill>
                <a:latin typeface="Arial"/>
                <a:ea typeface="Arial"/>
                <a:cs typeface="Arial"/>
              </a:defRPr>
            </a:pPr>
            <a:r>
              <a:rPr sz="1650" b="0">
                <a:solidFill>
                  <a:srgbClr val="20262C"/>
                </a:solidFill>
                <a:latin typeface="Arial"/>
                <a:ea typeface="Arial"/>
                <a:cs typeface="Arial"/>
              </a:rPr>
              <a:t>raw-material costs.</a:t>
            </a:r>
          </a:p>
        </p:txBody>
      </p:sp>
      <p:sp>
        <p:nvSpPr>
          <p:cNvPr id="47" name="!!clientDoc.highlight.risk">
            <a:extLst xmlns:a="http://schemas.openxmlformats.org/drawingml/2006/main">
              <a:ext uri="{FF2B5EF4-FFF2-40B4-BE49-F238E27FC236}">
                <a16:creationId xmlns:a16="http://schemas.microsoft.com/office/drawing/2014/main" id="{A6A2D220-E74C-4A89-BA8B-F685EA782D57}"/>
              </a:ext>
            </a:extLst>
          </p:cNvPr>
          <p:cNvSpPr>
            <a:spLocks xmlns:a="http://schemas.openxmlformats.org/drawingml/2006/main" noGrp="1"/>
          </p:cNvSpPr>
          <p:nvPr/>
        </p:nvSpPr>
        <p:spPr>
          <a:xfrm xmlns:a="http://schemas.openxmlformats.org/drawingml/2006/main">
            <a:off x="9763125" y="6143625"/>
            <a:ext cx="4667250" cy="981075"/>
          </a:xfrm>
          <a:prstGeom xmlns:a="http://schemas.openxmlformats.org/drawingml/2006/main" prst="rect">
            <a:avLst/>
          </a:prstGeom>
          <ns0:solidFill xmlns:ns0="http://schemas.openxmlformats.org/drawingml/2006/main">
            <ns0:srgbClr val="FFF0BE"/>
          </ns0:solidFill>
          <a:ln xmlns:a="http://schemas.openxmlformats.org/drawingml/2006/main" w="0">
            <a:noFill/>
            <a:prstDash val="solid"/>
          </a:ln>
        </p:spPr>
      </p:sp>
      <p:sp>
        <p:nvSpPr>
          <p:cNvPr id="48" name="!!clientDoc.label.risk">
            <a:extLst xmlns:a="http://schemas.openxmlformats.org/drawingml/2006/main">
              <a:ext uri="{FF2B5EF4-FFF2-40B4-BE49-F238E27FC236}">
                <a16:creationId xmlns:a16="http://schemas.microsoft.com/office/drawing/2014/main" id="{F1F677E7-8D8E-403B-99AA-B20F8C5D6534}"/>
              </a:ext>
            </a:extLst>
          </p:cNvPr>
          <p:cNvSpPr>
            <a:spLocks xmlns:a="http://schemas.openxmlformats.org/drawingml/2006/main" noGrp="1"/>
          </p:cNvSpPr>
          <p:nvPr/>
        </p:nvSpPr>
        <p:spPr>
          <a:xfrm xmlns:a="http://schemas.openxmlformats.org/drawingml/2006/main">
            <a:off x="9839325" y="6200775"/>
            <a:ext cx="4514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20262C"/>
                </a:solidFill>
                <a:latin typeface="Arial"/>
                <a:ea typeface="Arial"/>
                <a:cs typeface="Arial"/>
              </a:defRPr>
            </a:defPPr>
            <a:lvl1pPr algn="l">
              <a:defRPr sz="1575" b="1">
                <a:solidFill>
                  <a:srgbClr val="20262C"/>
                </a:solidFill>
                <a:latin typeface="Arial"/>
                <a:ea typeface="Arial"/>
                <a:cs typeface="Arial"/>
              </a:defRPr>
            </a:lvl1pPr>
            <a:lvl2pPr algn="l">
              <a:defRPr sz="1575" b="1">
                <a:solidFill>
                  <a:srgbClr val="20262C"/>
                </a:solidFill>
                <a:latin typeface="Arial"/>
                <a:ea typeface="Arial"/>
                <a:cs typeface="Arial"/>
              </a:defRPr>
            </a:lvl2pPr>
            <a:lvl3pPr algn="l">
              <a:defRPr sz="1575" b="1">
                <a:solidFill>
                  <a:srgbClr val="20262C"/>
                </a:solidFill>
                <a:latin typeface="Arial"/>
                <a:ea typeface="Arial"/>
                <a:cs typeface="Arial"/>
              </a:defRPr>
            </a:lvl3pPr>
            <a:lvl4pPr algn="l">
              <a:defRPr sz="1575" b="1">
                <a:solidFill>
                  <a:srgbClr val="20262C"/>
                </a:solidFill>
                <a:latin typeface="Arial"/>
                <a:ea typeface="Arial"/>
                <a:cs typeface="Arial"/>
              </a:defRPr>
            </a:lvl4pPr>
            <a:lvl5pPr algn="l">
              <a:defRPr sz="1575" b="1">
                <a:solidFill>
                  <a:srgbClr val="20262C"/>
                </a:solidFill>
                <a:latin typeface="Arial"/>
                <a:ea typeface="Arial"/>
                <a:cs typeface="Arial"/>
              </a:defRPr>
            </a:lvl5pPr>
            <a:lvl6pPr algn="l">
              <a:defRPr sz="1575" b="1">
                <a:solidFill>
                  <a:srgbClr val="20262C"/>
                </a:solidFill>
                <a:latin typeface="Arial"/>
                <a:ea typeface="Arial"/>
                <a:cs typeface="Arial"/>
              </a:defRPr>
            </a:lvl6pPr>
            <a:lvl7pPr algn="l">
              <a:defRPr sz="1575" b="1">
                <a:solidFill>
                  <a:srgbClr val="20262C"/>
                </a:solidFill>
                <a:latin typeface="Arial"/>
                <a:ea typeface="Arial"/>
                <a:cs typeface="Arial"/>
              </a:defRPr>
            </a:lvl7pPr>
            <a:lvl8pPr algn="l">
              <a:defRPr sz="1575" b="1">
                <a:solidFill>
                  <a:srgbClr val="20262C"/>
                </a:solidFill>
                <a:latin typeface="Arial"/>
                <a:ea typeface="Arial"/>
                <a:cs typeface="Arial"/>
              </a:defRPr>
            </a:lvl8pPr>
            <a:lvl9pPr algn="l">
              <a:defRPr sz="1575" b="1">
                <a:solidFill>
                  <a:srgbClr val="20262C"/>
                </a:solidFill>
                <a:latin typeface="Arial"/>
                <a:ea typeface="Arial"/>
                <a:cs typeface="Arial"/>
              </a:defRPr>
            </a:lvl9pPr>
          </a:lstStyle>
          <a:p xmlns:a="http://schemas.openxmlformats.org/drawingml/2006/main">
            <a:pPr algn="l">
              <a:defRPr sz="1575" b="1">
                <a:solidFill>
                  <a:srgbClr val="20262C"/>
                </a:solidFill>
                <a:latin typeface="Arial"/>
                <a:ea typeface="Arial"/>
                <a:cs typeface="Arial"/>
              </a:defRPr>
            </a:pPr>
            <a:r>
              <a:rPr sz="1575" b="1">
                <a:solidFill>
                  <a:srgbClr val="20262C"/>
                </a:solidFill>
                <a:latin typeface="Arial"/>
                <a:ea typeface="Arial"/>
                <a:cs typeface="Arial"/>
              </a:rPr>
              <a:t>Risk disclosure</a:t>
            </a:r>
          </a:p>
        </p:txBody>
      </p:sp>
      <p:sp>
        <p:nvSpPr>
          <p:cNvPr id="49" name="!!clientDoc.value.risk">
            <a:extLst xmlns:a="http://schemas.openxmlformats.org/drawingml/2006/main">
              <a:ext uri="{FF2B5EF4-FFF2-40B4-BE49-F238E27FC236}">
                <a16:creationId xmlns:a16="http://schemas.microsoft.com/office/drawing/2014/main" id="{8B732EC0-698C-4B93-AEFF-C66097B36191}"/>
              </a:ext>
            </a:extLst>
          </p:cNvPr>
          <p:cNvSpPr>
            <a:spLocks xmlns:a="http://schemas.openxmlformats.org/drawingml/2006/main" noGrp="1"/>
          </p:cNvSpPr>
          <p:nvPr/>
        </p:nvSpPr>
        <p:spPr>
          <a:xfrm xmlns:a="http://schemas.openxmlformats.org/drawingml/2006/main">
            <a:off x="9839325" y="6505575"/>
            <a:ext cx="4514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20262C"/>
                </a:solidFill>
                <a:latin typeface="Arial"/>
                <a:ea typeface="Arial"/>
                <a:cs typeface="Arial"/>
              </a:defRPr>
            </a:defPPr>
            <a:lvl1pPr algn="l">
              <a:defRPr sz="1650" b="0">
                <a:solidFill>
                  <a:srgbClr val="20262C"/>
                </a:solidFill>
                <a:latin typeface="Arial"/>
                <a:ea typeface="Arial"/>
                <a:cs typeface="Arial"/>
              </a:defRPr>
            </a:lvl1pPr>
            <a:lvl2pPr algn="l">
              <a:defRPr sz="1650" b="0">
                <a:solidFill>
                  <a:srgbClr val="20262C"/>
                </a:solidFill>
                <a:latin typeface="Arial"/>
                <a:ea typeface="Arial"/>
                <a:cs typeface="Arial"/>
              </a:defRPr>
            </a:lvl2pPr>
            <a:lvl3pPr algn="l">
              <a:defRPr sz="1650" b="0">
                <a:solidFill>
                  <a:srgbClr val="20262C"/>
                </a:solidFill>
                <a:latin typeface="Arial"/>
                <a:ea typeface="Arial"/>
                <a:cs typeface="Arial"/>
              </a:defRPr>
            </a:lvl3pPr>
            <a:lvl4pPr algn="l">
              <a:defRPr sz="1650" b="0">
                <a:solidFill>
                  <a:srgbClr val="20262C"/>
                </a:solidFill>
                <a:latin typeface="Arial"/>
                <a:ea typeface="Arial"/>
                <a:cs typeface="Arial"/>
              </a:defRPr>
            </a:lvl4pPr>
            <a:lvl5pPr algn="l">
              <a:defRPr sz="1650" b="0">
                <a:solidFill>
                  <a:srgbClr val="20262C"/>
                </a:solidFill>
                <a:latin typeface="Arial"/>
                <a:ea typeface="Arial"/>
                <a:cs typeface="Arial"/>
              </a:defRPr>
            </a:lvl5pPr>
            <a:lvl6pPr algn="l">
              <a:defRPr sz="1650" b="0">
                <a:solidFill>
                  <a:srgbClr val="20262C"/>
                </a:solidFill>
                <a:latin typeface="Arial"/>
                <a:ea typeface="Arial"/>
                <a:cs typeface="Arial"/>
              </a:defRPr>
            </a:lvl6pPr>
            <a:lvl7pPr algn="l">
              <a:defRPr sz="1650" b="0">
                <a:solidFill>
                  <a:srgbClr val="20262C"/>
                </a:solidFill>
                <a:latin typeface="Arial"/>
                <a:ea typeface="Arial"/>
                <a:cs typeface="Arial"/>
              </a:defRPr>
            </a:lvl7pPr>
            <a:lvl8pPr algn="l">
              <a:defRPr sz="1650" b="0">
                <a:solidFill>
                  <a:srgbClr val="20262C"/>
                </a:solidFill>
                <a:latin typeface="Arial"/>
                <a:ea typeface="Arial"/>
                <a:cs typeface="Arial"/>
              </a:defRPr>
            </a:lvl8pPr>
            <a:lvl9pPr algn="l">
              <a:defRPr sz="1650" b="0">
                <a:solidFill>
                  <a:srgbClr val="20262C"/>
                </a:solidFill>
                <a:latin typeface="Arial"/>
                <a:ea typeface="Arial"/>
                <a:cs typeface="Arial"/>
              </a:defRPr>
            </a:lvl9pPr>
          </a:lstStyle>
          <a:p xmlns:a="http://schemas.openxmlformats.org/drawingml/2006/main">
            <a:pPr algn="l">
              <a:defRPr sz="1650" b="0">
                <a:solidFill>
                  <a:srgbClr val="20262C"/>
                </a:solidFill>
                <a:latin typeface="Arial"/>
                <a:ea typeface="Arial"/>
                <a:cs typeface="Arial"/>
              </a:defRPr>
            </a:pPr>
            <a:r>
              <a:rPr sz="1650" b="0">
                <a:solidFill>
                  <a:srgbClr val="20262C"/>
                </a:solidFill>
                <a:latin typeface="Arial"/>
                <a:ea typeface="Arial"/>
                <a:cs typeface="Arial"/>
              </a:rPr>
              <a:t>The fund's NAV fluctuates with markets.</a:t>
            </a:r>
          </a:p>
          <a:p xmlns:a="http://schemas.openxmlformats.org/drawingml/2006/main">
            <a:pPr algn="l">
              <a:defRPr sz="1650" b="0">
                <a:solidFill>
                  <a:srgbClr val="20262C"/>
                </a:solidFill>
                <a:latin typeface="Arial"/>
                <a:ea typeface="Arial"/>
                <a:cs typeface="Arial"/>
              </a:defRPr>
            </a:pPr>
            <a:r>
              <a:rPr sz="1650" b="0">
                <a:solidFill>
                  <a:srgbClr val="20262C"/>
                </a:solidFill>
                <a:latin typeface="Arial"/>
                <a:ea typeface="Arial"/>
                <a:cs typeface="Arial"/>
              </a:rPr>
              <a:t>Capital is at risk.</a:t>
            </a:r>
          </a:p>
        </p:txBody>
      </p:sp>
      <p:sp>
        <p:nvSpPr>
          <p:cNvPr id="50" name="!!review.toRevision.line">
            <a:extLst xmlns:a="http://schemas.openxmlformats.org/drawingml/2006/main">
              <a:ext uri="{FF2B5EF4-FFF2-40B4-BE49-F238E27FC236}">
                <a16:creationId xmlns:a16="http://schemas.microsoft.com/office/drawing/2014/main" id="{B36A578A-0706-408A-8D97-74F83205EC19}"/>
              </a:ext>
            </a:extLst>
          </p:cNvPr>
          <p:cNvSpPr>
            <a:spLocks xmlns:a="http://schemas.openxmlformats.org/drawingml/2006/main" noGrp="1"/>
          </p:cNvSpPr>
          <p:nvPr/>
        </p:nvSpPr>
        <p:spPr>
          <a:xfrm xmlns:a="http://schemas.openxmlformats.org/drawingml/2006/main" flipH="0" flipV="0">
            <a:off x="9163050" y="5915025"/>
            <a:ext cx="333375" cy="953"/>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51" name="!!review.toRevision.tip">
            <a:extLst xmlns:a="http://schemas.openxmlformats.org/drawingml/2006/main">
              <a:ext uri="{FF2B5EF4-FFF2-40B4-BE49-F238E27FC236}">
                <a16:creationId xmlns:a16="http://schemas.microsoft.com/office/drawing/2014/main" id="{0EF93B2C-2019-46FD-A0DE-23BC3BCFFDC9}"/>
              </a:ext>
            </a:extLst>
          </p:cNvPr>
          <p:cNvSpPr>
            <a:spLocks xmlns:a="http://schemas.openxmlformats.org/drawingml/2006/main" noGrp="1"/>
          </p:cNvSpPr>
          <p:nvPr/>
        </p:nvSpPr>
        <p:spPr>
          <a:xfrm xmlns:a="http://schemas.openxmlformats.org/drawingml/2006/main" rot="5400000">
            <a:off x="9439275" y="5857875"/>
            <a:ext cx="114300" cy="11430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52" name="!!review.user">
            <a:extLst xmlns:a="http://schemas.openxmlformats.org/drawingml/2006/main">
              <a:ext uri="{FF2B5EF4-FFF2-40B4-BE49-F238E27FC236}">
                <a16:creationId xmlns:a16="http://schemas.microsoft.com/office/drawing/2014/main" id="{DAF1150B-B78D-4B6D-9264-BC67F40ED9A2}"/>
              </a:ext>
            </a:extLst>
          </p:cNvPr>
          <p:cNvSpPr>
            <a:spLocks xmlns:a="http://schemas.openxmlformats.org/drawingml/2006/main" noGrp="1"/>
          </p:cNvSpPr>
          <p:nvPr/>
        </p:nvSpPr>
        <p:spPr>
          <a:xfrm xmlns:a="http://schemas.openxmlformats.org/drawingml/2006/main">
            <a:off x="4057650" y="7191375"/>
            <a:ext cx="105346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0262C"/>
                </a:solidFill>
                <a:latin typeface="Arial"/>
                <a:ea typeface="Arial"/>
                <a:cs typeface="Arial"/>
              </a:defRPr>
            </a:defPPr>
            <a:lvl1pPr algn="l">
              <a:defRPr sz="1875" b="0">
                <a:solidFill>
                  <a:srgbClr val="20262C"/>
                </a:solidFill>
                <a:latin typeface="Arial"/>
                <a:ea typeface="Arial"/>
                <a:cs typeface="Arial"/>
              </a:defRPr>
            </a:lvl1pPr>
            <a:lvl2pPr algn="l">
              <a:defRPr sz="1875" b="0">
                <a:solidFill>
                  <a:srgbClr val="20262C"/>
                </a:solidFill>
                <a:latin typeface="Arial"/>
                <a:ea typeface="Arial"/>
                <a:cs typeface="Arial"/>
              </a:defRPr>
            </a:lvl2pPr>
            <a:lvl3pPr algn="l">
              <a:defRPr sz="1875" b="0">
                <a:solidFill>
                  <a:srgbClr val="20262C"/>
                </a:solidFill>
                <a:latin typeface="Arial"/>
                <a:ea typeface="Arial"/>
                <a:cs typeface="Arial"/>
              </a:defRPr>
            </a:lvl3pPr>
            <a:lvl4pPr algn="l">
              <a:defRPr sz="1875" b="0">
                <a:solidFill>
                  <a:srgbClr val="20262C"/>
                </a:solidFill>
                <a:latin typeface="Arial"/>
                <a:ea typeface="Arial"/>
                <a:cs typeface="Arial"/>
              </a:defRPr>
            </a:lvl4pPr>
            <a:lvl5pPr algn="l">
              <a:defRPr sz="1875" b="0">
                <a:solidFill>
                  <a:srgbClr val="20262C"/>
                </a:solidFill>
                <a:latin typeface="Arial"/>
                <a:ea typeface="Arial"/>
                <a:cs typeface="Arial"/>
              </a:defRPr>
            </a:lvl5pPr>
            <a:lvl6pPr algn="l">
              <a:defRPr sz="1875" b="0">
                <a:solidFill>
                  <a:srgbClr val="20262C"/>
                </a:solidFill>
                <a:latin typeface="Arial"/>
                <a:ea typeface="Arial"/>
                <a:cs typeface="Arial"/>
              </a:defRPr>
            </a:lvl6pPr>
            <a:lvl7pPr algn="l">
              <a:defRPr sz="1875" b="0">
                <a:solidFill>
                  <a:srgbClr val="20262C"/>
                </a:solidFill>
                <a:latin typeface="Arial"/>
                <a:ea typeface="Arial"/>
                <a:cs typeface="Arial"/>
              </a:defRPr>
            </a:lvl7pPr>
            <a:lvl8pPr algn="l">
              <a:defRPr sz="1875" b="0">
                <a:solidFill>
                  <a:srgbClr val="20262C"/>
                </a:solidFill>
                <a:latin typeface="Arial"/>
                <a:ea typeface="Arial"/>
                <a:cs typeface="Arial"/>
              </a:defRPr>
            </a:lvl8pPr>
            <a:lvl9pPr algn="l">
              <a:defRPr sz="1875" b="0">
                <a:solidFill>
                  <a:srgbClr val="20262C"/>
                </a:solidFill>
                <a:latin typeface="Arial"/>
                <a:ea typeface="Arial"/>
                <a:cs typeface="Arial"/>
              </a:defRPr>
            </a:lvl9pPr>
          </a:lstStyle>
          <a:p xmlns:a="http://schemas.openxmlformats.org/drawingml/2006/main">
            <a:pPr algn="l">
              <a:defRPr sz="1875" b="0">
                <a:solidFill>
                  <a:srgbClr val="20262C"/>
                </a:solidFill>
                <a:latin typeface="Arial"/>
                <a:ea typeface="Arial"/>
                <a:cs typeface="Arial"/>
              </a:defRPr>
            </a:pPr>
            <a:r>
              <a:rPr sz="1875" b="0">
                <a:solidFill>
                  <a:srgbClr val="20262C"/>
                </a:solidFill>
                <a:latin typeface="Arial"/>
                <a:ea typeface="Arial"/>
                <a:cs typeface="Arial"/>
              </a:rPr>
              <a:t>The author approves the edits. The reviewer checks the sources, rationale and revised update.</a:t>
            </a:r>
          </a:p>
        </p:txBody>
      </p:sp>
      <p:sp>
        <p:nvSpPr>
          <p:cNvPr id="54" name="!!story.header.client.bar">
            <a:extLst xmlns:a="http://schemas.openxmlformats.org/drawingml/2006/main">
              <a:ext uri="{FF2B5EF4-FFF2-40B4-BE49-F238E27FC236}">
                <a16:creationId xmlns:a16="http://schemas.microsoft.com/office/drawing/2014/main" id="{3F4DFDF7-0A04-4CFE-869F-8314EEAEABF2}"/>
              </a:ext>
            </a:extLst>
          </p:cNvPr>
          <p:cNvSpPr>
            <a:spLocks xmlns:a="http://schemas.openxmlformats.org/drawingml/2006/main" noGrp="1"/>
          </p:cNvSpPr>
          <p:nvPr/>
        </p:nvSpPr>
        <p:spPr>
          <a:xfrm xmlns:a="http://schemas.openxmlformats.org/drawingml/2006/main">
            <a:off x="10668000" y="1257300"/>
            <a:ext cx="47625" cy="238125"/>
          </a:xfrm>
          <a:prstGeom xmlns:a="http://schemas.openxmlformats.org/drawingml/2006/main" prst="rect">
            <a:avLst/>
          </a:prstGeom>
          <a:solidFill xmlns:a="http://schemas.openxmlformats.org/drawingml/2006/main">
            <a:srgbClr val="7363A6"/>
          </a:solidFill>
          <a:ln xmlns:a="http://schemas.openxmlformats.org/drawingml/2006/main" w="0">
            <a:noFill/>
          </a:ln>
        </p:spPr>
      </p:sp>
      <p:sp>
        <p:nvSpPr>
          <p:cNvPr id="55" name="!!story.header.client.name">
            <a:extLst xmlns:a="http://schemas.openxmlformats.org/drawingml/2006/main">
              <a:ext uri="{FF2B5EF4-FFF2-40B4-BE49-F238E27FC236}">
                <a16:creationId xmlns:a16="http://schemas.microsoft.com/office/drawing/2014/main" id="{FED78F06-185A-4AEF-B70C-989147181F80}"/>
              </a:ext>
            </a:extLst>
          </p:cNvPr>
          <p:cNvSpPr>
            <a:spLocks xmlns:a="http://schemas.openxmlformats.org/drawingml/2006/main" noGrp="1"/>
          </p:cNvSpPr>
          <p:nvPr/>
        </p:nvSpPr>
        <p:spPr>
          <a:xfrm xmlns:a="http://schemas.openxmlformats.org/drawingml/2006/main">
            <a:off x="10801350" y="1190625"/>
            <a:ext cx="152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7363A6"/>
                </a:solidFill>
                <a:latin typeface="Arial"/>
                <a:ea typeface="Arial"/>
                <a:cs typeface="Arial"/>
              </a:defRPr>
            </a:defPPr>
            <a:lvl1pPr algn="l">
              <a:defRPr sz="1800" b="1">
                <a:solidFill>
                  <a:srgbClr val="7363A6"/>
                </a:solidFill>
                <a:latin typeface="Arial"/>
                <a:ea typeface="Arial"/>
                <a:cs typeface="Arial"/>
              </a:defRPr>
            </a:lvl1pPr>
            <a:lvl2pPr algn="l">
              <a:defRPr sz="1800" b="1">
                <a:solidFill>
                  <a:srgbClr val="7363A6"/>
                </a:solidFill>
                <a:latin typeface="Arial"/>
                <a:ea typeface="Arial"/>
                <a:cs typeface="Arial"/>
              </a:defRPr>
            </a:lvl2pPr>
            <a:lvl3pPr algn="l">
              <a:defRPr sz="1800" b="1">
                <a:solidFill>
                  <a:srgbClr val="7363A6"/>
                </a:solidFill>
                <a:latin typeface="Arial"/>
                <a:ea typeface="Arial"/>
                <a:cs typeface="Arial"/>
              </a:defRPr>
            </a:lvl3pPr>
            <a:lvl4pPr algn="l">
              <a:defRPr sz="1800" b="1">
                <a:solidFill>
                  <a:srgbClr val="7363A6"/>
                </a:solidFill>
                <a:latin typeface="Arial"/>
                <a:ea typeface="Arial"/>
                <a:cs typeface="Arial"/>
              </a:defRPr>
            </a:lvl4pPr>
            <a:lvl5pPr algn="l">
              <a:defRPr sz="1800" b="1">
                <a:solidFill>
                  <a:srgbClr val="7363A6"/>
                </a:solidFill>
                <a:latin typeface="Arial"/>
                <a:ea typeface="Arial"/>
                <a:cs typeface="Arial"/>
              </a:defRPr>
            </a:lvl5pPr>
            <a:lvl6pPr algn="l">
              <a:defRPr sz="1800" b="1">
                <a:solidFill>
                  <a:srgbClr val="7363A6"/>
                </a:solidFill>
                <a:latin typeface="Arial"/>
                <a:ea typeface="Arial"/>
                <a:cs typeface="Arial"/>
              </a:defRPr>
            </a:lvl6pPr>
            <a:lvl7pPr algn="l">
              <a:defRPr sz="1800" b="1">
                <a:solidFill>
                  <a:srgbClr val="7363A6"/>
                </a:solidFill>
                <a:latin typeface="Arial"/>
                <a:ea typeface="Arial"/>
                <a:cs typeface="Arial"/>
              </a:defRPr>
            </a:lvl7pPr>
            <a:lvl8pPr algn="l">
              <a:defRPr sz="1800" b="1">
                <a:solidFill>
                  <a:srgbClr val="7363A6"/>
                </a:solidFill>
                <a:latin typeface="Arial"/>
                <a:ea typeface="Arial"/>
                <a:cs typeface="Arial"/>
              </a:defRPr>
            </a:lvl8pPr>
            <a:lvl9pPr algn="l">
              <a:defRPr sz="1800" b="1">
                <a:solidFill>
                  <a:srgbClr val="7363A6"/>
                </a:solidFill>
                <a:latin typeface="Arial"/>
                <a:ea typeface="Arial"/>
                <a:cs typeface="Arial"/>
              </a:defRPr>
            </a:lvl9pPr>
          </a:lstStyle>
          <a:p xmlns:a="http://schemas.openxmlformats.org/drawingml/2006/main">
            <a:pPr algn="l">
              <a:defRPr sz="1800" b="1">
                <a:solidFill>
                  <a:srgbClr val="7363A6"/>
                </a:solidFill>
                <a:latin typeface="Arial"/>
                <a:ea typeface="Arial"/>
                <a:cs typeface="Arial"/>
              </a:defRPr>
            </a:pPr>
            <a:r>
              <a:rPr sz="1800" b="1">
                <a:solidFill>
                  <a:srgbClr val="7363A6"/>
                </a:solidFill>
                <a:latin typeface="Arial"/>
                <a:ea typeface="Arial"/>
                <a:cs typeface="Arial"/>
              </a:rPr>
              <a:t>Client update</a:t>
            </a:r>
          </a:p>
        </p:txBody>
      </p:sp>
      <p:sp>
        <p:nvSpPr>
          <p:cNvPr id="56" name="!!story.header.client.qualifier">
            <a:extLst xmlns:a="http://schemas.openxmlformats.org/drawingml/2006/main">
              <a:ext uri="{FF2B5EF4-FFF2-40B4-BE49-F238E27FC236}">
                <a16:creationId xmlns:a16="http://schemas.microsoft.com/office/drawing/2014/main" id="{5736175B-78B1-4D63-9F15-5C9D0436B59F}"/>
              </a:ext>
            </a:extLst>
          </p:cNvPr>
          <p:cNvSpPr>
            <a:spLocks xmlns:a="http://schemas.openxmlformats.org/drawingml/2006/main" noGrp="1"/>
          </p:cNvSpPr>
          <p:nvPr/>
        </p:nvSpPr>
        <p:spPr>
          <a:xfrm xmlns:a="http://schemas.openxmlformats.org/drawingml/2006/main">
            <a:off x="12430125" y="1238250"/>
            <a:ext cx="14001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707C88"/>
                </a:solidFill>
                <a:latin typeface="Arial"/>
                <a:ea typeface="Arial"/>
                <a:cs typeface="Arial"/>
              </a:defRPr>
            </a:defPPr>
            <a:lvl1pPr algn="l">
              <a:defRPr sz="1500" b="0">
                <a:solidFill>
                  <a:srgbClr val="707C88"/>
                </a:solidFill>
                <a:latin typeface="Arial"/>
                <a:ea typeface="Arial"/>
                <a:cs typeface="Arial"/>
              </a:defRPr>
            </a:lvl1pPr>
            <a:lvl2pPr algn="l">
              <a:defRPr sz="1500" b="0">
                <a:solidFill>
                  <a:srgbClr val="707C88"/>
                </a:solidFill>
                <a:latin typeface="Arial"/>
                <a:ea typeface="Arial"/>
                <a:cs typeface="Arial"/>
              </a:defRPr>
            </a:lvl2pPr>
            <a:lvl3pPr algn="l">
              <a:defRPr sz="1500" b="0">
                <a:solidFill>
                  <a:srgbClr val="707C88"/>
                </a:solidFill>
                <a:latin typeface="Arial"/>
                <a:ea typeface="Arial"/>
                <a:cs typeface="Arial"/>
              </a:defRPr>
            </a:lvl3pPr>
            <a:lvl4pPr algn="l">
              <a:defRPr sz="1500" b="0">
                <a:solidFill>
                  <a:srgbClr val="707C88"/>
                </a:solidFill>
                <a:latin typeface="Arial"/>
                <a:ea typeface="Arial"/>
                <a:cs typeface="Arial"/>
              </a:defRPr>
            </a:lvl4pPr>
            <a:lvl5pPr algn="l">
              <a:defRPr sz="1500" b="0">
                <a:solidFill>
                  <a:srgbClr val="707C88"/>
                </a:solidFill>
                <a:latin typeface="Arial"/>
                <a:ea typeface="Arial"/>
                <a:cs typeface="Arial"/>
              </a:defRPr>
            </a:lvl5pPr>
            <a:lvl6pPr algn="l">
              <a:defRPr sz="1500" b="0">
                <a:solidFill>
                  <a:srgbClr val="707C88"/>
                </a:solidFill>
                <a:latin typeface="Arial"/>
                <a:ea typeface="Arial"/>
                <a:cs typeface="Arial"/>
              </a:defRPr>
            </a:lvl6pPr>
            <a:lvl7pPr algn="l">
              <a:defRPr sz="1500" b="0">
                <a:solidFill>
                  <a:srgbClr val="707C88"/>
                </a:solidFill>
                <a:latin typeface="Arial"/>
                <a:ea typeface="Arial"/>
                <a:cs typeface="Arial"/>
              </a:defRPr>
            </a:lvl7pPr>
            <a:lvl8pPr algn="l">
              <a:defRPr sz="1500" b="0">
                <a:solidFill>
                  <a:srgbClr val="707C88"/>
                </a:solidFill>
                <a:latin typeface="Arial"/>
                <a:ea typeface="Arial"/>
                <a:cs typeface="Arial"/>
              </a:defRPr>
            </a:lvl8pPr>
            <a:lvl9pPr algn="l">
              <a:defRPr sz="1500" b="0">
                <a:solidFill>
                  <a:srgbClr val="707C88"/>
                </a:solidFill>
                <a:latin typeface="Arial"/>
                <a:ea typeface="Arial"/>
                <a:cs typeface="Arial"/>
              </a:defRPr>
            </a:lvl9pPr>
          </a:lstStyle>
          <a:p xmlns:a="http://schemas.openxmlformats.org/drawingml/2006/main">
            <a:pPr algn="l">
              <a:defRPr sz="1500" b="0">
                <a:solidFill>
                  <a:srgbClr val="707C88"/>
                </a:solidFill>
                <a:latin typeface="Arial"/>
                <a:ea typeface="Arial"/>
                <a:cs typeface="Arial"/>
              </a:defRPr>
            </a:pPr>
            <a:r>
              <a:rPr sz="1500" b="0">
                <a:solidFill>
                  <a:srgbClr val="707C88"/>
                </a:solidFill>
                <a:latin typeface="Arial"/>
                <a:ea typeface="Arial"/>
                <a:cs typeface="Arial"/>
              </a:rPr>
              <a:t>Revised V2</a:t>
            </a:r>
          </a:p>
        </p:txBody>
      </p:sp>
      <p:sp>
        <p:nvSpPr>
          <p:cNvPr id="57" name="!!story.client.document">
            <a:extLst xmlns:a="http://schemas.openxmlformats.org/drawingml/2006/main">
              <a:ext uri="{FF2B5EF4-FFF2-40B4-BE49-F238E27FC236}">
                <a16:creationId xmlns:a16="http://schemas.microsoft.com/office/drawing/2014/main" id="{D86D6EA1-6655-46F9-8C50-54DAAF489C01}"/>
              </a:ext>
            </a:extLst>
          </p:cNvPr>
          <p:cNvSpPr>
            <a:spLocks xmlns:a="http://schemas.openxmlformats.org/drawingml/2006/main" noGrp="1"/>
          </p:cNvSpPr>
          <p:nvPr/>
        </p:nvSpPr>
        <p:spPr>
          <a:xfrm xmlns:a="http://schemas.openxmlformats.org/drawingml/2006/main">
            <a:off x="9544050" y="2333625"/>
            <a:ext cx="57150" cy="4857750"/>
          </a:xfrm>
          <a:prstGeom xmlns:a="http://schemas.openxmlformats.org/drawingml/2006/main" prst="rect">
            <a:avLst/>
          </a:prstGeom>
          <a:solidFill xmlns:a="http://schemas.openxmlformats.org/drawingml/2006/main">
            <a:srgbClr val="7363A6"/>
          </a:solidFill>
          <a:ln xmlns:a="http://schemas.openxmlformats.org/drawingml/2006/main" w="0">
            <a:noFill/>
          </a:ln>
        </p:spPr>
      </p:sp>
      <p:sp>
        <p:nvSpPr>
          <p:cNvPr id="58" name="!!story.client.input.record">
            <a:extLst xmlns:a="http://schemas.openxmlformats.org/drawingml/2006/main">
              <a:ext uri="{FF2B5EF4-FFF2-40B4-BE49-F238E27FC236}">
                <a16:creationId xmlns:a16="http://schemas.microsoft.com/office/drawing/2014/main" id="{B2E0A566-A2F6-45ED-95DA-E37F3DA39E05}"/>
              </a:ext>
            </a:extLst>
          </p:cNvPr>
          <p:cNvSpPr>
            <a:spLocks xmlns:a="http://schemas.openxmlformats.org/drawingml/2006/main" noGrp="1"/>
          </p:cNvSpPr>
          <p:nvPr/>
        </p:nvSpPr>
        <p:spPr>
          <a:xfrm xmlns:a="http://schemas.openxmlformats.org/drawingml/2006/main">
            <a:off x="4152900" y="2924175"/>
            <a:ext cx="38100" cy="304800"/>
          </a:xfrm>
          <a:prstGeom xmlns:a="http://schemas.openxmlformats.org/drawingml/2006/main" prst="rect">
            <a:avLst/>
          </a:prstGeom>
          <a:solidFill xmlns:a="http://schemas.openxmlformats.org/drawingml/2006/main">
            <a:srgbClr val="7363A6"/>
          </a:solidFill>
          <a:ln xmlns:a="http://schemas.openxmlformats.org/drawingml/2006/main" w="0">
            <a:noFill/>
          </a:ln>
        </p:spPr>
      </p:sp>
    </p:spTree>
    <p:extLst>
      <p:ext uri="{BB962C8B-B14F-4D97-AF65-F5344CB8AC3E}">
        <p14:creationId xmlns:p14="http://schemas.microsoft.com/office/powerpoint/2010/main" val="1726115297"/>
      </p:ext>
    </p:extLst>
  </p:cSld>
  <mc:AlternateContent xmlns:mc="http://schemas.openxmlformats.org/markup-compatibility/2006">
    <mc:Choice xmlns:p159="http://schemas.microsoft.com/office/powerpoint/2015/09/main" Requires="p159">
      <p:transition xmlns:p14="http://schemas.microsoft.com/office/powerpoint/2010/main" spd="med" advClick="1" p14:dur="700">
        <p159:morph option="byObject"/>
      </p:transition>
    </mc:Choice>
    <mc:Fallback>
      <p:transition spd="fast" advClick="1">
        <p:fade/>
      </p:transition>
    </mc:Fallback>
  </mc:AlternateContent>
  <p:timing>
    <p:tnLst>
      <p:par>
        <p:cTn id="1" dur="indefinite" restart="never" nodeType="tmRoot">
          <p:childTnLst>
            <p:seq concurrent="1" nextAc="seek">
              <p:cTn id="2" dur="indefinite" nodeType="mainSeq">
                <p:childTnLst>
                  <p:par>
                    <p:cTn id="3" fill="hold">
                      <p:stCondLst>
                        <p:cond delay="0"/>
                      </p:stCondLst>
                      <p:childTnLst>
                        <p:par>
                          <p:cTn id="4" presetID="1" presetClass="entr" presetSubtype="0" fill="hold" nodeType="withEffect" grpId="0">
                            <p:stCondLst>
                              <p:cond delay="150"/>
                            </p:stCondLst>
                            <p:childTnLst>
                              <p:set>
                                <p:cBhvr>
                                  <p:cTn id="5" dur="1" fill="hold">
                                    <p:stCondLst>
                                      <p:cond delay="0"/>
                                    </p:stCondLst>
                                  </p:cTn>
                                  <p:tgtEl>
                                    <p:spTgt spid="28"/>
                                  </p:tgtEl>
                                  <p:attrNameLst>
                                    <p:attrName>style.visibility</p:attrName>
                                  </p:attrNameLst>
                                </p:cBhvr>
                                <p:to>
                                  <p:strVal val="visible"/>
                                </p:to>
                              </p:set>
                            </p:childTnLst>
                          </p:cTn>
                        </p:par>
                        <p:par>
                          <p:cTn id="6" presetID="1" presetClass="entr" presetSubtype="0" fill="hold" nodeType="withEffect" grpId="0">
                            <p:stCondLst>
                              <p:cond delay="150"/>
                            </p:stCondLst>
                            <p:childTnLst>
                              <p:set>
                                <p:cBhvr>
                                  <p:cTn id="7" dur="1" fill="hold">
                                    <p:stCondLst>
                                      <p:cond delay="0"/>
                                    </p:stCondLst>
                                  </p:cTn>
                                  <p:tgtEl>
                                    <p:spTgt spid="29"/>
                                  </p:tgtEl>
                                  <p:attrNameLst>
                                    <p:attrName>style.visibility</p:attrName>
                                  </p:attrNameLst>
                                </p:cBhvr>
                                <p:to>
                                  <p:strVal val="visible"/>
                                </p:to>
                              </p:set>
                            </p:childTnLst>
                          </p:cTn>
                        </p:par>
                        <p:par>
                          <p:cTn id="8" presetID="1" presetClass="entr" presetSubtype="0" fill="hold" nodeType="withEffect" grpId="0">
                            <p:stCondLst>
                              <p:cond delay="150"/>
                            </p:stCondLst>
                            <p:childTnLst>
                              <p:set>
                                <p:cBhvr>
                                  <p:cTn id="9" dur="1" fill="hold">
                                    <p:stCondLst>
                                      <p:cond delay="0"/>
                                    </p:stCondLst>
                                  </p:cTn>
                                  <p:tgtEl>
                                    <p:spTgt spid="30"/>
                                  </p:tgtEl>
                                  <p:attrNameLst>
                                    <p:attrName>style.visibility</p:attrName>
                                  </p:attrNameLst>
                                </p:cBhvr>
                                <p:to>
                                  <p:strVal val="visible"/>
                                </p:to>
                              </p:set>
                            </p:childTnLst>
                          </p:cTn>
                        </p:par>
                        <p:par>
                          <p:cTn id="10" presetID="1" presetClass="entr" presetSubtype="0" fill="hold" nodeType="withEffect" grpId="0">
                            <p:stCondLst>
                              <p:cond delay="700"/>
                            </p:stCondLst>
                            <p:childTnLst>
                              <p:set>
                                <p:cBhvr>
                                  <p:cTn id="11" dur="1" fill="hold">
                                    <p:stCondLst>
                                      <p:cond delay="0"/>
                                    </p:stCondLst>
                                  </p:cTn>
                                  <p:tgtEl>
                                    <p:spTgt spid="31"/>
                                  </p:tgtEl>
                                  <p:attrNameLst>
                                    <p:attrName>style.visibility</p:attrName>
                                  </p:attrNameLst>
                                </p:cBhvr>
                                <p:to>
                                  <p:strVal val="visible"/>
                                </p:to>
                              </p:set>
                            </p:childTnLst>
                          </p:cTn>
                        </p:par>
                        <p:par>
                          <p:cTn id="12" presetID="1" presetClass="entr" presetSubtype="0" fill="hold" nodeType="withEffect" grpId="0">
                            <p:stCondLst>
                              <p:cond delay="700"/>
                            </p:stCondLst>
                            <p:childTnLst>
                              <p:set>
                                <p:cBhvr>
                                  <p:cTn id="13" dur="1" fill="hold">
                                    <p:stCondLst>
                                      <p:cond delay="0"/>
                                    </p:stCondLst>
                                  </p:cTn>
                                  <p:tgtEl>
                                    <p:spTgt spid="32"/>
                                  </p:tgtEl>
                                  <p:attrNameLst>
                                    <p:attrName>style.visibility</p:attrName>
                                  </p:attrNameLst>
                                </p:cBhvr>
                                <p:to>
                                  <p:strVal val="visible"/>
                                </p:to>
                              </p:set>
                            </p:childTnLst>
                          </p:cTn>
                        </p:par>
                        <p:par>
                          <p:cTn id="14" presetID="1" presetClass="entr" presetSubtype="0" fill="hold" nodeType="withEffect" grpId="0">
                            <p:stCondLst>
                              <p:cond delay="700"/>
                            </p:stCondLst>
                            <p:childTnLst>
                              <p:set>
                                <p:cBhvr>
                                  <p:cTn id="15" dur="1" fill="hold">
                                    <p:stCondLst>
                                      <p:cond delay="0"/>
                                    </p:stCondLst>
                                  </p:cTn>
                                  <p:tgtEl>
                                    <p:spTgt spid="33"/>
                                  </p:tgtEl>
                                  <p:attrNameLst>
                                    <p:attrName>style.visibility</p:attrName>
                                  </p:attrNameLst>
                                </p:cBhvr>
                                <p:to>
                                  <p:strVal val="visible"/>
                                </p:to>
                              </p:set>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29" grpId="0" animBg="1"/>
      <p:bldP spid="30" grpId="0" animBg="1"/>
      <p:bldP spid="31" grpId="0" animBg="1"/>
      <p:bldP spid="32" grpId="0" animBg="1"/>
      <p:bldP spid="33" grpId="0" animBg="1"/>
    </p:bldLst>
  </p:timing>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9" name="!!heading">
            <a:extLst xmlns:a="http://schemas.openxmlformats.org/drawingml/2006/main">
              <a:ext uri="{FF2B5EF4-FFF2-40B4-BE49-F238E27FC236}">
                <a16:creationId xmlns:a16="http://schemas.microsoft.com/office/drawing/2014/main" id="{27C0E33E-6EBF-40D8-A4A2-9600F0BDDD16}"/>
              </a:ext>
            </a:extLst>
          </p:cNvPr>
          <p:cNvSpPr>
            <a:spLocks xmlns:a="http://schemas.openxmlformats.org/drawingml/2006/main" noGrp="1"/>
          </p:cNvSpPr>
          <p:nvPr/>
        </p:nvSpPr>
        <p:spPr>
          <a:xfrm xmlns:a="http://schemas.openxmlformats.org/drawingml/2006/main">
            <a:off x="647700" y="428625"/>
            <a:ext cx="13944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0262C"/>
                </a:solidFill>
                <a:latin typeface="Arial"/>
                <a:ea typeface="Arial"/>
                <a:cs typeface="Arial"/>
              </a:defRPr>
            </a:defPPr>
            <a:lvl1pPr algn="l">
              <a:defRPr sz="3300" b="1">
                <a:solidFill>
                  <a:srgbClr val="20262C"/>
                </a:solidFill>
                <a:latin typeface="Arial"/>
                <a:ea typeface="Arial"/>
                <a:cs typeface="Arial"/>
              </a:defRPr>
            </a:lvl1pPr>
            <a:lvl2pPr algn="l">
              <a:defRPr sz="3300" b="1">
                <a:solidFill>
                  <a:srgbClr val="20262C"/>
                </a:solidFill>
                <a:latin typeface="Arial"/>
                <a:ea typeface="Arial"/>
                <a:cs typeface="Arial"/>
              </a:defRPr>
            </a:lvl2pPr>
            <a:lvl3pPr algn="l">
              <a:defRPr sz="3300" b="1">
                <a:solidFill>
                  <a:srgbClr val="20262C"/>
                </a:solidFill>
                <a:latin typeface="Arial"/>
                <a:ea typeface="Arial"/>
                <a:cs typeface="Arial"/>
              </a:defRPr>
            </a:lvl3pPr>
            <a:lvl4pPr algn="l">
              <a:defRPr sz="3300" b="1">
                <a:solidFill>
                  <a:srgbClr val="20262C"/>
                </a:solidFill>
                <a:latin typeface="Arial"/>
                <a:ea typeface="Arial"/>
                <a:cs typeface="Arial"/>
              </a:defRPr>
            </a:lvl4pPr>
            <a:lvl5pPr algn="l">
              <a:defRPr sz="3300" b="1">
                <a:solidFill>
                  <a:srgbClr val="20262C"/>
                </a:solidFill>
                <a:latin typeface="Arial"/>
                <a:ea typeface="Arial"/>
                <a:cs typeface="Arial"/>
              </a:defRPr>
            </a:lvl5pPr>
            <a:lvl6pPr algn="l">
              <a:defRPr sz="3300" b="1">
                <a:solidFill>
                  <a:srgbClr val="20262C"/>
                </a:solidFill>
                <a:latin typeface="Arial"/>
                <a:ea typeface="Arial"/>
                <a:cs typeface="Arial"/>
              </a:defRPr>
            </a:lvl6pPr>
            <a:lvl7pPr algn="l">
              <a:defRPr sz="3300" b="1">
                <a:solidFill>
                  <a:srgbClr val="20262C"/>
                </a:solidFill>
                <a:latin typeface="Arial"/>
                <a:ea typeface="Arial"/>
                <a:cs typeface="Arial"/>
              </a:defRPr>
            </a:lvl7pPr>
            <a:lvl8pPr algn="l">
              <a:defRPr sz="3300" b="1">
                <a:solidFill>
                  <a:srgbClr val="20262C"/>
                </a:solidFill>
                <a:latin typeface="Arial"/>
                <a:ea typeface="Arial"/>
                <a:cs typeface="Arial"/>
              </a:defRPr>
            </a:lvl8pPr>
            <a:lvl9pPr algn="l">
              <a:defRPr sz="3300" b="1">
                <a:solidFill>
                  <a:srgbClr val="20262C"/>
                </a:solidFill>
                <a:latin typeface="Arial"/>
                <a:ea typeface="Arial"/>
                <a:cs typeface="Arial"/>
              </a:defRPr>
            </a:lvl9pPr>
          </a:lstStyle>
          <a:p xmlns:a="http://schemas.openxmlformats.org/drawingml/2006/main">
            <a:pPr algn="l">
              <a:defRPr sz="3300" b="1">
                <a:solidFill>
                  <a:srgbClr val="20262C"/>
                </a:solidFill>
                <a:latin typeface="Arial"/>
                <a:ea typeface="Arial"/>
                <a:cs typeface="Arial"/>
              </a:defRPr>
            </a:pPr>
            <a:r>
              <a:rPr sz="3300" b="1">
                <a:solidFill>
                  <a:srgbClr val="20262C"/>
                </a:solidFill>
                <a:latin typeface="Arial"/>
                <a:ea typeface="Arial"/>
                <a:cs typeface="Arial"/>
              </a:rPr>
              <a:t>Investigating a risk alert</a:t>
            </a:r>
          </a:p>
        </p:txBody>
      </p:sp>
      <p:sp>
        <p:nvSpPr>
          <p:cNvPr id="2" name="!!subtitle">
            <a:extLst xmlns:a="http://schemas.openxmlformats.org/drawingml/2006/main">
              <a:ext uri="{FF2B5EF4-FFF2-40B4-BE49-F238E27FC236}">
                <a16:creationId xmlns:a16="http://schemas.microsoft.com/office/drawing/2014/main" id="{793D887C-5DA0-4214-BFC4-7B3C6C8D28C6}"/>
              </a:ext>
            </a:extLst>
          </p:cNvPr>
          <p:cNvSpPr>
            <a:spLocks xmlns:a="http://schemas.openxmlformats.org/drawingml/2006/main" noGrp="1"/>
          </p:cNvSpPr>
          <p:nvPr/>
        </p:nvSpPr>
        <p:spPr>
          <a:xfrm xmlns:a="http://schemas.openxmlformats.org/drawingml/2006/main">
            <a:off x="647700" y="1190625"/>
            <a:ext cx="139446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05A9C"/>
                </a:solidFill>
                <a:latin typeface="Arial"/>
                <a:ea typeface="Arial"/>
                <a:cs typeface="Arial"/>
              </a:defRPr>
            </a:defPPr>
            <a:lvl1pPr algn="l">
              <a:defRPr sz="1875" b="0">
                <a:solidFill>
                  <a:srgbClr val="005A9C"/>
                </a:solidFill>
                <a:latin typeface="Arial"/>
                <a:ea typeface="Arial"/>
                <a:cs typeface="Arial"/>
              </a:defRPr>
            </a:lvl1pPr>
            <a:lvl2pPr algn="l">
              <a:defRPr sz="1875" b="0">
                <a:solidFill>
                  <a:srgbClr val="005A9C"/>
                </a:solidFill>
                <a:latin typeface="Arial"/>
                <a:ea typeface="Arial"/>
                <a:cs typeface="Arial"/>
              </a:defRPr>
            </a:lvl2pPr>
            <a:lvl3pPr algn="l">
              <a:defRPr sz="1875" b="0">
                <a:solidFill>
                  <a:srgbClr val="005A9C"/>
                </a:solidFill>
                <a:latin typeface="Arial"/>
                <a:ea typeface="Arial"/>
                <a:cs typeface="Arial"/>
              </a:defRPr>
            </a:lvl3pPr>
            <a:lvl4pPr algn="l">
              <a:defRPr sz="1875" b="0">
                <a:solidFill>
                  <a:srgbClr val="005A9C"/>
                </a:solidFill>
                <a:latin typeface="Arial"/>
                <a:ea typeface="Arial"/>
                <a:cs typeface="Arial"/>
              </a:defRPr>
            </a:lvl4pPr>
            <a:lvl5pPr algn="l">
              <a:defRPr sz="1875" b="0">
                <a:solidFill>
                  <a:srgbClr val="005A9C"/>
                </a:solidFill>
                <a:latin typeface="Arial"/>
                <a:ea typeface="Arial"/>
                <a:cs typeface="Arial"/>
              </a:defRPr>
            </a:lvl5pPr>
            <a:lvl6pPr algn="l">
              <a:defRPr sz="1875" b="0">
                <a:solidFill>
                  <a:srgbClr val="005A9C"/>
                </a:solidFill>
                <a:latin typeface="Arial"/>
                <a:ea typeface="Arial"/>
                <a:cs typeface="Arial"/>
              </a:defRPr>
            </a:lvl6pPr>
            <a:lvl7pPr algn="l">
              <a:defRPr sz="1875" b="0">
                <a:solidFill>
                  <a:srgbClr val="005A9C"/>
                </a:solidFill>
                <a:latin typeface="Arial"/>
                <a:ea typeface="Arial"/>
                <a:cs typeface="Arial"/>
              </a:defRPr>
            </a:lvl7pPr>
            <a:lvl8pPr algn="l">
              <a:defRPr sz="1875" b="0">
                <a:solidFill>
                  <a:srgbClr val="005A9C"/>
                </a:solidFill>
                <a:latin typeface="Arial"/>
                <a:ea typeface="Arial"/>
                <a:cs typeface="Arial"/>
              </a:defRPr>
            </a:lvl8pPr>
            <a:lvl9pPr algn="l">
              <a:defRPr sz="1875" b="0">
                <a:solidFill>
                  <a:srgbClr val="005A9C"/>
                </a:solidFill>
                <a:latin typeface="Arial"/>
                <a:ea typeface="Arial"/>
                <a:cs typeface="Arial"/>
              </a:defRPr>
            </a:lvl9pPr>
          </a:lstStyle>
          <a:p xmlns:a="http://schemas.openxmlformats.org/drawingml/2006/main">
            <a:pPr algn="l">
              <a:defRPr sz="1875" b="0">
                <a:solidFill>
                  <a:srgbClr val="005A9C"/>
                </a:solidFill>
                <a:latin typeface="Arial"/>
                <a:ea typeface="Arial"/>
                <a:cs typeface="Arial"/>
              </a:defRPr>
            </a:pPr>
            <a:r>
              <a:rPr sz="1875" b="0">
                <a:solidFill>
                  <a:srgbClr val="005A9C"/>
                </a:solidFill>
                <a:latin typeface="Arial"/>
                <a:ea typeface="Arial"/>
                <a:cs typeface="Arial"/>
              </a:rPr>
              <a:t>Middle office  /  Risk analysis  /  Workflow</a:t>
            </a:r>
          </a:p>
        </p:txBody>
      </p:sp>
      <p:sp>
        <p:nvSpPr>
          <p:cNvPr id="3" name="!!heading.rule">
            <a:extLst xmlns:a="http://schemas.openxmlformats.org/drawingml/2006/main">
              <a:ext uri="{FF2B5EF4-FFF2-40B4-BE49-F238E27FC236}">
                <a16:creationId xmlns:a16="http://schemas.microsoft.com/office/drawing/2014/main" id="{C75169FA-27CB-470D-9718-9CF17AE09EBF}"/>
              </a:ext>
            </a:extLst>
          </p:cNvPr>
          <p:cNvSpPr>
            <a:spLocks xmlns:a="http://schemas.openxmlformats.org/drawingml/2006/main" noGrp="1"/>
          </p:cNvSpPr>
          <p:nvPr/>
        </p:nvSpPr>
        <p:spPr>
          <a:xfrm xmlns:a="http://schemas.openxmlformats.org/drawingml/2006/main" flipH="0" flipV="0">
            <a:off x="647700" y="1733550"/>
            <a:ext cx="13944600" cy="953"/>
          </a:xfrm>
          <a:prstGeom xmlns:a="http://schemas.openxmlformats.org/drawingml/2006/main" prst="line">
            <a:avLst/>
          </a:prstGeom>
          <a:noFill xmlns:a="http://schemas.openxmlformats.org/drawingml/2006/main"/>
          <a:ln xmlns:a="http://schemas.openxmlformats.org/drawingml/2006/main" w="11430">
            <a:solidFill>
              <a:srgbClr val="BCC6CF"/>
            </a:solidFill>
            <a:prstDash val="solid"/>
          </a:ln>
        </p:spPr>
      </p:sp>
      <p:sp>
        <p:nvSpPr>
          <p:cNvPr id="4" name="!!map.front">
            <a:extLst xmlns:a="http://schemas.openxmlformats.org/drawingml/2006/main">
              <a:ext uri="{FF2B5EF4-FFF2-40B4-BE49-F238E27FC236}">
                <a16:creationId xmlns:a16="http://schemas.microsoft.com/office/drawing/2014/main" id="{6AD4AE69-414F-43FB-9D48-BC6E25B84B04}"/>
              </a:ext>
            </a:extLst>
          </p:cNvPr>
          <p:cNvSpPr>
            <a:spLocks xmlns:a="http://schemas.openxmlformats.org/drawingml/2006/main" noGrp="1"/>
          </p:cNvSpPr>
          <p:nvPr/>
        </p:nvSpPr>
        <p:spPr>
          <a:xfrm xmlns:a="http://schemas.openxmlformats.org/drawingml/2006/main">
            <a:off x="647700" y="1990725"/>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5" name="!!nav.front">
            <ns0:hlinkClick xmlns:ns0="http://schemas.openxmlformats.org/drawingml/2006/main" xmlns:ns1="http://schemas.openxmlformats.org/officeDocument/2006/relationships" ns1:id="rIdNavSlide4" action="ppaction://hlinksldjump" tooltip="Slide 4: Preparing a company research assessment"/>
            <a:extLst xmlns:a="http://schemas.openxmlformats.org/drawingml/2006/main">
              <a:ext uri="{FF2B5EF4-FFF2-40B4-BE49-F238E27FC236}">
                <a16:creationId xmlns:a16="http://schemas.microsoft.com/office/drawing/2014/main" id="{75DDE96B-4B3C-4416-BCE4-475AB5E1D72F}"/>
              </a:ext>
            </a:extLst>
          </p:cNvPr>
          <p:cNvSpPr>
            <a:spLocks xmlns:a="http://schemas.openxmlformats.org/drawingml/2006/main" noGrp="1"/>
          </p:cNvSpPr>
          <p:nvPr/>
        </p:nvSpPr>
        <p:spPr>
          <a:xfrm xmlns:a="http://schemas.openxmlformats.org/drawingml/2006/main">
            <a:off x="647700" y="1990725"/>
            <a:ext cx="2609850" cy="409575"/>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005A9C"/>
                </a:solidFill>
                <a:latin typeface="Arial"/>
                <a:ea typeface="Arial"/>
                <a:cs typeface="Arial"/>
              </a:defRPr>
            </a:defPPr>
            <a:lvl1pPr algn="ctr">
              <a:defRPr sz="2025" b="1">
                <a:solidFill>
                  <a:srgbClr val="005A9C"/>
                </a:solidFill>
                <a:latin typeface="Arial"/>
                <a:ea typeface="Arial"/>
                <a:cs typeface="Arial"/>
              </a:defRPr>
            </a:lvl1pPr>
            <a:lvl2pPr algn="ctr">
              <a:defRPr sz="2025" b="1">
                <a:solidFill>
                  <a:srgbClr val="005A9C"/>
                </a:solidFill>
                <a:latin typeface="Arial"/>
                <a:ea typeface="Arial"/>
                <a:cs typeface="Arial"/>
              </a:defRPr>
            </a:lvl2pPr>
            <a:lvl3pPr algn="ctr">
              <a:defRPr sz="2025" b="1">
                <a:solidFill>
                  <a:srgbClr val="005A9C"/>
                </a:solidFill>
                <a:latin typeface="Arial"/>
                <a:ea typeface="Arial"/>
                <a:cs typeface="Arial"/>
              </a:defRPr>
            </a:lvl3pPr>
            <a:lvl4pPr algn="ctr">
              <a:defRPr sz="2025" b="1">
                <a:solidFill>
                  <a:srgbClr val="005A9C"/>
                </a:solidFill>
                <a:latin typeface="Arial"/>
                <a:ea typeface="Arial"/>
                <a:cs typeface="Arial"/>
              </a:defRPr>
            </a:lvl4pPr>
            <a:lvl5pPr algn="ctr">
              <a:defRPr sz="2025" b="1">
                <a:solidFill>
                  <a:srgbClr val="005A9C"/>
                </a:solidFill>
                <a:latin typeface="Arial"/>
                <a:ea typeface="Arial"/>
                <a:cs typeface="Arial"/>
              </a:defRPr>
            </a:lvl5pPr>
            <a:lvl6pPr algn="ctr">
              <a:defRPr sz="2025" b="1">
                <a:solidFill>
                  <a:srgbClr val="005A9C"/>
                </a:solidFill>
                <a:latin typeface="Arial"/>
                <a:ea typeface="Arial"/>
                <a:cs typeface="Arial"/>
              </a:defRPr>
            </a:lvl6pPr>
            <a:lvl7pPr algn="ctr">
              <a:defRPr sz="2025" b="1">
                <a:solidFill>
                  <a:srgbClr val="005A9C"/>
                </a:solidFill>
                <a:latin typeface="Arial"/>
                <a:ea typeface="Arial"/>
                <a:cs typeface="Arial"/>
              </a:defRPr>
            </a:lvl7pPr>
            <a:lvl8pPr algn="ctr">
              <a:defRPr sz="2025" b="1">
                <a:solidFill>
                  <a:srgbClr val="005A9C"/>
                </a:solidFill>
                <a:latin typeface="Arial"/>
                <a:ea typeface="Arial"/>
                <a:cs typeface="Arial"/>
              </a:defRPr>
            </a:lvl8pPr>
            <a:lvl9pPr algn="ctr">
              <a:defRPr sz="2025" b="1">
                <a:solidFill>
                  <a:srgbClr val="005A9C"/>
                </a:solidFill>
                <a:latin typeface="Arial"/>
                <a:ea typeface="Arial"/>
                <a:cs typeface="Arial"/>
              </a:defRPr>
            </a:lvl9pPr>
          </a:lstStyle>
          <a:p xmlns:a="http://schemas.openxmlformats.org/drawingml/2006/main">
            <a:pPr algn="ctr">
              <a:defRPr sz="2025" b="1">
                <a:solidFill>
                  <a:srgbClr val="005A9C"/>
                </a:solidFill>
                <a:latin typeface="Arial"/>
                <a:ea typeface="Arial"/>
                <a:cs typeface="Arial"/>
              </a:defRPr>
            </a:pPr>
            <a:r>
              <a:rPr sz="2025" b="1">
                <a:solidFill>
                  <a:srgbClr val="005A9C"/>
                </a:solidFill>
                <a:latin typeface="Arial"/>
                <a:ea typeface="Arial"/>
                <a:cs typeface="Arial"/>
              </a:rPr>
              <a:t>Front office</a:t>
            </a:r>
          </a:p>
        </p:txBody>
      </p:sp>
      <p:sp>
        <p:nvSpPr>
          <p:cNvPr id="6" name="!!task.research">
            <ns0:hlinkClick xmlns:ns0="http://schemas.openxmlformats.org/drawingml/2006/main" xmlns:ns1="http://schemas.openxmlformats.org/officeDocument/2006/relationships" ns1:id="rIdNavSlide4" action="ppaction://hlinksldjump" tooltip="Slide 4: Preparing a company research assessment"/>
            <a:extLst xmlns:a="http://schemas.openxmlformats.org/drawingml/2006/main">
              <a:ext uri="{FF2B5EF4-FFF2-40B4-BE49-F238E27FC236}">
                <a16:creationId xmlns:a16="http://schemas.microsoft.com/office/drawing/2014/main" id="{050F9FAB-DF90-4C57-A2C9-E3708F00BCAC}"/>
              </a:ext>
            </a:extLst>
          </p:cNvPr>
          <p:cNvSpPr>
            <a:spLocks xmlns:a="http://schemas.openxmlformats.org/drawingml/2006/main" noGrp="1"/>
          </p:cNvSpPr>
          <p:nvPr/>
        </p:nvSpPr>
        <p:spPr>
          <a:xfrm xmlns:a="http://schemas.openxmlformats.org/drawingml/2006/main">
            <a:off x="762000" y="249555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Research</a:t>
            </a:r>
          </a:p>
        </p:txBody>
      </p:sp>
      <p:sp>
        <p:nvSpPr>
          <p:cNvPr id="7" name="!!task.trade">
            <ns0:hlinkClick xmlns:ns0="http://schemas.openxmlformats.org/drawingml/2006/main" xmlns:ns1="http://schemas.openxmlformats.org/officeDocument/2006/relationships" ns1:id="rIdNavSlide9" action="ppaction://hlinksldjump" tooltip="Slide 9: Preparing a bond quote request"/>
            <a:extLst xmlns:a="http://schemas.openxmlformats.org/drawingml/2006/main">
              <a:ext uri="{FF2B5EF4-FFF2-40B4-BE49-F238E27FC236}">
                <a16:creationId xmlns:a16="http://schemas.microsoft.com/office/drawing/2014/main" id="{9763B0D5-B088-45E6-BE6A-4A71287C4808}"/>
              </a:ext>
            </a:extLst>
          </p:cNvPr>
          <p:cNvSpPr>
            <a:spLocks xmlns:a="http://schemas.openxmlformats.org/drawingml/2006/main" noGrp="1"/>
          </p:cNvSpPr>
          <p:nvPr/>
        </p:nvSpPr>
        <p:spPr>
          <a:xfrm xmlns:a="http://schemas.openxmlformats.org/drawingml/2006/main">
            <a:off x="762000" y="280987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Trading support</a:t>
            </a:r>
          </a:p>
        </p:txBody>
      </p:sp>
      <p:sp>
        <p:nvSpPr>
          <p:cNvPr id="8" name="!!task.client">
            <ns0:hlinkClick xmlns:ns0="http://schemas.openxmlformats.org/drawingml/2006/main" xmlns:ns1="http://schemas.openxmlformats.org/officeDocument/2006/relationships" ns1:id="rIdNavSlide12" action="ppaction://hlinksldjump" tooltip="Slide 12: Preparing a quarterly client update"/>
            <a:extLst xmlns:a="http://schemas.openxmlformats.org/drawingml/2006/main">
              <a:ext uri="{FF2B5EF4-FFF2-40B4-BE49-F238E27FC236}">
                <a16:creationId xmlns:a16="http://schemas.microsoft.com/office/drawing/2014/main" id="{88DB1936-41F6-4518-8172-D9C1E6286F60}"/>
              </a:ext>
            </a:extLst>
          </p:cNvPr>
          <p:cNvSpPr>
            <a:spLocks xmlns:a="http://schemas.openxmlformats.org/drawingml/2006/main" noGrp="1"/>
          </p:cNvSpPr>
          <p:nvPr/>
        </p:nvSpPr>
        <p:spPr>
          <a:xfrm xmlns:a="http://schemas.openxmlformats.org/drawingml/2006/main">
            <a:off x="762000" y="312420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Client materials</a:t>
            </a:r>
          </a:p>
        </p:txBody>
      </p:sp>
      <p:sp>
        <p:nvSpPr>
          <p:cNvPr id="9" name="!!map.middle">
            <a:extLst xmlns:a="http://schemas.openxmlformats.org/drawingml/2006/main">
              <a:ext uri="{FF2B5EF4-FFF2-40B4-BE49-F238E27FC236}">
                <a16:creationId xmlns:a16="http://schemas.microsoft.com/office/drawing/2014/main" id="{AF43FADD-F3FA-40A2-8AF4-969972051928}"/>
              </a:ext>
            </a:extLst>
          </p:cNvPr>
          <p:cNvSpPr>
            <a:spLocks xmlns:a="http://schemas.openxmlformats.org/drawingml/2006/main" noGrp="1"/>
          </p:cNvSpPr>
          <p:nvPr/>
        </p:nvSpPr>
        <p:spPr>
          <a:xfrm xmlns:a="http://schemas.openxmlformats.org/drawingml/2006/main">
            <a:off x="647700" y="3657600"/>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10" name="!!nav.middle">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E7EE3F83-AD94-42A8-938C-77A44C86C6E9}"/>
              </a:ext>
            </a:extLst>
          </p:cNvPr>
          <p:cNvSpPr>
            <a:spLocks xmlns:a="http://schemas.openxmlformats.org/drawingml/2006/main" noGrp="1"/>
          </p:cNvSpPr>
          <p:nvPr/>
        </p:nvSpPr>
        <p:spPr>
          <a:xfrm xmlns:a="http://schemas.openxmlformats.org/drawingml/2006/main">
            <a:off x="647700" y="3657600"/>
            <a:ext cx="2609850" cy="409575"/>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FFFFFF"/>
                </a:solidFill>
                <a:latin typeface="Arial"/>
                <a:ea typeface="Arial"/>
                <a:cs typeface="Arial"/>
              </a:defRPr>
            </a:defPPr>
            <a:lvl1pPr algn="ctr">
              <a:defRPr sz="2025" b="1">
                <a:solidFill>
                  <a:srgbClr val="FFFFFF"/>
                </a:solidFill>
                <a:latin typeface="Arial"/>
                <a:ea typeface="Arial"/>
                <a:cs typeface="Arial"/>
              </a:defRPr>
            </a:lvl1pPr>
            <a:lvl2pPr algn="ctr">
              <a:defRPr sz="2025" b="1">
                <a:solidFill>
                  <a:srgbClr val="FFFFFF"/>
                </a:solidFill>
                <a:latin typeface="Arial"/>
                <a:ea typeface="Arial"/>
                <a:cs typeface="Arial"/>
              </a:defRPr>
            </a:lvl2pPr>
            <a:lvl3pPr algn="ctr">
              <a:defRPr sz="2025" b="1">
                <a:solidFill>
                  <a:srgbClr val="FFFFFF"/>
                </a:solidFill>
                <a:latin typeface="Arial"/>
                <a:ea typeface="Arial"/>
                <a:cs typeface="Arial"/>
              </a:defRPr>
            </a:lvl3pPr>
            <a:lvl4pPr algn="ctr">
              <a:defRPr sz="2025" b="1">
                <a:solidFill>
                  <a:srgbClr val="FFFFFF"/>
                </a:solidFill>
                <a:latin typeface="Arial"/>
                <a:ea typeface="Arial"/>
                <a:cs typeface="Arial"/>
              </a:defRPr>
            </a:lvl4pPr>
            <a:lvl5pPr algn="ctr">
              <a:defRPr sz="2025" b="1">
                <a:solidFill>
                  <a:srgbClr val="FFFFFF"/>
                </a:solidFill>
                <a:latin typeface="Arial"/>
                <a:ea typeface="Arial"/>
                <a:cs typeface="Arial"/>
              </a:defRPr>
            </a:lvl5pPr>
            <a:lvl6pPr algn="ctr">
              <a:defRPr sz="2025" b="1">
                <a:solidFill>
                  <a:srgbClr val="FFFFFF"/>
                </a:solidFill>
                <a:latin typeface="Arial"/>
                <a:ea typeface="Arial"/>
                <a:cs typeface="Arial"/>
              </a:defRPr>
            </a:lvl6pPr>
            <a:lvl7pPr algn="ctr">
              <a:defRPr sz="2025" b="1">
                <a:solidFill>
                  <a:srgbClr val="FFFFFF"/>
                </a:solidFill>
                <a:latin typeface="Arial"/>
                <a:ea typeface="Arial"/>
                <a:cs typeface="Arial"/>
              </a:defRPr>
            </a:lvl7pPr>
            <a:lvl8pPr algn="ctr">
              <a:defRPr sz="2025" b="1">
                <a:solidFill>
                  <a:srgbClr val="FFFFFF"/>
                </a:solidFill>
                <a:latin typeface="Arial"/>
                <a:ea typeface="Arial"/>
                <a:cs typeface="Arial"/>
              </a:defRPr>
            </a:lvl8pPr>
            <a:lvl9pPr algn="ctr">
              <a:defRPr sz="2025" b="1">
                <a:solidFill>
                  <a:srgbClr val="FFFFFF"/>
                </a:solidFill>
                <a:latin typeface="Arial"/>
                <a:ea typeface="Arial"/>
                <a:cs typeface="Arial"/>
              </a:defRPr>
            </a:lvl9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Middle office</a:t>
            </a:r>
          </a:p>
        </p:txBody>
      </p:sp>
      <p:sp>
        <p:nvSpPr>
          <p:cNvPr id="11" name="!!task.review">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A1502669-57CB-4F86-B5E9-3C7E868D9F84}"/>
              </a:ext>
            </a:extLst>
          </p:cNvPr>
          <p:cNvSpPr>
            <a:spLocks xmlns:a="http://schemas.openxmlformats.org/drawingml/2006/main" noGrp="1"/>
          </p:cNvSpPr>
          <p:nvPr/>
        </p:nvSpPr>
        <p:spPr>
          <a:xfrm xmlns:a="http://schemas.openxmlformats.org/drawingml/2006/main">
            <a:off x="762000" y="416242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Content review</a:t>
            </a:r>
          </a:p>
        </p:txBody>
      </p:sp>
      <p:sp>
        <p:nvSpPr>
          <p:cNvPr id="12" name="!!task.risk">
            <ns0:hlinkClick xmlns:ns0="http://schemas.openxmlformats.org/drawingml/2006/main" xmlns:ns1="http://schemas.openxmlformats.org/officeDocument/2006/relationships" ns1:id="rIdNavSlide19" action="ppaction://hlinksldjump" tooltip="Slide 19: Investigating a risk alert"/>
            <a:extLst xmlns:a="http://schemas.openxmlformats.org/drawingml/2006/main">
              <a:ext uri="{FF2B5EF4-FFF2-40B4-BE49-F238E27FC236}">
                <a16:creationId xmlns:a16="http://schemas.microsoft.com/office/drawing/2014/main" id="{A8F6B4FE-25A5-46A9-B5A7-1B89E291D060}"/>
              </a:ext>
            </a:extLst>
          </p:cNvPr>
          <p:cNvSpPr>
            <a:spLocks xmlns:a="http://schemas.openxmlformats.org/drawingml/2006/main" noGrp="1"/>
          </p:cNvSpPr>
          <p:nvPr/>
        </p:nvSpPr>
        <p:spPr>
          <a:xfrm xmlns:a="http://schemas.openxmlformats.org/drawingml/2006/main">
            <a:off x="762000" y="4476750"/>
            <a:ext cx="2381250" cy="304800"/>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1">
                <a:solidFill>
                  <a:srgbClr val="005A9C"/>
                </a:solidFill>
                <a:latin typeface="Arial"/>
                <a:ea typeface="Arial"/>
                <a:cs typeface="Arial"/>
              </a:defRPr>
            </a:defPPr>
            <a:lvl1pPr algn="ctr">
              <a:defRPr sz="1650" b="1">
                <a:solidFill>
                  <a:srgbClr val="005A9C"/>
                </a:solidFill>
                <a:latin typeface="Arial"/>
                <a:ea typeface="Arial"/>
                <a:cs typeface="Arial"/>
              </a:defRPr>
            </a:lvl1pPr>
            <a:lvl2pPr algn="ctr">
              <a:defRPr sz="1650" b="1">
                <a:solidFill>
                  <a:srgbClr val="005A9C"/>
                </a:solidFill>
                <a:latin typeface="Arial"/>
                <a:ea typeface="Arial"/>
                <a:cs typeface="Arial"/>
              </a:defRPr>
            </a:lvl2pPr>
            <a:lvl3pPr algn="ctr">
              <a:defRPr sz="1650" b="1">
                <a:solidFill>
                  <a:srgbClr val="005A9C"/>
                </a:solidFill>
                <a:latin typeface="Arial"/>
                <a:ea typeface="Arial"/>
                <a:cs typeface="Arial"/>
              </a:defRPr>
            </a:lvl3pPr>
            <a:lvl4pPr algn="ctr">
              <a:defRPr sz="1650" b="1">
                <a:solidFill>
                  <a:srgbClr val="005A9C"/>
                </a:solidFill>
                <a:latin typeface="Arial"/>
                <a:ea typeface="Arial"/>
                <a:cs typeface="Arial"/>
              </a:defRPr>
            </a:lvl4pPr>
            <a:lvl5pPr algn="ctr">
              <a:defRPr sz="1650" b="1">
                <a:solidFill>
                  <a:srgbClr val="005A9C"/>
                </a:solidFill>
                <a:latin typeface="Arial"/>
                <a:ea typeface="Arial"/>
                <a:cs typeface="Arial"/>
              </a:defRPr>
            </a:lvl5pPr>
            <a:lvl6pPr algn="ctr">
              <a:defRPr sz="1650" b="1">
                <a:solidFill>
                  <a:srgbClr val="005A9C"/>
                </a:solidFill>
                <a:latin typeface="Arial"/>
                <a:ea typeface="Arial"/>
                <a:cs typeface="Arial"/>
              </a:defRPr>
            </a:lvl6pPr>
            <a:lvl7pPr algn="ctr">
              <a:defRPr sz="1650" b="1">
                <a:solidFill>
                  <a:srgbClr val="005A9C"/>
                </a:solidFill>
                <a:latin typeface="Arial"/>
                <a:ea typeface="Arial"/>
                <a:cs typeface="Arial"/>
              </a:defRPr>
            </a:lvl7pPr>
            <a:lvl8pPr algn="ctr">
              <a:defRPr sz="1650" b="1">
                <a:solidFill>
                  <a:srgbClr val="005A9C"/>
                </a:solidFill>
                <a:latin typeface="Arial"/>
                <a:ea typeface="Arial"/>
                <a:cs typeface="Arial"/>
              </a:defRPr>
            </a:lvl8pPr>
            <a:lvl9pPr algn="ctr">
              <a:defRPr sz="1650" b="1">
                <a:solidFill>
                  <a:srgbClr val="005A9C"/>
                </a:solidFill>
                <a:latin typeface="Arial"/>
                <a:ea typeface="Arial"/>
                <a:cs typeface="Arial"/>
              </a:defRPr>
            </a:lvl9pPr>
          </a:lstStyle>
          <a:p xmlns:a="http://schemas.openxmlformats.org/drawingml/2006/main">
            <a:pPr algn="ctr">
              <a:defRPr sz="1650" b="1">
                <a:solidFill>
                  <a:srgbClr val="005A9C"/>
                </a:solidFill>
                <a:latin typeface="Arial"/>
                <a:ea typeface="Arial"/>
                <a:cs typeface="Arial"/>
              </a:defRPr>
            </a:pPr>
            <a:r>
              <a:rPr sz="1650" b="1">
                <a:solidFill>
                  <a:srgbClr val="005A9C"/>
                </a:solidFill>
                <a:latin typeface="Arial"/>
                <a:ea typeface="Arial"/>
                <a:cs typeface="Arial"/>
              </a:rPr>
              <a:t>Risk analysis</a:t>
            </a:r>
          </a:p>
        </p:txBody>
      </p:sp>
      <p:sp>
        <p:nvSpPr>
          <p:cNvPr id="13" name="!!map.back">
            <a:extLst xmlns:a="http://schemas.openxmlformats.org/drawingml/2006/main">
              <a:ext uri="{FF2B5EF4-FFF2-40B4-BE49-F238E27FC236}">
                <a16:creationId xmlns:a16="http://schemas.microsoft.com/office/drawing/2014/main" id="{66B15E6F-C609-4383-BA78-80A3F8DB09A3}"/>
              </a:ext>
            </a:extLst>
          </p:cNvPr>
          <p:cNvSpPr>
            <a:spLocks xmlns:a="http://schemas.openxmlformats.org/drawingml/2006/main" noGrp="1"/>
          </p:cNvSpPr>
          <p:nvPr/>
        </p:nvSpPr>
        <p:spPr>
          <a:xfrm xmlns:a="http://schemas.openxmlformats.org/drawingml/2006/main">
            <a:off x="647700" y="5324475"/>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14" name="!!nav.back">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F3A45AC0-8E4A-45BD-A569-F6126D43E5E0}"/>
              </a:ext>
            </a:extLst>
          </p:cNvPr>
          <p:cNvSpPr>
            <a:spLocks xmlns:a="http://schemas.openxmlformats.org/drawingml/2006/main" noGrp="1"/>
          </p:cNvSpPr>
          <p:nvPr/>
        </p:nvSpPr>
        <p:spPr>
          <a:xfrm xmlns:a="http://schemas.openxmlformats.org/drawingml/2006/main">
            <a:off x="647700" y="5324475"/>
            <a:ext cx="2609850" cy="409575"/>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005A9C"/>
                </a:solidFill>
                <a:latin typeface="Arial"/>
                <a:ea typeface="Arial"/>
                <a:cs typeface="Arial"/>
              </a:defRPr>
            </a:defPPr>
            <a:lvl1pPr algn="ctr">
              <a:defRPr sz="2025" b="1">
                <a:solidFill>
                  <a:srgbClr val="005A9C"/>
                </a:solidFill>
                <a:latin typeface="Arial"/>
                <a:ea typeface="Arial"/>
                <a:cs typeface="Arial"/>
              </a:defRPr>
            </a:lvl1pPr>
            <a:lvl2pPr algn="ctr">
              <a:defRPr sz="2025" b="1">
                <a:solidFill>
                  <a:srgbClr val="005A9C"/>
                </a:solidFill>
                <a:latin typeface="Arial"/>
                <a:ea typeface="Arial"/>
                <a:cs typeface="Arial"/>
              </a:defRPr>
            </a:lvl2pPr>
            <a:lvl3pPr algn="ctr">
              <a:defRPr sz="2025" b="1">
                <a:solidFill>
                  <a:srgbClr val="005A9C"/>
                </a:solidFill>
                <a:latin typeface="Arial"/>
                <a:ea typeface="Arial"/>
                <a:cs typeface="Arial"/>
              </a:defRPr>
            </a:lvl3pPr>
            <a:lvl4pPr algn="ctr">
              <a:defRPr sz="2025" b="1">
                <a:solidFill>
                  <a:srgbClr val="005A9C"/>
                </a:solidFill>
                <a:latin typeface="Arial"/>
                <a:ea typeface="Arial"/>
                <a:cs typeface="Arial"/>
              </a:defRPr>
            </a:lvl4pPr>
            <a:lvl5pPr algn="ctr">
              <a:defRPr sz="2025" b="1">
                <a:solidFill>
                  <a:srgbClr val="005A9C"/>
                </a:solidFill>
                <a:latin typeface="Arial"/>
                <a:ea typeface="Arial"/>
                <a:cs typeface="Arial"/>
              </a:defRPr>
            </a:lvl5pPr>
            <a:lvl6pPr algn="ctr">
              <a:defRPr sz="2025" b="1">
                <a:solidFill>
                  <a:srgbClr val="005A9C"/>
                </a:solidFill>
                <a:latin typeface="Arial"/>
                <a:ea typeface="Arial"/>
                <a:cs typeface="Arial"/>
              </a:defRPr>
            </a:lvl6pPr>
            <a:lvl7pPr algn="ctr">
              <a:defRPr sz="2025" b="1">
                <a:solidFill>
                  <a:srgbClr val="005A9C"/>
                </a:solidFill>
                <a:latin typeface="Arial"/>
                <a:ea typeface="Arial"/>
                <a:cs typeface="Arial"/>
              </a:defRPr>
            </a:lvl7pPr>
            <a:lvl8pPr algn="ctr">
              <a:defRPr sz="2025" b="1">
                <a:solidFill>
                  <a:srgbClr val="005A9C"/>
                </a:solidFill>
                <a:latin typeface="Arial"/>
                <a:ea typeface="Arial"/>
                <a:cs typeface="Arial"/>
              </a:defRPr>
            </a:lvl8pPr>
            <a:lvl9pPr algn="ctr">
              <a:defRPr sz="2025" b="1">
                <a:solidFill>
                  <a:srgbClr val="005A9C"/>
                </a:solidFill>
                <a:latin typeface="Arial"/>
                <a:ea typeface="Arial"/>
                <a:cs typeface="Arial"/>
              </a:defRPr>
            </a:lvl9pPr>
          </a:lstStyle>
          <a:p xmlns:a="http://schemas.openxmlformats.org/drawingml/2006/main">
            <a:pPr algn="ctr">
              <a:defRPr sz="2025" b="1">
                <a:solidFill>
                  <a:srgbClr val="005A9C"/>
                </a:solidFill>
                <a:latin typeface="Arial"/>
                <a:ea typeface="Arial"/>
                <a:cs typeface="Arial"/>
              </a:defRPr>
            </a:pPr>
            <a:r>
              <a:rPr sz="2025" b="1">
                <a:solidFill>
                  <a:srgbClr val="005A9C"/>
                </a:solidFill>
                <a:latin typeface="Arial"/>
                <a:ea typeface="Arial"/>
                <a:cs typeface="Arial"/>
              </a:rPr>
              <a:t>Back office</a:t>
            </a:r>
          </a:p>
        </p:txBody>
      </p:sp>
      <p:sp>
        <p:nvSpPr>
          <p:cNvPr id="15" name="!!task.files">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00D0F654-619F-4141-910E-0957A9167907}"/>
              </a:ext>
            </a:extLst>
          </p:cNvPr>
          <p:cNvSpPr>
            <a:spLocks xmlns:a="http://schemas.openxmlformats.org/drawingml/2006/main" noGrp="1"/>
          </p:cNvSpPr>
          <p:nvPr/>
        </p:nvSpPr>
        <p:spPr>
          <a:xfrm xmlns:a="http://schemas.openxmlformats.org/drawingml/2006/main">
            <a:off x="762000" y="582930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Document processing</a:t>
            </a:r>
          </a:p>
        </p:txBody>
      </p:sp>
      <p:sp>
        <p:nvSpPr>
          <p:cNvPr id="16" name="!!task.dev">
            <ns0:hlinkClick xmlns:ns0="http://schemas.openxmlformats.org/drawingml/2006/main" xmlns:ns1="http://schemas.openxmlformats.org/officeDocument/2006/relationships" ns1:id="rIdNavSlide25" action="ppaction://hlinksldjump" tooltip="Slide 25: Turning a business request into a working tool"/>
            <a:extLst xmlns:a="http://schemas.openxmlformats.org/drawingml/2006/main">
              <a:ext uri="{FF2B5EF4-FFF2-40B4-BE49-F238E27FC236}">
                <a16:creationId xmlns:a16="http://schemas.microsoft.com/office/drawing/2014/main" id="{34B7AF18-CFDA-4A80-9876-5FF522E80DA7}"/>
              </a:ext>
            </a:extLst>
          </p:cNvPr>
          <p:cNvSpPr>
            <a:spLocks xmlns:a="http://schemas.openxmlformats.org/drawingml/2006/main" noGrp="1"/>
          </p:cNvSpPr>
          <p:nvPr/>
        </p:nvSpPr>
        <p:spPr>
          <a:xfrm xmlns:a="http://schemas.openxmlformats.org/drawingml/2006/main">
            <a:off x="762000" y="614362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Tool development</a:t>
            </a:r>
          </a:p>
        </p:txBody>
      </p:sp>
      <p:sp>
        <p:nvSpPr>
          <p:cNvPr id="17" name="!!map.separator">
            <a:extLst xmlns:a="http://schemas.openxmlformats.org/drawingml/2006/main">
              <a:ext uri="{FF2B5EF4-FFF2-40B4-BE49-F238E27FC236}">
                <a16:creationId xmlns:a16="http://schemas.microsoft.com/office/drawing/2014/main" id="{0CA246EF-7882-4169-8A0A-EA62837B448D}"/>
              </a:ext>
            </a:extLst>
          </p:cNvPr>
          <p:cNvSpPr>
            <a:spLocks xmlns:a="http://schemas.openxmlformats.org/drawingml/2006/main" noGrp="1"/>
          </p:cNvSpPr>
          <p:nvPr/>
        </p:nvSpPr>
        <p:spPr>
          <a:xfrm xmlns:a="http://schemas.openxmlformats.org/drawingml/2006/main" flipH="0" flipV="0">
            <a:off x="3600450" y="1990725"/>
            <a:ext cx="953" cy="5076825"/>
          </a:xfrm>
          <a:prstGeom xmlns:a="http://schemas.openxmlformats.org/drawingml/2006/main" prst="line">
            <a:avLst/>
          </a:prstGeom>
          <a:noFill xmlns:a="http://schemas.openxmlformats.org/drawingml/2006/main"/>
          <a:ln xmlns:a="http://schemas.openxmlformats.org/drawingml/2006/main" w="9525">
            <a:solidFill>
              <a:srgbClr val="BCC6CF"/>
            </a:solidFill>
            <a:prstDash val="solid"/>
          </a:ln>
        </p:spPr>
      </p:sp>
      <p:sp>
        <p:nvSpPr>
          <p:cNvPr id="18" name="!!example">
            <a:extLst xmlns:a="http://schemas.openxmlformats.org/drawingml/2006/main">
              <a:ext uri="{FF2B5EF4-FFF2-40B4-BE49-F238E27FC236}">
                <a16:creationId xmlns:a16="http://schemas.microsoft.com/office/drawing/2014/main" id="{E8CB3D3F-3F1A-41FE-8AF2-EFAAA76E6125}"/>
              </a:ext>
            </a:extLst>
          </p:cNvPr>
          <p:cNvSpPr>
            <a:spLocks xmlns:a="http://schemas.openxmlformats.org/drawingml/2006/main" noGrp="1"/>
          </p:cNvSpPr>
          <p:nvPr/>
        </p:nvSpPr>
        <p:spPr>
          <a:xfrm xmlns:a="http://schemas.openxmlformats.org/drawingml/2006/main">
            <a:off x="13906500" y="1238250"/>
            <a:ext cx="685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707C88"/>
                </a:solidFill>
                <a:latin typeface="Arial"/>
                <a:ea typeface="Arial"/>
                <a:cs typeface="Arial"/>
              </a:defRPr>
            </a:defPPr>
            <a:lvl1pPr algn="r">
              <a:defRPr sz="1350" b="0">
                <a:solidFill>
                  <a:srgbClr val="707C88"/>
                </a:solidFill>
                <a:latin typeface="Arial"/>
                <a:ea typeface="Arial"/>
                <a:cs typeface="Arial"/>
              </a:defRPr>
            </a:lvl1pPr>
            <a:lvl2pPr algn="r">
              <a:defRPr sz="1350" b="0">
                <a:solidFill>
                  <a:srgbClr val="707C88"/>
                </a:solidFill>
                <a:latin typeface="Arial"/>
                <a:ea typeface="Arial"/>
                <a:cs typeface="Arial"/>
              </a:defRPr>
            </a:lvl2pPr>
            <a:lvl3pPr algn="r">
              <a:defRPr sz="1350" b="0">
                <a:solidFill>
                  <a:srgbClr val="707C88"/>
                </a:solidFill>
                <a:latin typeface="Arial"/>
                <a:ea typeface="Arial"/>
                <a:cs typeface="Arial"/>
              </a:defRPr>
            </a:lvl3pPr>
            <a:lvl4pPr algn="r">
              <a:defRPr sz="1350" b="0">
                <a:solidFill>
                  <a:srgbClr val="707C88"/>
                </a:solidFill>
                <a:latin typeface="Arial"/>
                <a:ea typeface="Arial"/>
                <a:cs typeface="Arial"/>
              </a:defRPr>
            </a:lvl4pPr>
            <a:lvl5pPr algn="r">
              <a:defRPr sz="1350" b="0">
                <a:solidFill>
                  <a:srgbClr val="707C88"/>
                </a:solidFill>
                <a:latin typeface="Arial"/>
                <a:ea typeface="Arial"/>
                <a:cs typeface="Arial"/>
              </a:defRPr>
            </a:lvl5pPr>
            <a:lvl6pPr algn="r">
              <a:defRPr sz="1350" b="0">
                <a:solidFill>
                  <a:srgbClr val="707C88"/>
                </a:solidFill>
                <a:latin typeface="Arial"/>
                <a:ea typeface="Arial"/>
                <a:cs typeface="Arial"/>
              </a:defRPr>
            </a:lvl6pPr>
            <a:lvl7pPr algn="r">
              <a:defRPr sz="1350" b="0">
                <a:solidFill>
                  <a:srgbClr val="707C88"/>
                </a:solidFill>
                <a:latin typeface="Arial"/>
                <a:ea typeface="Arial"/>
                <a:cs typeface="Arial"/>
              </a:defRPr>
            </a:lvl7pPr>
            <a:lvl8pPr algn="r">
              <a:defRPr sz="1350" b="0">
                <a:solidFill>
                  <a:srgbClr val="707C88"/>
                </a:solidFill>
                <a:latin typeface="Arial"/>
                <a:ea typeface="Arial"/>
                <a:cs typeface="Arial"/>
              </a:defRPr>
            </a:lvl8pPr>
            <a:lvl9pPr algn="r">
              <a:defRPr sz="1350" b="0">
                <a:solidFill>
                  <a:srgbClr val="707C88"/>
                </a:solidFill>
                <a:latin typeface="Arial"/>
                <a:ea typeface="Arial"/>
                <a:cs typeface="Arial"/>
              </a:defRPr>
            </a:lvl9pPr>
          </a:lstStyle>
          <a:p xmlns:a="http://schemas.openxmlformats.org/drawingml/2006/main">
            <a:pPr algn="r">
              <a:defRPr sz="1350" b="0">
                <a:solidFill>
                  <a:srgbClr val="707C88"/>
                </a:solidFill>
                <a:latin typeface="Arial"/>
                <a:ea typeface="Arial"/>
                <a:cs typeface="Arial"/>
              </a:defRPr>
            </a:pPr>
            <a:r>
              <a:rPr sz="1350" b="0">
                <a:solidFill>
                  <a:srgbClr val="707C88"/>
                </a:solidFill>
                <a:latin typeface="Arial"/>
                <a:ea typeface="Arial"/>
                <a:cs typeface="Arial"/>
              </a:rPr>
              <a:t>Example</a:t>
            </a:r>
          </a:p>
        </p:txBody>
      </p:sp>
      <p:sp>
        <p:nvSpPr>
          <p:cNvPr id="19" name="!!nav.home">
            <ns0:hlinkClick xmlns:ns0="http://schemas.openxmlformats.org/drawingml/2006/main" xmlns:ns1="http://schemas.openxmlformats.org/officeDocument/2006/relationships" ns1:id="rIdNavSlide3" action="ppaction://hlinksldjump" tooltip="Slide 3: Seven workflows across the firm"/>
            <a:extLst xmlns:a="http://schemas.openxmlformats.org/drawingml/2006/main">
              <a:ext uri="{FF2B5EF4-FFF2-40B4-BE49-F238E27FC236}">
                <a16:creationId xmlns:a16="http://schemas.microsoft.com/office/drawing/2014/main" id="{B8D8308A-D4CF-49C5-BB0B-8E78BEBCA494}"/>
              </a:ext>
            </a:extLst>
          </p:cNvPr>
          <p:cNvSpPr>
            <a:spLocks xmlns:a="http://schemas.openxmlformats.org/drawingml/2006/main" noGrp="1"/>
          </p:cNvSpPr>
          <p:nvPr/>
        </p:nvSpPr>
        <p:spPr>
          <a:xfrm xmlns:a="http://schemas.openxmlformats.org/drawingml/2006/main">
            <a:off x="647700" y="7496175"/>
            <a:ext cx="26098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BCC6CF"/>
            </a:solidFill>
            <a:prstDash val="solid"/>
          </a:ln>
        </p:spPr>
        <p:txBody>
          <a:bodyPr xmlns:a="http://schemas.openxmlformats.org/drawingml/2006/main" wrap="square" lIns="114300" tIns="0" rIns="114300" bIns="0" anchor="ctr">
            <a:noAutofit/>
          </a:bodyPr>
          <a:lstStyle xmlns:a="http://schemas.openxmlformats.org/drawingml/2006/main">
            <a:defPPr algn="ctr">
              <a:defRPr sz="1800" b="1">
                <a:solidFill>
                  <a:srgbClr val="005A9C"/>
                </a:solidFill>
                <a:latin typeface="Arial"/>
                <a:ea typeface="Arial"/>
                <a:cs typeface="Arial"/>
              </a:defRPr>
            </a:defPPr>
            <a:lvl1pPr algn="ctr">
              <a:defRPr sz="1800" b="1">
                <a:solidFill>
                  <a:srgbClr val="005A9C"/>
                </a:solidFill>
                <a:latin typeface="Arial"/>
                <a:ea typeface="Arial"/>
                <a:cs typeface="Arial"/>
              </a:defRPr>
            </a:lvl1pPr>
            <a:lvl2pPr algn="ctr">
              <a:defRPr sz="1800" b="1">
                <a:solidFill>
                  <a:srgbClr val="005A9C"/>
                </a:solidFill>
                <a:latin typeface="Arial"/>
                <a:ea typeface="Arial"/>
                <a:cs typeface="Arial"/>
              </a:defRPr>
            </a:lvl2pPr>
            <a:lvl3pPr algn="ctr">
              <a:defRPr sz="1800" b="1">
                <a:solidFill>
                  <a:srgbClr val="005A9C"/>
                </a:solidFill>
                <a:latin typeface="Arial"/>
                <a:ea typeface="Arial"/>
                <a:cs typeface="Arial"/>
              </a:defRPr>
            </a:lvl3pPr>
            <a:lvl4pPr algn="ctr">
              <a:defRPr sz="1800" b="1">
                <a:solidFill>
                  <a:srgbClr val="005A9C"/>
                </a:solidFill>
                <a:latin typeface="Arial"/>
                <a:ea typeface="Arial"/>
                <a:cs typeface="Arial"/>
              </a:defRPr>
            </a:lvl4pPr>
            <a:lvl5pPr algn="ctr">
              <a:defRPr sz="1800" b="1">
                <a:solidFill>
                  <a:srgbClr val="005A9C"/>
                </a:solidFill>
                <a:latin typeface="Arial"/>
                <a:ea typeface="Arial"/>
                <a:cs typeface="Arial"/>
              </a:defRPr>
            </a:lvl5pPr>
            <a:lvl6pPr algn="ctr">
              <a:defRPr sz="1800" b="1">
                <a:solidFill>
                  <a:srgbClr val="005A9C"/>
                </a:solidFill>
                <a:latin typeface="Arial"/>
                <a:ea typeface="Arial"/>
                <a:cs typeface="Arial"/>
              </a:defRPr>
            </a:lvl6pPr>
            <a:lvl7pPr algn="ctr">
              <a:defRPr sz="1800" b="1">
                <a:solidFill>
                  <a:srgbClr val="005A9C"/>
                </a:solidFill>
                <a:latin typeface="Arial"/>
                <a:ea typeface="Arial"/>
                <a:cs typeface="Arial"/>
              </a:defRPr>
            </a:lvl7pPr>
            <a:lvl8pPr algn="ctr">
              <a:defRPr sz="1800" b="1">
                <a:solidFill>
                  <a:srgbClr val="005A9C"/>
                </a:solidFill>
                <a:latin typeface="Arial"/>
                <a:ea typeface="Arial"/>
                <a:cs typeface="Arial"/>
              </a:defRPr>
            </a:lvl8pPr>
            <a:lvl9pPr algn="ctr">
              <a:defRPr sz="1800" b="1">
                <a:solidFill>
                  <a:srgbClr val="005A9C"/>
                </a:solidFill>
                <a:latin typeface="Arial"/>
                <a:ea typeface="Arial"/>
                <a:cs typeface="Arial"/>
              </a:defRPr>
            </a:lvl9pPr>
          </a:lstStyle>
          <a:p xmlns:a="http://schemas.openxmlformats.org/drawingml/2006/main">
            <a:pPr algn="ctr">
              <a:defRPr sz="1800" b="1">
                <a:solidFill>
                  <a:srgbClr val="005A9C"/>
                </a:solidFill>
                <a:latin typeface="Arial"/>
                <a:ea typeface="Arial"/>
                <a:cs typeface="Arial"/>
              </a:defRPr>
            </a:pPr>
            <a:r>
              <a:rPr sz="1800" b="1">
                <a:solidFill>
                  <a:srgbClr val="005A9C"/>
                </a:solidFill>
                <a:latin typeface="Arial"/>
                <a:ea typeface="Arial"/>
                <a:cs typeface="Arial"/>
              </a:rPr>
              <a:t>Firm overview</a:t>
            </a:r>
          </a:p>
        </p:txBody>
      </p:sp>
      <p:sp>
        <p:nvSpPr>
          <p:cNvPr id="20" name="!!page">
            <a:extLst xmlns:a="http://schemas.openxmlformats.org/drawingml/2006/main">
              <a:ext uri="{FF2B5EF4-FFF2-40B4-BE49-F238E27FC236}">
                <a16:creationId xmlns:a16="http://schemas.microsoft.com/office/drawing/2014/main" id="{1A0C6835-130C-43E3-A9A5-DCADB7B24AA5}"/>
              </a:ext>
            </a:extLst>
          </p:cNvPr>
          <p:cNvSpPr>
            <a:spLocks xmlns:a="http://schemas.openxmlformats.org/drawingml/2006/main" noGrp="1"/>
          </p:cNvSpPr>
          <p:nvPr/>
        </p:nvSpPr>
        <p:spPr>
          <a:xfrm xmlns:a="http://schemas.openxmlformats.org/drawingml/2006/main">
            <a:off x="11144250" y="7591425"/>
            <a:ext cx="904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650" b="0">
                <a:solidFill>
                  <a:srgbClr val="707C88"/>
                </a:solidFill>
                <a:latin typeface="Arial"/>
                <a:ea typeface="Arial"/>
                <a:cs typeface="Arial"/>
              </a:defRPr>
            </a:defPPr>
            <a:lvl1pPr algn="r">
              <a:defRPr sz="1650" b="0">
                <a:solidFill>
                  <a:srgbClr val="707C88"/>
                </a:solidFill>
                <a:latin typeface="Arial"/>
                <a:ea typeface="Arial"/>
                <a:cs typeface="Arial"/>
              </a:defRPr>
            </a:lvl1pPr>
            <a:lvl2pPr algn="r">
              <a:defRPr sz="1650" b="0">
                <a:solidFill>
                  <a:srgbClr val="707C88"/>
                </a:solidFill>
                <a:latin typeface="Arial"/>
                <a:ea typeface="Arial"/>
                <a:cs typeface="Arial"/>
              </a:defRPr>
            </a:lvl2pPr>
            <a:lvl3pPr algn="r">
              <a:defRPr sz="1650" b="0">
                <a:solidFill>
                  <a:srgbClr val="707C88"/>
                </a:solidFill>
                <a:latin typeface="Arial"/>
                <a:ea typeface="Arial"/>
                <a:cs typeface="Arial"/>
              </a:defRPr>
            </a:lvl3pPr>
            <a:lvl4pPr algn="r">
              <a:defRPr sz="1650" b="0">
                <a:solidFill>
                  <a:srgbClr val="707C88"/>
                </a:solidFill>
                <a:latin typeface="Arial"/>
                <a:ea typeface="Arial"/>
                <a:cs typeface="Arial"/>
              </a:defRPr>
            </a:lvl4pPr>
            <a:lvl5pPr algn="r">
              <a:defRPr sz="1650" b="0">
                <a:solidFill>
                  <a:srgbClr val="707C88"/>
                </a:solidFill>
                <a:latin typeface="Arial"/>
                <a:ea typeface="Arial"/>
                <a:cs typeface="Arial"/>
              </a:defRPr>
            </a:lvl5pPr>
            <a:lvl6pPr algn="r">
              <a:defRPr sz="1650" b="0">
                <a:solidFill>
                  <a:srgbClr val="707C88"/>
                </a:solidFill>
                <a:latin typeface="Arial"/>
                <a:ea typeface="Arial"/>
                <a:cs typeface="Arial"/>
              </a:defRPr>
            </a:lvl6pPr>
            <a:lvl7pPr algn="r">
              <a:defRPr sz="1650" b="0">
                <a:solidFill>
                  <a:srgbClr val="707C88"/>
                </a:solidFill>
                <a:latin typeface="Arial"/>
                <a:ea typeface="Arial"/>
                <a:cs typeface="Arial"/>
              </a:defRPr>
            </a:lvl7pPr>
            <a:lvl8pPr algn="r">
              <a:defRPr sz="1650" b="0">
                <a:solidFill>
                  <a:srgbClr val="707C88"/>
                </a:solidFill>
                <a:latin typeface="Arial"/>
                <a:ea typeface="Arial"/>
                <a:cs typeface="Arial"/>
              </a:defRPr>
            </a:lvl8pPr>
            <a:lvl9pPr algn="r">
              <a:defRPr sz="1650" b="0">
                <a:solidFill>
                  <a:srgbClr val="707C88"/>
                </a:solidFill>
                <a:latin typeface="Arial"/>
                <a:ea typeface="Arial"/>
                <a:cs typeface="Arial"/>
              </a:defRPr>
            </a:lvl9pPr>
          </a:lstStyle>
          <a:p xmlns:a="http://schemas.openxmlformats.org/drawingml/2006/main">
            <a:pPr algn="r">
              <a:defRPr sz="1650" b="0">
                <a:solidFill>
                  <a:srgbClr val="707C88"/>
                </a:solidFill>
                <a:latin typeface="Arial"/>
                <a:ea typeface="Arial"/>
                <a:cs typeface="Arial"/>
              </a:defRPr>
            </a:pPr>
            <a:r>
              <a:rPr sz="1650" b="0">
                <a:solidFill>
                  <a:srgbClr val="707C88"/>
                </a:solidFill>
                <a:latin typeface="Arial"/>
                <a:ea typeface="Arial"/>
                <a:cs typeface="Arial"/>
              </a:rPr>
              <a:t>19 / 33</a:t>
            </a:r>
          </a:p>
        </p:txBody>
      </p:sp>
      <p:sp>
        <p:nvSpPr>
          <p:cNvPr id="21" name="!!nav.prev">
            <ns0:hlinkClick xmlns:ns0="http://schemas.openxmlformats.org/drawingml/2006/main" xmlns:ns1="http://schemas.openxmlformats.org/officeDocument/2006/relationships" ns1:id="rIdNavSlide18" action="ppaction://hlinksldjump" tooltip="Slide 18: Proposed drafting and review workflow"/>
            <a:extLst xmlns:a="http://schemas.openxmlformats.org/drawingml/2006/main">
              <a:ext uri="{FF2B5EF4-FFF2-40B4-BE49-F238E27FC236}">
                <a16:creationId xmlns:a16="http://schemas.microsoft.com/office/drawing/2014/main" id="{04C1A642-674F-4556-BD90-A2C19F19CA19}"/>
              </a:ext>
            </a:extLst>
          </p:cNvPr>
          <p:cNvSpPr>
            <a:spLocks xmlns:a="http://schemas.openxmlformats.org/drawingml/2006/main" noGrp="1"/>
          </p:cNvSpPr>
          <p:nvPr/>
        </p:nvSpPr>
        <p:spPr>
          <a:xfrm xmlns:a="http://schemas.openxmlformats.org/drawingml/2006/main">
            <a:off x="12287250" y="7496175"/>
            <a:ext cx="1047750" cy="4572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725" b="1">
                <a:solidFill>
                  <a:srgbClr val="005A9C"/>
                </a:solidFill>
                <a:latin typeface="Arial"/>
                <a:ea typeface="Arial"/>
                <a:cs typeface="Arial"/>
              </a:defRPr>
            </a:defPPr>
            <a:lvl1pPr algn="ctr">
              <a:defRPr sz="1725" b="1">
                <a:solidFill>
                  <a:srgbClr val="005A9C"/>
                </a:solidFill>
                <a:latin typeface="Arial"/>
                <a:ea typeface="Arial"/>
                <a:cs typeface="Arial"/>
              </a:defRPr>
            </a:lvl1pPr>
            <a:lvl2pPr algn="ctr">
              <a:defRPr sz="1725" b="1">
                <a:solidFill>
                  <a:srgbClr val="005A9C"/>
                </a:solidFill>
                <a:latin typeface="Arial"/>
                <a:ea typeface="Arial"/>
                <a:cs typeface="Arial"/>
              </a:defRPr>
            </a:lvl2pPr>
            <a:lvl3pPr algn="ctr">
              <a:defRPr sz="1725" b="1">
                <a:solidFill>
                  <a:srgbClr val="005A9C"/>
                </a:solidFill>
                <a:latin typeface="Arial"/>
                <a:ea typeface="Arial"/>
                <a:cs typeface="Arial"/>
              </a:defRPr>
            </a:lvl3pPr>
            <a:lvl4pPr algn="ctr">
              <a:defRPr sz="1725" b="1">
                <a:solidFill>
                  <a:srgbClr val="005A9C"/>
                </a:solidFill>
                <a:latin typeface="Arial"/>
                <a:ea typeface="Arial"/>
                <a:cs typeface="Arial"/>
              </a:defRPr>
            </a:lvl4pPr>
            <a:lvl5pPr algn="ctr">
              <a:defRPr sz="1725" b="1">
                <a:solidFill>
                  <a:srgbClr val="005A9C"/>
                </a:solidFill>
                <a:latin typeface="Arial"/>
                <a:ea typeface="Arial"/>
                <a:cs typeface="Arial"/>
              </a:defRPr>
            </a:lvl5pPr>
            <a:lvl6pPr algn="ctr">
              <a:defRPr sz="1725" b="1">
                <a:solidFill>
                  <a:srgbClr val="005A9C"/>
                </a:solidFill>
                <a:latin typeface="Arial"/>
                <a:ea typeface="Arial"/>
                <a:cs typeface="Arial"/>
              </a:defRPr>
            </a:lvl6pPr>
            <a:lvl7pPr algn="ctr">
              <a:defRPr sz="1725" b="1">
                <a:solidFill>
                  <a:srgbClr val="005A9C"/>
                </a:solidFill>
                <a:latin typeface="Arial"/>
                <a:ea typeface="Arial"/>
                <a:cs typeface="Arial"/>
              </a:defRPr>
            </a:lvl7pPr>
            <a:lvl8pPr algn="ctr">
              <a:defRPr sz="1725" b="1">
                <a:solidFill>
                  <a:srgbClr val="005A9C"/>
                </a:solidFill>
                <a:latin typeface="Arial"/>
                <a:ea typeface="Arial"/>
                <a:cs typeface="Arial"/>
              </a:defRPr>
            </a:lvl8pPr>
            <a:lvl9pPr algn="ctr">
              <a:defRPr sz="1725" b="1">
                <a:solidFill>
                  <a:srgbClr val="005A9C"/>
                </a:solidFill>
                <a:latin typeface="Arial"/>
                <a:ea typeface="Arial"/>
                <a:cs typeface="Arial"/>
              </a:defRPr>
            </a:lvl9pPr>
          </a:lstStyle>
          <a:p xmlns:a="http://schemas.openxmlformats.org/drawingml/2006/main">
            <a:pPr algn="ctr">
              <a:defRPr sz="1725" b="1">
                <a:solidFill>
                  <a:srgbClr val="005A9C"/>
                </a:solidFill>
                <a:latin typeface="Arial"/>
                <a:ea typeface="Arial"/>
                <a:cs typeface="Arial"/>
              </a:defRPr>
            </a:pPr>
            <a:r>
              <a:rPr sz="1725" b="1">
                <a:solidFill>
                  <a:srgbClr val="005A9C"/>
                </a:solidFill>
                <a:latin typeface="Arial"/>
                <a:ea typeface="Arial"/>
                <a:cs typeface="Arial"/>
              </a:rPr>
              <a:t>Back</a:t>
            </a:r>
          </a:p>
        </p:txBody>
      </p:sp>
      <p:sp>
        <p:nvSpPr>
          <p:cNvPr id="22" name="!!nav.next">
            <ns0:hlinkClick xmlns:ns0="http://schemas.openxmlformats.org/drawingml/2006/main" xmlns:ns1="http://schemas.openxmlformats.org/officeDocument/2006/relationships" ns1:id="rIdNavSlide20" action="ppaction://hlinksldjump" tooltip="Slide 20: China Universal and Tianhong: risk support"/>
            <a:extLst xmlns:a="http://schemas.openxmlformats.org/drawingml/2006/main">
              <a:ext uri="{FF2B5EF4-FFF2-40B4-BE49-F238E27FC236}">
                <a16:creationId xmlns:a16="http://schemas.microsoft.com/office/drawing/2014/main" id="{719D71AB-0688-4476-BFAB-C374A4F7DA59}"/>
              </a:ext>
            </a:extLst>
          </p:cNvPr>
          <p:cNvSpPr>
            <a:spLocks xmlns:a="http://schemas.openxmlformats.org/drawingml/2006/main" noGrp="1"/>
          </p:cNvSpPr>
          <p:nvPr/>
        </p:nvSpPr>
        <p:spPr>
          <a:xfrm xmlns:a="http://schemas.openxmlformats.org/drawingml/2006/main">
            <a:off x="13506450" y="7496175"/>
            <a:ext cx="1085850" cy="45720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725" b="1">
                <a:solidFill>
                  <a:srgbClr val="FFFFFF"/>
                </a:solidFill>
                <a:latin typeface="Arial"/>
                <a:ea typeface="Arial"/>
                <a:cs typeface="Arial"/>
              </a:defRPr>
            </a:defPPr>
            <a:lvl1pPr algn="ctr">
              <a:defRPr sz="1725" b="1">
                <a:solidFill>
                  <a:srgbClr val="FFFFFF"/>
                </a:solidFill>
                <a:latin typeface="Arial"/>
                <a:ea typeface="Arial"/>
                <a:cs typeface="Arial"/>
              </a:defRPr>
            </a:lvl1pPr>
            <a:lvl2pPr algn="ctr">
              <a:defRPr sz="1725" b="1">
                <a:solidFill>
                  <a:srgbClr val="FFFFFF"/>
                </a:solidFill>
                <a:latin typeface="Arial"/>
                <a:ea typeface="Arial"/>
                <a:cs typeface="Arial"/>
              </a:defRPr>
            </a:lvl2pPr>
            <a:lvl3pPr algn="ctr">
              <a:defRPr sz="1725" b="1">
                <a:solidFill>
                  <a:srgbClr val="FFFFFF"/>
                </a:solidFill>
                <a:latin typeface="Arial"/>
                <a:ea typeface="Arial"/>
                <a:cs typeface="Arial"/>
              </a:defRPr>
            </a:lvl3pPr>
            <a:lvl4pPr algn="ctr">
              <a:defRPr sz="1725" b="1">
                <a:solidFill>
                  <a:srgbClr val="FFFFFF"/>
                </a:solidFill>
                <a:latin typeface="Arial"/>
                <a:ea typeface="Arial"/>
                <a:cs typeface="Arial"/>
              </a:defRPr>
            </a:lvl4pPr>
            <a:lvl5pPr algn="ctr">
              <a:defRPr sz="1725" b="1">
                <a:solidFill>
                  <a:srgbClr val="FFFFFF"/>
                </a:solidFill>
                <a:latin typeface="Arial"/>
                <a:ea typeface="Arial"/>
                <a:cs typeface="Arial"/>
              </a:defRPr>
            </a:lvl5pPr>
            <a:lvl6pPr algn="ctr">
              <a:defRPr sz="1725" b="1">
                <a:solidFill>
                  <a:srgbClr val="FFFFFF"/>
                </a:solidFill>
                <a:latin typeface="Arial"/>
                <a:ea typeface="Arial"/>
                <a:cs typeface="Arial"/>
              </a:defRPr>
            </a:lvl6pPr>
            <a:lvl7pPr algn="ctr">
              <a:defRPr sz="1725" b="1">
                <a:solidFill>
                  <a:srgbClr val="FFFFFF"/>
                </a:solidFill>
                <a:latin typeface="Arial"/>
                <a:ea typeface="Arial"/>
                <a:cs typeface="Arial"/>
              </a:defRPr>
            </a:lvl7pPr>
            <a:lvl8pPr algn="ctr">
              <a:defRPr sz="1725" b="1">
                <a:solidFill>
                  <a:srgbClr val="FFFFFF"/>
                </a:solidFill>
                <a:latin typeface="Arial"/>
                <a:ea typeface="Arial"/>
                <a:cs typeface="Arial"/>
              </a:defRPr>
            </a:lvl8pPr>
            <a:lvl9pPr algn="ctr">
              <a:defRPr sz="1725" b="1">
                <a:solidFill>
                  <a:srgbClr val="FFFFFF"/>
                </a:solidFill>
                <a:latin typeface="Arial"/>
                <a:ea typeface="Arial"/>
                <a:cs typeface="Arial"/>
              </a:defRPr>
            </a:lvl9pPr>
          </a:lstStyle>
          <a:p xmlns:a="http://schemas.openxmlformats.org/drawingml/2006/main">
            <a:pPr algn="ctr">
              <a:defRPr sz="1725" b="1">
                <a:solidFill>
                  <a:srgbClr val="FFFFFF"/>
                </a:solidFill>
                <a:latin typeface="Arial"/>
                <a:ea typeface="Arial"/>
                <a:cs typeface="Arial"/>
              </a:defRPr>
            </a:pPr>
            <a:r>
              <a:rPr sz="1725" b="1">
                <a:solidFill>
                  <a:srgbClr val="FFFFFF"/>
                </a:solidFill>
                <a:latin typeface="Arial"/>
                <a:ea typeface="Arial"/>
                <a:cs typeface="Arial"/>
              </a:rPr>
              <a:t>Next</a:t>
            </a:r>
          </a:p>
        </p:txBody>
      </p:sp>
      <p:sp>
        <p:nvSpPr>
          <p:cNvPr id="23" name="!!footer.rule">
            <a:extLst xmlns:a="http://schemas.openxmlformats.org/drawingml/2006/main">
              <a:ext uri="{FF2B5EF4-FFF2-40B4-BE49-F238E27FC236}">
                <a16:creationId xmlns:a16="http://schemas.microsoft.com/office/drawing/2014/main" id="{BB4AF574-586D-4FD1-B905-16C2FA3589A3}"/>
              </a:ext>
            </a:extLst>
          </p:cNvPr>
          <p:cNvSpPr>
            <a:spLocks xmlns:a="http://schemas.openxmlformats.org/drawingml/2006/main" noGrp="1"/>
          </p:cNvSpPr>
          <p:nvPr/>
        </p:nvSpPr>
        <p:spPr>
          <a:xfrm xmlns:a="http://schemas.openxmlformats.org/drawingml/2006/main" flipH="0" flipV="0">
            <a:off x="647700" y="8134350"/>
            <a:ext cx="13944600" cy="953"/>
          </a:xfrm>
          <a:prstGeom xmlns:a="http://schemas.openxmlformats.org/drawingml/2006/main" prst="line">
            <a:avLst/>
          </a:prstGeom>
          <a:noFill xmlns:a="http://schemas.openxmlformats.org/drawingml/2006/main"/>
          <a:ln xmlns:a="http://schemas.openxmlformats.org/drawingml/2006/main" w="9525">
            <a:solidFill>
              <a:srgbClr val="BCC6CF"/>
            </a:solidFill>
            <a:prstDash val="solid"/>
          </a:ln>
        </p:spPr>
      </p:sp>
      <p:sp>
        <p:nvSpPr>
          <p:cNvPr id="24" name="!!source">
            <a:extLst xmlns:a="http://schemas.openxmlformats.org/drawingml/2006/main">
              <a:ext uri="{FF2B5EF4-FFF2-40B4-BE49-F238E27FC236}">
                <a16:creationId xmlns:a16="http://schemas.microsoft.com/office/drawing/2014/main" id="{F716E9AD-AC69-493F-AC65-711CEDE169C6}"/>
              </a:ext>
            </a:extLst>
          </p:cNvPr>
          <p:cNvSpPr>
            <a:spLocks xmlns:a="http://schemas.openxmlformats.org/drawingml/2006/main" noGrp="1"/>
          </p:cNvSpPr>
          <p:nvPr/>
        </p:nvSpPr>
        <p:spPr>
          <a:xfrm xmlns:a="http://schemas.openxmlformats.org/drawingml/2006/main">
            <a:off x="647700" y="8267700"/>
            <a:ext cx="13944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707C88"/>
                </a:solidFill>
                <a:latin typeface="Arial"/>
                <a:ea typeface="Arial"/>
                <a:cs typeface="Arial"/>
              </a:defRPr>
            </a:defPPr>
            <a:lvl1pPr algn="l">
              <a:defRPr sz="1050" b="0">
                <a:solidFill>
                  <a:srgbClr val="707C88"/>
                </a:solidFill>
                <a:latin typeface="Arial"/>
                <a:ea typeface="Arial"/>
                <a:cs typeface="Arial"/>
              </a:defRPr>
            </a:lvl1pPr>
            <a:lvl2pPr algn="l">
              <a:defRPr sz="1050" b="0">
                <a:solidFill>
                  <a:srgbClr val="707C88"/>
                </a:solidFill>
                <a:latin typeface="Arial"/>
                <a:ea typeface="Arial"/>
                <a:cs typeface="Arial"/>
              </a:defRPr>
            </a:lvl2pPr>
            <a:lvl3pPr algn="l">
              <a:defRPr sz="1050" b="0">
                <a:solidFill>
                  <a:srgbClr val="707C88"/>
                </a:solidFill>
                <a:latin typeface="Arial"/>
                <a:ea typeface="Arial"/>
                <a:cs typeface="Arial"/>
              </a:defRPr>
            </a:lvl3pPr>
            <a:lvl4pPr algn="l">
              <a:defRPr sz="1050" b="0">
                <a:solidFill>
                  <a:srgbClr val="707C88"/>
                </a:solidFill>
                <a:latin typeface="Arial"/>
                <a:ea typeface="Arial"/>
                <a:cs typeface="Arial"/>
              </a:defRPr>
            </a:lvl4pPr>
            <a:lvl5pPr algn="l">
              <a:defRPr sz="1050" b="0">
                <a:solidFill>
                  <a:srgbClr val="707C88"/>
                </a:solidFill>
                <a:latin typeface="Arial"/>
                <a:ea typeface="Arial"/>
                <a:cs typeface="Arial"/>
              </a:defRPr>
            </a:lvl5pPr>
            <a:lvl6pPr algn="l">
              <a:defRPr sz="1050" b="0">
                <a:solidFill>
                  <a:srgbClr val="707C88"/>
                </a:solidFill>
                <a:latin typeface="Arial"/>
                <a:ea typeface="Arial"/>
                <a:cs typeface="Arial"/>
              </a:defRPr>
            </a:lvl6pPr>
            <a:lvl7pPr algn="l">
              <a:defRPr sz="1050" b="0">
                <a:solidFill>
                  <a:srgbClr val="707C88"/>
                </a:solidFill>
                <a:latin typeface="Arial"/>
                <a:ea typeface="Arial"/>
                <a:cs typeface="Arial"/>
              </a:defRPr>
            </a:lvl7pPr>
            <a:lvl8pPr algn="l">
              <a:defRPr sz="1050" b="0">
                <a:solidFill>
                  <a:srgbClr val="707C88"/>
                </a:solidFill>
                <a:latin typeface="Arial"/>
                <a:ea typeface="Arial"/>
                <a:cs typeface="Arial"/>
              </a:defRPr>
            </a:lvl8pPr>
            <a:lvl9pPr algn="l">
              <a:defRPr sz="1050" b="0">
                <a:solidFill>
                  <a:srgbClr val="707C88"/>
                </a:solidFill>
                <a:latin typeface="Arial"/>
                <a:ea typeface="Arial"/>
                <a:cs typeface="Arial"/>
              </a:defRPr>
            </a:lvl9pPr>
          </a:lstStyle>
          <a:p xmlns:a="http://schemas.openxmlformats.org/drawingml/2006/main">
            <a:r>
              <a:t/>
            </a:r>
          </a:p>
        </p:txBody>
      </p:sp>
      <p:sp>
        <p:nvSpPr>
          <p:cNvPr id="25" name="!!risk.mail.rule">
            <a:extLst xmlns:a="http://schemas.openxmlformats.org/drawingml/2006/main">
              <a:ext uri="{FF2B5EF4-FFF2-40B4-BE49-F238E27FC236}">
                <a16:creationId xmlns:a16="http://schemas.microsoft.com/office/drawing/2014/main" id="{533E6C77-3C63-470C-A001-C3AEB0EA9B54}"/>
              </a:ext>
            </a:extLst>
          </p:cNvPr>
          <p:cNvSpPr>
            <a:spLocks xmlns:a="http://schemas.openxmlformats.org/drawingml/2006/main" noGrp="1"/>
          </p:cNvSpPr>
          <p:nvPr/>
        </p:nvSpPr>
        <p:spPr>
          <a:xfrm xmlns:a="http://schemas.openxmlformats.org/drawingml/2006/main" flipH="0" flipV="0">
            <a:off x="4057650" y="2428875"/>
            <a:ext cx="10534650" cy="953"/>
          </a:xfrm>
          <a:prstGeom xmlns:a="http://schemas.openxmlformats.org/drawingml/2006/main" prst="line">
            <a:avLst/>
          </a:prstGeom>
          <a:noFill xmlns:a="http://schemas.openxmlformats.org/drawingml/2006/main"/>
          <a:ln xmlns:a="http://schemas.openxmlformats.org/drawingml/2006/main" w="14288">
            <a:solidFill>
              <a:srgbClr val="317F7B"/>
            </a:solidFill>
            <a:prstDash val="solid"/>
          </a:ln>
        </p:spPr>
      </p:sp>
      <p:sp>
        <p:nvSpPr>
          <p:cNvPr id="26" name="!!risk.mail.label">
            <a:extLst xmlns:a="http://schemas.openxmlformats.org/drawingml/2006/main">
              <a:ext uri="{FF2B5EF4-FFF2-40B4-BE49-F238E27FC236}">
                <a16:creationId xmlns:a16="http://schemas.microsoft.com/office/drawing/2014/main" id="{5B4DAD2A-8C5B-4309-8987-586966DA1F90}"/>
              </a:ext>
            </a:extLst>
          </p:cNvPr>
          <p:cNvSpPr>
            <a:spLocks xmlns:a="http://schemas.openxmlformats.org/drawingml/2006/main" noGrp="1"/>
          </p:cNvSpPr>
          <p:nvPr/>
        </p:nvSpPr>
        <p:spPr>
          <a:xfrm xmlns:a="http://schemas.openxmlformats.org/drawingml/2006/main">
            <a:off x="4057650" y="2524125"/>
            <a:ext cx="105346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20262C"/>
                </a:solidFill>
                <a:latin typeface="Arial"/>
                <a:ea typeface="Arial"/>
                <a:cs typeface="Arial"/>
              </a:defRPr>
            </a:defPPr>
            <a:lvl1pPr algn="l">
              <a:defRPr sz="1650" b="1">
                <a:solidFill>
                  <a:srgbClr val="20262C"/>
                </a:solidFill>
                <a:latin typeface="Arial"/>
                <a:ea typeface="Arial"/>
                <a:cs typeface="Arial"/>
              </a:defRPr>
            </a:lvl1pPr>
            <a:lvl2pPr algn="l">
              <a:defRPr sz="1650" b="1">
                <a:solidFill>
                  <a:srgbClr val="20262C"/>
                </a:solidFill>
                <a:latin typeface="Arial"/>
                <a:ea typeface="Arial"/>
                <a:cs typeface="Arial"/>
              </a:defRPr>
            </a:lvl2pPr>
            <a:lvl3pPr algn="l">
              <a:defRPr sz="1650" b="1">
                <a:solidFill>
                  <a:srgbClr val="20262C"/>
                </a:solidFill>
                <a:latin typeface="Arial"/>
                <a:ea typeface="Arial"/>
                <a:cs typeface="Arial"/>
              </a:defRPr>
            </a:lvl3pPr>
            <a:lvl4pPr algn="l">
              <a:defRPr sz="1650" b="1">
                <a:solidFill>
                  <a:srgbClr val="20262C"/>
                </a:solidFill>
                <a:latin typeface="Arial"/>
                <a:ea typeface="Arial"/>
                <a:cs typeface="Arial"/>
              </a:defRPr>
            </a:lvl4pPr>
            <a:lvl5pPr algn="l">
              <a:defRPr sz="1650" b="1">
                <a:solidFill>
                  <a:srgbClr val="20262C"/>
                </a:solidFill>
                <a:latin typeface="Arial"/>
                <a:ea typeface="Arial"/>
                <a:cs typeface="Arial"/>
              </a:defRPr>
            </a:lvl5pPr>
            <a:lvl6pPr algn="l">
              <a:defRPr sz="1650" b="1">
                <a:solidFill>
                  <a:srgbClr val="20262C"/>
                </a:solidFill>
                <a:latin typeface="Arial"/>
                <a:ea typeface="Arial"/>
                <a:cs typeface="Arial"/>
              </a:defRPr>
            </a:lvl6pPr>
            <a:lvl7pPr algn="l">
              <a:defRPr sz="1650" b="1">
                <a:solidFill>
                  <a:srgbClr val="20262C"/>
                </a:solidFill>
                <a:latin typeface="Arial"/>
                <a:ea typeface="Arial"/>
                <a:cs typeface="Arial"/>
              </a:defRPr>
            </a:lvl7pPr>
            <a:lvl8pPr algn="l">
              <a:defRPr sz="1650" b="1">
                <a:solidFill>
                  <a:srgbClr val="20262C"/>
                </a:solidFill>
                <a:latin typeface="Arial"/>
                <a:ea typeface="Arial"/>
                <a:cs typeface="Arial"/>
              </a:defRPr>
            </a:lvl8pPr>
            <a:lvl9pPr algn="l">
              <a:defRPr sz="1650" b="1">
                <a:solidFill>
                  <a:srgbClr val="20262C"/>
                </a:solidFill>
                <a:latin typeface="Arial"/>
                <a:ea typeface="Arial"/>
                <a:cs typeface="Arial"/>
              </a:defRPr>
            </a:lvl9pPr>
          </a:lstStyle>
          <a:p xmlns:a="http://schemas.openxmlformats.org/drawingml/2006/main">
            <a:pPr algn="l">
              <a:defRPr sz="1650" b="1">
                <a:solidFill>
                  <a:srgbClr val="20262C"/>
                </a:solidFill>
                <a:latin typeface="Arial"/>
                <a:ea typeface="Arial"/>
                <a:cs typeface="Arial"/>
              </a:defRPr>
            </a:pPr>
            <a:r>
              <a:rPr sz="1650" b="1">
                <a:solidFill>
                  <a:srgbClr val="20262C"/>
                </a:solidFill>
                <a:latin typeface="Arial"/>
                <a:ea typeface="Arial"/>
                <a:cs typeface="Arial"/>
              </a:rPr>
              <a:t>A risk analyst receives an alert</a:t>
            </a:r>
          </a:p>
        </p:txBody>
      </p:sp>
      <p:sp>
        <p:nvSpPr>
          <p:cNvPr id="27" name="!!risk.mail.text">
            <a:extLst xmlns:a="http://schemas.openxmlformats.org/drawingml/2006/main">
              <a:ext uri="{FF2B5EF4-FFF2-40B4-BE49-F238E27FC236}">
                <a16:creationId xmlns:a16="http://schemas.microsoft.com/office/drawing/2014/main" id="{07A97565-8EF5-40D5-B510-3C8FC895DB11}"/>
              </a:ext>
            </a:extLst>
          </p:cNvPr>
          <p:cNvSpPr>
            <a:spLocks xmlns:a="http://schemas.openxmlformats.org/drawingml/2006/main" noGrp="1"/>
          </p:cNvSpPr>
          <p:nvPr/>
        </p:nvSpPr>
        <p:spPr>
          <a:xfrm xmlns:a="http://schemas.openxmlformats.org/drawingml/2006/main">
            <a:off x="4057650" y="2867025"/>
            <a:ext cx="105346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20262C"/>
                </a:solidFill>
                <a:latin typeface="Arial"/>
                <a:ea typeface="Arial"/>
                <a:cs typeface="Arial"/>
              </a:defRPr>
            </a:defPPr>
            <a:lvl1pPr algn="l">
              <a:defRPr sz="2325" b="0">
                <a:solidFill>
                  <a:srgbClr val="20262C"/>
                </a:solidFill>
                <a:latin typeface="Arial"/>
                <a:ea typeface="Arial"/>
                <a:cs typeface="Arial"/>
              </a:defRPr>
            </a:lvl1pPr>
            <a:lvl2pPr algn="l">
              <a:defRPr sz="2325" b="0">
                <a:solidFill>
                  <a:srgbClr val="20262C"/>
                </a:solidFill>
                <a:latin typeface="Arial"/>
                <a:ea typeface="Arial"/>
                <a:cs typeface="Arial"/>
              </a:defRPr>
            </a:lvl2pPr>
            <a:lvl3pPr algn="l">
              <a:defRPr sz="2325" b="0">
                <a:solidFill>
                  <a:srgbClr val="20262C"/>
                </a:solidFill>
                <a:latin typeface="Arial"/>
                <a:ea typeface="Arial"/>
                <a:cs typeface="Arial"/>
              </a:defRPr>
            </a:lvl3pPr>
            <a:lvl4pPr algn="l">
              <a:defRPr sz="2325" b="0">
                <a:solidFill>
                  <a:srgbClr val="20262C"/>
                </a:solidFill>
                <a:latin typeface="Arial"/>
                <a:ea typeface="Arial"/>
                <a:cs typeface="Arial"/>
              </a:defRPr>
            </a:lvl4pPr>
            <a:lvl5pPr algn="l">
              <a:defRPr sz="2325" b="0">
                <a:solidFill>
                  <a:srgbClr val="20262C"/>
                </a:solidFill>
                <a:latin typeface="Arial"/>
                <a:ea typeface="Arial"/>
                <a:cs typeface="Arial"/>
              </a:defRPr>
            </a:lvl5pPr>
            <a:lvl6pPr algn="l">
              <a:defRPr sz="2325" b="0">
                <a:solidFill>
                  <a:srgbClr val="20262C"/>
                </a:solidFill>
                <a:latin typeface="Arial"/>
                <a:ea typeface="Arial"/>
                <a:cs typeface="Arial"/>
              </a:defRPr>
            </a:lvl6pPr>
            <a:lvl7pPr algn="l">
              <a:defRPr sz="2325" b="0">
                <a:solidFill>
                  <a:srgbClr val="20262C"/>
                </a:solidFill>
                <a:latin typeface="Arial"/>
                <a:ea typeface="Arial"/>
                <a:cs typeface="Arial"/>
              </a:defRPr>
            </a:lvl7pPr>
            <a:lvl8pPr algn="l">
              <a:defRPr sz="2325" b="0">
                <a:solidFill>
                  <a:srgbClr val="20262C"/>
                </a:solidFill>
                <a:latin typeface="Arial"/>
                <a:ea typeface="Arial"/>
                <a:cs typeface="Arial"/>
              </a:defRPr>
            </a:lvl8pPr>
            <a:lvl9pPr algn="l">
              <a:defRPr sz="2325" b="0">
                <a:solidFill>
                  <a:srgbClr val="20262C"/>
                </a:solidFill>
                <a:latin typeface="Arial"/>
                <a:ea typeface="Arial"/>
                <a:cs typeface="Arial"/>
              </a:defRPr>
            </a:lvl9pPr>
          </a:lstStyle>
          <a:p xmlns:a="http://schemas.openxmlformats.org/drawingml/2006/main">
            <a:pPr algn="l">
              <a:defRPr sz="2325" b="0">
                <a:solidFill>
                  <a:srgbClr val="20262C"/>
                </a:solidFill>
                <a:latin typeface="Arial"/>
                <a:ea typeface="Arial"/>
                <a:cs typeface="Arial"/>
              </a:defRPr>
            </a:pPr>
            <a:r>
              <a:rPr sz="2325" b="0">
                <a:solidFill>
                  <a:srgbClr val="20262C"/>
                </a:solidFill>
                <a:latin typeface="Arial"/>
                <a:ea typeface="Arial"/>
                <a:cs typeface="Arial"/>
              </a:rPr>
              <a:t>Company A is on ratings watch.</a:t>
            </a:r>
          </a:p>
          <a:p xmlns:a="http://schemas.openxmlformats.org/drawingml/2006/main">
            <a:pPr algn="l">
              <a:defRPr sz="2325" b="0">
                <a:solidFill>
                  <a:srgbClr val="20262C"/>
                </a:solidFill>
                <a:latin typeface="Arial"/>
                <a:ea typeface="Arial"/>
                <a:cs typeface="Arial"/>
              </a:defRPr>
            </a:pPr>
            <a:r>
              <a:rPr sz="2325" b="0">
                <a:solidFill>
                  <a:srgbClr val="20262C"/>
                </a:solidFill>
                <a:latin typeface="Arial"/>
                <a:ea typeface="Arial"/>
                <a:cs typeface="Arial"/>
              </a:rPr>
              <a:t>Operating cash flow is under pressure.</a:t>
            </a:r>
          </a:p>
        </p:txBody>
      </p:sp>
      <p:sp>
        <p:nvSpPr>
          <p:cNvPr id="28" name="!!risk.manual.title">
            <a:extLst xmlns:a="http://schemas.openxmlformats.org/drawingml/2006/main">
              <a:ext uri="{FF2B5EF4-FFF2-40B4-BE49-F238E27FC236}">
                <a16:creationId xmlns:a16="http://schemas.microsoft.com/office/drawing/2014/main" id="{4F65A6B6-AE2D-4C3E-A716-EEFA07FE2674}"/>
              </a:ext>
            </a:extLst>
          </p:cNvPr>
          <p:cNvSpPr>
            <a:spLocks xmlns:a="http://schemas.openxmlformats.org/drawingml/2006/main" noGrp="1"/>
          </p:cNvSpPr>
          <p:nvPr/>
        </p:nvSpPr>
        <p:spPr>
          <a:xfrm xmlns:a="http://schemas.openxmlformats.org/drawingml/2006/main">
            <a:off x="4057650" y="4314825"/>
            <a:ext cx="105346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05A9C"/>
                </a:solidFill>
                <a:latin typeface="Arial"/>
                <a:ea typeface="Arial"/>
                <a:cs typeface="Arial"/>
              </a:defRPr>
            </a:defPPr>
            <a:lvl1pPr algn="l">
              <a:defRPr sz="2175" b="1">
                <a:solidFill>
                  <a:srgbClr val="005A9C"/>
                </a:solidFill>
                <a:latin typeface="Arial"/>
                <a:ea typeface="Arial"/>
                <a:cs typeface="Arial"/>
              </a:defRPr>
            </a:lvl1pPr>
            <a:lvl2pPr algn="l">
              <a:defRPr sz="2175" b="1">
                <a:solidFill>
                  <a:srgbClr val="005A9C"/>
                </a:solidFill>
                <a:latin typeface="Arial"/>
                <a:ea typeface="Arial"/>
                <a:cs typeface="Arial"/>
              </a:defRPr>
            </a:lvl2pPr>
            <a:lvl3pPr algn="l">
              <a:defRPr sz="2175" b="1">
                <a:solidFill>
                  <a:srgbClr val="005A9C"/>
                </a:solidFill>
                <a:latin typeface="Arial"/>
                <a:ea typeface="Arial"/>
                <a:cs typeface="Arial"/>
              </a:defRPr>
            </a:lvl3pPr>
            <a:lvl4pPr algn="l">
              <a:defRPr sz="2175" b="1">
                <a:solidFill>
                  <a:srgbClr val="005A9C"/>
                </a:solidFill>
                <a:latin typeface="Arial"/>
                <a:ea typeface="Arial"/>
                <a:cs typeface="Arial"/>
              </a:defRPr>
            </a:lvl4pPr>
            <a:lvl5pPr algn="l">
              <a:defRPr sz="2175" b="1">
                <a:solidFill>
                  <a:srgbClr val="005A9C"/>
                </a:solidFill>
                <a:latin typeface="Arial"/>
                <a:ea typeface="Arial"/>
                <a:cs typeface="Arial"/>
              </a:defRPr>
            </a:lvl5pPr>
            <a:lvl6pPr algn="l">
              <a:defRPr sz="2175" b="1">
                <a:solidFill>
                  <a:srgbClr val="005A9C"/>
                </a:solidFill>
                <a:latin typeface="Arial"/>
                <a:ea typeface="Arial"/>
                <a:cs typeface="Arial"/>
              </a:defRPr>
            </a:lvl6pPr>
            <a:lvl7pPr algn="l">
              <a:defRPr sz="2175" b="1">
                <a:solidFill>
                  <a:srgbClr val="005A9C"/>
                </a:solidFill>
                <a:latin typeface="Arial"/>
                <a:ea typeface="Arial"/>
                <a:cs typeface="Arial"/>
              </a:defRPr>
            </a:lvl7pPr>
            <a:lvl8pPr algn="l">
              <a:defRPr sz="2175" b="1">
                <a:solidFill>
                  <a:srgbClr val="005A9C"/>
                </a:solidFill>
                <a:latin typeface="Arial"/>
                <a:ea typeface="Arial"/>
                <a:cs typeface="Arial"/>
              </a:defRPr>
            </a:lvl8pPr>
            <a:lvl9pPr algn="l">
              <a:defRPr sz="2175" b="1">
                <a:solidFill>
                  <a:srgbClr val="005A9C"/>
                </a:solidFill>
                <a:latin typeface="Arial"/>
                <a:ea typeface="Arial"/>
                <a:cs typeface="Arial"/>
              </a:defRPr>
            </a:lvl9pPr>
          </a:lstStyle>
          <a:p xmlns:a="http://schemas.openxmlformats.org/drawingml/2006/main">
            <a:pPr algn="l">
              <a:defRPr sz="2175" b="1">
                <a:solidFill>
                  <a:srgbClr val="005A9C"/>
                </a:solidFill>
                <a:latin typeface="Arial"/>
                <a:ea typeface="Arial"/>
                <a:cs typeface="Arial"/>
              </a:defRPr>
            </a:pPr>
            <a:r>
              <a:rPr sz="2175" b="1">
                <a:solidFill>
                  <a:srgbClr val="005A9C"/>
                </a:solidFill>
                <a:latin typeface="Arial"/>
                <a:ea typeface="Arial"/>
                <a:cs typeface="Arial"/>
              </a:rPr>
              <a:t>The risk team needs to establish</a:t>
            </a:r>
          </a:p>
        </p:txBody>
      </p:sp>
      <p:sp>
        <p:nvSpPr>
          <p:cNvPr id="29" name="!!risk.question.0">
            <a:extLst xmlns:a="http://schemas.openxmlformats.org/drawingml/2006/main">
              <a:ext uri="{FF2B5EF4-FFF2-40B4-BE49-F238E27FC236}">
                <a16:creationId xmlns:a16="http://schemas.microsoft.com/office/drawing/2014/main" id="{A1414D88-15DC-40CD-B94B-1CA23EB42CFF}"/>
              </a:ext>
            </a:extLst>
          </p:cNvPr>
          <p:cNvSpPr>
            <a:spLocks xmlns:a="http://schemas.openxmlformats.org/drawingml/2006/main" noGrp="1"/>
          </p:cNvSpPr>
          <p:nvPr/>
        </p:nvSpPr>
        <p:spPr>
          <a:xfrm xmlns:a="http://schemas.openxmlformats.org/drawingml/2006/main">
            <a:off x="4057650" y="4905375"/>
            <a:ext cx="3219450" cy="1666875"/>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30" name="!!risk.question.0.role">
            <a:extLst xmlns:a="http://schemas.openxmlformats.org/drawingml/2006/main">
              <a:ext uri="{FF2B5EF4-FFF2-40B4-BE49-F238E27FC236}">
                <a16:creationId xmlns:a16="http://schemas.microsoft.com/office/drawing/2014/main" id="{AA1C929B-E372-4304-BEC1-94EF72691F83}"/>
              </a:ext>
            </a:extLst>
          </p:cNvPr>
          <p:cNvSpPr>
            <a:spLocks xmlns:a="http://schemas.openxmlformats.org/drawingml/2006/main" noGrp="1"/>
          </p:cNvSpPr>
          <p:nvPr/>
        </p:nvSpPr>
        <p:spPr>
          <a:xfrm xmlns:a="http://schemas.openxmlformats.org/drawingml/2006/main">
            <a:off x="4248150" y="5048250"/>
            <a:ext cx="28384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20262C"/>
                </a:solidFill>
                <a:latin typeface="Arial"/>
                <a:ea typeface="Arial"/>
                <a:cs typeface="Arial"/>
              </a:defRPr>
            </a:defPPr>
            <a:lvl1pPr algn="l">
              <a:defRPr sz="1725" b="1">
                <a:solidFill>
                  <a:srgbClr val="20262C"/>
                </a:solidFill>
                <a:latin typeface="Arial"/>
                <a:ea typeface="Arial"/>
                <a:cs typeface="Arial"/>
              </a:defRPr>
            </a:lvl1pPr>
            <a:lvl2pPr algn="l">
              <a:defRPr sz="1725" b="1">
                <a:solidFill>
                  <a:srgbClr val="20262C"/>
                </a:solidFill>
                <a:latin typeface="Arial"/>
                <a:ea typeface="Arial"/>
                <a:cs typeface="Arial"/>
              </a:defRPr>
            </a:lvl2pPr>
            <a:lvl3pPr algn="l">
              <a:defRPr sz="1725" b="1">
                <a:solidFill>
                  <a:srgbClr val="20262C"/>
                </a:solidFill>
                <a:latin typeface="Arial"/>
                <a:ea typeface="Arial"/>
                <a:cs typeface="Arial"/>
              </a:defRPr>
            </a:lvl3pPr>
            <a:lvl4pPr algn="l">
              <a:defRPr sz="1725" b="1">
                <a:solidFill>
                  <a:srgbClr val="20262C"/>
                </a:solidFill>
                <a:latin typeface="Arial"/>
                <a:ea typeface="Arial"/>
                <a:cs typeface="Arial"/>
              </a:defRPr>
            </a:lvl4pPr>
            <a:lvl5pPr algn="l">
              <a:defRPr sz="1725" b="1">
                <a:solidFill>
                  <a:srgbClr val="20262C"/>
                </a:solidFill>
                <a:latin typeface="Arial"/>
                <a:ea typeface="Arial"/>
                <a:cs typeface="Arial"/>
              </a:defRPr>
            </a:lvl5pPr>
            <a:lvl6pPr algn="l">
              <a:defRPr sz="1725" b="1">
                <a:solidFill>
                  <a:srgbClr val="20262C"/>
                </a:solidFill>
                <a:latin typeface="Arial"/>
                <a:ea typeface="Arial"/>
                <a:cs typeface="Arial"/>
              </a:defRPr>
            </a:lvl6pPr>
            <a:lvl7pPr algn="l">
              <a:defRPr sz="1725" b="1">
                <a:solidFill>
                  <a:srgbClr val="20262C"/>
                </a:solidFill>
                <a:latin typeface="Arial"/>
                <a:ea typeface="Arial"/>
                <a:cs typeface="Arial"/>
              </a:defRPr>
            </a:lvl7pPr>
            <a:lvl8pPr algn="l">
              <a:defRPr sz="1725" b="1">
                <a:solidFill>
                  <a:srgbClr val="20262C"/>
                </a:solidFill>
                <a:latin typeface="Arial"/>
                <a:ea typeface="Arial"/>
                <a:cs typeface="Arial"/>
              </a:defRPr>
            </a:lvl8pPr>
            <a:lvl9pPr algn="l">
              <a:defRPr sz="1725" b="1">
                <a:solidFill>
                  <a:srgbClr val="20262C"/>
                </a:solidFill>
                <a:latin typeface="Arial"/>
                <a:ea typeface="Arial"/>
                <a:cs typeface="Arial"/>
              </a:defRPr>
            </a:lvl9pPr>
          </a:lstStyle>
          <a:p xmlns:a="http://schemas.openxmlformats.org/drawingml/2006/main">
            <a:pPr algn="l">
              <a:defRPr sz="1725" b="1">
                <a:solidFill>
                  <a:srgbClr val="20262C"/>
                </a:solidFill>
                <a:latin typeface="Arial"/>
                <a:ea typeface="Arial"/>
                <a:cs typeface="Arial"/>
              </a:defRPr>
            </a:pPr>
            <a:r>
              <a:rPr sz="1725" b="1">
                <a:solidFill>
                  <a:srgbClr val="20262C"/>
                </a:solidFill>
                <a:latin typeface="Arial"/>
                <a:ea typeface="Arial"/>
                <a:cs typeface="Arial"/>
              </a:rPr>
              <a:t>Which funds are exposed?</a:t>
            </a:r>
          </a:p>
        </p:txBody>
      </p:sp>
      <p:sp>
        <p:nvSpPr>
          <p:cNvPr id="31" name="!!risk.question.0.body">
            <a:extLst xmlns:a="http://schemas.openxmlformats.org/drawingml/2006/main">
              <a:ext uri="{FF2B5EF4-FFF2-40B4-BE49-F238E27FC236}">
                <a16:creationId xmlns:a16="http://schemas.microsoft.com/office/drawing/2014/main" id="{72D7B9ED-FD9A-4CA8-AC71-97AD7BF2D0AA}"/>
              </a:ext>
            </a:extLst>
          </p:cNvPr>
          <p:cNvSpPr>
            <a:spLocks xmlns:a="http://schemas.openxmlformats.org/drawingml/2006/main" noGrp="1"/>
          </p:cNvSpPr>
          <p:nvPr/>
        </p:nvSpPr>
        <p:spPr>
          <a:xfrm xmlns:a="http://schemas.openxmlformats.org/drawingml/2006/main">
            <a:off x="4248150" y="5486400"/>
            <a:ext cx="28384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20262C"/>
                </a:solidFill>
                <a:latin typeface="Arial"/>
                <a:ea typeface="Arial"/>
                <a:cs typeface="Arial"/>
              </a:defRPr>
            </a:defPPr>
            <a:lvl1pPr algn="l">
              <a:defRPr sz="2025" b="0">
                <a:solidFill>
                  <a:srgbClr val="20262C"/>
                </a:solidFill>
                <a:latin typeface="Arial"/>
                <a:ea typeface="Arial"/>
                <a:cs typeface="Arial"/>
              </a:defRPr>
            </a:lvl1pPr>
            <a:lvl2pPr algn="l">
              <a:defRPr sz="2025" b="0">
                <a:solidFill>
                  <a:srgbClr val="20262C"/>
                </a:solidFill>
                <a:latin typeface="Arial"/>
                <a:ea typeface="Arial"/>
                <a:cs typeface="Arial"/>
              </a:defRPr>
            </a:lvl2pPr>
            <a:lvl3pPr algn="l">
              <a:defRPr sz="2025" b="0">
                <a:solidFill>
                  <a:srgbClr val="20262C"/>
                </a:solidFill>
                <a:latin typeface="Arial"/>
                <a:ea typeface="Arial"/>
                <a:cs typeface="Arial"/>
              </a:defRPr>
            </a:lvl3pPr>
            <a:lvl4pPr algn="l">
              <a:defRPr sz="2025" b="0">
                <a:solidFill>
                  <a:srgbClr val="20262C"/>
                </a:solidFill>
                <a:latin typeface="Arial"/>
                <a:ea typeface="Arial"/>
                <a:cs typeface="Arial"/>
              </a:defRPr>
            </a:lvl4pPr>
            <a:lvl5pPr algn="l">
              <a:defRPr sz="2025" b="0">
                <a:solidFill>
                  <a:srgbClr val="20262C"/>
                </a:solidFill>
                <a:latin typeface="Arial"/>
                <a:ea typeface="Arial"/>
                <a:cs typeface="Arial"/>
              </a:defRPr>
            </a:lvl5pPr>
            <a:lvl6pPr algn="l">
              <a:defRPr sz="2025" b="0">
                <a:solidFill>
                  <a:srgbClr val="20262C"/>
                </a:solidFill>
                <a:latin typeface="Arial"/>
                <a:ea typeface="Arial"/>
                <a:cs typeface="Arial"/>
              </a:defRPr>
            </a:lvl6pPr>
            <a:lvl7pPr algn="l">
              <a:defRPr sz="2025" b="0">
                <a:solidFill>
                  <a:srgbClr val="20262C"/>
                </a:solidFill>
                <a:latin typeface="Arial"/>
                <a:ea typeface="Arial"/>
                <a:cs typeface="Arial"/>
              </a:defRPr>
            </a:lvl7pPr>
            <a:lvl8pPr algn="l">
              <a:defRPr sz="2025" b="0">
                <a:solidFill>
                  <a:srgbClr val="20262C"/>
                </a:solidFill>
                <a:latin typeface="Arial"/>
                <a:ea typeface="Arial"/>
                <a:cs typeface="Arial"/>
              </a:defRPr>
            </a:lvl8pPr>
            <a:lvl9pPr algn="l">
              <a:defRPr sz="2025" b="0">
                <a:solidFill>
                  <a:srgbClr val="20262C"/>
                </a:solidFill>
                <a:latin typeface="Arial"/>
                <a:ea typeface="Arial"/>
                <a:cs typeface="Arial"/>
              </a:defRPr>
            </a:lvl9pPr>
          </a:lstStyle>
          <a:p xmlns:a="http://schemas.openxmlformats.org/drawingml/2006/main">
            <a:pPr algn="l">
              <a:defRPr sz="2025" b="0">
                <a:solidFill>
                  <a:srgbClr val="20262C"/>
                </a:solidFill>
                <a:latin typeface="Arial"/>
                <a:ea typeface="Arial"/>
                <a:cs typeface="Arial"/>
              </a:defRPr>
            </a:pPr>
            <a:r>
              <a:rPr sz="2025" b="0">
                <a:solidFill>
                  <a:srgbClr val="20262C"/>
                </a:solidFill>
                <a:latin typeface="Arial"/>
                <a:ea typeface="Arial"/>
                <a:cs typeface="Arial"/>
              </a:rPr>
              <a:t>Query holdings</a:t>
            </a:r>
          </a:p>
          <a:p xmlns:a="http://schemas.openxmlformats.org/drawingml/2006/main">
            <a:pPr algn="l">
              <a:defRPr sz="2025" b="0">
                <a:solidFill>
                  <a:srgbClr val="20262C"/>
                </a:solidFill>
                <a:latin typeface="Arial"/>
                <a:ea typeface="Arial"/>
                <a:cs typeface="Arial"/>
              </a:defRPr>
            </a:pPr>
            <a:r>
              <a:rPr sz="2025" b="0">
                <a:solidFill>
                  <a:srgbClr val="20262C"/>
                </a:solidFill>
                <a:latin typeface="Arial"/>
                <a:ea typeface="Arial"/>
                <a:cs typeface="Arial"/>
              </a:rPr>
              <a:t>Check funds and amounts</a:t>
            </a:r>
          </a:p>
        </p:txBody>
      </p:sp>
      <p:sp>
        <p:nvSpPr>
          <p:cNvPr id="32" name="!!risk.question.1">
            <a:extLst xmlns:a="http://schemas.openxmlformats.org/drawingml/2006/main">
              <a:ext uri="{FF2B5EF4-FFF2-40B4-BE49-F238E27FC236}">
                <a16:creationId xmlns:a16="http://schemas.microsoft.com/office/drawing/2014/main" id="{A5FA1DFD-DFAA-488A-9E99-213725CAFD3B}"/>
              </a:ext>
            </a:extLst>
          </p:cNvPr>
          <p:cNvSpPr>
            <a:spLocks xmlns:a="http://schemas.openxmlformats.org/drawingml/2006/main" noGrp="1"/>
          </p:cNvSpPr>
          <p:nvPr/>
        </p:nvSpPr>
        <p:spPr>
          <a:xfrm xmlns:a="http://schemas.openxmlformats.org/drawingml/2006/main">
            <a:off x="7715250" y="4905375"/>
            <a:ext cx="3219450" cy="1666875"/>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33" name="!!risk.question.1.role">
            <a:extLst xmlns:a="http://schemas.openxmlformats.org/drawingml/2006/main">
              <a:ext uri="{FF2B5EF4-FFF2-40B4-BE49-F238E27FC236}">
                <a16:creationId xmlns:a16="http://schemas.microsoft.com/office/drawing/2014/main" id="{D38BCA97-B0DD-417A-B38D-61886793FC49}"/>
              </a:ext>
            </a:extLst>
          </p:cNvPr>
          <p:cNvSpPr>
            <a:spLocks xmlns:a="http://schemas.openxmlformats.org/drawingml/2006/main" noGrp="1"/>
          </p:cNvSpPr>
          <p:nvPr/>
        </p:nvSpPr>
        <p:spPr>
          <a:xfrm xmlns:a="http://schemas.openxmlformats.org/drawingml/2006/main">
            <a:off x="7905750" y="5048250"/>
            <a:ext cx="28384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62C"/>
                </a:solidFill>
                <a:latin typeface="Arial"/>
                <a:ea typeface="Arial"/>
                <a:cs typeface="Arial"/>
              </a:defRPr>
            </a:defPPr>
            <a:lvl1pPr algn="l">
              <a:defRPr sz="1800" b="1">
                <a:solidFill>
                  <a:srgbClr val="20262C"/>
                </a:solidFill>
                <a:latin typeface="Arial"/>
                <a:ea typeface="Arial"/>
                <a:cs typeface="Arial"/>
              </a:defRPr>
            </a:lvl1pPr>
            <a:lvl2pPr algn="l">
              <a:defRPr sz="1800" b="1">
                <a:solidFill>
                  <a:srgbClr val="20262C"/>
                </a:solidFill>
                <a:latin typeface="Arial"/>
                <a:ea typeface="Arial"/>
                <a:cs typeface="Arial"/>
              </a:defRPr>
            </a:lvl2pPr>
            <a:lvl3pPr algn="l">
              <a:defRPr sz="1800" b="1">
                <a:solidFill>
                  <a:srgbClr val="20262C"/>
                </a:solidFill>
                <a:latin typeface="Arial"/>
                <a:ea typeface="Arial"/>
                <a:cs typeface="Arial"/>
              </a:defRPr>
            </a:lvl3pPr>
            <a:lvl4pPr algn="l">
              <a:defRPr sz="1800" b="1">
                <a:solidFill>
                  <a:srgbClr val="20262C"/>
                </a:solidFill>
                <a:latin typeface="Arial"/>
                <a:ea typeface="Arial"/>
                <a:cs typeface="Arial"/>
              </a:defRPr>
            </a:lvl4pPr>
            <a:lvl5pPr algn="l">
              <a:defRPr sz="1800" b="1">
                <a:solidFill>
                  <a:srgbClr val="20262C"/>
                </a:solidFill>
                <a:latin typeface="Arial"/>
                <a:ea typeface="Arial"/>
                <a:cs typeface="Arial"/>
              </a:defRPr>
            </a:lvl5pPr>
            <a:lvl6pPr algn="l">
              <a:defRPr sz="1800" b="1">
                <a:solidFill>
                  <a:srgbClr val="20262C"/>
                </a:solidFill>
                <a:latin typeface="Arial"/>
                <a:ea typeface="Arial"/>
                <a:cs typeface="Arial"/>
              </a:defRPr>
            </a:lvl6pPr>
            <a:lvl7pPr algn="l">
              <a:defRPr sz="1800" b="1">
                <a:solidFill>
                  <a:srgbClr val="20262C"/>
                </a:solidFill>
                <a:latin typeface="Arial"/>
                <a:ea typeface="Arial"/>
                <a:cs typeface="Arial"/>
              </a:defRPr>
            </a:lvl7pPr>
            <a:lvl8pPr algn="l">
              <a:defRPr sz="1800" b="1">
                <a:solidFill>
                  <a:srgbClr val="20262C"/>
                </a:solidFill>
                <a:latin typeface="Arial"/>
                <a:ea typeface="Arial"/>
                <a:cs typeface="Arial"/>
              </a:defRPr>
            </a:lvl8pPr>
            <a:lvl9pPr algn="l">
              <a:defRPr sz="1800" b="1">
                <a:solidFill>
                  <a:srgbClr val="20262C"/>
                </a:solidFill>
                <a:latin typeface="Arial"/>
                <a:ea typeface="Arial"/>
                <a:cs typeface="Arial"/>
              </a:defRPr>
            </a:lvl9pPr>
          </a:lstStyle>
          <a:p xmlns:a="http://schemas.openxmlformats.org/drawingml/2006/main">
            <a:pPr algn="l">
              <a:defRPr sz="1800" b="1">
                <a:solidFill>
                  <a:srgbClr val="20262C"/>
                </a:solidFill>
                <a:latin typeface="Arial"/>
                <a:ea typeface="Arial"/>
                <a:cs typeface="Arial"/>
              </a:defRPr>
            </a:pPr>
            <a:r>
              <a:rPr sz="1800" b="1">
                <a:solidFill>
                  <a:srgbClr val="20262C"/>
                </a:solidFill>
                <a:latin typeface="Arial"/>
                <a:ea typeface="Arial"/>
                <a:cs typeface="Arial"/>
              </a:rPr>
              <a:t>Which rules apply?</a:t>
            </a:r>
          </a:p>
        </p:txBody>
      </p:sp>
      <p:sp>
        <p:nvSpPr>
          <p:cNvPr id="34" name="!!risk.question.1.body">
            <a:extLst xmlns:a="http://schemas.openxmlformats.org/drawingml/2006/main">
              <a:ext uri="{FF2B5EF4-FFF2-40B4-BE49-F238E27FC236}">
                <a16:creationId xmlns:a16="http://schemas.microsoft.com/office/drawing/2014/main" id="{3A146E06-9F05-4482-8E27-C78A89FA1EEF}"/>
              </a:ext>
            </a:extLst>
          </p:cNvPr>
          <p:cNvSpPr>
            <a:spLocks xmlns:a="http://schemas.openxmlformats.org/drawingml/2006/main" noGrp="1"/>
          </p:cNvSpPr>
          <p:nvPr/>
        </p:nvSpPr>
        <p:spPr>
          <a:xfrm xmlns:a="http://schemas.openxmlformats.org/drawingml/2006/main">
            <a:off x="7905750" y="5486400"/>
            <a:ext cx="28384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88" b="0">
                <a:solidFill>
                  <a:srgbClr val="20262C"/>
                </a:solidFill>
                <a:latin typeface="Arial"/>
                <a:ea typeface="Arial"/>
                <a:cs typeface="Arial"/>
              </a:defRPr>
            </a:defPPr>
            <a:lvl1pPr algn="l">
              <a:defRPr sz="1988" b="0">
                <a:solidFill>
                  <a:srgbClr val="20262C"/>
                </a:solidFill>
                <a:latin typeface="Arial"/>
                <a:ea typeface="Arial"/>
                <a:cs typeface="Arial"/>
              </a:defRPr>
            </a:lvl1pPr>
            <a:lvl2pPr algn="l">
              <a:defRPr sz="1988" b="0">
                <a:solidFill>
                  <a:srgbClr val="20262C"/>
                </a:solidFill>
                <a:latin typeface="Arial"/>
                <a:ea typeface="Arial"/>
                <a:cs typeface="Arial"/>
              </a:defRPr>
            </a:lvl2pPr>
            <a:lvl3pPr algn="l">
              <a:defRPr sz="1988" b="0">
                <a:solidFill>
                  <a:srgbClr val="20262C"/>
                </a:solidFill>
                <a:latin typeface="Arial"/>
                <a:ea typeface="Arial"/>
                <a:cs typeface="Arial"/>
              </a:defRPr>
            </a:lvl3pPr>
            <a:lvl4pPr algn="l">
              <a:defRPr sz="1988" b="0">
                <a:solidFill>
                  <a:srgbClr val="20262C"/>
                </a:solidFill>
                <a:latin typeface="Arial"/>
                <a:ea typeface="Arial"/>
                <a:cs typeface="Arial"/>
              </a:defRPr>
            </a:lvl4pPr>
            <a:lvl5pPr algn="l">
              <a:defRPr sz="1988" b="0">
                <a:solidFill>
                  <a:srgbClr val="20262C"/>
                </a:solidFill>
                <a:latin typeface="Arial"/>
                <a:ea typeface="Arial"/>
                <a:cs typeface="Arial"/>
              </a:defRPr>
            </a:lvl5pPr>
            <a:lvl6pPr algn="l">
              <a:defRPr sz="1988" b="0">
                <a:solidFill>
                  <a:srgbClr val="20262C"/>
                </a:solidFill>
                <a:latin typeface="Arial"/>
                <a:ea typeface="Arial"/>
                <a:cs typeface="Arial"/>
              </a:defRPr>
            </a:lvl6pPr>
            <a:lvl7pPr algn="l">
              <a:defRPr sz="1988" b="0">
                <a:solidFill>
                  <a:srgbClr val="20262C"/>
                </a:solidFill>
                <a:latin typeface="Arial"/>
                <a:ea typeface="Arial"/>
                <a:cs typeface="Arial"/>
              </a:defRPr>
            </a:lvl7pPr>
            <a:lvl8pPr algn="l">
              <a:defRPr sz="1988" b="0">
                <a:solidFill>
                  <a:srgbClr val="20262C"/>
                </a:solidFill>
                <a:latin typeface="Arial"/>
                <a:ea typeface="Arial"/>
                <a:cs typeface="Arial"/>
              </a:defRPr>
            </a:lvl8pPr>
            <a:lvl9pPr algn="l">
              <a:defRPr sz="1988" b="0">
                <a:solidFill>
                  <a:srgbClr val="20262C"/>
                </a:solidFill>
                <a:latin typeface="Arial"/>
                <a:ea typeface="Arial"/>
                <a:cs typeface="Arial"/>
              </a:defRPr>
            </a:lvl9pPr>
          </a:lstStyle>
          <a:p xmlns:a="http://schemas.openxmlformats.org/drawingml/2006/main">
            <a:pPr algn="l">
              <a:defRPr sz="1988" b="0">
                <a:solidFill>
                  <a:srgbClr val="20262C"/>
                </a:solidFill>
                <a:latin typeface="Arial"/>
                <a:ea typeface="Arial"/>
                <a:cs typeface="Arial"/>
              </a:defRPr>
            </a:pPr>
            <a:r>
              <a:rPr sz="1988" b="0">
                <a:solidFill>
                  <a:srgbClr val="20262C"/>
                </a:solidFill>
                <a:latin typeface="Arial"/>
                <a:ea typeface="Arial"/>
                <a:cs typeface="Arial"/>
              </a:rPr>
              <a:t>Read contracts and controls</a:t>
            </a:r>
          </a:p>
          <a:p xmlns:a="http://schemas.openxmlformats.org/drawingml/2006/main">
            <a:pPr algn="l">
              <a:defRPr sz="1988" b="0">
                <a:solidFill>
                  <a:srgbClr val="20262C"/>
                </a:solidFill>
                <a:latin typeface="Arial"/>
                <a:ea typeface="Arial"/>
                <a:cs typeface="Arial"/>
              </a:defRPr>
            </a:pPr>
            <a:r>
              <a:rPr sz="1988" b="0">
                <a:solidFill>
                  <a:srgbClr val="20262C"/>
                </a:solidFill>
                <a:latin typeface="Arial"/>
                <a:ea typeface="Arial"/>
                <a:cs typeface="Arial"/>
              </a:rPr>
              <a:t>Find the relevant clauses</a:t>
            </a:r>
          </a:p>
        </p:txBody>
      </p:sp>
      <p:sp>
        <p:nvSpPr>
          <p:cNvPr id="35" name="!!risk.question.2">
            <a:extLst xmlns:a="http://schemas.openxmlformats.org/drawingml/2006/main">
              <a:ext uri="{FF2B5EF4-FFF2-40B4-BE49-F238E27FC236}">
                <a16:creationId xmlns:a16="http://schemas.microsoft.com/office/drawing/2014/main" id="{AF153C4D-70FF-4D86-8862-EB873F6CE3FF}"/>
              </a:ext>
            </a:extLst>
          </p:cNvPr>
          <p:cNvSpPr>
            <a:spLocks xmlns:a="http://schemas.openxmlformats.org/drawingml/2006/main" noGrp="1"/>
          </p:cNvSpPr>
          <p:nvPr/>
        </p:nvSpPr>
        <p:spPr>
          <a:xfrm xmlns:a="http://schemas.openxmlformats.org/drawingml/2006/main">
            <a:off x="11372850" y="4905375"/>
            <a:ext cx="3219450" cy="1666875"/>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36" name="!!risk.question.2.role">
            <a:extLst xmlns:a="http://schemas.openxmlformats.org/drawingml/2006/main">
              <a:ext uri="{FF2B5EF4-FFF2-40B4-BE49-F238E27FC236}">
                <a16:creationId xmlns:a16="http://schemas.microsoft.com/office/drawing/2014/main" id="{15C0AEDD-4610-4743-9637-9C8046657643}"/>
              </a:ext>
            </a:extLst>
          </p:cNvPr>
          <p:cNvSpPr>
            <a:spLocks xmlns:a="http://schemas.openxmlformats.org/drawingml/2006/main" noGrp="1"/>
          </p:cNvSpPr>
          <p:nvPr/>
        </p:nvSpPr>
        <p:spPr>
          <a:xfrm xmlns:a="http://schemas.openxmlformats.org/drawingml/2006/main">
            <a:off x="11563350" y="5048250"/>
            <a:ext cx="28384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62C"/>
                </a:solidFill>
                <a:latin typeface="Arial"/>
                <a:ea typeface="Arial"/>
                <a:cs typeface="Arial"/>
              </a:defRPr>
            </a:defPPr>
            <a:lvl1pPr algn="l">
              <a:defRPr sz="1800" b="1">
                <a:solidFill>
                  <a:srgbClr val="20262C"/>
                </a:solidFill>
                <a:latin typeface="Arial"/>
                <a:ea typeface="Arial"/>
                <a:cs typeface="Arial"/>
              </a:defRPr>
            </a:lvl1pPr>
            <a:lvl2pPr algn="l">
              <a:defRPr sz="1800" b="1">
                <a:solidFill>
                  <a:srgbClr val="20262C"/>
                </a:solidFill>
                <a:latin typeface="Arial"/>
                <a:ea typeface="Arial"/>
                <a:cs typeface="Arial"/>
              </a:defRPr>
            </a:lvl2pPr>
            <a:lvl3pPr algn="l">
              <a:defRPr sz="1800" b="1">
                <a:solidFill>
                  <a:srgbClr val="20262C"/>
                </a:solidFill>
                <a:latin typeface="Arial"/>
                <a:ea typeface="Arial"/>
                <a:cs typeface="Arial"/>
              </a:defRPr>
            </a:lvl3pPr>
            <a:lvl4pPr algn="l">
              <a:defRPr sz="1800" b="1">
                <a:solidFill>
                  <a:srgbClr val="20262C"/>
                </a:solidFill>
                <a:latin typeface="Arial"/>
                <a:ea typeface="Arial"/>
                <a:cs typeface="Arial"/>
              </a:defRPr>
            </a:lvl4pPr>
            <a:lvl5pPr algn="l">
              <a:defRPr sz="1800" b="1">
                <a:solidFill>
                  <a:srgbClr val="20262C"/>
                </a:solidFill>
                <a:latin typeface="Arial"/>
                <a:ea typeface="Arial"/>
                <a:cs typeface="Arial"/>
              </a:defRPr>
            </a:lvl5pPr>
            <a:lvl6pPr algn="l">
              <a:defRPr sz="1800" b="1">
                <a:solidFill>
                  <a:srgbClr val="20262C"/>
                </a:solidFill>
                <a:latin typeface="Arial"/>
                <a:ea typeface="Arial"/>
                <a:cs typeface="Arial"/>
              </a:defRPr>
            </a:lvl6pPr>
            <a:lvl7pPr algn="l">
              <a:defRPr sz="1800" b="1">
                <a:solidFill>
                  <a:srgbClr val="20262C"/>
                </a:solidFill>
                <a:latin typeface="Arial"/>
                <a:ea typeface="Arial"/>
                <a:cs typeface="Arial"/>
              </a:defRPr>
            </a:lvl7pPr>
            <a:lvl8pPr algn="l">
              <a:defRPr sz="1800" b="1">
                <a:solidFill>
                  <a:srgbClr val="20262C"/>
                </a:solidFill>
                <a:latin typeface="Arial"/>
                <a:ea typeface="Arial"/>
                <a:cs typeface="Arial"/>
              </a:defRPr>
            </a:lvl8pPr>
            <a:lvl9pPr algn="l">
              <a:defRPr sz="1800" b="1">
                <a:solidFill>
                  <a:srgbClr val="20262C"/>
                </a:solidFill>
                <a:latin typeface="Arial"/>
                <a:ea typeface="Arial"/>
                <a:cs typeface="Arial"/>
              </a:defRPr>
            </a:lvl9pPr>
          </a:lstStyle>
          <a:p xmlns:a="http://schemas.openxmlformats.org/drawingml/2006/main">
            <a:pPr algn="l">
              <a:defRPr sz="1800" b="1">
                <a:solidFill>
                  <a:srgbClr val="20262C"/>
                </a:solidFill>
                <a:latin typeface="Arial"/>
                <a:ea typeface="Arial"/>
                <a:cs typeface="Arial"/>
              </a:defRPr>
            </a:pPr>
            <a:r>
              <a:rPr sz="1800" b="1">
                <a:solidFill>
                  <a:srgbClr val="20262C"/>
                </a:solidFill>
                <a:latin typeface="Arial"/>
                <a:ea typeface="Arial"/>
                <a:cs typeface="Arial"/>
              </a:rPr>
              <a:t>What is the impact?</a:t>
            </a:r>
          </a:p>
        </p:txBody>
      </p:sp>
      <p:sp>
        <p:nvSpPr>
          <p:cNvPr id="37" name="!!risk.question.2.body">
            <a:extLst xmlns:a="http://schemas.openxmlformats.org/drawingml/2006/main">
              <a:ext uri="{FF2B5EF4-FFF2-40B4-BE49-F238E27FC236}">
                <a16:creationId xmlns:a16="http://schemas.microsoft.com/office/drawing/2014/main" id="{C64D9E69-ACD1-478F-97B5-B82C59C43A6C}"/>
              </a:ext>
            </a:extLst>
          </p:cNvPr>
          <p:cNvSpPr>
            <a:spLocks xmlns:a="http://schemas.openxmlformats.org/drawingml/2006/main" noGrp="1"/>
          </p:cNvSpPr>
          <p:nvPr/>
        </p:nvSpPr>
        <p:spPr>
          <a:xfrm xmlns:a="http://schemas.openxmlformats.org/drawingml/2006/main">
            <a:off x="11563350" y="5486400"/>
            <a:ext cx="28384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20262C"/>
                </a:solidFill>
                <a:latin typeface="Arial"/>
                <a:ea typeface="Arial"/>
                <a:cs typeface="Arial"/>
              </a:defRPr>
            </a:defPPr>
            <a:lvl1pPr algn="l">
              <a:defRPr sz="2025" b="0">
                <a:solidFill>
                  <a:srgbClr val="20262C"/>
                </a:solidFill>
                <a:latin typeface="Arial"/>
                <a:ea typeface="Arial"/>
                <a:cs typeface="Arial"/>
              </a:defRPr>
            </a:lvl1pPr>
            <a:lvl2pPr algn="l">
              <a:defRPr sz="2025" b="0">
                <a:solidFill>
                  <a:srgbClr val="20262C"/>
                </a:solidFill>
                <a:latin typeface="Arial"/>
                <a:ea typeface="Arial"/>
                <a:cs typeface="Arial"/>
              </a:defRPr>
            </a:lvl2pPr>
            <a:lvl3pPr algn="l">
              <a:defRPr sz="2025" b="0">
                <a:solidFill>
                  <a:srgbClr val="20262C"/>
                </a:solidFill>
                <a:latin typeface="Arial"/>
                <a:ea typeface="Arial"/>
                <a:cs typeface="Arial"/>
              </a:defRPr>
            </a:lvl3pPr>
            <a:lvl4pPr algn="l">
              <a:defRPr sz="2025" b="0">
                <a:solidFill>
                  <a:srgbClr val="20262C"/>
                </a:solidFill>
                <a:latin typeface="Arial"/>
                <a:ea typeface="Arial"/>
                <a:cs typeface="Arial"/>
              </a:defRPr>
            </a:lvl4pPr>
            <a:lvl5pPr algn="l">
              <a:defRPr sz="2025" b="0">
                <a:solidFill>
                  <a:srgbClr val="20262C"/>
                </a:solidFill>
                <a:latin typeface="Arial"/>
                <a:ea typeface="Arial"/>
                <a:cs typeface="Arial"/>
              </a:defRPr>
            </a:lvl5pPr>
            <a:lvl6pPr algn="l">
              <a:defRPr sz="2025" b="0">
                <a:solidFill>
                  <a:srgbClr val="20262C"/>
                </a:solidFill>
                <a:latin typeface="Arial"/>
                <a:ea typeface="Arial"/>
                <a:cs typeface="Arial"/>
              </a:defRPr>
            </a:lvl6pPr>
            <a:lvl7pPr algn="l">
              <a:defRPr sz="2025" b="0">
                <a:solidFill>
                  <a:srgbClr val="20262C"/>
                </a:solidFill>
                <a:latin typeface="Arial"/>
                <a:ea typeface="Arial"/>
                <a:cs typeface="Arial"/>
              </a:defRPr>
            </a:lvl7pPr>
            <a:lvl8pPr algn="l">
              <a:defRPr sz="2025" b="0">
                <a:solidFill>
                  <a:srgbClr val="20262C"/>
                </a:solidFill>
                <a:latin typeface="Arial"/>
                <a:ea typeface="Arial"/>
                <a:cs typeface="Arial"/>
              </a:defRPr>
            </a:lvl8pPr>
            <a:lvl9pPr algn="l">
              <a:defRPr sz="2025" b="0">
                <a:solidFill>
                  <a:srgbClr val="20262C"/>
                </a:solidFill>
                <a:latin typeface="Arial"/>
                <a:ea typeface="Arial"/>
                <a:cs typeface="Arial"/>
              </a:defRPr>
            </a:lvl9pPr>
          </a:lstStyle>
          <a:p xmlns:a="http://schemas.openxmlformats.org/drawingml/2006/main">
            <a:pPr algn="l">
              <a:defRPr sz="2025" b="0">
                <a:solidFill>
                  <a:srgbClr val="20262C"/>
                </a:solidFill>
                <a:latin typeface="Arial"/>
                <a:ea typeface="Arial"/>
                <a:cs typeface="Arial"/>
              </a:defRPr>
            </a:pPr>
            <a:r>
              <a:rPr sz="2025" b="0">
                <a:solidFill>
                  <a:srgbClr val="20262C"/>
                </a:solidFill>
                <a:latin typeface="Arial"/>
                <a:ea typeface="Arial"/>
                <a:cs typeface="Arial"/>
              </a:rPr>
              <a:t>Review issuer research</a:t>
            </a:r>
          </a:p>
          <a:p xmlns:a="http://schemas.openxmlformats.org/drawingml/2006/main">
            <a:pPr algn="l">
              <a:defRPr sz="2025" b="0">
                <a:solidFill>
                  <a:srgbClr val="20262C"/>
                </a:solidFill>
                <a:latin typeface="Arial"/>
                <a:ea typeface="Arial"/>
                <a:cs typeface="Arial"/>
              </a:defRPr>
            </a:pPr>
            <a:r>
              <a:rPr sz="2025" b="0">
                <a:solidFill>
                  <a:srgbClr val="20262C"/>
                </a:solidFill>
                <a:latin typeface="Arial"/>
                <a:ea typeface="Arial"/>
                <a:cs typeface="Arial"/>
              </a:rPr>
              <a:t>Prepare an event assessment</a:t>
            </a:r>
          </a:p>
        </p:txBody>
      </p:sp>
      <p:sp>
        <p:nvSpPr>
          <p:cNvPr id="38" name="!!risk.repetition">
            <a:extLst xmlns:a="http://schemas.openxmlformats.org/drawingml/2006/main">
              <a:ext uri="{FF2B5EF4-FFF2-40B4-BE49-F238E27FC236}">
                <a16:creationId xmlns:a16="http://schemas.microsoft.com/office/drawing/2014/main" id="{D2574AD0-4225-45FA-8940-50C8C3B85C41}"/>
              </a:ext>
            </a:extLst>
          </p:cNvPr>
          <p:cNvSpPr>
            <a:spLocks xmlns:a="http://schemas.openxmlformats.org/drawingml/2006/main" noGrp="1"/>
          </p:cNvSpPr>
          <p:nvPr/>
        </p:nvSpPr>
        <p:spPr>
          <a:xfrm xmlns:a="http://schemas.openxmlformats.org/drawingml/2006/main">
            <a:off x="4057650" y="7096125"/>
            <a:ext cx="105346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20262C"/>
                </a:solidFill>
                <a:latin typeface="Arial"/>
                <a:ea typeface="Arial"/>
                <a:cs typeface="Arial"/>
              </a:defRPr>
            </a:defPPr>
            <a:lvl1pPr algn="l">
              <a:defRPr sz="2025" b="0">
                <a:solidFill>
                  <a:srgbClr val="20262C"/>
                </a:solidFill>
                <a:latin typeface="Arial"/>
                <a:ea typeface="Arial"/>
                <a:cs typeface="Arial"/>
              </a:defRPr>
            </a:lvl1pPr>
            <a:lvl2pPr algn="l">
              <a:defRPr sz="2025" b="0">
                <a:solidFill>
                  <a:srgbClr val="20262C"/>
                </a:solidFill>
                <a:latin typeface="Arial"/>
                <a:ea typeface="Arial"/>
                <a:cs typeface="Arial"/>
              </a:defRPr>
            </a:lvl2pPr>
            <a:lvl3pPr algn="l">
              <a:defRPr sz="2025" b="0">
                <a:solidFill>
                  <a:srgbClr val="20262C"/>
                </a:solidFill>
                <a:latin typeface="Arial"/>
                <a:ea typeface="Arial"/>
                <a:cs typeface="Arial"/>
              </a:defRPr>
            </a:lvl3pPr>
            <a:lvl4pPr algn="l">
              <a:defRPr sz="2025" b="0">
                <a:solidFill>
                  <a:srgbClr val="20262C"/>
                </a:solidFill>
                <a:latin typeface="Arial"/>
                <a:ea typeface="Arial"/>
                <a:cs typeface="Arial"/>
              </a:defRPr>
            </a:lvl4pPr>
            <a:lvl5pPr algn="l">
              <a:defRPr sz="2025" b="0">
                <a:solidFill>
                  <a:srgbClr val="20262C"/>
                </a:solidFill>
                <a:latin typeface="Arial"/>
                <a:ea typeface="Arial"/>
                <a:cs typeface="Arial"/>
              </a:defRPr>
            </a:lvl5pPr>
            <a:lvl6pPr algn="l">
              <a:defRPr sz="2025" b="0">
                <a:solidFill>
                  <a:srgbClr val="20262C"/>
                </a:solidFill>
                <a:latin typeface="Arial"/>
                <a:ea typeface="Arial"/>
                <a:cs typeface="Arial"/>
              </a:defRPr>
            </a:lvl6pPr>
            <a:lvl7pPr algn="l">
              <a:defRPr sz="2025" b="0">
                <a:solidFill>
                  <a:srgbClr val="20262C"/>
                </a:solidFill>
                <a:latin typeface="Arial"/>
                <a:ea typeface="Arial"/>
                <a:cs typeface="Arial"/>
              </a:defRPr>
            </a:lvl7pPr>
            <a:lvl8pPr algn="l">
              <a:defRPr sz="2025" b="0">
                <a:solidFill>
                  <a:srgbClr val="20262C"/>
                </a:solidFill>
                <a:latin typeface="Arial"/>
                <a:ea typeface="Arial"/>
                <a:cs typeface="Arial"/>
              </a:defRPr>
            </a:lvl8pPr>
            <a:lvl9pPr algn="l">
              <a:defRPr sz="2025" b="0">
                <a:solidFill>
                  <a:srgbClr val="20262C"/>
                </a:solidFill>
                <a:latin typeface="Arial"/>
                <a:ea typeface="Arial"/>
                <a:cs typeface="Arial"/>
              </a:defRPr>
            </a:lvl9pPr>
          </a:lstStyle>
          <a:p xmlns:a="http://schemas.openxmlformats.org/drawingml/2006/main">
            <a:pPr algn="l">
              <a:defRPr sz="2025" b="0">
                <a:solidFill>
                  <a:srgbClr val="20262C"/>
                </a:solidFill>
                <a:latin typeface="Arial"/>
                <a:ea typeface="Arial"/>
                <a:cs typeface="Arial"/>
              </a:defRPr>
            </a:pPr>
            <a:r>
              <a:rPr sz="2025" b="0">
                <a:solidFill>
                  <a:srgbClr val="20262C"/>
                </a:solidFill>
                <a:latin typeface="Arial"/>
                <a:ea typeface="Arial"/>
                <a:cs typeface="Arial"/>
              </a:rPr>
              <a:t>Read each alert, then search several systems and documents for the same issuer</a:t>
            </a:r>
          </a:p>
        </p:txBody>
      </p:sp>
      <p:sp>
        <p:nvSpPr>
          <p:cNvPr id="40" name="!!story.header.issuer.bar">
            <a:extLst xmlns:a="http://schemas.openxmlformats.org/drawingml/2006/main">
              <a:ext uri="{FF2B5EF4-FFF2-40B4-BE49-F238E27FC236}">
                <a16:creationId xmlns:a16="http://schemas.microsoft.com/office/drawing/2014/main" id="{398D9287-E49B-4170-B626-4D142C9CC10E}"/>
              </a:ext>
            </a:extLst>
          </p:cNvPr>
          <p:cNvSpPr>
            <a:spLocks xmlns:a="http://schemas.openxmlformats.org/drawingml/2006/main" noGrp="1"/>
          </p:cNvSpPr>
          <p:nvPr/>
        </p:nvSpPr>
        <p:spPr>
          <a:xfrm xmlns:a="http://schemas.openxmlformats.org/drawingml/2006/main">
            <a:off x="10668000" y="1257300"/>
            <a:ext cx="47625" cy="238125"/>
          </a:xfrm>
          <a:prstGeom xmlns:a="http://schemas.openxmlformats.org/drawingml/2006/main" prst="rect">
            <a:avLst/>
          </a:prstGeom>
          <a:solidFill xmlns:a="http://schemas.openxmlformats.org/drawingml/2006/main">
            <a:srgbClr val="317F7B"/>
          </a:solidFill>
          <a:ln xmlns:a="http://schemas.openxmlformats.org/drawingml/2006/main" w="0">
            <a:noFill/>
          </a:ln>
        </p:spPr>
      </p:sp>
      <p:sp>
        <p:nvSpPr>
          <p:cNvPr id="41" name="!!story.header.issuer.name">
            <a:extLst xmlns:a="http://schemas.openxmlformats.org/drawingml/2006/main">
              <a:ext uri="{FF2B5EF4-FFF2-40B4-BE49-F238E27FC236}">
                <a16:creationId xmlns:a16="http://schemas.microsoft.com/office/drawing/2014/main" id="{25B68817-CF29-4938-B9CC-27527B5921D8}"/>
              </a:ext>
            </a:extLst>
          </p:cNvPr>
          <p:cNvSpPr>
            <a:spLocks xmlns:a="http://schemas.openxmlformats.org/drawingml/2006/main" noGrp="1"/>
          </p:cNvSpPr>
          <p:nvPr/>
        </p:nvSpPr>
        <p:spPr>
          <a:xfrm xmlns:a="http://schemas.openxmlformats.org/drawingml/2006/main">
            <a:off x="10801350" y="1190625"/>
            <a:ext cx="152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317F7B"/>
                </a:solidFill>
                <a:latin typeface="Arial"/>
                <a:ea typeface="Arial"/>
                <a:cs typeface="Arial"/>
              </a:defRPr>
            </a:defPPr>
            <a:lvl1pPr algn="l">
              <a:defRPr sz="1800" b="1">
                <a:solidFill>
                  <a:srgbClr val="317F7B"/>
                </a:solidFill>
                <a:latin typeface="Arial"/>
                <a:ea typeface="Arial"/>
                <a:cs typeface="Arial"/>
              </a:defRPr>
            </a:lvl1pPr>
            <a:lvl2pPr algn="l">
              <a:defRPr sz="1800" b="1">
                <a:solidFill>
                  <a:srgbClr val="317F7B"/>
                </a:solidFill>
                <a:latin typeface="Arial"/>
                <a:ea typeface="Arial"/>
                <a:cs typeface="Arial"/>
              </a:defRPr>
            </a:lvl2pPr>
            <a:lvl3pPr algn="l">
              <a:defRPr sz="1800" b="1">
                <a:solidFill>
                  <a:srgbClr val="317F7B"/>
                </a:solidFill>
                <a:latin typeface="Arial"/>
                <a:ea typeface="Arial"/>
                <a:cs typeface="Arial"/>
              </a:defRPr>
            </a:lvl3pPr>
            <a:lvl4pPr algn="l">
              <a:defRPr sz="1800" b="1">
                <a:solidFill>
                  <a:srgbClr val="317F7B"/>
                </a:solidFill>
                <a:latin typeface="Arial"/>
                <a:ea typeface="Arial"/>
                <a:cs typeface="Arial"/>
              </a:defRPr>
            </a:lvl4pPr>
            <a:lvl5pPr algn="l">
              <a:defRPr sz="1800" b="1">
                <a:solidFill>
                  <a:srgbClr val="317F7B"/>
                </a:solidFill>
                <a:latin typeface="Arial"/>
                <a:ea typeface="Arial"/>
                <a:cs typeface="Arial"/>
              </a:defRPr>
            </a:lvl5pPr>
            <a:lvl6pPr algn="l">
              <a:defRPr sz="1800" b="1">
                <a:solidFill>
                  <a:srgbClr val="317F7B"/>
                </a:solidFill>
                <a:latin typeface="Arial"/>
                <a:ea typeface="Arial"/>
                <a:cs typeface="Arial"/>
              </a:defRPr>
            </a:lvl6pPr>
            <a:lvl7pPr algn="l">
              <a:defRPr sz="1800" b="1">
                <a:solidFill>
                  <a:srgbClr val="317F7B"/>
                </a:solidFill>
                <a:latin typeface="Arial"/>
                <a:ea typeface="Arial"/>
                <a:cs typeface="Arial"/>
              </a:defRPr>
            </a:lvl7pPr>
            <a:lvl8pPr algn="l">
              <a:defRPr sz="1800" b="1">
                <a:solidFill>
                  <a:srgbClr val="317F7B"/>
                </a:solidFill>
                <a:latin typeface="Arial"/>
                <a:ea typeface="Arial"/>
                <a:cs typeface="Arial"/>
              </a:defRPr>
            </a:lvl8pPr>
            <a:lvl9pPr algn="l">
              <a:defRPr sz="1800" b="1">
                <a:solidFill>
                  <a:srgbClr val="317F7B"/>
                </a:solidFill>
                <a:latin typeface="Arial"/>
                <a:ea typeface="Arial"/>
                <a:cs typeface="Arial"/>
              </a:defRPr>
            </a:lvl9pPr>
          </a:lstStyle>
          <a:p xmlns:a="http://schemas.openxmlformats.org/drawingml/2006/main">
            <a:pPr algn="l">
              <a:defRPr sz="1800" b="1">
                <a:solidFill>
                  <a:srgbClr val="317F7B"/>
                </a:solidFill>
                <a:latin typeface="Arial"/>
                <a:ea typeface="Arial"/>
                <a:cs typeface="Arial"/>
              </a:defRPr>
            </a:pPr>
            <a:r>
              <a:rPr sz="1800" b="1">
                <a:solidFill>
                  <a:srgbClr val="317F7B"/>
                </a:solidFill>
                <a:latin typeface="Arial"/>
                <a:ea typeface="Arial"/>
                <a:cs typeface="Arial"/>
              </a:rPr>
              <a:t>Company A</a:t>
            </a:r>
          </a:p>
        </p:txBody>
      </p:sp>
      <p:sp>
        <p:nvSpPr>
          <p:cNvPr id="42" name="!!story.issuer.event.mail">
            <a:extLst xmlns:a="http://schemas.openxmlformats.org/drawingml/2006/main">
              <a:ext uri="{FF2B5EF4-FFF2-40B4-BE49-F238E27FC236}">
                <a16:creationId xmlns:a16="http://schemas.microsoft.com/office/drawing/2014/main" id="{B9F09D5D-3588-4193-A843-D45E3A0679ED}"/>
              </a:ext>
            </a:extLst>
          </p:cNvPr>
          <p:cNvSpPr>
            <a:spLocks xmlns:a="http://schemas.openxmlformats.org/drawingml/2006/main" noGrp="1"/>
          </p:cNvSpPr>
          <p:nvPr/>
        </p:nvSpPr>
        <p:spPr>
          <a:xfrm xmlns:a="http://schemas.openxmlformats.org/drawingml/2006/main">
            <a:off x="3943350" y="2428875"/>
            <a:ext cx="57150" cy="1371600"/>
          </a:xfrm>
          <a:prstGeom xmlns:a="http://schemas.openxmlformats.org/drawingml/2006/main" prst="rect">
            <a:avLst/>
          </a:prstGeom>
          <a:solidFill xmlns:a="http://schemas.openxmlformats.org/drawingml/2006/main">
            <a:srgbClr val="317F7B"/>
          </a:solidFill>
          <a:ln xmlns:a="http://schemas.openxmlformats.org/drawingml/2006/main" w="0">
            <a:noFill/>
          </a:ln>
        </p:spPr>
      </p:sp>
    </p:spTree>
    <p:extLst>
      <p:ext uri="{BB962C8B-B14F-4D97-AF65-F5344CB8AC3E}">
        <p14:creationId xmlns:p14="http://schemas.microsoft.com/office/powerpoint/2010/main" val="389448078"/>
      </p:ext>
    </p:extLst>
  </p:cSld>
  <mc:AlternateContent xmlns:mc="http://schemas.openxmlformats.org/markup-compatibility/2006">
    <mc:Choice xmlns:p159="http://schemas.microsoft.com/office/powerpoint/2015/09/main" Requires="p159">
      <p:transition xmlns:p14="http://schemas.microsoft.com/office/powerpoint/2010/main" spd="med" advClick="1" p14:dur="700">
        <p159:morph option="byObject"/>
      </p:transition>
    </mc:Choice>
    <mc:Fallback>
      <p:transition spd="fast" advClick="1">
        <p:fade/>
      </p:transition>
    </mc:Fallback>
  </mc:AlternateContent>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0" name="!!heading">
            <a:extLst xmlns:a="http://schemas.openxmlformats.org/drawingml/2006/main">
              <a:ext uri="{FF2B5EF4-FFF2-40B4-BE49-F238E27FC236}">
                <a16:creationId xmlns:a16="http://schemas.microsoft.com/office/drawing/2014/main" id="{E57FC99A-F8F3-4769-9290-44ACF88018A5}"/>
              </a:ext>
            </a:extLst>
          </p:cNvPr>
          <p:cNvSpPr>
            <a:spLocks xmlns:a="http://schemas.openxmlformats.org/drawingml/2006/main" noGrp="1"/>
          </p:cNvSpPr>
          <p:nvPr/>
        </p:nvSpPr>
        <p:spPr>
          <a:xfrm xmlns:a="http://schemas.openxmlformats.org/drawingml/2006/main">
            <a:off x="647700" y="428625"/>
            <a:ext cx="13944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0262C"/>
                </a:solidFill>
                <a:latin typeface="Arial"/>
                <a:ea typeface="Arial"/>
                <a:cs typeface="Arial"/>
              </a:defRPr>
            </a:defPPr>
            <a:lvl1pPr algn="l">
              <a:defRPr sz="3300" b="1">
                <a:solidFill>
                  <a:srgbClr val="20262C"/>
                </a:solidFill>
                <a:latin typeface="Arial"/>
                <a:ea typeface="Arial"/>
                <a:cs typeface="Arial"/>
              </a:defRPr>
            </a:lvl1pPr>
            <a:lvl2pPr algn="l">
              <a:defRPr sz="3300" b="1">
                <a:solidFill>
                  <a:srgbClr val="20262C"/>
                </a:solidFill>
                <a:latin typeface="Arial"/>
                <a:ea typeface="Arial"/>
                <a:cs typeface="Arial"/>
              </a:defRPr>
            </a:lvl2pPr>
            <a:lvl3pPr algn="l">
              <a:defRPr sz="3300" b="1">
                <a:solidFill>
                  <a:srgbClr val="20262C"/>
                </a:solidFill>
                <a:latin typeface="Arial"/>
                <a:ea typeface="Arial"/>
                <a:cs typeface="Arial"/>
              </a:defRPr>
            </a:lvl3pPr>
            <a:lvl4pPr algn="l">
              <a:defRPr sz="3300" b="1">
                <a:solidFill>
                  <a:srgbClr val="20262C"/>
                </a:solidFill>
                <a:latin typeface="Arial"/>
                <a:ea typeface="Arial"/>
                <a:cs typeface="Arial"/>
              </a:defRPr>
            </a:lvl4pPr>
            <a:lvl5pPr algn="l">
              <a:defRPr sz="3300" b="1">
                <a:solidFill>
                  <a:srgbClr val="20262C"/>
                </a:solidFill>
                <a:latin typeface="Arial"/>
                <a:ea typeface="Arial"/>
                <a:cs typeface="Arial"/>
              </a:defRPr>
            </a:lvl5pPr>
            <a:lvl6pPr algn="l">
              <a:defRPr sz="3300" b="1">
                <a:solidFill>
                  <a:srgbClr val="20262C"/>
                </a:solidFill>
                <a:latin typeface="Arial"/>
                <a:ea typeface="Arial"/>
                <a:cs typeface="Arial"/>
              </a:defRPr>
            </a:lvl6pPr>
            <a:lvl7pPr algn="l">
              <a:defRPr sz="3300" b="1">
                <a:solidFill>
                  <a:srgbClr val="20262C"/>
                </a:solidFill>
                <a:latin typeface="Arial"/>
                <a:ea typeface="Arial"/>
                <a:cs typeface="Arial"/>
              </a:defRPr>
            </a:lvl7pPr>
            <a:lvl8pPr algn="l">
              <a:defRPr sz="3300" b="1">
                <a:solidFill>
                  <a:srgbClr val="20262C"/>
                </a:solidFill>
                <a:latin typeface="Arial"/>
                <a:ea typeface="Arial"/>
                <a:cs typeface="Arial"/>
              </a:defRPr>
            </a:lvl8pPr>
            <a:lvl9pPr algn="l">
              <a:defRPr sz="3300" b="1">
                <a:solidFill>
                  <a:srgbClr val="20262C"/>
                </a:solidFill>
                <a:latin typeface="Arial"/>
                <a:ea typeface="Arial"/>
                <a:cs typeface="Arial"/>
              </a:defRPr>
            </a:lvl9pPr>
          </a:lstStyle>
          <a:p xmlns:a="http://schemas.openxmlformats.org/drawingml/2006/main">
            <a:pPr algn="l">
              <a:defRPr sz="3300" b="1">
                <a:solidFill>
                  <a:srgbClr val="20262C"/>
                </a:solidFill>
                <a:latin typeface="Arial"/>
                <a:ea typeface="Arial"/>
                <a:cs typeface="Arial"/>
              </a:defRPr>
            </a:pPr>
            <a:r>
              <a:rPr sz="3300" b="1">
                <a:solidFill>
                  <a:srgbClr val="20262C"/>
                </a:solidFill>
                <a:latin typeface="Arial"/>
                <a:ea typeface="Arial"/>
                <a:cs typeface="Arial"/>
              </a:rPr>
              <a:t>China Universal and Tianhong: risk support</a:t>
            </a:r>
          </a:p>
        </p:txBody>
      </p:sp>
      <p:sp>
        <p:nvSpPr>
          <p:cNvPr id="2" name="!!subtitle">
            <a:extLst xmlns:a="http://schemas.openxmlformats.org/drawingml/2006/main">
              <a:ext uri="{FF2B5EF4-FFF2-40B4-BE49-F238E27FC236}">
                <a16:creationId xmlns:a16="http://schemas.microsoft.com/office/drawing/2014/main" id="{1F7E4FB1-70B0-4D10-9894-262DA4D8BADD}"/>
              </a:ext>
            </a:extLst>
          </p:cNvPr>
          <p:cNvSpPr>
            <a:spLocks xmlns:a="http://schemas.openxmlformats.org/drawingml/2006/main" noGrp="1"/>
          </p:cNvSpPr>
          <p:nvPr/>
        </p:nvSpPr>
        <p:spPr>
          <a:xfrm xmlns:a="http://schemas.openxmlformats.org/drawingml/2006/main">
            <a:off x="647700" y="1190625"/>
            <a:ext cx="139446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05A9C"/>
                </a:solidFill>
                <a:latin typeface="Arial"/>
                <a:ea typeface="Arial"/>
                <a:cs typeface="Arial"/>
              </a:defRPr>
            </a:defPPr>
            <a:lvl1pPr algn="l">
              <a:defRPr sz="1875" b="0">
                <a:solidFill>
                  <a:srgbClr val="005A9C"/>
                </a:solidFill>
                <a:latin typeface="Arial"/>
                <a:ea typeface="Arial"/>
                <a:cs typeface="Arial"/>
              </a:defRPr>
            </a:lvl1pPr>
            <a:lvl2pPr algn="l">
              <a:defRPr sz="1875" b="0">
                <a:solidFill>
                  <a:srgbClr val="005A9C"/>
                </a:solidFill>
                <a:latin typeface="Arial"/>
                <a:ea typeface="Arial"/>
                <a:cs typeface="Arial"/>
              </a:defRPr>
            </a:lvl2pPr>
            <a:lvl3pPr algn="l">
              <a:defRPr sz="1875" b="0">
                <a:solidFill>
                  <a:srgbClr val="005A9C"/>
                </a:solidFill>
                <a:latin typeface="Arial"/>
                <a:ea typeface="Arial"/>
                <a:cs typeface="Arial"/>
              </a:defRPr>
            </a:lvl3pPr>
            <a:lvl4pPr algn="l">
              <a:defRPr sz="1875" b="0">
                <a:solidFill>
                  <a:srgbClr val="005A9C"/>
                </a:solidFill>
                <a:latin typeface="Arial"/>
                <a:ea typeface="Arial"/>
                <a:cs typeface="Arial"/>
              </a:defRPr>
            </a:lvl4pPr>
            <a:lvl5pPr algn="l">
              <a:defRPr sz="1875" b="0">
                <a:solidFill>
                  <a:srgbClr val="005A9C"/>
                </a:solidFill>
                <a:latin typeface="Arial"/>
                <a:ea typeface="Arial"/>
                <a:cs typeface="Arial"/>
              </a:defRPr>
            </a:lvl5pPr>
            <a:lvl6pPr algn="l">
              <a:defRPr sz="1875" b="0">
                <a:solidFill>
                  <a:srgbClr val="005A9C"/>
                </a:solidFill>
                <a:latin typeface="Arial"/>
                <a:ea typeface="Arial"/>
                <a:cs typeface="Arial"/>
              </a:defRPr>
            </a:lvl6pPr>
            <a:lvl7pPr algn="l">
              <a:defRPr sz="1875" b="0">
                <a:solidFill>
                  <a:srgbClr val="005A9C"/>
                </a:solidFill>
                <a:latin typeface="Arial"/>
                <a:ea typeface="Arial"/>
                <a:cs typeface="Arial"/>
              </a:defRPr>
            </a:lvl7pPr>
            <a:lvl8pPr algn="l">
              <a:defRPr sz="1875" b="0">
                <a:solidFill>
                  <a:srgbClr val="005A9C"/>
                </a:solidFill>
                <a:latin typeface="Arial"/>
                <a:ea typeface="Arial"/>
                <a:cs typeface="Arial"/>
              </a:defRPr>
            </a:lvl8pPr>
            <a:lvl9pPr algn="l">
              <a:defRPr sz="1875" b="0">
                <a:solidFill>
                  <a:srgbClr val="005A9C"/>
                </a:solidFill>
                <a:latin typeface="Arial"/>
                <a:ea typeface="Arial"/>
                <a:cs typeface="Arial"/>
              </a:defRPr>
            </a:lvl9pPr>
          </a:lstStyle>
          <a:p xmlns:a="http://schemas.openxmlformats.org/drawingml/2006/main">
            <a:pPr algn="l">
              <a:defRPr sz="1875" b="0">
                <a:solidFill>
                  <a:srgbClr val="005A9C"/>
                </a:solidFill>
                <a:latin typeface="Arial"/>
                <a:ea typeface="Arial"/>
                <a:cs typeface="Arial"/>
              </a:defRPr>
            </a:pPr>
            <a:r>
              <a:rPr sz="1875" b="0">
                <a:solidFill>
                  <a:srgbClr val="005A9C"/>
                </a:solidFill>
                <a:latin typeface="Arial"/>
                <a:ea typeface="Arial"/>
                <a:cs typeface="Arial"/>
              </a:rPr>
              <a:t>Middle office  /  Risk analysis  /  Peer practices</a:t>
            </a:r>
          </a:p>
        </p:txBody>
      </p:sp>
      <p:sp>
        <p:nvSpPr>
          <p:cNvPr id="3" name="!!heading.rule">
            <a:extLst xmlns:a="http://schemas.openxmlformats.org/drawingml/2006/main">
              <a:ext uri="{FF2B5EF4-FFF2-40B4-BE49-F238E27FC236}">
                <a16:creationId xmlns:a16="http://schemas.microsoft.com/office/drawing/2014/main" id="{0B8D5677-C96C-40B2-94D8-4E5A007C861E}"/>
              </a:ext>
            </a:extLst>
          </p:cNvPr>
          <p:cNvSpPr>
            <a:spLocks xmlns:a="http://schemas.openxmlformats.org/drawingml/2006/main" noGrp="1"/>
          </p:cNvSpPr>
          <p:nvPr/>
        </p:nvSpPr>
        <p:spPr>
          <a:xfrm xmlns:a="http://schemas.openxmlformats.org/drawingml/2006/main" flipH="0" flipV="0">
            <a:off x="647700" y="1733550"/>
            <a:ext cx="13944600" cy="953"/>
          </a:xfrm>
          <a:prstGeom xmlns:a="http://schemas.openxmlformats.org/drawingml/2006/main" prst="line">
            <a:avLst/>
          </a:prstGeom>
          <a:noFill xmlns:a="http://schemas.openxmlformats.org/drawingml/2006/main"/>
          <a:ln xmlns:a="http://schemas.openxmlformats.org/drawingml/2006/main" w="11430">
            <a:solidFill>
              <a:srgbClr val="BCC6CF"/>
            </a:solidFill>
            <a:prstDash val="solid"/>
          </a:ln>
        </p:spPr>
      </p:sp>
      <p:sp>
        <p:nvSpPr>
          <p:cNvPr id="4" name="!!map.front">
            <a:extLst xmlns:a="http://schemas.openxmlformats.org/drawingml/2006/main">
              <a:ext uri="{FF2B5EF4-FFF2-40B4-BE49-F238E27FC236}">
                <a16:creationId xmlns:a16="http://schemas.microsoft.com/office/drawing/2014/main" id="{75B6434F-EADE-4312-855A-B9417D7FAB2F}"/>
              </a:ext>
            </a:extLst>
          </p:cNvPr>
          <p:cNvSpPr>
            <a:spLocks xmlns:a="http://schemas.openxmlformats.org/drawingml/2006/main" noGrp="1"/>
          </p:cNvSpPr>
          <p:nvPr/>
        </p:nvSpPr>
        <p:spPr>
          <a:xfrm xmlns:a="http://schemas.openxmlformats.org/drawingml/2006/main">
            <a:off x="647700" y="1990725"/>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5" name="!!nav.front">
            <ns0:hlinkClick xmlns:ns0="http://schemas.openxmlformats.org/drawingml/2006/main" xmlns:ns1="http://schemas.openxmlformats.org/officeDocument/2006/relationships" ns1:id="rIdNavSlide4" action="ppaction://hlinksldjump" tooltip="Slide 4: Preparing a company research assessment"/>
            <a:extLst xmlns:a="http://schemas.openxmlformats.org/drawingml/2006/main">
              <a:ext uri="{FF2B5EF4-FFF2-40B4-BE49-F238E27FC236}">
                <a16:creationId xmlns:a16="http://schemas.microsoft.com/office/drawing/2014/main" id="{E31973C1-A261-4AC1-AD4F-C4B742272422}"/>
              </a:ext>
            </a:extLst>
          </p:cNvPr>
          <p:cNvSpPr>
            <a:spLocks xmlns:a="http://schemas.openxmlformats.org/drawingml/2006/main" noGrp="1"/>
          </p:cNvSpPr>
          <p:nvPr/>
        </p:nvSpPr>
        <p:spPr>
          <a:xfrm xmlns:a="http://schemas.openxmlformats.org/drawingml/2006/main">
            <a:off x="647700" y="1990725"/>
            <a:ext cx="2609850" cy="409575"/>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005A9C"/>
                </a:solidFill>
                <a:latin typeface="Arial"/>
                <a:ea typeface="Arial"/>
                <a:cs typeface="Arial"/>
              </a:defRPr>
            </a:defPPr>
            <a:lvl1pPr algn="ctr">
              <a:defRPr sz="2025" b="1">
                <a:solidFill>
                  <a:srgbClr val="005A9C"/>
                </a:solidFill>
                <a:latin typeface="Arial"/>
                <a:ea typeface="Arial"/>
                <a:cs typeface="Arial"/>
              </a:defRPr>
            </a:lvl1pPr>
            <a:lvl2pPr algn="ctr">
              <a:defRPr sz="2025" b="1">
                <a:solidFill>
                  <a:srgbClr val="005A9C"/>
                </a:solidFill>
                <a:latin typeface="Arial"/>
                <a:ea typeface="Arial"/>
                <a:cs typeface="Arial"/>
              </a:defRPr>
            </a:lvl2pPr>
            <a:lvl3pPr algn="ctr">
              <a:defRPr sz="2025" b="1">
                <a:solidFill>
                  <a:srgbClr val="005A9C"/>
                </a:solidFill>
                <a:latin typeface="Arial"/>
                <a:ea typeface="Arial"/>
                <a:cs typeface="Arial"/>
              </a:defRPr>
            </a:lvl3pPr>
            <a:lvl4pPr algn="ctr">
              <a:defRPr sz="2025" b="1">
                <a:solidFill>
                  <a:srgbClr val="005A9C"/>
                </a:solidFill>
                <a:latin typeface="Arial"/>
                <a:ea typeface="Arial"/>
                <a:cs typeface="Arial"/>
              </a:defRPr>
            </a:lvl4pPr>
            <a:lvl5pPr algn="ctr">
              <a:defRPr sz="2025" b="1">
                <a:solidFill>
                  <a:srgbClr val="005A9C"/>
                </a:solidFill>
                <a:latin typeface="Arial"/>
                <a:ea typeface="Arial"/>
                <a:cs typeface="Arial"/>
              </a:defRPr>
            </a:lvl5pPr>
            <a:lvl6pPr algn="ctr">
              <a:defRPr sz="2025" b="1">
                <a:solidFill>
                  <a:srgbClr val="005A9C"/>
                </a:solidFill>
                <a:latin typeface="Arial"/>
                <a:ea typeface="Arial"/>
                <a:cs typeface="Arial"/>
              </a:defRPr>
            </a:lvl6pPr>
            <a:lvl7pPr algn="ctr">
              <a:defRPr sz="2025" b="1">
                <a:solidFill>
                  <a:srgbClr val="005A9C"/>
                </a:solidFill>
                <a:latin typeface="Arial"/>
                <a:ea typeface="Arial"/>
                <a:cs typeface="Arial"/>
              </a:defRPr>
            </a:lvl7pPr>
            <a:lvl8pPr algn="ctr">
              <a:defRPr sz="2025" b="1">
                <a:solidFill>
                  <a:srgbClr val="005A9C"/>
                </a:solidFill>
                <a:latin typeface="Arial"/>
                <a:ea typeface="Arial"/>
                <a:cs typeface="Arial"/>
              </a:defRPr>
            </a:lvl8pPr>
            <a:lvl9pPr algn="ctr">
              <a:defRPr sz="2025" b="1">
                <a:solidFill>
                  <a:srgbClr val="005A9C"/>
                </a:solidFill>
                <a:latin typeface="Arial"/>
                <a:ea typeface="Arial"/>
                <a:cs typeface="Arial"/>
              </a:defRPr>
            </a:lvl9pPr>
          </a:lstStyle>
          <a:p xmlns:a="http://schemas.openxmlformats.org/drawingml/2006/main">
            <a:pPr algn="ctr">
              <a:defRPr sz="2025" b="1">
                <a:solidFill>
                  <a:srgbClr val="005A9C"/>
                </a:solidFill>
                <a:latin typeface="Arial"/>
                <a:ea typeface="Arial"/>
                <a:cs typeface="Arial"/>
              </a:defRPr>
            </a:pPr>
            <a:r>
              <a:rPr sz="2025" b="1">
                <a:solidFill>
                  <a:srgbClr val="005A9C"/>
                </a:solidFill>
                <a:latin typeface="Arial"/>
                <a:ea typeface="Arial"/>
                <a:cs typeface="Arial"/>
              </a:rPr>
              <a:t>Front office</a:t>
            </a:r>
          </a:p>
        </p:txBody>
      </p:sp>
      <p:sp>
        <p:nvSpPr>
          <p:cNvPr id="6" name="!!task.research">
            <ns0:hlinkClick xmlns:ns0="http://schemas.openxmlformats.org/drawingml/2006/main" xmlns:ns1="http://schemas.openxmlformats.org/officeDocument/2006/relationships" ns1:id="rIdNavSlide4" action="ppaction://hlinksldjump" tooltip="Slide 4: Preparing a company research assessment"/>
            <a:extLst xmlns:a="http://schemas.openxmlformats.org/drawingml/2006/main">
              <a:ext uri="{FF2B5EF4-FFF2-40B4-BE49-F238E27FC236}">
                <a16:creationId xmlns:a16="http://schemas.microsoft.com/office/drawing/2014/main" id="{64948101-8607-4E64-9931-E49AE282DEC8}"/>
              </a:ext>
            </a:extLst>
          </p:cNvPr>
          <p:cNvSpPr>
            <a:spLocks xmlns:a="http://schemas.openxmlformats.org/drawingml/2006/main" noGrp="1"/>
          </p:cNvSpPr>
          <p:nvPr/>
        </p:nvSpPr>
        <p:spPr>
          <a:xfrm xmlns:a="http://schemas.openxmlformats.org/drawingml/2006/main">
            <a:off x="762000" y="249555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Research</a:t>
            </a:r>
          </a:p>
        </p:txBody>
      </p:sp>
      <p:sp>
        <p:nvSpPr>
          <p:cNvPr id="7" name="!!task.trade">
            <ns0:hlinkClick xmlns:ns0="http://schemas.openxmlformats.org/drawingml/2006/main" xmlns:ns1="http://schemas.openxmlformats.org/officeDocument/2006/relationships" ns1:id="rIdNavSlide9" action="ppaction://hlinksldjump" tooltip="Slide 9: Preparing a bond quote request"/>
            <a:extLst xmlns:a="http://schemas.openxmlformats.org/drawingml/2006/main">
              <a:ext uri="{FF2B5EF4-FFF2-40B4-BE49-F238E27FC236}">
                <a16:creationId xmlns:a16="http://schemas.microsoft.com/office/drawing/2014/main" id="{94149587-BBDC-4691-AC75-F7B7B7F8241F}"/>
              </a:ext>
            </a:extLst>
          </p:cNvPr>
          <p:cNvSpPr>
            <a:spLocks xmlns:a="http://schemas.openxmlformats.org/drawingml/2006/main" noGrp="1"/>
          </p:cNvSpPr>
          <p:nvPr/>
        </p:nvSpPr>
        <p:spPr>
          <a:xfrm xmlns:a="http://schemas.openxmlformats.org/drawingml/2006/main">
            <a:off x="762000" y="280987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Trading support</a:t>
            </a:r>
          </a:p>
        </p:txBody>
      </p:sp>
      <p:sp>
        <p:nvSpPr>
          <p:cNvPr id="8" name="!!task.client">
            <ns0:hlinkClick xmlns:ns0="http://schemas.openxmlformats.org/drawingml/2006/main" xmlns:ns1="http://schemas.openxmlformats.org/officeDocument/2006/relationships" ns1:id="rIdNavSlide12" action="ppaction://hlinksldjump" tooltip="Slide 12: Preparing a quarterly client update"/>
            <a:extLst xmlns:a="http://schemas.openxmlformats.org/drawingml/2006/main">
              <a:ext uri="{FF2B5EF4-FFF2-40B4-BE49-F238E27FC236}">
                <a16:creationId xmlns:a16="http://schemas.microsoft.com/office/drawing/2014/main" id="{B5233286-5E0F-4569-AF7C-BCC9783D3543}"/>
              </a:ext>
            </a:extLst>
          </p:cNvPr>
          <p:cNvSpPr>
            <a:spLocks xmlns:a="http://schemas.openxmlformats.org/drawingml/2006/main" noGrp="1"/>
          </p:cNvSpPr>
          <p:nvPr/>
        </p:nvSpPr>
        <p:spPr>
          <a:xfrm xmlns:a="http://schemas.openxmlformats.org/drawingml/2006/main">
            <a:off x="762000" y="312420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Client materials</a:t>
            </a:r>
          </a:p>
        </p:txBody>
      </p:sp>
      <p:sp>
        <p:nvSpPr>
          <p:cNvPr id="9" name="!!map.middle">
            <a:extLst xmlns:a="http://schemas.openxmlformats.org/drawingml/2006/main">
              <a:ext uri="{FF2B5EF4-FFF2-40B4-BE49-F238E27FC236}">
                <a16:creationId xmlns:a16="http://schemas.microsoft.com/office/drawing/2014/main" id="{B6942148-3F28-43A7-9156-8AB9BA799DD2}"/>
              </a:ext>
            </a:extLst>
          </p:cNvPr>
          <p:cNvSpPr>
            <a:spLocks xmlns:a="http://schemas.openxmlformats.org/drawingml/2006/main" noGrp="1"/>
          </p:cNvSpPr>
          <p:nvPr/>
        </p:nvSpPr>
        <p:spPr>
          <a:xfrm xmlns:a="http://schemas.openxmlformats.org/drawingml/2006/main">
            <a:off x="647700" y="3657600"/>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10" name="!!nav.middle">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08505826-A9AF-4A56-9F36-FF806BE48D45}"/>
              </a:ext>
            </a:extLst>
          </p:cNvPr>
          <p:cNvSpPr>
            <a:spLocks xmlns:a="http://schemas.openxmlformats.org/drawingml/2006/main" noGrp="1"/>
          </p:cNvSpPr>
          <p:nvPr/>
        </p:nvSpPr>
        <p:spPr>
          <a:xfrm xmlns:a="http://schemas.openxmlformats.org/drawingml/2006/main">
            <a:off x="647700" y="3657600"/>
            <a:ext cx="2609850" cy="409575"/>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FFFFFF"/>
                </a:solidFill>
                <a:latin typeface="Arial"/>
                <a:ea typeface="Arial"/>
                <a:cs typeface="Arial"/>
              </a:defRPr>
            </a:defPPr>
            <a:lvl1pPr algn="ctr">
              <a:defRPr sz="2025" b="1">
                <a:solidFill>
                  <a:srgbClr val="FFFFFF"/>
                </a:solidFill>
                <a:latin typeface="Arial"/>
                <a:ea typeface="Arial"/>
                <a:cs typeface="Arial"/>
              </a:defRPr>
            </a:lvl1pPr>
            <a:lvl2pPr algn="ctr">
              <a:defRPr sz="2025" b="1">
                <a:solidFill>
                  <a:srgbClr val="FFFFFF"/>
                </a:solidFill>
                <a:latin typeface="Arial"/>
                <a:ea typeface="Arial"/>
                <a:cs typeface="Arial"/>
              </a:defRPr>
            </a:lvl2pPr>
            <a:lvl3pPr algn="ctr">
              <a:defRPr sz="2025" b="1">
                <a:solidFill>
                  <a:srgbClr val="FFFFFF"/>
                </a:solidFill>
                <a:latin typeface="Arial"/>
                <a:ea typeface="Arial"/>
                <a:cs typeface="Arial"/>
              </a:defRPr>
            </a:lvl3pPr>
            <a:lvl4pPr algn="ctr">
              <a:defRPr sz="2025" b="1">
                <a:solidFill>
                  <a:srgbClr val="FFFFFF"/>
                </a:solidFill>
                <a:latin typeface="Arial"/>
                <a:ea typeface="Arial"/>
                <a:cs typeface="Arial"/>
              </a:defRPr>
            </a:lvl4pPr>
            <a:lvl5pPr algn="ctr">
              <a:defRPr sz="2025" b="1">
                <a:solidFill>
                  <a:srgbClr val="FFFFFF"/>
                </a:solidFill>
                <a:latin typeface="Arial"/>
                <a:ea typeface="Arial"/>
                <a:cs typeface="Arial"/>
              </a:defRPr>
            </a:lvl5pPr>
            <a:lvl6pPr algn="ctr">
              <a:defRPr sz="2025" b="1">
                <a:solidFill>
                  <a:srgbClr val="FFFFFF"/>
                </a:solidFill>
                <a:latin typeface="Arial"/>
                <a:ea typeface="Arial"/>
                <a:cs typeface="Arial"/>
              </a:defRPr>
            </a:lvl6pPr>
            <a:lvl7pPr algn="ctr">
              <a:defRPr sz="2025" b="1">
                <a:solidFill>
                  <a:srgbClr val="FFFFFF"/>
                </a:solidFill>
                <a:latin typeface="Arial"/>
                <a:ea typeface="Arial"/>
                <a:cs typeface="Arial"/>
              </a:defRPr>
            </a:lvl7pPr>
            <a:lvl8pPr algn="ctr">
              <a:defRPr sz="2025" b="1">
                <a:solidFill>
                  <a:srgbClr val="FFFFFF"/>
                </a:solidFill>
                <a:latin typeface="Arial"/>
                <a:ea typeface="Arial"/>
                <a:cs typeface="Arial"/>
              </a:defRPr>
            </a:lvl8pPr>
            <a:lvl9pPr algn="ctr">
              <a:defRPr sz="2025" b="1">
                <a:solidFill>
                  <a:srgbClr val="FFFFFF"/>
                </a:solidFill>
                <a:latin typeface="Arial"/>
                <a:ea typeface="Arial"/>
                <a:cs typeface="Arial"/>
              </a:defRPr>
            </a:lvl9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Middle office</a:t>
            </a:r>
          </a:p>
        </p:txBody>
      </p:sp>
      <p:sp>
        <p:nvSpPr>
          <p:cNvPr id="11" name="!!task.review">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73CF0F03-AB08-47A0-AF80-682435CAC7D0}"/>
              </a:ext>
            </a:extLst>
          </p:cNvPr>
          <p:cNvSpPr>
            <a:spLocks xmlns:a="http://schemas.openxmlformats.org/drawingml/2006/main" noGrp="1"/>
          </p:cNvSpPr>
          <p:nvPr/>
        </p:nvSpPr>
        <p:spPr>
          <a:xfrm xmlns:a="http://schemas.openxmlformats.org/drawingml/2006/main">
            <a:off x="762000" y="416242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Content review</a:t>
            </a:r>
          </a:p>
        </p:txBody>
      </p:sp>
      <p:sp>
        <p:nvSpPr>
          <p:cNvPr id="12" name="!!task.risk">
            <ns0:hlinkClick xmlns:ns0="http://schemas.openxmlformats.org/drawingml/2006/main" xmlns:ns1="http://schemas.openxmlformats.org/officeDocument/2006/relationships" ns1:id="rIdNavSlide19" action="ppaction://hlinksldjump" tooltip="Slide 19: Investigating a risk alert"/>
            <a:extLst xmlns:a="http://schemas.openxmlformats.org/drawingml/2006/main">
              <a:ext uri="{FF2B5EF4-FFF2-40B4-BE49-F238E27FC236}">
                <a16:creationId xmlns:a16="http://schemas.microsoft.com/office/drawing/2014/main" id="{E3A8571D-CD33-4E1C-917D-2E994B6CA7C2}"/>
              </a:ext>
            </a:extLst>
          </p:cNvPr>
          <p:cNvSpPr>
            <a:spLocks xmlns:a="http://schemas.openxmlformats.org/drawingml/2006/main" noGrp="1"/>
          </p:cNvSpPr>
          <p:nvPr/>
        </p:nvSpPr>
        <p:spPr>
          <a:xfrm xmlns:a="http://schemas.openxmlformats.org/drawingml/2006/main">
            <a:off x="762000" y="4476750"/>
            <a:ext cx="2381250" cy="304800"/>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1">
                <a:solidFill>
                  <a:srgbClr val="005A9C"/>
                </a:solidFill>
                <a:latin typeface="Arial"/>
                <a:ea typeface="Arial"/>
                <a:cs typeface="Arial"/>
              </a:defRPr>
            </a:defPPr>
            <a:lvl1pPr algn="ctr">
              <a:defRPr sz="1650" b="1">
                <a:solidFill>
                  <a:srgbClr val="005A9C"/>
                </a:solidFill>
                <a:latin typeface="Arial"/>
                <a:ea typeface="Arial"/>
                <a:cs typeface="Arial"/>
              </a:defRPr>
            </a:lvl1pPr>
            <a:lvl2pPr algn="ctr">
              <a:defRPr sz="1650" b="1">
                <a:solidFill>
                  <a:srgbClr val="005A9C"/>
                </a:solidFill>
                <a:latin typeface="Arial"/>
                <a:ea typeface="Arial"/>
                <a:cs typeface="Arial"/>
              </a:defRPr>
            </a:lvl2pPr>
            <a:lvl3pPr algn="ctr">
              <a:defRPr sz="1650" b="1">
                <a:solidFill>
                  <a:srgbClr val="005A9C"/>
                </a:solidFill>
                <a:latin typeface="Arial"/>
                <a:ea typeface="Arial"/>
                <a:cs typeface="Arial"/>
              </a:defRPr>
            </a:lvl3pPr>
            <a:lvl4pPr algn="ctr">
              <a:defRPr sz="1650" b="1">
                <a:solidFill>
                  <a:srgbClr val="005A9C"/>
                </a:solidFill>
                <a:latin typeface="Arial"/>
                <a:ea typeface="Arial"/>
                <a:cs typeface="Arial"/>
              </a:defRPr>
            </a:lvl4pPr>
            <a:lvl5pPr algn="ctr">
              <a:defRPr sz="1650" b="1">
                <a:solidFill>
                  <a:srgbClr val="005A9C"/>
                </a:solidFill>
                <a:latin typeface="Arial"/>
                <a:ea typeface="Arial"/>
                <a:cs typeface="Arial"/>
              </a:defRPr>
            </a:lvl5pPr>
            <a:lvl6pPr algn="ctr">
              <a:defRPr sz="1650" b="1">
                <a:solidFill>
                  <a:srgbClr val="005A9C"/>
                </a:solidFill>
                <a:latin typeface="Arial"/>
                <a:ea typeface="Arial"/>
                <a:cs typeface="Arial"/>
              </a:defRPr>
            </a:lvl6pPr>
            <a:lvl7pPr algn="ctr">
              <a:defRPr sz="1650" b="1">
                <a:solidFill>
                  <a:srgbClr val="005A9C"/>
                </a:solidFill>
                <a:latin typeface="Arial"/>
                <a:ea typeface="Arial"/>
                <a:cs typeface="Arial"/>
              </a:defRPr>
            </a:lvl7pPr>
            <a:lvl8pPr algn="ctr">
              <a:defRPr sz="1650" b="1">
                <a:solidFill>
                  <a:srgbClr val="005A9C"/>
                </a:solidFill>
                <a:latin typeface="Arial"/>
                <a:ea typeface="Arial"/>
                <a:cs typeface="Arial"/>
              </a:defRPr>
            </a:lvl8pPr>
            <a:lvl9pPr algn="ctr">
              <a:defRPr sz="1650" b="1">
                <a:solidFill>
                  <a:srgbClr val="005A9C"/>
                </a:solidFill>
                <a:latin typeface="Arial"/>
                <a:ea typeface="Arial"/>
                <a:cs typeface="Arial"/>
              </a:defRPr>
            </a:lvl9pPr>
          </a:lstStyle>
          <a:p xmlns:a="http://schemas.openxmlformats.org/drawingml/2006/main">
            <a:pPr algn="ctr">
              <a:defRPr sz="1650" b="1">
                <a:solidFill>
                  <a:srgbClr val="005A9C"/>
                </a:solidFill>
                <a:latin typeface="Arial"/>
                <a:ea typeface="Arial"/>
                <a:cs typeface="Arial"/>
              </a:defRPr>
            </a:pPr>
            <a:r>
              <a:rPr sz="1650" b="1">
                <a:solidFill>
                  <a:srgbClr val="005A9C"/>
                </a:solidFill>
                <a:latin typeface="Arial"/>
                <a:ea typeface="Arial"/>
                <a:cs typeface="Arial"/>
              </a:rPr>
              <a:t>Risk analysis</a:t>
            </a:r>
          </a:p>
        </p:txBody>
      </p:sp>
      <p:sp>
        <p:nvSpPr>
          <p:cNvPr id="13" name="!!map.back">
            <a:extLst xmlns:a="http://schemas.openxmlformats.org/drawingml/2006/main">
              <a:ext uri="{FF2B5EF4-FFF2-40B4-BE49-F238E27FC236}">
                <a16:creationId xmlns:a16="http://schemas.microsoft.com/office/drawing/2014/main" id="{FA99DDC4-BFAD-40E3-89B8-6FF4025144B3}"/>
              </a:ext>
            </a:extLst>
          </p:cNvPr>
          <p:cNvSpPr>
            <a:spLocks xmlns:a="http://schemas.openxmlformats.org/drawingml/2006/main" noGrp="1"/>
          </p:cNvSpPr>
          <p:nvPr/>
        </p:nvSpPr>
        <p:spPr>
          <a:xfrm xmlns:a="http://schemas.openxmlformats.org/drawingml/2006/main">
            <a:off x="647700" y="5324475"/>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14" name="!!nav.back">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BEA96D1F-E828-4E87-9CB1-E8A4EA5A99DD}"/>
              </a:ext>
            </a:extLst>
          </p:cNvPr>
          <p:cNvSpPr>
            <a:spLocks xmlns:a="http://schemas.openxmlformats.org/drawingml/2006/main" noGrp="1"/>
          </p:cNvSpPr>
          <p:nvPr/>
        </p:nvSpPr>
        <p:spPr>
          <a:xfrm xmlns:a="http://schemas.openxmlformats.org/drawingml/2006/main">
            <a:off x="647700" y="5324475"/>
            <a:ext cx="2609850" cy="409575"/>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005A9C"/>
                </a:solidFill>
                <a:latin typeface="Arial"/>
                <a:ea typeface="Arial"/>
                <a:cs typeface="Arial"/>
              </a:defRPr>
            </a:defPPr>
            <a:lvl1pPr algn="ctr">
              <a:defRPr sz="2025" b="1">
                <a:solidFill>
                  <a:srgbClr val="005A9C"/>
                </a:solidFill>
                <a:latin typeface="Arial"/>
                <a:ea typeface="Arial"/>
                <a:cs typeface="Arial"/>
              </a:defRPr>
            </a:lvl1pPr>
            <a:lvl2pPr algn="ctr">
              <a:defRPr sz="2025" b="1">
                <a:solidFill>
                  <a:srgbClr val="005A9C"/>
                </a:solidFill>
                <a:latin typeface="Arial"/>
                <a:ea typeface="Arial"/>
                <a:cs typeface="Arial"/>
              </a:defRPr>
            </a:lvl2pPr>
            <a:lvl3pPr algn="ctr">
              <a:defRPr sz="2025" b="1">
                <a:solidFill>
                  <a:srgbClr val="005A9C"/>
                </a:solidFill>
                <a:latin typeface="Arial"/>
                <a:ea typeface="Arial"/>
                <a:cs typeface="Arial"/>
              </a:defRPr>
            </a:lvl3pPr>
            <a:lvl4pPr algn="ctr">
              <a:defRPr sz="2025" b="1">
                <a:solidFill>
                  <a:srgbClr val="005A9C"/>
                </a:solidFill>
                <a:latin typeface="Arial"/>
                <a:ea typeface="Arial"/>
                <a:cs typeface="Arial"/>
              </a:defRPr>
            </a:lvl4pPr>
            <a:lvl5pPr algn="ctr">
              <a:defRPr sz="2025" b="1">
                <a:solidFill>
                  <a:srgbClr val="005A9C"/>
                </a:solidFill>
                <a:latin typeface="Arial"/>
                <a:ea typeface="Arial"/>
                <a:cs typeface="Arial"/>
              </a:defRPr>
            </a:lvl5pPr>
            <a:lvl6pPr algn="ctr">
              <a:defRPr sz="2025" b="1">
                <a:solidFill>
                  <a:srgbClr val="005A9C"/>
                </a:solidFill>
                <a:latin typeface="Arial"/>
                <a:ea typeface="Arial"/>
                <a:cs typeface="Arial"/>
              </a:defRPr>
            </a:lvl6pPr>
            <a:lvl7pPr algn="ctr">
              <a:defRPr sz="2025" b="1">
                <a:solidFill>
                  <a:srgbClr val="005A9C"/>
                </a:solidFill>
                <a:latin typeface="Arial"/>
                <a:ea typeface="Arial"/>
                <a:cs typeface="Arial"/>
              </a:defRPr>
            </a:lvl7pPr>
            <a:lvl8pPr algn="ctr">
              <a:defRPr sz="2025" b="1">
                <a:solidFill>
                  <a:srgbClr val="005A9C"/>
                </a:solidFill>
                <a:latin typeface="Arial"/>
                <a:ea typeface="Arial"/>
                <a:cs typeface="Arial"/>
              </a:defRPr>
            </a:lvl8pPr>
            <a:lvl9pPr algn="ctr">
              <a:defRPr sz="2025" b="1">
                <a:solidFill>
                  <a:srgbClr val="005A9C"/>
                </a:solidFill>
                <a:latin typeface="Arial"/>
                <a:ea typeface="Arial"/>
                <a:cs typeface="Arial"/>
              </a:defRPr>
            </a:lvl9pPr>
          </a:lstStyle>
          <a:p xmlns:a="http://schemas.openxmlformats.org/drawingml/2006/main">
            <a:pPr algn="ctr">
              <a:defRPr sz="2025" b="1">
                <a:solidFill>
                  <a:srgbClr val="005A9C"/>
                </a:solidFill>
                <a:latin typeface="Arial"/>
                <a:ea typeface="Arial"/>
                <a:cs typeface="Arial"/>
              </a:defRPr>
            </a:pPr>
            <a:r>
              <a:rPr sz="2025" b="1">
                <a:solidFill>
                  <a:srgbClr val="005A9C"/>
                </a:solidFill>
                <a:latin typeface="Arial"/>
                <a:ea typeface="Arial"/>
                <a:cs typeface="Arial"/>
              </a:rPr>
              <a:t>Back office</a:t>
            </a:r>
          </a:p>
        </p:txBody>
      </p:sp>
      <p:sp>
        <p:nvSpPr>
          <p:cNvPr id="15" name="!!task.files">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82BE4228-C9BB-4FC6-9766-064D0C8D858F}"/>
              </a:ext>
            </a:extLst>
          </p:cNvPr>
          <p:cNvSpPr>
            <a:spLocks xmlns:a="http://schemas.openxmlformats.org/drawingml/2006/main" noGrp="1"/>
          </p:cNvSpPr>
          <p:nvPr/>
        </p:nvSpPr>
        <p:spPr>
          <a:xfrm xmlns:a="http://schemas.openxmlformats.org/drawingml/2006/main">
            <a:off x="762000" y="582930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Document processing</a:t>
            </a:r>
          </a:p>
        </p:txBody>
      </p:sp>
      <p:sp>
        <p:nvSpPr>
          <p:cNvPr id="16" name="!!task.dev">
            <ns0:hlinkClick xmlns:ns0="http://schemas.openxmlformats.org/drawingml/2006/main" xmlns:ns1="http://schemas.openxmlformats.org/officeDocument/2006/relationships" ns1:id="rIdNavSlide25" action="ppaction://hlinksldjump" tooltip="Slide 25: Turning a business request into a working tool"/>
            <a:extLst xmlns:a="http://schemas.openxmlformats.org/drawingml/2006/main">
              <a:ext uri="{FF2B5EF4-FFF2-40B4-BE49-F238E27FC236}">
                <a16:creationId xmlns:a16="http://schemas.microsoft.com/office/drawing/2014/main" id="{9AFC6DC8-5BC9-4D29-82DA-AFFEEA2FCAFB}"/>
              </a:ext>
            </a:extLst>
          </p:cNvPr>
          <p:cNvSpPr>
            <a:spLocks xmlns:a="http://schemas.openxmlformats.org/drawingml/2006/main" noGrp="1"/>
          </p:cNvSpPr>
          <p:nvPr/>
        </p:nvSpPr>
        <p:spPr>
          <a:xfrm xmlns:a="http://schemas.openxmlformats.org/drawingml/2006/main">
            <a:off x="762000" y="614362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Tool development</a:t>
            </a:r>
          </a:p>
        </p:txBody>
      </p:sp>
      <p:sp>
        <p:nvSpPr>
          <p:cNvPr id="17" name="!!map.separator">
            <a:extLst xmlns:a="http://schemas.openxmlformats.org/drawingml/2006/main">
              <a:ext uri="{FF2B5EF4-FFF2-40B4-BE49-F238E27FC236}">
                <a16:creationId xmlns:a16="http://schemas.microsoft.com/office/drawing/2014/main" id="{71657DA1-CA17-4BAA-8E1E-50D94B078663}"/>
              </a:ext>
            </a:extLst>
          </p:cNvPr>
          <p:cNvSpPr>
            <a:spLocks xmlns:a="http://schemas.openxmlformats.org/drawingml/2006/main" noGrp="1"/>
          </p:cNvSpPr>
          <p:nvPr/>
        </p:nvSpPr>
        <p:spPr>
          <a:xfrm xmlns:a="http://schemas.openxmlformats.org/drawingml/2006/main" flipH="0" flipV="0">
            <a:off x="3600450" y="1990725"/>
            <a:ext cx="953" cy="5076825"/>
          </a:xfrm>
          <a:prstGeom xmlns:a="http://schemas.openxmlformats.org/drawingml/2006/main" prst="line">
            <a:avLst/>
          </a:prstGeom>
          <a:noFill xmlns:a="http://schemas.openxmlformats.org/drawingml/2006/main"/>
          <a:ln xmlns:a="http://schemas.openxmlformats.org/drawingml/2006/main" w="9525">
            <a:solidFill>
              <a:srgbClr val="BCC6CF"/>
            </a:solidFill>
            <a:prstDash val="solid"/>
          </a:ln>
        </p:spPr>
      </p:sp>
      <p:sp>
        <p:nvSpPr>
          <p:cNvPr id="18" name="!!nav.home">
            <ns0:hlinkClick xmlns:ns0="http://schemas.openxmlformats.org/drawingml/2006/main" xmlns:ns1="http://schemas.openxmlformats.org/officeDocument/2006/relationships" ns1:id="rIdNavSlide3" action="ppaction://hlinksldjump" tooltip="Slide 3: Seven workflows across the firm"/>
            <a:extLst xmlns:a="http://schemas.openxmlformats.org/drawingml/2006/main">
              <a:ext uri="{FF2B5EF4-FFF2-40B4-BE49-F238E27FC236}">
                <a16:creationId xmlns:a16="http://schemas.microsoft.com/office/drawing/2014/main" id="{6F0FD6DE-A9EA-47F4-97F5-5A2635A76AC2}"/>
              </a:ext>
            </a:extLst>
          </p:cNvPr>
          <p:cNvSpPr>
            <a:spLocks xmlns:a="http://schemas.openxmlformats.org/drawingml/2006/main" noGrp="1"/>
          </p:cNvSpPr>
          <p:nvPr/>
        </p:nvSpPr>
        <p:spPr>
          <a:xfrm xmlns:a="http://schemas.openxmlformats.org/drawingml/2006/main">
            <a:off x="647700" y="7496175"/>
            <a:ext cx="26098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BCC6CF"/>
            </a:solidFill>
            <a:prstDash val="solid"/>
          </a:ln>
        </p:spPr>
        <p:txBody>
          <a:bodyPr xmlns:a="http://schemas.openxmlformats.org/drawingml/2006/main" wrap="square" lIns="114300" tIns="0" rIns="114300" bIns="0" anchor="ctr">
            <a:noAutofit/>
          </a:bodyPr>
          <a:lstStyle xmlns:a="http://schemas.openxmlformats.org/drawingml/2006/main">
            <a:defPPr algn="ctr">
              <a:defRPr sz="1800" b="1">
                <a:solidFill>
                  <a:srgbClr val="005A9C"/>
                </a:solidFill>
                <a:latin typeface="Arial"/>
                <a:ea typeface="Arial"/>
                <a:cs typeface="Arial"/>
              </a:defRPr>
            </a:defPPr>
            <a:lvl1pPr algn="ctr">
              <a:defRPr sz="1800" b="1">
                <a:solidFill>
                  <a:srgbClr val="005A9C"/>
                </a:solidFill>
                <a:latin typeface="Arial"/>
                <a:ea typeface="Arial"/>
                <a:cs typeface="Arial"/>
              </a:defRPr>
            </a:lvl1pPr>
            <a:lvl2pPr algn="ctr">
              <a:defRPr sz="1800" b="1">
                <a:solidFill>
                  <a:srgbClr val="005A9C"/>
                </a:solidFill>
                <a:latin typeface="Arial"/>
                <a:ea typeface="Arial"/>
                <a:cs typeface="Arial"/>
              </a:defRPr>
            </a:lvl2pPr>
            <a:lvl3pPr algn="ctr">
              <a:defRPr sz="1800" b="1">
                <a:solidFill>
                  <a:srgbClr val="005A9C"/>
                </a:solidFill>
                <a:latin typeface="Arial"/>
                <a:ea typeface="Arial"/>
                <a:cs typeface="Arial"/>
              </a:defRPr>
            </a:lvl3pPr>
            <a:lvl4pPr algn="ctr">
              <a:defRPr sz="1800" b="1">
                <a:solidFill>
                  <a:srgbClr val="005A9C"/>
                </a:solidFill>
                <a:latin typeface="Arial"/>
                <a:ea typeface="Arial"/>
                <a:cs typeface="Arial"/>
              </a:defRPr>
            </a:lvl4pPr>
            <a:lvl5pPr algn="ctr">
              <a:defRPr sz="1800" b="1">
                <a:solidFill>
                  <a:srgbClr val="005A9C"/>
                </a:solidFill>
                <a:latin typeface="Arial"/>
                <a:ea typeface="Arial"/>
                <a:cs typeface="Arial"/>
              </a:defRPr>
            </a:lvl5pPr>
            <a:lvl6pPr algn="ctr">
              <a:defRPr sz="1800" b="1">
                <a:solidFill>
                  <a:srgbClr val="005A9C"/>
                </a:solidFill>
                <a:latin typeface="Arial"/>
                <a:ea typeface="Arial"/>
                <a:cs typeface="Arial"/>
              </a:defRPr>
            </a:lvl6pPr>
            <a:lvl7pPr algn="ctr">
              <a:defRPr sz="1800" b="1">
                <a:solidFill>
                  <a:srgbClr val="005A9C"/>
                </a:solidFill>
                <a:latin typeface="Arial"/>
                <a:ea typeface="Arial"/>
                <a:cs typeface="Arial"/>
              </a:defRPr>
            </a:lvl7pPr>
            <a:lvl8pPr algn="ctr">
              <a:defRPr sz="1800" b="1">
                <a:solidFill>
                  <a:srgbClr val="005A9C"/>
                </a:solidFill>
                <a:latin typeface="Arial"/>
                <a:ea typeface="Arial"/>
                <a:cs typeface="Arial"/>
              </a:defRPr>
            </a:lvl8pPr>
            <a:lvl9pPr algn="ctr">
              <a:defRPr sz="1800" b="1">
                <a:solidFill>
                  <a:srgbClr val="005A9C"/>
                </a:solidFill>
                <a:latin typeface="Arial"/>
                <a:ea typeface="Arial"/>
                <a:cs typeface="Arial"/>
              </a:defRPr>
            </a:lvl9pPr>
          </a:lstStyle>
          <a:p xmlns:a="http://schemas.openxmlformats.org/drawingml/2006/main">
            <a:pPr algn="ctr">
              <a:defRPr sz="1800" b="1">
                <a:solidFill>
                  <a:srgbClr val="005A9C"/>
                </a:solidFill>
                <a:latin typeface="Arial"/>
                <a:ea typeface="Arial"/>
                <a:cs typeface="Arial"/>
              </a:defRPr>
            </a:pPr>
            <a:r>
              <a:rPr sz="1800" b="1">
                <a:solidFill>
                  <a:srgbClr val="005A9C"/>
                </a:solidFill>
                <a:latin typeface="Arial"/>
                <a:ea typeface="Arial"/>
                <a:cs typeface="Arial"/>
              </a:rPr>
              <a:t>Firm overview</a:t>
            </a:r>
          </a:p>
        </p:txBody>
      </p:sp>
      <p:sp>
        <p:nvSpPr>
          <p:cNvPr id="19" name="!!page">
            <a:extLst xmlns:a="http://schemas.openxmlformats.org/drawingml/2006/main">
              <a:ext uri="{FF2B5EF4-FFF2-40B4-BE49-F238E27FC236}">
                <a16:creationId xmlns:a16="http://schemas.microsoft.com/office/drawing/2014/main" id="{EB05B65D-FF14-4F9A-83C2-FA6BA58A5321}"/>
              </a:ext>
            </a:extLst>
          </p:cNvPr>
          <p:cNvSpPr>
            <a:spLocks xmlns:a="http://schemas.openxmlformats.org/drawingml/2006/main" noGrp="1"/>
          </p:cNvSpPr>
          <p:nvPr/>
        </p:nvSpPr>
        <p:spPr>
          <a:xfrm xmlns:a="http://schemas.openxmlformats.org/drawingml/2006/main">
            <a:off x="11144250" y="7591425"/>
            <a:ext cx="904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650" b="0">
                <a:solidFill>
                  <a:srgbClr val="707C88"/>
                </a:solidFill>
                <a:latin typeface="Arial"/>
                <a:ea typeface="Arial"/>
                <a:cs typeface="Arial"/>
              </a:defRPr>
            </a:defPPr>
            <a:lvl1pPr algn="r">
              <a:defRPr sz="1650" b="0">
                <a:solidFill>
                  <a:srgbClr val="707C88"/>
                </a:solidFill>
                <a:latin typeface="Arial"/>
                <a:ea typeface="Arial"/>
                <a:cs typeface="Arial"/>
              </a:defRPr>
            </a:lvl1pPr>
            <a:lvl2pPr algn="r">
              <a:defRPr sz="1650" b="0">
                <a:solidFill>
                  <a:srgbClr val="707C88"/>
                </a:solidFill>
                <a:latin typeface="Arial"/>
                <a:ea typeface="Arial"/>
                <a:cs typeface="Arial"/>
              </a:defRPr>
            </a:lvl2pPr>
            <a:lvl3pPr algn="r">
              <a:defRPr sz="1650" b="0">
                <a:solidFill>
                  <a:srgbClr val="707C88"/>
                </a:solidFill>
                <a:latin typeface="Arial"/>
                <a:ea typeface="Arial"/>
                <a:cs typeface="Arial"/>
              </a:defRPr>
            </a:lvl3pPr>
            <a:lvl4pPr algn="r">
              <a:defRPr sz="1650" b="0">
                <a:solidFill>
                  <a:srgbClr val="707C88"/>
                </a:solidFill>
                <a:latin typeface="Arial"/>
                <a:ea typeface="Arial"/>
                <a:cs typeface="Arial"/>
              </a:defRPr>
            </a:lvl4pPr>
            <a:lvl5pPr algn="r">
              <a:defRPr sz="1650" b="0">
                <a:solidFill>
                  <a:srgbClr val="707C88"/>
                </a:solidFill>
                <a:latin typeface="Arial"/>
                <a:ea typeface="Arial"/>
                <a:cs typeface="Arial"/>
              </a:defRPr>
            </a:lvl5pPr>
            <a:lvl6pPr algn="r">
              <a:defRPr sz="1650" b="0">
                <a:solidFill>
                  <a:srgbClr val="707C88"/>
                </a:solidFill>
                <a:latin typeface="Arial"/>
                <a:ea typeface="Arial"/>
                <a:cs typeface="Arial"/>
              </a:defRPr>
            </a:lvl6pPr>
            <a:lvl7pPr algn="r">
              <a:defRPr sz="1650" b="0">
                <a:solidFill>
                  <a:srgbClr val="707C88"/>
                </a:solidFill>
                <a:latin typeface="Arial"/>
                <a:ea typeface="Arial"/>
                <a:cs typeface="Arial"/>
              </a:defRPr>
            </a:lvl7pPr>
            <a:lvl8pPr algn="r">
              <a:defRPr sz="1650" b="0">
                <a:solidFill>
                  <a:srgbClr val="707C88"/>
                </a:solidFill>
                <a:latin typeface="Arial"/>
                <a:ea typeface="Arial"/>
                <a:cs typeface="Arial"/>
              </a:defRPr>
            </a:lvl8pPr>
            <a:lvl9pPr algn="r">
              <a:defRPr sz="1650" b="0">
                <a:solidFill>
                  <a:srgbClr val="707C88"/>
                </a:solidFill>
                <a:latin typeface="Arial"/>
                <a:ea typeface="Arial"/>
                <a:cs typeface="Arial"/>
              </a:defRPr>
            </a:lvl9pPr>
          </a:lstStyle>
          <a:p xmlns:a="http://schemas.openxmlformats.org/drawingml/2006/main">
            <a:pPr algn="r">
              <a:defRPr sz="1650" b="0">
                <a:solidFill>
                  <a:srgbClr val="707C88"/>
                </a:solidFill>
                <a:latin typeface="Arial"/>
                <a:ea typeface="Arial"/>
                <a:cs typeface="Arial"/>
              </a:defRPr>
            </a:pPr>
            <a:r>
              <a:rPr sz="1650" b="0">
                <a:solidFill>
                  <a:srgbClr val="707C88"/>
                </a:solidFill>
                <a:latin typeface="Arial"/>
                <a:ea typeface="Arial"/>
                <a:cs typeface="Arial"/>
              </a:rPr>
              <a:t>20 / 33</a:t>
            </a:r>
          </a:p>
        </p:txBody>
      </p:sp>
      <p:sp>
        <p:nvSpPr>
          <p:cNvPr id="20" name="!!nav.prev">
            <ns0:hlinkClick xmlns:ns0="http://schemas.openxmlformats.org/drawingml/2006/main" xmlns:ns1="http://schemas.openxmlformats.org/officeDocument/2006/relationships" ns1:id="rIdNavSlide19" action="ppaction://hlinksldjump" tooltip="Slide 19: Investigating a risk alert"/>
            <a:extLst xmlns:a="http://schemas.openxmlformats.org/drawingml/2006/main">
              <a:ext uri="{FF2B5EF4-FFF2-40B4-BE49-F238E27FC236}">
                <a16:creationId xmlns:a16="http://schemas.microsoft.com/office/drawing/2014/main" id="{78DC6A4D-81EF-4DBB-A2D1-3979FE520C93}"/>
              </a:ext>
            </a:extLst>
          </p:cNvPr>
          <p:cNvSpPr>
            <a:spLocks xmlns:a="http://schemas.openxmlformats.org/drawingml/2006/main" noGrp="1"/>
          </p:cNvSpPr>
          <p:nvPr/>
        </p:nvSpPr>
        <p:spPr>
          <a:xfrm xmlns:a="http://schemas.openxmlformats.org/drawingml/2006/main">
            <a:off x="12287250" y="7496175"/>
            <a:ext cx="1047750" cy="4572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725" b="1">
                <a:solidFill>
                  <a:srgbClr val="005A9C"/>
                </a:solidFill>
                <a:latin typeface="Arial"/>
                <a:ea typeface="Arial"/>
                <a:cs typeface="Arial"/>
              </a:defRPr>
            </a:defPPr>
            <a:lvl1pPr algn="ctr">
              <a:defRPr sz="1725" b="1">
                <a:solidFill>
                  <a:srgbClr val="005A9C"/>
                </a:solidFill>
                <a:latin typeface="Arial"/>
                <a:ea typeface="Arial"/>
                <a:cs typeface="Arial"/>
              </a:defRPr>
            </a:lvl1pPr>
            <a:lvl2pPr algn="ctr">
              <a:defRPr sz="1725" b="1">
                <a:solidFill>
                  <a:srgbClr val="005A9C"/>
                </a:solidFill>
                <a:latin typeface="Arial"/>
                <a:ea typeface="Arial"/>
                <a:cs typeface="Arial"/>
              </a:defRPr>
            </a:lvl2pPr>
            <a:lvl3pPr algn="ctr">
              <a:defRPr sz="1725" b="1">
                <a:solidFill>
                  <a:srgbClr val="005A9C"/>
                </a:solidFill>
                <a:latin typeface="Arial"/>
                <a:ea typeface="Arial"/>
                <a:cs typeface="Arial"/>
              </a:defRPr>
            </a:lvl3pPr>
            <a:lvl4pPr algn="ctr">
              <a:defRPr sz="1725" b="1">
                <a:solidFill>
                  <a:srgbClr val="005A9C"/>
                </a:solidFill>
                <a:latin typeface="Arial"/>
                <a:ea typeface="Arial"/>
                <a:cs typeface="Arial"/>
              </a:defRPr>
            </a:lvl4pPr>
            <a:lvl5pPr algn="ctr">
              <a:defRPr sz="1725" b="1">
                <a:solidFill>
                  <a:srgbClr val="005A9C"/>
                </a:solidFill>
                <a:latin typeface="Arial"/>
                <a:ea typeface="Arial"/>
                <a:cs typeface="Arial"/>
              </a:defRPr>
            </a:lvl5pPr>
            <a:lvl6pPr algn="ctr">
              <a:defRPr sz="1725" b="1">
                <a:solidFill>
                  <a:srgbClr val="005A9C"/>
                </a:solidFill>
                <a:latin typeface="Arial"/>
                <a:ea typeface="Arial"/>
                <a:cs typeface="Arial"/>
              </a:defRPr>
            </a:lvl6pPr>
            <a:lvl7pPr algn="ctr">
              <a:defRPr sz="1725" b="1">
                <a:solidFill>
                  <a:srgbClr val="005A9C"/>
                </a:solidFill>
                <a:latin typeface="Arial"/>
                <a:ea typeface="Arial"/>
                <a:cs typeface="Arial"/>
              </a:defRPr>
            </a:lvl7pPr>
            <a:lvl8pPr algn="ctr">
              <a:defRPr sz="1725" b="1">
                <a:solidFill>
                  <a:srgbClr val="005A9C"/>
                </a:solidFill>
                <a:latin typeface="Arial"/>
                <a:ea typeface="Arial"/>
                <a:cs typeface="Arial"/>
              </a:defRPr>
            </a:lvl8pPr>
            <a:lvl9pPr algn="ctr">
              <a:defRPr sz="1725" b="1">
                <a:solidFill>
                  <a:srgbClr val="005A9C"/>
                </a:solidFill>
                <a:latin typeface="Arial"/>
                <a:ea typeface="Arial"/>
                <a:cs typeface="Arial"/>
              </a:defRPr>
            </a:lvl9pPr>
          </a:lstStyle>
          <a:p xmlns:a="http://schemas.openxmlformats.org/drawingml/2006/main">
            <a:pPr algn="ctr">
              <a:defRPr sz="1725" b="1">
                <a:solidFill>
                  <a:srgbClr val="005A9C"/>
                </a:solidFill>
                <a:latin typeface="Arial"/>
                <a:ea typeface="Arial"/>
                <a:cs typeface="Arial"/>
              </a:defRPr>
            </a:pPr>
            <a:r>
              <a:rPr sz="1725" b="1">
                <a:solidFill>
                  <a:srgbClr val="005A9C"/>
                </a:solidFill>
                <a:latin typeface="Arial"/>
                <a:ea typeface="Arial"/>
                <a:cs typeface="Arial"/>
              </a:rPr>
              <a:t>Back</a:t>
            </a:r>
          </a:p>
        </p:txBody>
      </p:sp>
      <p:sp>
        <p:nvSpPr>
          <p:cNvPr id="21" name="!!nav.next">
            <ns0:hlinkClick xmlns:ns0="http://schemas.openxmlformats.org/drawingml/2006/main" xmlns:ns1="http://schemas.openxmlformats.org/officeDocument/2006/relationships" ns1:id="rIdNavSlide21" action="ppaction://hlinksldjump" tooltip="Slide 21: Proposed risk assessment and follow-up"/>
            <a:extLst xmlns:a="http://schemas.openxmlformats.org/drawingml/2006/main">
              <a:ext uri="{FF2B5EF4-FFF2-40B4-BE49-F238E27FC236}">
                <a16:creationId xmlns:a16="http://schemas.microsoft.com/office/drawing/2014/main" id="{CA8A877E-7007-497B-A555-0748E4EF5952}"/>
              </a:ext>
            </a:extLst>
          </p:cNvPr>
          <p:cNvSpPr>
            <a:spLocks xmlns:a="http://schemas.openxmlformats.org/drawingml/2006/main" noGrp="1"/>
          </p:cNvSpPr>
          <p:nvPr/>
        </p:nvSpPr>
        <p:spPr>
          <a:xfrm xmlns:a="http://schemas.openxmlformats.org/drawingml/2006/main">
            <a:off x="13506450" y="7496175"/>
            <a:ext cx="1085850" cy="45720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725" b="1">
                <a:solidFill>
                  <a:srgbClr val="FFFFFF"/>
                </a:solidFill>
                <a:latin typeface="Arial"/>
                <a:ea typeface="Arial"/>
                <a:cs typeface="Arial"/>
              </a:defRPr>
            </a:defPPr>
            <a:lvl1pPr algn="ctr">
              <a:defRPr sz="1725" b="1">
                <a:solidFill>
                  <a:srgbClr val="FFFFFF"/>
                </a:solidFill>
                <a:latin typeface="Arial"/>
                <a:ea typeface="Arial"/>
                <a:cs typeface="Arial"/>
              </a:defRPr>
            </a:lvl1pPr>
            <a:lvl2pPr algn="ctr">
              <a:defRPr sz="1725" b="1">
                <a:solidFill>
                  <a:srgbClr val="FFFFFF"/>
                </a:solidFill>
                <a:latin typeface="Arial"/>
                <a:ea typeface="Arial"/>
                <a:cs typeface="Arial"/>
              </a:defRPr>
            </a:lvl2pPr>
            <a:lvl3pPr algn="ctr">
              <a:defRPr sz="1725" b="1">
                <a:solidFill>
                  <a:srgbClr val="FFFFFF"/>
                </a:solidFill>
                <a:latin typeface="Arial"/>
                <a:ea typeface="Arial"/>
                <a:cs typeface="Arial"/>
              </a:defRPr>
            </a:lvl3pPr>
            <a:lvl4pPr algn="ctr">
              <a:defRPr sz="1725" b="1">
                <a:solidFill>
                  <a:srgbClr val="FFFFFF"/>
                </a:solidFill>
                <a:latin typeface="Arial"/>
                <a:ea typeface="Arial"/>
                <a:cs typeface="Arial"/>
              </a:defRPr>
            </a:lvl4pPr>
            <a:lvl5pPr algn="ctr">
              <a:defRPr sz="1725" b="1">
                <a:solidFill>
                  <a:srgbClr val="FFFFFF"/>
                </a:solidFill>
                <a:latin typeface="Arial"/>
                <a:ea typeface="Arial"/>
                <a:cs typeface="Arial"/>
              </a:defRPr>
            </a:lvl5pPr>
            <a:lvl6pPr algn="ctr">
              <a:defRPr sz="1725" b="1">
                <a:solidFill>
                  <a:srgbClr val="FFFFFF"/>
                </a:solidFill>
                <a:latin typeface="Arial"/>
                <a:ea typeface="Arial"/>
                <a:cs typeface="Arial"/>
              </a:defRPr>
            </a:lvl6pPr>
            <a:lvl7pPr algn="ctr">
              <a:defRPr sz="1725" b="1">
                <a:solidFill>
                  <a:srgbClr val="FFFFFF"/>
                </a:solidFill>
                <a:latin typeface="Arial"/>
                <a:ea typeface="Arial"/>
                <a:cs typeface="Arial"/>
              </a:defRPr>
            </a:lvl7pPr>
            <a:lvl8pPr algn="ctr">
              <a:defRPr sz="1725" b="1">
                <a:solidFill>
                  <a:srgbClr val="FFFFFF"/>
                </a:solidFill>
                <a:latin typeface="Arial"/>
                <a:ea typeface="Arial"/>
                <a:cs typeface="Arial"/>
              </a:defRPr>
            </a:lvl8pPr>
            <a:lvl9pPr algn="ctr">
              <a:defRPr sz="1725" b="1">
                <a:solidFill>
                  <a:srgbClr val="FFFFFF"/>
                </a:solidFill>
                <a:latin typeface="Arial"/>
                <a:ea typeface="Arial"/>
                <a:cs typeface="Arial"/>
              </a:defRPr>
            </a:lvl9pPr>
          </a:lstStyle>
          <a:p xmlns:a="http://schemas.openxmlformats.org/drawingml/2006/main">
            <a:pPr algn="ctr">
              <a:defRPr sz="1725" b="1">
                <a:solidFill>
                  <a:srgbClr val="FFFFFF"/>
                </a:solidFill>
                <a:latin typeface="Arial"/>
                <a:ea typeface="Arial"/>
                <a:cs typeface="Arial"/>
              </a:defRPr>
            </a:pPr>
            <a:r>
              <a:rPr sz="1725" b="1">
                <a:solidFill>
                  <a:srgbClr val="FFFFFF"/>
                </a:solidFill>
                <a:latin typeface="Arial"/>
                <a:ea typeface="Arial"/>
                <a:cs typeface="Arial"/>
              </a:rPr>
              <a:t>Next</a:t>
            </a:r>
          </a:p>
        </p:txBody>
      </p:sp>
      <p:sp>
        <p:nvSpPr>
          <p:cNvPr id="22" name="!!footer.rule">
            <a:extLst xmlns:a="http://schemas.openxmlformats.org/drawingml/2006/main">
              <a:ext uri="{FF2B5EF4-FFF2-40B4-BE49-F238E27FC236}">
                <a16:creationId xmlns:a16="http://schemas.microsoft.com/office/drawing/2014/main" id="{DA1634F0-599C-4C28-9E63-8D56BB6173C1}"/>
              </a:ext>
            </a:extLst>
          </p:cNvPr>
          <p:cNvSpPr>
            <a:spLocks xmlns:a="http://schemas.openxmlformats.org/drawingml/2006/main" noGrp="1"/>
          </p:cNvSpPr>
          <p:nvPr/>
        </p:nvSpPr>
        <p:spPr>
          <a:xfrm xmlns:a="http://schemas.openxmlformats.org/drawingml/2006/main" flipH="0" flipV="0">
            <a:off x="647700" y="8134350"/>
            <a:ext cx="13944600" cy="953"/>
          </a:xfrm>
          <a:prstGeom xmlns:a="http://schemas.openxmlformats.org/drawingml/2006/main" prst="line">
            <a:avLst/>
          </a:prstGeom>
          <a:noFill xmlns:a="http://schemas.openxmlformats.org/drawingml/2006/main"/>
          <a:ln xmlns:a="http://schemas.openxmlformats.org/drawingml/2006/main" w="9525">
            <a:solidFill>
              <a:srgbClr val="BCC6CF"/>
            </a:solidFill>
            <a:prstDash val="solid"/>
          </a:ln>
        </p:spPr>
      </p:sp>
      <p:sp>
        <p:nvSpPr>
          <p:cNvPr id="23" name="!!source">
            <a:extLst xmlns:a="http://schemas.openxmlformats.org/drawingml/2006/main">
              <a:ext uri="{FF2B5EF4-FFF2-40B4-BE49-F238E27FC236}">
                <a16:creationId xmlns:a16="http://schemas.microsoft.com/office/drawing/2014/main" id="{3A4F4B7A-0F79-432F-BA0D-C006E5649533}"/>
              </a:ext>
            </a:extLst>
          </p:cNvPr>
          <p:cNvSpPr>
            <a:spLocks xmlns:a="http://schemas.openxmlformats.org/drawingml/2006/main" noGrp="1"/>
          </p:cNvSpPr>
          <p:nvPr/>
        </p:nvSpPr>
        <p:spPr>
          <a:xfrm xmlns:a="http://schemas.openxmlformats.org/drawingml/2006/main">
            <a:off x="647700" y="8267700"/>
            <a:ext cx="13944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707C88"/>
                </a:solidFill>
                <a:latin typeface="Arial"/>
                <a:ea typeface="Arial"/>
                <a:cs typeface="Arial"/>
              </a:defRPr>
            </a:defPPr>
            <a:lvl1pPr algn="l">
              <a:defRPr sz="1050" b="0">
                <a:solidFill>
                  <a:srgbClr val="707C88"/>
                </a:solidFill>
                <a:latin typeface="Arial"/>
                <a:ea typeface="Arial"/>
                <a:cs typeface="Arial"/>
              </a:defRPr>
            </a:lvl1pPr>
            <a:lvl2pPr algn="l">
              <a:defRPr sz="1050" b="0">
                <a:solidFill>
                  <a:srgbClr val="707C88"/>
                </a:solidFill>
                <a:latin typeface="Arial"/>
                <a:ea typeface="Arial"/>
                <a:cs typeface="Arial"/>
              </a:defRPr>
            </a:lvl2pPr>
            <a:lvl3pPr algn="l">
              <a:defRPr sz="1050" b="0">
                <a:solidFill>
                  <a:srgbClr val="707C88"/>
                </a:solidFill>
                <a:latin typeface="Arial"/>
                <a:ea typeface="Arial"/>
                <a:cs typeface="Arial"/>
              </a:defRPr>
            </a:lvl3pPr>
            <a:lvl4pPr algn="l">
              <a:defRPr sz="1050" b="0">
                <a:solidFill>
                  <a:srgbClr val="707C88"/>
                </a:solidFill>
                <a:latin typeface="Arial"/>
                <a:ea typeface="Arial"/>
                <a:cs typeface="Arial"/>
              </a:defRPr>
            </a:lvl4pPr>
            <a:lvl5pPr algn="l">
              <a:defRPr sz="1050" b="0">
                <a:solidFill>
                  <a:srgbClr val="707C88"/>
                </a:solidFill>
                <a:latin typeface="Arial"/>
                <a:ea typeface="Arial"/>
                <a:cs typeface="Arial"/>
              </a:defRPr>
            </a:lvl5pPr>
            <a:lvl6pPr algn="l">
              <a:defRPr sz="1050" b="0">
                <a:solidFill>
                  <a:srgbClr val="707C88"/>
                </a:solidFill>
                <a:latin typeface="Arial"/>
                <a:ea typeface="Arial"/>
                <a:cs typeface="Arial"/>
              </a:defRPr>
            </a:lvl6pPr>
            <a:lvl7pPr algn="l">
              <a:defRPr sz="1050" b="0">
                <a:solidFill>
                  <a:srgbClr val="707C88"/>
                </a:solidFill>
                <a:latin typeface="Arial"/>
                <a:ea typeface="Arial"/>
                <a:cs typeface="Arial"/>
              </a:defRPr>
            </a:lvl7pPr>
            <a:lvl8pPr algn="l">
              <a:defRPr sz="1050" b="0">
                <a:solidFill>
                  <a:srgbClr val="707C88"/>
                </a:solidFill>
                <a:latin typeface="Arial"/>
                <a:ea typeface="Arial"/>
                <a:cs typeface="Arial"/>
              </a:defRPr>
            </a:lvl8pPr>
            <a:lvl9pPr algn="l">
              <a:defRPr sz="1050" b="0">
                <a:solidFill>
                  <a:srgbClr val="707C88"/>
                </a:solidFill>
                <a:latin typeface="Arial"/>
                <a:ea typeface="Arial"/>
                <a:cs typeface="Arial"/>
              </a:defRPr>
            </a:lvl9pPr>
          </a:lstStyle>
          <a:p xmlns:a="http://schemas.openxmlformats.org/drawingml/2006/main">
            <a:pPr algn="l">
              <a:defRPr sz="1050" b="0">
                <a:solidFill>
                  <a:srgbClr val="707C88"/>
                </a:solidFill>
                <a:latin typeface="Arial"/>
                <a:ea typeface="Arial"/>
                <a:cs typeface="Arial"/>
              </a:defRPr>
            </a:pPr>
            <a:r>
              <a:rPr sz="1050" b="0">
                <a:solidFill>
                  <a:srgbClr val="707C88"/>
                </a:solidFill>
                <a:latin typeface="Arial"/>
                <a:ea typeface="Arial"/>
                <a:cs typeface="Arial"/>
              </a:rPr>
              <a:t>Sources: China Universal; Tianhong / AMAC</a:t>
            </a:r>
          </a:p>
        </p:txBody>
      </p:sp>
      <p:sp>
        <p:nvSpPr>
          <p:cNvPr id="24" name="!!risk.htf">
            <a:extLst xmlns:a="http://schemas.openxmlformats.org/drawingml/2006/main">
              <a:ext uri="{FF2B5EF4-FFF2-40B4-BE49-F238E27FC236}">
                <a16:creationId xmlns:a16="http://schemas.microsoft.com/office/drawing/2014/main" id="{4EC5D846-1989-42C7-83AC-B2049ECFB4EA}"/>
              </a:ext>
            </a:extLst>
          </p:cNvPr>
          <p:cNvSpPr>
            <a:spLocks xmlns:a="http://schemas.openxmlformats.org/drawingml/2006/main" noGrp="1"/>
          </p:cNvSpPr>
          <p:nvPr/>
        </p:nvSpPr>
        <p:spPr>
          <a:xfrm xmlns:a="http://schemas.openxmlformats.org/drawingml/2006/main">
            <a:off x="4057650" y="2190750"/>
            <a:ext cx="4962525" cy="45720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FFFFFF"/>
                </a:solidFill>
                <a:latin typeface="Arial"/>
                <a:ea typeface="Arial"/>
                <a:cs typeface="Arial"/>
              </a:defRPr>
            </a:defPPr>
            <a:lvl1pPr algn="ctr">
              <a:defRPr sz="2025" b="1">
                <a:solidFill>
                  <a:srgbClr val="FFFFFF"/>
                </a:solidFill>
                <a:latin typeface="Arial"/>
                <a:ea typeface="Arial"/>
                <a:cs typeface="Arial"/>
              </a:defRPr>
            </a:lvl1pPr>
            <a:lvl2pPr algn="ctr">
              <a:defRPr sz="2025" b="1">
                <a:solidFill>
                  <a:srgbClr val="FFFFFF"/>
                </a:solidFill>
                <a:latin typeface="Arial"/>
                <a:ea typeface="Arial"/>
                <a:cs typeface="Arial"/>
              </a:defRPr>
            </a:lvl2pPr>
            <a:lvl3pPr algn="ctr">
              <a:defRPr sz="2025" b="1">
                <a:solidFill>
                  <a:srgbClr val="FFFFFF"/>
                </a:solidFill>
                <a:latin typeface="Arial"/>
                <a:ea typeface="Arial"/>
                <a:cs typeface="Arial"/>
              </a:defRPr>
            </a:lvl3pPr>
            <a:lvl4pPr algn="ctr">
              <a:defRPr sz="2025" b="1">
                <a:solidFill>
                  <a:srgbClr val="FFFFFF"/>
                </a:solidFill>
                <a:latin typeface="Arial"/>
                <a:ea typeface="Arial"/>
                <a:cs typeface="Arial"/>
              </a:defRPr>
            </a:lvl4pPr>
            <a:lvl5pPr algn="ctr">
              <a:defRPr sz="2025" b="1">
                <a:solidFill>
                  <a:srgbClr val="FFFFFF"/>
                </a:solidFill>
                <a:latin typeface="Arial"/>
                <a:ea typeface="Arial"/>
                <a:cs typeface="Arial"/>
              </a:defRPr>
            </a:lvl5pPr>
            <a:lvl6pPr algn="ctr">
              <a:defRPr sz="2025" b="1">
                <a:solidFill>
                  <a:srgbClr val="FFFFFF"/>
                </a:solidFill>
                <a:latin typeface="Arial"/>
                <a:ea typeface="Arial"/>
                <a:cs typeface="Arial"/>
              </a:defRPr>
            </a:lvl6pPr>
            <a:lvl7pPr algn="ctr">
              <a:defRPr sz="2025" b="1">
                <a:solidFill>
                  <a:srgbClr val="FFFFFF"/>
                </a:solidFill>
                <a:latin typeface="Arial"/>
                <a:ea typeface="Arial"/>
                <a:cs typeface="Arial"/>
              </a:defRPr>
            </a:lvl7pPr>
            <a:lvl8pPr algn="ctr">
              <a:defRPr sz="2025" b="1">
                <a:solidFill>
                  <a:srgbClr val="FFFFFF"/>
                </a:solidFill>
                <a:latin typeface="Arial"/>
                <a:ea typeface="Arial"/>
                <a:cs typeface="Arial"/>
              </a:defRPr>
            </a:lvl8pPr>
            <a:lvl9pPr algn="ctr">
              <a:defRPr sz="2025" b="1">
                <a:solidFill>
                  <a:srgbClr val="FFFFFF"/>
                </a:solidFill>
                <a:latin typeface="Arial"/>
                <a:ea typeface="Arial"/>
                <a:cs typeface="Arial"/>
              </a:defRPr>
            </a:lvl9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China Universal</a:t>
            </a:r>
          </a:p>
        </p:txBody>
      </p:sp>
      <p:sp>
        <p:nvSpPr>
          <p:cNvPr id="25" name="!!risk.th">
            <a:extLst xmlns:a="http://schemas.openxmlformats.org/drawingml/2006/main">
              <a:ext uri="{FF2B5EF4-FFF2-40B4-BE49-F238E27FC236}">
                <a16:creationId xmlns:a16="http://schemas.microsoft.com/office/drawing/2014/main" id="{DF8CE340-15DA-41C7-A380-FDDD0997F8A9}"/>
              </a:ext>
            </a:extLst>
          </p:cNvPr>
          <p:cNvSpPr>
            <a:spLocks xmlns:a="http://schemas.openxmlformats.org/drawingml/2006/main" noGrp="1"/>
          </p:cNvSpPr>
          <p:nvPr/>
        </p:nvSpPr>
        <p:spPr>
          <a:xfrm xmlns:a="http://schemas.openxmlformats.org/drawingml/2006/main">
            <a:off x="9629775" y="2190750"/>
            <a:ext cx="4962525" cy="45720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FFFFFF"/>
                </a:solidFill>
                <a:latin typeface="Arial"/>
                <a:ea typeface="Arial"/>
                <a:cs typeface="Arial"/>
              </a:defRPr>
            </a:defPPr>
            <a:lvl1pPr algn="ctr">
              <a:defRPr sz="2025" b="1">
                <a:solidFill>
                  <a:srgbClr val="FFFFFF"/>
                </a:solidFill>
                <a:latin typeface="Arial"/>
                <a:ea typeface="Arial"/>
                <a:cs typeface="Arial"/>
              </a:defRPr>
            </a:lvl1pPr>
            <a:lvl2pPr algn="ctr">
              <a:defRPr sz="2025" b="1">
                <a:solidFill>
                  <a:srgbClr val="FFFFFF"/>
                </a:solidFill>
                <a:latin typeface="Arial"/>
                <a:ea typeface="Arial"/>
                <a:cs typeface="Arial"/>
              </a:defRPr>
            </a:lvl2pPr>
            <a:lvl3pPr algn="ctr">
              <a:defRPr sz="2025" b="1">
                <a:solidFill>
                  <a:srgbClr val="FFFFFF"/>
                </a:solidFill>
                <a:latin typeface="Arial"/>
                <a:ea typeface="Arial"/>
                <a:cs typeface="Arial"/>
              </a:defRPr>
            </a:lvl3pPr>
            <a:lvl4pPr algn="ctr">
              <a:defRPr sz="2025" b="1">
                <a:solidFill>
                  <a:srgbClr val="FFFFFF"/>
                </a:solidFill>
                <a:latin typeface="Arial"/>
                <a:ea typeface="Arial"/>
                <a:cs typeface="Arial"/>
              </a:defRPr>
            </a:lvl4pPr>
            <a:lvl5pPr algn="ctr">
              <a:defRPr sz="2025" b="1">
                <a:solidFill>
                  <a:srgbClr val="FFFFFF"/>
                </a:solidFill>
                <a:latin typeface="Arial"/>
                <a:ea typeface="Arial"/>
                <a:cs typeface="Arial"/>
              </a:defRPr>
            </a:lvl5pPr>
            <a:lvl6pPr algn="ctr">
              <a:defRPr sz="2025" b="1">
                <a:solidFill>
                  <a:srgbClr val="FFFFFF"/>
                </a:solidFill>
                <a:latin typeface="Arial"/>
                <a:ea typeface="Arial"/>
                <a:cs typeface="Arial"/>
              </a:defRPr>
            </a:lvl6pPr>
            <a:lvl7pPr algn="ctr">
              <a:defRPr sz="2025" b="1">
                <a:solidFill>
                  <a:srgbClr val="FFFFFF"/>
                </a:solidFill>
                <a:latin typeface="Arial"/>
                <a:ea typeface="Arial"/>
                <a:cs typeface="Arial"/>
              </a:defRPr>
            </a:lvl7pPr>
            <a:lvl8pPr algn="ctr">
              <a:defRPr sz="2025" b="1">
                <a:solidFill>
                  <a:srgbClr val="FFFFFF"/>
                </a:solidFill>
                <a:latin typeface="Arial"/>
                <a:ea typeface="Arial"/>
                <a:cs typeface="Arial"/>
              </a:defRPr>
            </a:lvl8pPr>
            <a:lvl9pPr algn="ctr">
              <a:defRPr sz="2025" b="1">
                <a:solidFill>
                  <a:srgbClr val="FFFFFF"/>
                </a:solidFill>
                <a:latin typeface="Arial"/>
                <a:ea typeface="Arial"/>
                <a:cs typeface="Arial"/>
              </a:defRPr>
            </a:lvl9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Tianhong</a:t>
            </a:r>
          </a:p>
        </p:txBody>
      </p:sp>
      <p:sp>
        <p:nvSpPr>
          <p:cNvPr id="26" name="!!risk.mail.extract">
            <a:extLst xmlns:a="http://schemas.openxmlformats.org/drawingml/2006/main">
              <a:ext uri="{FF2B5EF4-FFF2-40B4-BE49-F238E27FC236}">
                <a16:creationId xmlns:a16="http://schemas.microsoft.com/office/drawing/2014/main" id="{2C96C24B-988C-4CA6-AEC4-B39040033963}"/>
              </a:ext>
            </a:extLst>
          </p:cNvPr>
          <p:cNvSpPr>
            <a:spLocks xmlns:a="http://schemas.openxmlformats.org/drawingml/2006/main" noGrp="1"/>
          </p:cNvSpPr>
          <p:nvPr/>
        </p:nvSpPr>
        <p:spPr>
          <a:xfrm xmlns:a="http://schemas.openxmlformats.org/drawingml/2006/main">
            <a:off x="4057650" y="3038475"/>
            <a:ext cx="4962525" cy="1323975"/>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27" name="!!risk.mail.extract.role">
            <a:extLst xmlns:a="http://schemas.openxmlformats.org/drawingml/2006/main">
              <a:ext uri="{FF2B5EF4-FFF2-40B4-BE49-F238E27FC236}">
                <a16:creationId xmlns:a16="http://schemas.microsoft.com/office/drawing/2014/main" id="{8704BD9F-A3C8-448D-B245-B0D80F4DAA00}"/>
              </a:ext>
            </a:extLst>
          </p:cNvPr>
          <p:cNvSpPr>
            <a:spLocks xmlns:a="http://schemas.openxmlformats.org/drawingml/2006/main" noGrp="1"/>
          </p:cNvSpPr>
          <p:nvPr/>
        </p:nvSpPr>
        <p:spPr>
          <a:xfrm xmlns:a="http://schemas.openxmlformats.org/drawingml/2006/main">
            <a:off x="4248150" y="3181350"/>
            <a:ext cx="45815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62C"/>
                </a:solidFill>
                <a:latin typeface="Arial"/>
                <a:ea typeface="Arial"/>
                <a:cs typeface="Arial"/>
              </a:defRPr>
            </a:defPPr>
            <a:lvl1pPr algn="l">
              <a:defRPr sz="1800" b="1">
                <a:solidFill>
                  <a:srgbClr val="20262C"/>
                </a:solidFill>
                <a:latin typeface="Arial"/>
                <a:ea typeface="Arial"/>
                <a:cs typeface="Arial"/>
              </a:defRPr>
            </a:lvl1pPr>
            <a:lvl2pPr algn="l">
              <a:defRPr sz="1800" b="1">
                <a:solidFill>
                  <a:srgbClr val="20262C"/>
                </a:solidFill>
                <a:latin typeface="Arial"/>
                <a:ea typeface="Arial"/>
                <a:cs typeface="Arial"/>
              </a:defRPr>
            </a:lvl2pPr>
            <a:lvl3pPr algn="l">
              <a:defRPr sz="1800" b="1">
                <a:solidFill>
                  <a:srgbClr val="20262C"/>
                </a:solidFill>
                <a:latin typeface="Arial"/>
                <a:ea typeface="Arial"/>
                <a:cs typeface="Arial"/>
              </a:defRPr>
            </a:lvl3pPr>
            <a:lvl4pPr algn="l">
              <a:defRPr sz="1800" b="1">
                <a:solidFill>
                  <a:srgbClr val="20262C"/>
                </a:solidFill>
                <a:latin typeface="Arial"/>
                <a:ea typeface="Arial"/>
                <a:cs typeface="Arial"/>
              </a:defRPr>
            </a:lvl4pPr>
            <a:lvl5pPr algn="l">
              <a:defRPr sz="1800" b="1">
                <a:solidFill>
                  <a:srgbClr val="20262C"/>
                </a:solidFill>
                <a:latin typeface="Arial"/>
                <a:ea typeface="Arial"/>
                <a:cs typeface="Arial"/>
              </a:defRPr>
            </a:lvl5pPr>
            <a:lvl6pPr algn="l">
              <a:defRPr sz="1800" b="1">
                <a:solidFill>
                  <a:srgbClr val="20262C"/>
                </a:solidFill>
                <a:latin typeface="Arial"/>
                <a:ea typeface="Arial"/>
                <a:cs typeface="Arial"/>
              </a:defRPr>
            </a:lvl6pPr>
            <a:lvl7pPr algn="l">
              <a:defRPr sz="1800" b="1">
                <a:solidFill>
                  <a:srgbClr val="20262C"/>
                </a:solidFill>
                <a:latin typeface="Arial"/>
                <a:ea typeface="Arial"/>
                <a:cs typeface="Arial"/>
              </a:defRPr>
            </a:lvl7pPr>
            <a:lvl8pPr algn="l">
              <a:defRPr sz="1800" b="1">
                <a:solidFill>
                  <a:srgbClr val="20262C"/>
                </a:solidFill>
                <a:latin typeface="Arial"/>
                <a:ea typeface="Arial"/>
                <a:cs typeface="Arial"/>
              </a:defRPr>
            </a:lvl8pPr>
            <a:lvl9pPr algn="l">
              <a:defRPr sz="1800" b="1">
                <a:solidFill>
                  <a:srgbClr val="20262C"/>
                </a:solidFill>
                <a:latin typeface="Arial"/>
                <a:ea typeface="Arial"/>
                <a:cs typeface="Arial"/>
              </a:defRPr>
            </a:lvl9pPr>
          </a:lstStyle>
          <a:p xmlns:a="http://schemas.openxmlformats.org/drawingml/2006/main">
            <a:pPr algn="l">
              <a:defRPr sz="1800" b="1">
                <a:solidFill>
                  <a:srgbClr val="20262C"/>
                </a:solidFill>
                <a:latin typeface="Arial"/>
                <a:ea typeface="Arial"/>
                <a:cs typeface="Arial"/>
              </a:defRPr>
            </a:pPr>
            <a:r>
              <a:rPr sz="1800" b="1">
                <a:solidFill>
                  <a:srgbClr val="20262C"/>
                </a:solidFill>
                <a:latin typeface="Arial"/>
                <a:ea typeface="Arial"/>
                <a:cs typeface="Arial"/>
              </a:rPr>
              <a:t>LLM reads custodian risk alerts</a:t>
            </a:r>
          </a:p>
        </p:txBody>
      </p:sp>
      <p:sp>
        <p:nvSpPr>
          <p:cNvPr id="28" name="!!risk.mail.extract.body">
            <a:extLst xmlns:a="http://schemas.openxmlformats.org/drawingml/2006/main">
              <a:ext uri="{FF2B5EF4-FFF2-40B4-BE49-F238E27FC236}">
                <a16:creationId xmlns:a16="http://schemas.microsoft.com/office/drawing/2014/main" id="{165C6267-A03A-4FDD-979B-B3A9A1E89D70}"/>
              </a:ext>
            </a:extLst>
          </p:cNvPr>
          <p:cNvSpPr>
            <a:spLocks xmlns:a="http://schemas.openxmlformats.org/drawingml/2006/main" noGrp="1"/>
          </p:cNvSpPr>
          <p:nvPr/>
        </p:nvSpPr>
        <p:spPr>
          <a:xfrm xmlns:a="http://schemas.openxmlformats.org/drawingml/2006/main">
            <a:off x="4248150" y="3619500"/>
            <a:ext cx="4581525"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0262C"/>
                </a:solidFill>
                <a:latin typeface="Arial"/>
                <a:ea typeface="Arial"/>
                <a:cs typeface="Arial"/>
              </a:defRPr>
            </a:defPPr>
            <a:lvl1pPr algn="l">
              <a:defRPr sz="1950" b="0">
                <a:solidFill>
                  <a:srgbClr val="20262C"/>
                </a:solidFill>
                <a:latin typeface="Arial"/>
                <a:ea typeface="Arial"/>
                <a:cs typeface="Arial"/>
              </a:defRPr>
            </a:lvl1pPr>
            <a:lvl2pPr algn="l">
              <a:defRPr sz="1950" b="0">
                <a:solidFill>
                  <a:srgbClr val="20262C"/>
                </a:solidFill>
                <a:latin typeface="Arial"/>
                <a:ea typeface="Arial"/>
                <a:cs typeface="Arial"/>
              </a:defRPr>
            </a:lvl2pPr>
            <a:lvl3pPr algn="l">
              <a:defRPr sz="1950" b="0">
                <a:solidFill>
                  <a:srgbClr val="20262C"/>
                </a:solidFill>
                <a:latin typeface="Arial"/>
                <a:ea typeface="Arial"/>
                <a:cs typeface="Arial"/>
              </a:defRPr>
            </a:lvl3pPr>
            <a:lvl4pPr algn="l">
              <a:defRPr sz="1950" b="0">
                <a:solidFill>
                  <a:srgbClr val="20262C"/>
                </a:solidFill>
                <a:latin typeface="Arial"/>
                <a:ea typeface="Arial"/>
                <a:cs typeface="Arial"/>
              </a:defRPr>
            </a:lvl4pPr>
            <a:lvl5pPr algn="l">
              <a:defRPr sz="1950" b="0">
                <a:solidFill>
                  <a:srgbClr val="20262C"/>
                </a:solidFill>
                <a:latin typeface="Arial"/>
                <a:ea typeface="Arial"/>
                <a:cs typeface="Arial"/>
              </a:defRPr>
            </a:lvl5pPr>
            <a:lvl6pPr algn="l">
              <a:defRPr sz="1950" b="0">
                <a:solidFill>
                  <a:srgbClr val="20262C"/>
                </a:solidFill>
                <a:latin typeface="Arial"/>
                <a:ea typeface="Arial"/>
                <a:cs typeface="Arial"/>
              </a:defRPr>
            </a:lvl6pPr>
            <a:lvl7pPr algn="l">
              <a:defRPr sz="1950" b="0">
                <a:solidFill>
                  <a:srgbClr val="20262C"/>
                </a:solidFill>
                <a:latin typeface="Arial"/>
                <a:ea typeface="Arial"/>
                <a:cs typeface="Arial"/>
              </a:defRPr>
            </a:lvl7pPr>
            <a:lvl8pPr algn="l">
              <a:defRPr sz="1950" b="0">
                <a:solidFill>
                  <a:srgbClr val="20262C"/>
                </a:solidFill>
                <a:latin typeface="Arial"/>
                <a:ea typeface="Arial"/>
                <a:cs typeface="Arial"/>
              </a:defRPr>
            </a:lvl8pPr>
            <a:lvl9pPr algn="l">
              <a:defRPr sz="1950" b="0">
                <a:solidFill>
                  <a:srgbClr val="20262C"/>
                </a:solidFill>
                <a:latin typeface="Arial"/>
                <a:ea typeface="Arial"/>
                <a:cs typeface="Arial"/>
              </a:defRPr>
            </a:lvl9pPr>
          </a:lstStyle>
          <a:p xmlns:a="http://schemas.openxmlformats.org/drawingml/2006/main">
            <a:pPr algn="l">
              <a:defRPr sz="1950" b="0">
                <a:solidFill>
                  <a:srgbClr val="20262C"/>
                </a:solidFill>
                <a:latin typeface="Arial"/>
                <a:ea typeface="Arial"/>
                <a:cs typeface="Arial"/>
              </a:defRPr>
            </a:pPr>
            <a:r>
              <a:rPr sz="1950" b="0">
                <a:solidFill>
                  <a:srgbClr val="20262C"/>
                </a:solidFill>
                <a:latin typeface="Arial"/>
                <a:ea typeface="Arial"/>
                <a:cs typeface="Arial"/>
              </a:rPr>
              <a:t>Extract the relevant risk information</a:t>
            </a:r>
          </a:p>
          <a:p xmlns:a="http://schemas.openxmlformats.org/drawingml/2006/main">
            <a:pPr algn="l">
              <a:defRPr sz="1950" b="0">
                <a:solidFill>
                  <a:srgbClr val="20262C"/>
                </a:solidFill>
                <a:latin typeface="Arial"/>
                <a:ea typeface="Arial"/>
                <a:cs typeface="Arial"/>
              </a:defRPr>
            </a:pPr>
            <a:r>
              <a:rPr sz="1950" b="0">
                <a:solidFill>
                  <a:srgbClr val="20262C"/>
                </a:solidFill>
                <a:latin typeface="Arial"/>
                <a:ea typeface="Arial"/>
                <a:cs typeface="Arial"/>
              </a:rPr>
              <a:t>Route it to the risk team’s workspace</a:t>
            </a:r>
          </a:p>
        </p:txBody>
      </p:sp>
      <p:sp>
        <p:nvSpPr>
          <p:cNvPr id="29" name="!!risk.rules.tool">
            <a:extLst xmlns:a="http://schemas.openxmlformats.org/drawingml/2006/main">
              <a:ext uri="{FF2B5EF4-FFF2-40B4-BE49-F238E27FC236}">
                <a16:creationId xmlns:a16="http://schemas.microsoft.com/office/drawing/2014/main" id="{A8C85FED-D72C-4A92-AE09-83C8B964C150}"/>
              </a:ext>
            </a:extLst>
          </p:cNvPr>
          <p:cNvSpPr>
            <a:spLocks xmlns:a="http://schemas.openxmlformats.org/drawingml/2006/main" noGrp="1"/>
          </p:cNvSpPr>
          <p:nvPr/>
        </p:nvSpPr>
        <p:spPr>
          <a:xfrm xmlns:a="http://schemas.openxmlformats.org/drawingml/2006/main">
            <a:off x="4057650" y="4657725"/>
            <a:ext cx="4962525" cy="1323975"/>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30" name="!!risk.rules.tool.role">
            <a:extLst xmlns:a="http://schemas.openxmlformats.org/drawingml/2006/main">
              <a:ext uri="{FF2B5EF4-FFF2-40B4-BE49-F238E27FC236}">
                <a16:creationId xmlns:a16="http://schemas.microsoft.com/office/drawing/2014/main" id="{26D001E4-F349-4E7F-8928-02BB44981A1D}"/>
              </a:ext>
            </a:extLst>
          </p:cNvPr>
          <p:cNvSpPr>
            <a:spLocks xmlns:a="http://schemas.openxmlformats.org/drawingml/2006/main" noGrp="1"/>
          </p:cNvSpPr>
          <p:nvPr/>
        </p:nvSpPr>
        <p:spPr>
          <a:xfrm xmlns:a="http://schemas.openxmlformats.org/drawingml/2006/main">
            <a:off x="4248150" y="4800600"/>
            <a:ext cx="45815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62C"/>
                </a:solidFill>
                <a:latin typeface="Arial"/>
                <a:ea typeface="Arial"/>
                <a:cs typeface="Arial"/>
              </a:defRPr>
            </a:defPPr>
            <a:lvl1pPr algn="l">
              <a:defRPr sz="1800" b="1">
                <a:solidFill>
                  <a:srgbClr val="20262C"/>
                </a:solidFill>
                <a:latin typeface="Arial"/>
                <a:ea typeface="Arial"/>
                <a:cs typeface="Arial"/>
              </a:defRPr>
            </a:lvl1pPr>
            <a:lvl2pPr algn="l">
              <a:defRPr sz="1800" b="1">
                <a:solidFill>
                  <a:srgbClr val="20262C"/>
                </a:solidFill>
                <a:latin typeface="Arial"/>
                <a:ea typeface="Arial"/>
                <a:cs typeface="Arial"/>
              </a:defRPr>
            </a:lvl2pPr>
            <a:lvl3pPr algn="l">
              <a:defRPr sz="1800" b="1">
                <a:solidFill>
                  <a:srgbClr val="20262C"/>
                </a:solidFill>
                <a:latin typeface="Arial"/>
                <a:ea typeface="Arial"/>
                <a:cs typeface="Arial"/>
              </a:defRPr>
            </a:lvl3pPr>
            <a:lvl4pPr algn="l">
              <a:defRPr sz="1800" b="1">
                <a:solidFill>
                  <a:srgbClr val="20262C"/>
                </a:solidFill>
                <a:latin typeface="Arial"/>
                <a:ea typeface="Arial"/>
                <a:cs typeface="Arial"/>
              </a:defRPr>
            </a:lvl4pPr>
            <a:lvl5pPr algn="l">
              <a:defRPr sz="1800" b="1">
                <a:solidFill>
                  <a:srgbClr val="20262C"/>
                </a:solidFill>
                <a:latin typeface="Arial"/>
                <a:ea typeface="Arial"/>
                <a:cs typeface="Arial"/>
              </a:defRPr>
            </a:lvl5pPr>
            <a:lvl6pPr algn="l">
              <a:defRPr sz="1800" b="1">
                <a:solidFill>
                  <a:srgbClr val="20262C"/>
                </a:solidFill>
                <a:latin typeface="Arial"/>
                <a:ea typeface="Arial"/>
                <a:cs typeface="Arial"/>
              </a:defRPr>
            </a:lvl6pPr>
            <a:lvl7pPr algn="l">
              <a:defRPr sz="1800" b="1">
                <a:solidFill>
                  <a:srgbClr val="20262C"/>
                </a:solidFill>
                <a:latin typeface="Arial"/>
                <a:ea typeface="Arial"/>
                <a:cs typeface="Arial"/>
              </a:defRPr>
            </a:lvl7pPr>
            <a:lvl8pPr algn="l">
              <a:defRPr sz="1800" b="1">
                <a:solidFill>
                  <a:srgbClr val="20262C"/>
                </a:solidFill>
                <a:latin typeface="Arial"/>
                <a:ea typeface="Arial"/>
                <a:cs typeface="Arial"/>
              </a:defRPr>
            </a:lvl8pPr>
            <a:lvl9pPr algn="l">
              <a:defRPr sz="1800" b="1">
                <a:solidFill>
                  <a:srgbClr val="20262C"/>
                </a:solidFill>
                <a:latin typeface="Arial"/>
                <a:ea typeface="Arial"/>
                <a:cs typeface="Arial"/>
              </a:defRPr>
            </a:lvl9pPr>
          </a:lstStyle>
          <a:p xmlns:a="http://schemas.openxmlformats.org/drawingml/2006/main">
            <a:pPr algn="l">
              <a:defRPr sz="1800" b="1">
                <a:solidFill>
                  <a:srgbClr val="20262C"/>
                </a:solidFill>
                <a:latin typeface="Arial"/>
                <a:ea typeface="Arial"/>
                <a:cs typeface="Arial"/>
              </a:defRPr>
            </a:pPr>
            <a:r>
              <a:rPr sz="1800" b="1">
                <a:solidFill>
                  <a:srgbClr val="20262C"/>
                </a:solidFill>
                <a:latin typeface="Arial"/>
                <a:ea typeface="Arial"/>
                <a:cs typeface="Arial"/>
              </a:rPr>
              <a:t>System links rules to sources</a:t>
            </a:r>
          </a:p>
        </p:txBody>
      </p:sp>
      <p:sp>
        <p:nvSpPr>
          <p:cNvPr id="31" name="!!risk.rules.tool.body">
            <a:extLst xmlns:a="http://schemas.openxmlformats.org/drawingml/2006/main">
              <a:ext uri="{FF2B5EF4-FFF2-40B4-BE49-F238E27FC236}">
                <a16:creationId xmlns:a16="http://schemas.microsoft.com/office/drawing/2014/main" id="{C7C432F3-9C82-4745-983A-26C46FE8F275}"/>
              </a:ext>
            </a:extLst>
          </p:cNvPr>
          <p:cNvSpPr>
            <a:spLocks xmlns:a="http://schemas.openxmlformats.org/drawingml/2006/main" noGrp="1"/>
          </p:cNvSpPr>
          <p:nvPr/>
        </p:nvSpPr>
        <p:spPr>
          <a:xfrm xmlns:a="http://schemas.openxmlformats.org/drawingml/2006/main">
            <a:off x="4248150" y="5238750"/>
            <a:ext cx="4581525"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0262C"/>
                </a:solidFill>
                <a:latin typeface="Arial"/>
                <a:ea typeface="Arial"/>
                <a:cs typeface="Arial"/>
              </a:defRPr>
            </a:defPPr>
            <a:lvl1pPr algn="l">
              <a:defRPr sz="1950" b="0">
                <a:solidFill>
                  <a:srgbClr val="20262C"/>
                </a:solidFill>
                <a:latin typeface="Arial"/>
                <a:ea typeface="Arial"/>
                <a:cs typeface="Arial"/>
              </a:defRPr>
            </a:lvl1pPr>
            <a:lvl2pPr algn="l">
              <a:defRPr sz="1950" b="0">
                <a:solidFill>
                  <a:srgbClr val="20262C"/>
                </a:solidFill>
                <a:latin typeface="Arial"/>
                <a:ea typeface="Arial"/>
                <a:cs typeface="Arial"/>
              </a:defRPr>
            </a:lvl2pPr>
            <a:lvl3pPr algn="l">
              <a:defRPr sz="1950" b="0">
                <a:solidFill>
                  <a:srgbClr val="20262C"/>
                </a:solidFill>
                <a:latin typeface="Arial"/>
                <a:ea typeface="Arial"/>
                <a:cs typeface="Arial"/>
              </a:defRPr>
            </a:lvl3pPr>
            <a:lvl4pPr algn="l">
              <a:defRPr sz="1950" b="0">
                <a:solidFill>
                  <a:srgbClr val="20262C"/>
                </a:solidFill>
                <a:latin typeface="Arial"/>
                <a:ea typeface="Arial"/>
                <a:cs typeface="Arial"/>
              </a:defRPr>
            </a:lvl4pPr>
            <a:lvl5pPr algn="l">
              <a:defRPr sz="1950" b="0">
                <a:solidFill>
                  <a:srgbClr val="20262C"/>
                </a:solidFill>
                <a:latin typeface="Arial"/>
                <a:ea typeface="Arial"/>
                <a:cs typeface="Arial"/>
              </a:defRPr>
            </a:lvl5pPr>
            <a:lvl6pPr algn="l">
              <a:defRPr sz="1950" b="0">
                <a:solidFill>
                  <a:srgbClr val="20262C"/>
                </a:solidFill>
                <a:latin typeface="Arial"/>
                <a:ea typeface="Arial"/>
                <a:cs typeface="Arial"/>
              </a:defRPr>
            </a:lvl6pPr>
            <a:lvl7pPr algn="l">
              <a:defRPr sz="1950" b="0">
                <a:solidFill>
                  <a:srgbClr val="20262C"/>
                </a:solidFill>
                <a:latin typeface="Arial"/>
                <a:ea typeface="Arial"/>
                <a:cs typeface="Arial"/>
              </a:defRPr>
            </a:lvl7pPr>
            <a:lvl8pPr algn="l">
              <a:defRPr sz="1950" b="0">
                <a:solidFill>
                  <a:srgbClr val="20262C"/>
                </a:solidFill>
                <a:latin typeface="Arial"/>
                <a:ea typeface="Arial"/>
                <a:cs typeface="Arial"/>
              </a:defRPr>
            </a:lvl8pPr>
            <a:lvl9pPr algn="l">
              <a:defRPr sz="1950" b="0">
                <a:solidFill>
                  <a:srgbClr val="20262C"/>
                </a:solidFill>
                <a:latin typeface="Arial"/>
                <a:ea typeface="Arial"/>
                <a:cs typeface="Arial"/>
              </a:defRPr>
            </a:lvl9pPr>
          </a:lstStyle>
          <a:p xmlns:a="http://schemas.openxmlformats.org/drawingml/2006/main">
            <a:pPr algn="l">
              <a:defRPr sz="1950" b="0">
                <a:solidFill>
                  <a:srgbClr val="20262C"/>
                </a:solidFill>
                <a:latin typeface="Arial"/>
                <a:ea typeface="Arial"/>
                <a:cs typeface="Arial"/>
              </a:defRPr>
            </a:pPr>
            <a:r>
              <a:rPr sz="1950" b="0">
                <a:solidFill>
                  <a:srgbClr val="20262C"/>
                </a:solidFill>
                <a:latin typeface="Arial"/>
                <a:ea typeface="Arial"/>
                <a:cs typeface="Arial"/>
              </a:rPr>
              <a:t>Map risk rules to regulations,</a:t>
            </a:r>
          </a:p>
          <a:p xmlns:a="http://schemas.openxmlformats.org/drawingml/2006/main">
            <a:pPr algn="l">
              <a:defRPr sz="1950" b="0">
                <a:solidFill>
                  <a:srgbClr val="20262C"/>
                </a:solidFill>
                <a:latin typeface="Arial"/>
                <a:ea typeface="Arial"/>
                <a:cs typeface="Arial"/>
              </a:defRPr>
            </a:pPr>
            <a:r>
              <a:rPr sz="1950" b="0">
                <a:solidFill>
                  <a:srgbClr val="20262C"/>
                </a:solidFill>
                <a:latin typeface="Arial"/>
                <a:ea typeface="Arial"/>
                <a:cs typeface="Arial"/>
              </a:rPr>
              <a:t>internal controls and contract terms</a:t>
            </a:r>
          </a:p>
        </p:txBody>
      </p:sp>
      <p:sp>
        <p:nvSpPr>
          <p:cNvPr id="32" name="!!risk.rules.explain">
            <a:extLst xmlns:a="http://schemas.openxmlformats.org/drawingml/2006/main">
              <a:ext uri="{FF2B5EF4-FFF2-40B4-BE49-F238E27FC236}">
                <a16:creationId xmlns:a16="http://schemas.microsoft.com/office/drawing/2014/main" id="{55D21E29-38C9-4B35-A6CD-88BF0EDC4DC4}"/>
              </a:ext>
            </a:extLst>
          </p:cNvPr>
          <p:cNvSpPr>
            <a:spLocks xmlns:a="http://schemas.openxmlformats.org/drawingml/2006/main" noGrp="1"/>
          </p:cNvSpPr>
          <p:nvPr/>
        </p:nvSpPr>
        <p:spPr>
          <a:xfrm xmlns:a="http://schemas.openxmlformats.org/drawingml/2006/main">
            <a:off x="4057650" y="6296025"/>
            <a:ext cx="49625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5A9C"/>
                </a:solidFill>
                <a:latin typeface="Arial"/>
                <a:ea typeface="Arial"/>
                <a:cs typeface="Arial"/>
              </a:defRPr>
            </a:defPPr>
            <a:lvl1pPr algn="l">
              <a:defRPr sz="2025" b="1">
                <a:solidFill>
                  <a:srgbClr val="005A9C"/>
                </a:solidFill>
                <a:latin typeface="Arial"/>
                <a:ea typeface="Arial"/>
                <a:cs typeface="Arial"/>
              </a:defRPr>
            </a:lvl1pPr>
            <a:lvl2pPr algn="l">
              <a:defRPr sz="2025" b="1">
                <a:solidFill>
                  <a:srgbClr val="005A9C"/>
                </a:solidFill>
                <a:latin typeface="Arial"/>
                <a:ea typeface="Arial"/>
                <a:cs typeface="Arial"/>
              </a:defRPr>
            </a:lvl2pPr>
            <a:lvl3pPr algn="l">
              <a:defRPr sz="2025" b="1">
                <a:solidFill>
                  <a:srgbClr val="005A9C"/>
                </a:solidFill>
                <a:latin typeface="Arial"/>
                <a:ea typeface="Arial"/>
                <a:cs typeface="Arial"/>
              </a:defRPr>
            </a:lvl3pPr>
            <a:lvl4pPr algn="l">
              <a:defRPr sz="2025" b="1">
                <a:solidFill>
                  <a:srgbClr val="005A9C"/>
                </a:solidFill>
                <a:latin typeface="Arial"/>
                <a:ea typeface="Arial"/>
                <a:cs typeface="Arial"/>
              </a:defRPr>
            </a:lvl4pPr>
            <a:lvl5pPr algn="l">
              <a:defRPr sz="2025" b="1">
                <a:solidFill>
                  <a:srgbClr val="005A9C"/>
                </a:solidFill>
                <a:latin typeface="Arial"/>
                <a:ea typeface="Arial"/>
                <a:cs typeface="Arial"/>
              </a:defRPr>
            </a:lvl5pPr>
            <a:lvl6pPr algn="l">
              <a:defRPr sz="2025" b="1">
                <a:solidFill>
                  <a:srgbClr val="005A9C"/>
                </a:solidFill>
                <a:latin typeface="Arial"/>
                <a:ea typeface="Arial"/>
                <a:cs typeface="Arial"/>
              </a:defRPr>
            </a:lvl6pPr>
            <a:lvl7pPr algn="l">
              <a:defRPr sz="2025" b="1">
                <a:solidFill>
                  <a:srgbClr val="005A9C"/>
                </a:solidFill>
                <a:latin typeface="Arial"/>
                <a:ea typeface="Arial"/>
                <a:cs typeface="Arial"/>
              </a:defRPr>
            </a:lvl7pPr>
            <a:lvl8pPr algn="l">
              <a:defRPr sz="2025" b="1">
                <a:solidFill>
                  <a:srgbClr val="005A9C"/>
                </a:solidFill>
                <a:latin typeface="Arial"/>
                <a:ea typeface="Arial"/>
                <a:cs typeface="Arial"/>
              </a:defRPr>
            </a:lvl8pPr>
            <a:lvl9pPr algn="l">
              <a:defRPr sz="2025" b="1">
                <a:solidFill>
                  <a:srgbClr val="005A9C"/>
                </a:solidFill>
                <a:latin typeface="Arial"/>
                <a:ea typeface="Arial"/>
                <a:cs typeface="Arial"/>
              </a:defRPr>
            </a:lvl9pPr>
          </a:lstStyle>
          <a:p xmlns:a="http://schemas.openxmlformats.org/drawingml/2006/main">
            <a:pPr algn="l">
              <a:defRPr sz="2025" b="1">
                <a:solidFill>
                  <a:srgbClr val="005A9C"/>
                </a:solidFill>
                <a:latin typeface="Arial"/>
                <a:ea typeface="Arial"/>
                <a:cs typeface="Arial"/>
              </a:defRPr>
            </a:pPr>
            <a:r>
              <a:rPr sz="2025" b="1">
                <a:solidFill>
                  <a:srgbClr val="005A9C"/>
                </a:solidFill>
                <a:latin typeface="Arial"/>
                <a:ea typeface="Arial"/>
                <a:cs typeface="Arial"/>
              </a:rPr>
              <a:t>The LLM explains the rule using its source text</a:t>
            </a:r>
          </a:p>
        </p:txBody>
      </p:sp>
      <p:sp>
        <p:nvSpPr>
          <p:cNvPr id="33" name="!!risk.event.input.rule">
            <a:extLst xmlns:a="http://schemas.openxmlformats.org/drawingml/2006/main">
              <a:ext uri="{FF2B5EF4-FFF2-40B4-BE49-F238E27FC236}">
                <a16:creationId xmlns:a16="http://schemas.microsoft.com/office/drawing/2014/main" id="{15EFA971-0BD2-496D-9F90-2DB319B554F0}"/>
              </a:ext>
            </a:extLst>
          </p:cNvPr>
          <p:cNvSpPr>
            <a:spLocks xmlns:a="http://schemas.openxmlformats.org/drawingml/2006/main" noGrp="1"/>
          </p:cNvSpPr>
          <p:nvPr/>
        </p:nvSpPr>
        <p:spPr>
          <a:xfrm xmlns:a="http://schemas.openxmlformats.org/drawingml/2006/main" flipH="0" flipV="0">
            <a:off x="9629775" y="3038475"/>
            <a:ext cx="4962525" cy="953"/>
          </a:xfrm>
          <a:prstGeom xmlns:a="http://schemas.openxmlformats.org/drawingml/2006/main" prst="line">
            <a:avLst/>
          </a:prstGeom>
          <a:noFill xmlns:a="http://schemas.openxmlformats.org/drawingml/2006/main"/>
          <a:ln xmlns:a="http://schemas.openxmlformats.org/drawingml/2006/main" w="14288">
            <a:solidFill>
              <a:srgbClr val="BCC6CF"/>
            </a:solidFill>
            <a:prstDash val="solid"/>
          </a:ln>
        </p:spPr>
      </p:sp>
      <p:sp>
        <p:nvSpPr>
          <p:cNvPr id="34" name="!!risk.event.input.label">
            <a:extLst xmlns:a="http://schemas.openxmlformats.org/drawingml/2006/main">
              <a:ext uri="{FF2B5EF4-FFF2-40B4-BE49-F238E27FC236}">
                <a16:creationId xmlns:a16="http://schemas.microsoft.com/office/drawing/2014/main" id="{475F15CB-1EDA-402E-8470-ABE25C8A3BD8}"/>
              </a:ext>
            </a:extLst>
          </p:cNvPr>
          <p:cNvSpPr>
            <a:spLocks xmlns:a="http://schemas.openxmlformats.org/drawingml/2006/main" noGrp="1"/>
          </p:cNvSpPr>
          <p:nvPr/>
        </p:nvSpPr>
        <p:spPr>
          <a:xfrm xmlns:a="http://schemas.openxmlformats.org/drawingml/2006/main">
            <a:off x="9629775" y="3133725"/>
            <a:ext cx="49625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005A9C"/>
                </a:solidFill>
                <a:latin typeface="Arial"/>
                <a:ea typeface="Arial"/>
                <a:cs typeface="Arial"/>
              </a:defRPr>
            </a:defPPr>
            <a:lvl1pPr algn="l">
              <a:defRPr sz="1650" b="1">
                <a:solidFill>
                  <a:srgbClr val="005A9C"/>
                </a:solidFill>
                <a:latin typeface="Arial"/>
                <a:ea typeface="Arial"/>
                <a:cs typeface="Arial"/>
              </a:defRPr>
            </a:lvl1pPr>
            <a:lvl2pPr algn="l">
              <a:defRPr sz="1650" b="1">
                <a:solidFill>
                  <a:srgbClr val="005A9C"/>
                </a:solidFill>
                <a:latin typeface="Arial"/>
                <a:ea typeface="Arial"/>
                <a:cs typeface="Arial"/>
              </a:defRPr>
            </a:lvl2pPr>
            <a:lvl3pPr algn="l">
              <a:defRPr sz="1650" b="1">
                <a:solidFill>
                  <a:srgbClr val="005A9C"/>
                </a:solidFill>
                <a:latin typeface="Arial"/>
                <a:ea typeface="Arial"/>
                <a:cs typeface="Arial"/>
              </a:defRPr>
            </a:lvl3pPr>
            <a:lvl4pPr algn="l">
              <a:defRPr sz="1650" b="1">
                <a:solidFill>
                  <a:srgbClr val="005A9C"/>
                </a:solidFill>
                <a:latin typeface="Arial"/>
                <a:ea typeface="Arial"/>
                <a:cs typeface="Arial"/>
              </a:defRPr>
            </a:lvl4pPr>
            <a:lvl5pPr algn="l">
              <a:defRPr sz="1650" b="1">
                <a:solidFill>
                  <a:srgbClr val="005A9C"/>
                </a:solidFill>
                <a:latin typeface="Arial"/>
                <a:ea typeface="Arial"/>
                <a:cs typeface="Arial"/>
              </a:defRPr>
            </a:lvl5pPr>
            <a:lvl6pPr algn="l">
              <a:defRPr sz="1650" b="1">
                <a:solidFill>
                  <a:srgbClr val="005A9C"/>
                </a:solidFill>
                <a:latin typeface="Arial"/>
                <a:ea typeface="Arial"/>
                <a:cs typeface="Arial"/>
              </a:defRPr>
            </a:lvl6pPr>
            <a:lvl7pPr algn="l">
              <a:defRPr sz="1650" b="1">
                <a:solidFill>
                  <a:srgbClr val="005A9C"/>
                </a:solidFill>
                <a:latin typeface="Arial"/>
                <a:ea typeface="Arial"/>
                <a:cs typeface="Arial"/>
              </a:defRPr>
            </a:lvl7pPr>
            <a:lvl8pPr algn="l">
              <a:defRPr sz="1650" b="1">
                <a:solidFill>
                  <a:srgbClr val="005A9C"/>
                </a:solidFill>
                <a:latin typeface="Arial"/>
                <a:ea typeface="Arial"/>
                <a:cs typeface="Arial"/>
              </a:defRPr>
            </a:lvl8pPr>
            <a:lvl9pPr algn="l">
              <a:defRPr sz="1650" b="1">
                <a:solidFill>
                  <a:srgbClr val="005A9C"/>
                </a:solidFill>
                <a:latin typeface="Arial"/>
                <a:ea typeface="Arial"/>
                <a:cs typeface="Arial"/>
              </a:defRPr>
            </a:lvl9pPr>
          </a:lstStyle>
          <a:p xmlns:a="http://schemas.openxmlformats.org/drawingml/2006/main">
            <a:pPr algn="l">
              <a:defRPr sz="1650" b="1">
                <a:solidFill>
                  <a:srgbClr val="005A9C"/>
                </a:solidFill>
                <a:latin typeface="Arial"/>
                <a:ea typeface="Arial"/>
                <a:cs typeface="Arial"/>
              </a:defRPr>
            </a:pPr>
            <a:r>
              <a:rPr sz="1650" b="1">
                <a:solidFill>
                  <a:srgbClr val="005A9C"/>
                </a:solidFill>
                <a:latin typeface="Arial"/>
                <a:ea typeface="Arial"/>
                <a:cs typeface="Arial"/>
              </a:rPr>
              <a:t>Event information</a:t>
            </a:r>
          </a:p>
        </p:txBody>
      </p:sp>
      <p:sp>
        <p:nvSpPr>
          <p:cNvPr id="35" name="!!risk.event.input.text">
            <a:extLst xmlns:a="http://schemas.openxmlformats.org/drawingml/2006/main">
              <a:ext uri="{FF2B5EF4-FFF2-40B4-BE49-F238E27FC236}">
                <a16:creationId xmlns:a16="http://schemas.microsoft.com/office/drawing/2014/main" id="{676C4CB2-8A4B-4A0B-A18B-9C7575B56D3D}"/>
              </a:ext>
            </a:extLst>
          </p:cNvPr>
          <p:cNvSpPr>
            <a:spLocks xmlns:a="http://schemas.openxmlformats.org/drawingml/2006/main" noGrp="1"/>
          </p:cNvSpPr>
          <p:nvPr/>
        </p:nvSpPr>
        <p:spPr>
          <a:xfrm xmlns:a="http://schemas.openxmlformats.org/drawingml/2006/main">
            <a:off x="9629775" y="3476625"/>
            <a:ext cx="496252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20262C"/>
                </a:solidFill>
                <a:latin typeface="Arial"/>
                <a:ea typeface="Arial"/>
                <a:cs typeface="Arial"/>
              </a:defRPr>
            </a:defPPr>
            <a:lvl1pPr algn="l">
              <a:defRPr sz="2025" b="0">
                <a:solidFill>
                  <a:srgbClr val="20262C"/>
                </a:solidFill>
                <a:latin typeface="Arial"/>
                <a:ea typeface="Arial"/>
                <a:cs typeface="Arial"/>
              </a:defRPr>
            </a:lvl1pPr>
            <a:lvl2pPr algn="l">
              <a:defRPr sz="2025" b="0">
                <a:solidFill>
                  <a:srgbClr val="20262C"/>
                </a:solidFill>
                <a:latin typeface="Arial"/>
                <a:ea typeface="Arial"/>
                <a:cs typeface="Arial"/>
              </a:defRPr>
            </a:lvl2pPr>
            <a:lvl3pPr algn="l">
              <a:defRPr sz="2025" b="0">
                <a:solidFill>
                  <a:srgbClr val="20262C"/>
                </a:solidFill>
                <a:latin typeface="Arial"/>
                <a:ea typeface="Arial"/>
                <a:cs typeface="Arial"/>
              </a:defRPr>
            </a:lvl3pPr>
            <a:lvl4pPr algn="l">
              <a:defRPr sz="2025" b="0">
                <a:solidFill>
                  <a:srgbClr val="20262C"/>
                </a:solidFill>
                <a:latin typeface="Arial"/>
                <a:ea typeface="Arial"/>
                <a:cs typeface="Arial"/>
              </a:defRPr>
            </a:lvl4pPr>
            <a:lvl5pPr algn="l">
              <a:defRPr sz="2025" b="0">
                <a:solidFill>
                  <a:srgbClr val="20262C"/>
                </a:solidFill>
                <a:latin typeface="Arial"/>
                <a:ea typeface="Arial"/>
                <a:cs typeface="Arial"/>
              </a:defRPr>
            </a:lvl5pPr>
            <a:lvl6pPr algn="l">
              <a:defRPr sz="2025" b="0">
                <a:solidFill>
                  <a:srgbClr val="20262C"/>
                </a:solidFill>
                <a:latin typeface="Arial"/>
                <a:ea typeface="Arial"/>
                <a:cs typeface="Arial"/>
              </a:defRPr>
            </a:lvl6pPr>
            <a:lvl7pPr algn="l">
              <a:defRPr sz="2025" b="0">
                <a:solidFill>
                  <a:srgbClr val="20262C"/>
                </a:solidFill>
                <a:latin typeface="Arial"/>
                <a:ea typeface="Arial"/>
                <a:cs typeface="Arial"/>
              </a:defRPr>
            </a:lvl7pPr>
            <a:lvl8pPr algn="l">
              <a:defRPr sz="2025" b="0">
                <a:solidFill>
                  <a:srgbClr val="20262C"/>
                </a:solidFill>
                <a:latin typeface="Arial"/>
                <a:ea typeface="Arial"/>
                <a:cs typeface="Arial"/>
              </a:defRPr>
            </a:lvl8pPr>
            <a:lvl9pPr algn="l">
              <a:defRPr sz="2025" b="0">
                <a:solidFill>
                  <a:srgbClr val="20262C"/>
                </a:solidFill>
                <a:latin typeface="Arial"/>
                <a:ea typeface="Arial"/>
                <a:cs typeface="Arial"/>
              </a:defRPr>
            </a:lvl9pPr>
          </a:lstStyle>
          <a:p xmlns:a="http://schemas.openxmlformats.org/drawingml/2006/main">
            <a:pPr algn="l">
              <a:defRPr sz="2025" b="0">
                <a:solidFill>
                  <a:srgbClr val="20262C"/>
                </a:solidFill>
                <a:latin typeface="Arial"/>
                <a:ea typeface="Arial"/>
                <a:cs typeface="Arial"/>
              </a:defRPr>
            </a:pPr>
            <a:r>
              <a:rPr sz="2025" b="0">
                <a:solidFill>
                  <a:srgbClr val="20262C"/>
                </a:solidFill>
                <a:latin typeface="Arial"/>
                <a:ea typeface="Arial"/>
                <a:cs typeface="Arial"/>
              </a:rPr>
              <a:t>Event details, historical parallels,</a:t>
            </a:r>
          </a:p>
          <a:p xmlns:a="http://schemas.openxmlformats.org/drawingml/2006/main">
            <a:pPr algn="l">
              <a:defRPr sz="2025" b="0">
                <a:solidFill>
                  <a:srgbClr val="20262C"/>
                </a:solidFill>
                <a:latin typeface="Arial"/>
                <a:ea typeface="Arial"/>
                <a:cs typeface="Arial"/>
              </a:defRPr>
            </a:pPr>
            <a:r>
              <a:rPr sz="2025" b="0">
                <a:solidFill>
                  <a:srgbClr val="20262C"/>
                </a:solidFill>
                <a:latin typeface="Arial"/>
                <a:ea typeface="Arial"/>
                <a:cs typeface="Arial"/>
              </a:rPr>
              <a:t>industry links and market sentiment</a:t>
            </a:r>
          </a:p>
        </p:txBody>
      </p:sp>
      <p:sp>
        <p:nvSpPr>
          <p:cNvPr id="36" name="!!risk.event.llm">
            <a:extLst xmlns:a="http://schemas.openxmlformats.org/drawingml/2006/main">
              <a:ext uri="{FF2B5EF4-FFF2-40B4-BE49-F238E27FC236}">
                <a16:creationId xmlns:a16="http://schemas.microsoft.com/office/drawing/2014/main" id="{F278001A-1618-4002-9C73-D96BA63D7D20}"/>
              </a:ext>
            </a:extLst>
          </p:cNvPr>
          <p:cNvSpPr>
            <a:spLocks xmlns:a="http://schemas.openxmlformats.org/drawingml/2006/main" noGrp="1"/>
          </p:cNvSpPr>
          <p:nvPr/>
        </p:nvSpPr>
        <p:spPr>
          <a:xfrm xmlns:a="http://schemas.openxmlformats.org/drawingml/2006/main">
            <a:off x="9629775" y="4657725"/>
            <a:ext cx="4962525" cy="1323975"/>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37" name="!!risk.event.llm.role">
            <a:extLst xmlns:a="http://schemas.openxmlformats.org/drawingml/2006/main">
              <a:ext uri="{FF2B5EF4-FFF2-40B4-BE49-F238E27FC236}">
                <a16:creationId xmlns:a16="http://schemas.microsoft.com/office/drawing/2014/main" id="{6A2E1918-16B6-4F70-ACD3-688CA351C355}"/>
              </a:ext>
            </a:extLst>
          </p:cNvPr>
          <p:cNvSpPr>
            <a:spLocks xmlns:a="http://schemas.openxmlformats.org/drawingml/2006/main" noGrp="1"/>
          </p:cNvSpPr>
          <p:nvPr/>
        </p:nvSpPr>
        <p:spPr>
          <a:xfrm xmlns:a="http://schemas.openxmlformats.org/drawingml/2006/main">
            <a:off x="9820275" y="4800600"/>
            <a:ext cx="45815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62C"/>
                </a:solidFill>
                <a:latin typeface="Arial"/>
                <a:ea typeface="Arial"/>
                <a:cs typeface="Arial"/>
              </a:defRPr>
            </a:defPPr>
            <a:lvl1pPr algn="l">
              <a:defRPr sz="1800" b="1">
                <a:solidFill>
                  <a:srgbClr val="20262C"/>
                </a:solidFill>
                <a:latin typeface="Arial"/>
                <a:ea typeface="Arial"/>
                <a:cs typeface="Arial"/>
              </a:defRPr>
            </a:lvl1pPr>
            <a:lvl2pPr algn="l">
              <a:defRPr sz="1800" b="1">
                <a:solidFill>
                  <a:srgbClr val="20262C"/>
                </a:solidFill>
                <a:latin typeface="Arial"/>
                <a:ea typeface="Arial"/>
                <a:cs typeface="Arial"/>
              </a:defRPr>
            </a:lvl2pPr>
            <a:lvl3pPr algn="l">
              <a:defRPr sz="1800" b="1">
                <a:solidFill>
                  <a:srgbClr val="20262C"/>
                </a:solidFill>
                <a:latin typeface="Arial"/>
                <a:ea typeface="Arial"/>
                <a:cs typeface="Arial"/>
              </a:defRPr>
            </a:lvl3pPr>
            <a:lvl4pPr algn="l">
              <a:defRPr sz="1800" b="1">
                <a:solidFill>
                  <a:srgbClr val="20262C"/>
                </a:solidFill>
                <a:latin typeface="Arial"/>
                <a:ea typeface="Arial"/>
                <a:cs typeface="Arial"/>
              </a:defRPr>
            </a:lvl4pPr>
            <a:lvl5pPr algn="l">
              <a:defRPr sz="1800" b="1">
                <a:solidFill>
                  <a:srgbClr val="20262C"/>
                </a:solidFill>
                <a:latin typeface="Arial"/>
                <a:ea typeface="Arial"/>
                <a:cs typeface="Arial"/>
              </a:defRPr>
            </a:lvl5pPr>
            <a:lvl6pPr algn="l">
              <a:defRPr sz="1800" b="1">
                <a:solidFill>
                  <a:srgbClr val="20262C"/>
                </a:solidFill>
                <a:latin typeface="Arial"/>
                <a:ea typeface="Arial"/>
                <a:cs typeface="Arial"/>
              </a:defRPr>
            </a:lvl6pPr>
            <a:lvl7pPr algn="l">
              <a:defRPr sz="1800" b="1">
                <a:solidFill>
                  <a:srgbClr val="20262C"/>
                </a:solidFill>
                <a:latin typeface="Arial"/>
                <a:ea typeface="Arial"/>
                <a:cs typeface="Arial"/>
              </a:defRPr>
            </a:lvl7pPr>
            <a:lvl8pPr algn="l">
              <a:defRPr sz="1800" b="1">
                <a:solidFill>
                  <a:srgbClr val="20262C"/>
                </a:solidFill>
                <a:latin typeface="Arial"/>
                <a:ea typeface="Arial"/>
                <a:cs typeface="Arial"/>
              </a:defRPr>
            </a:lvl8pPr>
            <a:lvl9pPr algn="l">
              <a:defRPr sz="1800" b="1">
                <a:solidFill>
                  <a:srgbClr val="20262C"/>
                </a:solidFill>
                <a:latin typeface="Arial"/>
                <a:ea typeface="Arial"/>
                <a:cs typeface="Arial"/>
              </a:defRPr>
            </a:lvl9pPr>
          </a:lstStyle>
          <a:p xmlns:a="http://schemas.openxmlformats.org/drawingml/2006/main">
            <a:pPr algn="l">
              <a:defRPr sz="1800" b="1">
                <a:solidFill>
                  <a:srgbClr val="20262C"/>
                </a:solidFill>
                <a:latin typeface="Arial"/>
                <a:ea typeface="Arial"/>
                <a:cs typeface="Arial"/>
              </a:defRPr>
            </a:pPr>
            <a:r>
              <a:rPr sz="1800" b="1">
                <a:solidFill>
                  <a:srgbClr val="20262C"/>
                </a:solidFill>
                <a:latin typeface="Arial"/>
                <a:ea typeface="Arial"/>
                <a:cs typeface="Arial"/>
              </a:rPr>
              <a:t>LLM develops an explanation</a:t>
            </a:r>
          </a:p>
        </p:txBody>
      </p:sp>
      <p:sp>
        <p:nvSpPr>
          <p:cNvPr id="38" name="!!risk.event.llm.body">
            <a:extLst xmlns:a="http://schemas.openxmlformats.org/drawingml/2006/main">
              <a:ext uri="{FF2B5EF4-FFF2-40B4-BE49-F238E27FC236}">
                <a16:creationId xmlns:a16="http://schemas.microsoft.com/office/drawing/2014/main" id="{7C05B855-7242-4EB3-9E63-522B36F92D0C}"/>
              </a:ext>
            </a:extLst>
          </p:cNvPr>
          <p:cNvSpPr>
            <a:spLocks xmlns:a="http://schemas.openxmlformats.org/drawingml/2006/main" noGrp="1"/>
          </p:cNvSpPr>
          <p:nvPr/>
        </p:nvSpPr>
        <p:spPr>
          <a:xfrm xmlns:a="http://schemas.openxmlformats.org/drawingml/2006/main">
            <a:off x="9820275" y="5238750"/>
            <a:ext cx="4581525"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0262C"/>
                </a:solidFill>
                <a:latin typeface="Arial"/>
                <a:ea typeface="Arial"/>
                <a:cs typeface="Arial"/>
              </a:defRPr>
            </a:defPPr>
            <a:lvl1pPr algn="l">
              <a:defRPr sz="1950" b="0">
                <a:solidFill>
                  <a:srgbClr val="20262C"/>
                </a:solidFill>
                <a:latin typeface="Arial"/>
                <a:ea typeface="Arial"/>
                <a:cs typeface="Arial"/>
              </a:defRPr>
            </a:lvl1pPr>
            <a:lvl2pPr algn="l">
              <a:defRPr sz="1950" b="0">
                <a:solidFill>
                  <a:srgbClr val="20262C"/>
                </a:solidFill>
                <a:latin typeface="Arial"/>
                <a:ea typeface="Arial"/>
                <a:cs typeface="Arial"/>
              </a:defRPr>
            </a:lvl2pPr>
            <a:lvl3pPr algn="l">
              <a:defRPr sz="1950" b="0">
                <a:solidFill>
                  <a:srgbClr val="20262C"/>
                </a:solidFill>
                <a:latin typeface="Arial"/>
                <a:ea typeface="Arial"/>
                <a:cs typeface="Arial"/>
              </a:defRPr>
            </a:lvl3pPr>
            <a:lvl4pPr algn="l">
              <a:defRPr sz="1950" b="0">
                <a:solidFill>
                  <a:srgbClr val="20262C"/>
                </a:solidFill>
                <a:latin typeface="Arial"/>
                <a:ea typeface="Arial"/>
                <a:cs typeface="Arial"/>
              </a:defRPr>
            </a:lvl4pPr>
            <a:lvl5pPr algn="l">
              <a:defRPr sz="1950" b="0">
                <a:solidFill>
                  <a:srgbClr val="20262C"/>
                </a:solidFill>
                <a:latin typeface="Arial"/>
                <a:ea typeface="Arial"/>
                <a:cs typeface="Arial"/>
              </a:defRPr>
            </a:lvl5pPr>
            <a:lvl6pPr algn="l">
              <a:defRPr sz="1950" b="0">
                <a:solidFill>
                  <a:srgbClr val="20262C"/>
                </a:solidFill>
                <a:latin typeface="Arial"/>
                <a:ea typeface="Arial"/>
                <a:cs typeface="Arial"/>
              </a:defRPr>
            </a:lvl6pPr>
            <a:lvl7pPr algn="l">
              <a:defRPr sz="1950" b="0">
                <a:solidFill>
                  <a:srgbClr val="20262C"/>
                </a:solidFill>
                <a:latin typeface="Arial"/>
                <a:ea typeface="Arial"/>
                <a:cs typeface="Arial"/>
              </a:defRPr>
            </a:lvl7pPr>
            <a:lvl8pPr algn="l">
              <a:defRPr sz="1950" b="0">
                <a:solidFill>
                  <a:srgbClr val="20262C"/>
                </a:solidFill>
                <a:latin typeface="Arial"/>
                <a:ea typeface="Arial"/>
                <a:cs typeface="Arial"/>
              </a:defRPr>
            </a:lvl8pPr>
            <a:lvl9pPr algn="l">
              <a:defRPr sz="1950" b="0">
                <a:solidFill>
                  <a:srgbClr val="20262C"/>
                </a:solidFill>
                <a:latin typeface="Arial"/>
                <a:ea typeface="Arial"/>
                <a:cs typeface="Arial"/>
              </a:defRPr>
            </a:lvl9pPr>
          </a:lstStyle>
          <a:p xmlns:a="http://schemas.openxmlformats.org/drawingml/2006/main">
            <a:pPr algn="l">
              <a:defRPr sz="1950" b="0">
                <a:solidFill>
                  <a:srgbClr val="20262C"/>
                </a:solidFill>
                <a:latin typeface="Arial"/>
                <a:ea typeface="Arial"/>
                <a:cs typeface="Arial"/>
              </a:defRPr>
            </a:pPr>
            <a:r>
              <a:rPr sz="1950" b="0">
                <a:solidFill>
                  <a:srgbClr val="20262C"/>
                </a:solidFill>
                <a:latin typeface="Arial"/>
                <a:ea typeface="Arial"/>
                <a:cs typeface="Arial"/>
              </a:rPr>
              <a:t>Compare the event with past cases</a:t>
            </a:r>
          </a:p>
          <a:p xmlns:a="http://schemas.openxmlformats.org/drawingml/2006/main">
            <a:pPr algn="l">
              <a:defRPr sz="1950" b="0">
                <a:solidFill>
                  <a:srgbClr val="20262C"/>
                </a:solidFill>
                <a:latin typeface="Arial"/>
                <a:ea typeface="Arial"/>
                <a:cs typeface="Arial"/>
              </a:defRPr>
            </a:pPr>
            <a:r>
              <a:rPr sz="1950" b="0">
                <a:solidFill>
                  <a:srgbClr val="20262C"/>
                </a:solidFill>
                <a:latin typeface="Arial"/>
                <a:ea typeface="Arial"/>
                <a:cs typeface="Arial"/>
              </a:rPr>
              <a:t>Outline implications and follow-up</a:t>
            </a:r>
          </a:p>
        </p:txBody>
      </p:sp>
      <p:sp>
        <p:nvSpPr>
          <p:cNvPr id="39" name="!!risk.event.user">
            <a:extLst xmlns:a="http://schemas.openxmlformats.org/drawingml/2006/main">
              <a:ext uri="{FF2B5EF4-FFF2-40B4-BE49-F238E27FC236}">
                <a16:creationId xmlns:a16="http://schemas.microsoft.com/office/drawing/2014/main" id="{E5514AAB-7FC0-4AEB-B073-C0750F72307F}"/>
              </a:ext>
            </a:extLst>
          </p:cNvPr>
          <p:cNvSpPr>
            <a:spLocks xmlns:a="http://schemas.openxmlformats.org/drawingml/2006/main" noGrp="1"/>
          </p:cNvSpPr>
          <p:nvPr/>
        </p:nvSpPr>
        <p:spPr>
          <a:xfrm xmlns:a="http://schemas.openxmlformats.org/drawingml/2006/main">
            <a:off x="9629775" y="6296025"/>
            <a:ext cx="49625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20262C"/>
                </a:solidFill>
                <a:latin typeface="Arial"/>
                <a:ea typeface="Arial"/>
                <a:cs typeface="Arial"/>
              </a:defRPr>
            </a:defPPr>
            <a:lvl1pPr algn="l">
              <a:defRPr sz="2025" b="0">
                <a:solidFill>
                  <a:srgbClr val="20262C"/>
                </a:solidFill>
                <a:latin typeface="Arial"/>
                <a:ea typeface="Arial"/>
                <a:cs typeface="Arial"/>
              </a:defRPr>
            </a:lvl1pPr>
            <a:lvl2pPr algn="l">
              <a:defRPr sz="2025" b="0">
                <a:solidFill>
                  <a:srgbClr val="20262C"/>
                </a:solidFill>
                <a:latin typeface="Arial"/>
                <a:ea typeface="Arial"/>
                <a:cs typeface="Arial"/>
              </a:defRPr>
            </a:lvl2pPr>
            <a:lvl3pPr algn="l">
              <a:defRPr sz="2025" b="0">
                <a:solidFill>
                  <a:srgbClr val="20262C"/>
                </a:solidFill>
                <a:latin typeface="Arial"/>
                <a:ea typeface="Arial"/>
                <a:cs typeface="Arial"/>
              </a:defRPr>
            </a:lvl3pPr>
            <a:lvl4pPr algn="l">
              <a:defRPr sz="2025" b="0">
                <a:solidFill>
                  <a:srgbClr val="20262C"/>
                </a:solidFill>
                <a:latin typeface="Arial"/>
                <a:ea typeface="Arial"/>
                <a:cs typeface="Arial"/>
              </a:defRPr>
            </a:lvl4pPr>
            <a:lvl5pPr algn="l">
              <a:defRPr sz="2025" b="0">
                <a:solidFill>
                  <a:srgbClr val="20262C"/>
                </a:solidFill>
                <a:latin typeface="Arial"/>
                <a:ea typeface="Arial"/>
                <a:cs typeface="Arial"/>
              </a:defRPr>
            </a:lvl5pPr>
            <a:lvl6pPr algn="l">
              <a:defRPr sz="2025" b="0">
                <a:solidFill>
                  <a:srgbClr val="20262C"/>
                </a:solidFill>
                <a:latin typeface="Arial"/>
                <a:ea typeface="Arial"/>
                <a:cs typeface="Arial"/>
              </a:defRPr>
            </a:lvl6pPr>
            <a:lvl7pPr algn="l">
              <a:defRPr sz="2025" b="0">
                <a:solidFill>
                  <a:srgbClr val="20262C"/>
                </a:solidFill>
                <a:latin typeface="Arial"/>
                <a:ea typeface="Arial"/>
                <a:cs typeface="Arial"/>
              </a:defRPr>
            </a:lvl7pPr>
            <a:lvl8pPr algn="l">
              <a:defRPr sz="2025" b="0">
                <a:solidFill>
                  <a:srgbClr val="20262C"/>
                </a:solidFill>
                <a:latin typeface="Arial"/>
                <a:ea typeface="Arial"/>
                <a:cs typeface="Arial"/>
              </a:defRPr>
            </a:lvl8pPr>
            <a:lvl9pPr algn="l">
              <a:defRPr sz="2025" b="0">
                <a:solidFill>
                  <a:srgbClr val="20262C"/>
                </a:solidFill>
                <a:latin typeface="Arial"/>
                <a:ea typeface="Arial"/>
                <a:cs typeface="Arial"/>
              </a:defRPr>
            </a:lvl9pPr>
          </a:lstStyle>
          <a:p xmlns:a="http://schemas.openxmlformats.org/drawingml/2006/main">
            <a:pPr algn="l">
              <a:defRPr sz="2025" b="0">
                <a:solidFill>
                  <a:srgbClr val="20262C"/>
                </a:solidFill>
                <a:latin typeface="Arial"/>
                <a:ea typeface="Arial"/>
                <a:cs typeface="Arial"/>
              </a:defRPr>
            </a:pPr>
            <a:r>
              <a:rPr sz="2025" b="0">
                <a:solidFill>
                  <a:srgbClr val="20262C"/>
                </a:solidFill>
                <a:latin typeface="Arial"/>
                <a:ea typeface="Arial"/>
                <a:cs typeface="Arial"/>
              </a:rPr>
              <a:t>Investment and risk teams discuss the implications</a:t>
            </a:r>
          </a:p>
        </p:txBody>
      </p:sp>
      <p:sp>
        <p:nvSpPr>
          <p:cNvPr id="41" name="!!story.header.issuer.bar">
            <a:extLst xmlns:a="http://schemas.openxmlformats.org/drawingml/2006/main">
              <a:ext uri="{FF2B5EF4-FFF2-40B4-BE49-F238E27FC236}">
                <a16:creationId xmlns:a16="http://schemas.microsoft.com/office/drawing/2014/main" id="{357DBEDA-A064-46F9-8F80-F63BF55CCEF8}"/>
              </a:ext>
            </a:extLst>
          </p:cNvPr>
          <p:cNvSpPr>
            <a:spLocks xmlns:a="http://schemas.openxmlformats.org/drawingml/2006/main" noGrp="1"/>
          </p:cNvSpPr>
          <p:nvPr/>
        </p:nvSpPr>
        <p:spPr>
          <a:xfrm xmlns:a="http://schemas.openxmlformats.org/drawingml/2006/main">
            <a:off x="10668000" y="1257300"/>
            <a:ext cx="47625" cy="238125"/>
          </a:xfrm>
          <a:prstGeom xmlns:a="http://schemas.openxmlformats.org/drawingml/2006/main" prst="rect">
            <a:avLst/>
          </a:prstGeom>
          <a:solidFill xmlns:a="http://schemas.openxmlformats.org/drawingml/2006/main">
            <a:srgbClr val="317F7B"/>
          </a:solidFill>
          <a:ln xmlns:a="http://schemas.openxmlformats.org/drawingml/2006/main" w="0">
            <a:noFill/>
          </a:ln>
        </p:spPr>
      </p:sp>
      <p:sp>
        <p:nvSpPr>
          <p:cNvPr id="42" name="!!story.header.issuer.name">
            <a:extLst xmlns:a="http://schemas.openxmlformats.org/drawingml/2006/main">
              <a:ext uri="{FF2B5EF4-FFF2-40B4-BE49-F238E27FC236}">
                <a16:creationId xmlns:a16="http://schemas.microsoft.com/office/drawing/2014/main" id="{0C7E85B7-1939-4F89-AD83-C8740063E221}"/>
              </a:ext>
            </a:extLst>
          </p:cNvPr>
          <p:cNvSpPr>
            <a:spLocks xmlns:a="http://schemas.openxmlformats.org/drawingml/2006/main" noGrp="1"/>
          </p:cNvSpPr>
          <p:nvPr/>
        </p:nvSpPr>
        <p:spPr>
          <a:xfrm xmlns:a="http://schemas.openxmlformats.org/drawingml/2006/main">
            <a:off x="10801350" y="1190625"/>
            <a:ext cx="152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317F7B"/>
                </a:solidFill>
                <a:latin typeface="Arial"/>
                <a:ea typeface="Arial"/>
                <a:cs typeface="Arial"/>
              </a:defRPr>
            </a:defPPr>
            <a:lvl1pPr algn="l">
              <a:defRPr sz="1800" b="1">
                <a:solidFill>
                  <a:srgbClr val="317F7B"/>
                </a:solidFill>
                <a:latin typeface="Arial"/>
                <a:ea typeface="Arial"/>
                <a:cs typeface="Arial"/>
              </a:defRPr>
            </a:lvl1pPr>
            <a:lvl2pPr algn="l">
              <a:defRPr sz="1800" b="1">
                <a:solidFill>
                  <a:srgbClr val="317F7B"/>
                </a:solidFill>
                <a:latin typeface="Arial"/>
                <a:ea typeface="Arial"/>
                <a:cs typeface="Arial"/>
              </a:defRPr>
            </a:lvl2pPr>
            <a:lvl3pPr algn="l">
              <a:defRPr sz="1800" b="1">
                <a:solidFill>
                  <a:srgbClr val="317F7B"/>
                </a:solidFill>
                <a:latin typeface="Arial"/>
                <a:ea typeface="Arial"/>
                <a:cs typeface="Arial"/>
              </a:defRPr>
            </a:lvl3pPr>
            <a:lvl4pPr algn="l">
              <a:defRPr sz="1800" b="1">
                <a:solidFill>
                  <a:srgbClr val="317F7B"/>
                </a:solidFill>
                <a:latin typeface="Arial"/>
                <a:ea typeface="Arial"/>
                <a:cs typeface="Arial"/>
              </a:defRPr>
            </a:lvl4pPr>
            <a:lvl5pPr algn="l">
              <a:defRPr sz="1800" b="1">
                <a:solidFill>
                  <a:srgbClr val="317F7B"/>
                </a:solidFill>
                <a:latin typeface="Arial"/>
                <a:ea typeface="Arial"/>
                <a:cs typeface="Arial"/>
              </a:defRPr>
            </a:lvl5pPr>
            <a:lvl6pPr algn="l">
              <a:defRPr sz="1800" b="1">
                <a:solidFill>
                  <a:srgbClr val="317F7B"/>
                </a:solidFill>
                <a:latin typeface="Arial"/>
                <a:ea typeface="Arial"/>
                <a:cs typeface="Arial"/>
              </a:defRPr>
            </a:lvl6pPr>
            <a:lvl7pPr algn="l">
              <a:defRPr sz="1800" b="1">
                <a:solidFill>
                  <a:srgbClr val="317F7B"/>
                </a:solidFill>
                <a:latin typeface="Arial"/>
                <a:ea typeface="Arial"/>
                <a:cs typeface="Arial"/>
              </a:defRPr>
            </a:lvl7pPr>
            <a:lvl8pPr algn="l">
              <a:defRPr sz="1800" b="1">
                <a:solidFill>
                  <a:srgbClr val="317F7B"/>
                </a:solidFill>
                <a:latin typeface="Arial"/>
                <a:ea typeface="Arial"/>
                <a:cs typeface="Arial"/>
              </a:defRPr>
            </a:lvl8pPr>
            <a:lvl9pPr algn="l">
              <a:defRPr sz="1800" b="1">
                <a:solidFill>
                  <a:srgbClr val="317F7B"/>
                </a:solidFill>
                <a:latin typeface="Arial"/>
                <a:ea typeface="Arial"/>
                <a:cs typeface="Arial"/>
              </a:defRPr>
            </a:lvl9pPr>
          </a:lstStyle>
          <a:p xmlns:a="http://schemas.openxmlformats.org/drawingml/2006/main">
            <a:pPr algn="l">
              <a:defRPr sz="1800" b="1">
                <a:solidFill>
                  <a:srgbClr val="317F7B"/>
                </a:solidFill>
                <a:latin typeface="Arial"/>
                <a:ea typeface="Arial"/>
                <a:cs typeface="Arial"/>
              </a:defRPr>
            </a:pPr>
            <a:r>
              <a:rPr sz="1800" b="1">
                <a:solidFill>
                  <a:srgbClr val="317F7B"/>
                </a:solidFill>
                <a:latin typeface="Arial"/>
                <a:ea typeface="Arial"/>
                <a:cs typeface="Arial"/>
              </a:rPr>
              <a:t>Company A</a:t>
            </a:r>
          </a:p>
        </p:txBody>
      </p:sp>
      <p:sp>
        <p:nvSpPr>
          <p:cNvPr id="43" name="!!story.header.issuer.qualifier">
            <a:extLst xmlns:a="http://schemas.openxmlformats.org/drawingml/2006/main">
              <a:ext uri="{FF2B5EF4-FFF2-40B4-BE49-F238E27FC236}">
                <a16:creationId xmlns:a16="http://schemas.microsoft.com/office/drawing/2014/main" id="{F88769A5-0E9D-4852-87DD-CBA4086C0E80}"/>
              </a:ext>
            </a:extLst>
          </p:cNvPr>
          <p:cNvSpPr>
            <a:spLocks xmlns:a="http://schemas.openxmlformats.org/drawingml/2006/main" noGrp="1"/>
          </p:cNvSpPr>
          <p:nvPr/>
        </p:nvSpPr>
        <p:spPr>
          <a:xfrm xmlns:a="http://schemas.openxmlformats.org/drawingml/2006/main">
            <a:off x="12430125" y="1238250"/>
            <a:ext cx="14001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707C88"/>
                </a:solidFill>
                <a:latin typeface="Arial"/>
                <a:ea typeface="Arial"/>
                <a:cs typeface="Arial"/>
              </a:defRPr>
            </a:defPPr>
            <a:lvl1pPr algn="l">
              <a:defRPr sz="1500" b="0">
                <a:solidFill>
                  <a:srgbClr val="707C88"/>
                </a:solidFill>
                <a:latin typeface="Arial"/>
                <a:ea typeface="Arial"/>
                <a:cs typeface="Arial"/>
              </a:defRPr>
            </a:lvl1pPr>
            <a:lvl2pPr algn="l">
              <a:defRPr sz="1500" b="0">
                <a:solidFill>
                  <a:srgbClr val="707C88"/>
                </a:solidFill>
                <a:latin typeface="Arial"/>
                <a:ea typeface="Arial"/>
                <a:cs typeface="Arial"/>
              </a:defRPr>
            </a:lvl2pPr>
            <a:lvl3pPr algn="l">
              <a:defRPr sz="1500" b="0">
                <a:solidFill>
                  <a:srgbClr val="707C88"/>
                </a:solidFill>
                <a:latin typeface="Arial"/>
                <a:ea typeface="Arial"/>
                <a:cs typeface="Arial"/>
              </a:defRPr>
            </a:lvl3pPr>
            <a:lvl4pPr algn="l">
              <a:defRPr sz="1500" b="0">
                <a:solidFill>
                  <a:srgbClr val="707C88"/>
                </a:solidFill>
                <a:latin typeface="Arial"/>
                <a:ea typeface="Arial"/>
                <a:cs typeface="Arial"/>
              </a:defRPr>
            </a:lvl4pPr>
            <a:lvl5pPr algn="l">
              <a:defRPr sz="1500" b="0">
                <a:solidFill>
                  <a:srgbClr val="707C88"/>
                </a:solidFill>
                <a:latin typeface="Arial"/>
                <a:ea typeface="Arial"/>
                <a:cs typeface="Arial"/>
              </a:defRPr>
            </a:lvl5pPr>
            <a:lvl6pPr algn="l">
              <a:defRPr sz="1500" b="0">
                <a:solidFill>
                  <a:srgbClr val="707C88"/>
                </a:solidFill>
                <a:latin typeface="Arial"/>
                <a:ea typeface="Arial"/>
                <a:cs typeface="Arial"/>
              </a:defRPr>
            </a:lvl6pPr>
            <a:lvl7pPr algn="l">
              <a:defRPr sz="1500" b="0">
                <a:solidFill>
                  <a:srgbClr val="707C88"/>
                </a:solidFill>
                <a:latin typeface="Arial"/>
                <a:ea typeface="Arial"/>
                <a:cs typeface="Arial"/>
              </a:defRPr>
            </a:lvl7pPr>
            <a:lvl8pPr algn="l">
              <a:defRPr sz="1500" b="0">
                <a:solidFill>
                  <a:srgbClr val="707C88"/>
                </a:solidFill>
                <a:latin typeface="Arial"/>
                <a:ea typeface="Arial"/>
                <a:cs typeface="Arial"/>
              </a:defRPr>
            </a:lvl8pPr>
            <a:lvl9pPr algn="l">
              <a:defRPr sz="1500" b="0">
                <a:solidFill>
                  <a:srgbClr val="707C88"/>
                </a:solidFill>
                <a:latin typeface="Arial"/>
                <a:ea typeface="Arial"/>
                <a:cs typeface="Arial"/>
              </a:defRPr>
            </a:lvl9pPr>
          </a:lstStyle>
          <a:p xmlns:a="http://schemas.openxmlformats.org/drawingml/2006/main">
            <a:pPr algn="l">
              <a:defRPr sz="1500" b="0">
                <a:solidFill>
                  <a:srgbClr val="707C88"/>
                </a:solidFill>
                <a:latin typeface="Arial"/>
                <a:ea typeface="Arial"/>
                <a:cs typeface="Arial"/>
              </a:defRPr>
            </a:pPr>
            <a:r>
              <a:rPr sz="1500" b="0">
                <a:solidFill>
                  <a:srgbClr val="707C88"/>
                </a:solidFill>
                <a:latin typeface="Arial"/>
                <a:ea typeface="Arial"/>
                <a:cs typeface="Arial"/>
              </a:rPr>
              <a:t>Reference</a:t>
            </a:r>
          </a:p>
        </p:txBody>
      </p:sp>
    </p:spTree>
    <p:extLst>
      <p:ext uri="{BB962C8B-B14F-4D97-AF65-F5344CB8AC3E}">
        <p14:creationId xmlns:p14="http://schemas.microsoft.com/office/powerpoint/2010/main" val="766170040"/>
      </p:ext>
    </p:extLst>
  </p:cSld>
  <mc:AlternateContent xmlns:mc="http://schemas.openxmlformats.org/markup-compatibility/2006">
    <mc:Choice xmlns:p159="http://schemas.microsoft.com/office/powerpoint/2015/09/main" Requires="p159">
      <p:transition xmlns:p14="http://schemas.microsoft.com/office/powerpoint/2010/main" spd="med" advClick="1" p14:dur="700">
        <p159:morph option="byObject"/>
      </p:transition>
    </mc:Choice>
    <mc:Fallback>
      <p:transition spd="fast" advClick="1">
        <p:fade/>
      </p:transition>
    </mc:Fallback>
  </mc:AlternateContent>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9" name="!!heading">
            <a:extLst xmlns:a="http://schemas.openxmlformats.org/drawingml/2006/main">
              <a:ext uri="{FF2B5EF4-FFF2-40B4-BE49-F238E27FC236}">
                <a16:creationId xmlns:a16="http://schemas.microsoft.com/office/drawing/2014/main" id="{6665A797-8697-48F8-B5B1-C873183330D5}"/>
              </a:ext>
            </a:extLst>
          </p:cNvPr>
          <p:cNvSpPr>
            <a:spLocks xmlns:a="http://schemas.openxmlformats.org/drawingml/2006/main" noGrp="1"/>
          </p:cNvSpPr>
          <p:nvPr/>
        </p:nvSpPr>
        <p:spPr>
          <a:xfrm xmlns:a="http://schemas.openxmlformats.org/drawingml/2006/main">
            <a:off x="647700" y="428625"/>
            <a:ext cx="13944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0262C"/>
                </a:solidFill>
                <a:latin typeface="Arial"/>
                <a:ea typeface="Arial"/>
                <a:cs typeface="Arial"/>
              </a:defRPr>
            </a:defPPr>
            <a:lvl1pPr algn="l">
              <a:defRPr sz="3300" b="1">
                <a:solidFill>
                  <a:srgbClr val="20262C"/>
                </a:solidFill>
                <a:latin typeface="Arial"/>
                <a:ea typeface="Arial"/>
                <a:cs typeface="Arial"/>
              </a:defRPr>
            </a:lvl1pPr>
            <a:lvl2pPr algn="l">
              <a:defRPr sz="3300" b="1">
                <a:solidFill>
                  <a:srgbClr val="20262C"/>
                </a:solidFill>
                <a:latin typeface="Arial"/>
                <a:ea typeface="Arial"/>
                <a:cs typeface="Arial"/>
              </a:defRPr>
            </a:lvl2pPr>
            <a:lvl3pPr algn="l">
              <a:defRPr sz="3300" b="1">
                <a:solidFill>
                  <a:srgbClr val="20262C"/>
                </a:solidFill>
                <a:latin typeface="Arial"/>
                <a:ea typeface="Arial"/>
                <a:cs typeface="Arial"/>
              </a:defRPr>
            </a:lvl3pPr>
            <a:lvl4pPr algn="l">
              <a:defRPr sz="3300" b="1">
                <a:solidFill>
                  <a:srgbClr val="20262C"/>
                </a:solidFill>
                <a:latin typeface="Arial"/>
                <a:ea typeface="Arial"/>
                <a:cs typeface="Arial"/>
              </a:defRPr>
            </a:lvl4pPr>
            <a:lvl5pPr algn="l">
              <a:defRPr sz="3300" b="1">
                <a:solidFill>
                  <a:srgbClr val="20262C"/>
                </a:solidFill>
                <a:latin typeface="Arial"/>
                <a:ea typeface="Arial"/>
                <a:cs typeface="Arial"/>
              </a:defRPr>
            </a:lvl5pPr>
            <a:lvl6pPr algn="l">
              <a:defRPr sz="3300" b="1">
                <a:solidFill>
                  <a:srgbClr val="20262C"/>
                </a:solidFill>
                <a:latin typeface="Arial"/>
                <a:ea typeface="Arial"/>
                <a:cs typeface="Arial"/>
              </a:defRPr>
            </a:lvl6pPr>
            <a:lvl7pPr algn="l">
              <a:defRPr sz="3300" b="1">
                <a:solidFill>
                  <a:srgbClr val="20262C"/>
                </a:solidFill>
                <a:latin typeface="Arial"/>
                <a:ea typeface="Arial"/>
                <a:cs typeface="Arial"/>
              </a:defRPr>
            </a:lvl7pPr>
            <a:lvl8pPr algn="l">
              <a:defRPr sz="3300" b="1">
                <a:solidFill>
                  <a:srgbClr val="20262C"/>
                </a:solidFill>
                <a:latin typeface="Arial"/>
                <a:ea typeface="Arial"/>
                <a:cs typeface="Arial"/>
              </a:defRPr>
            </a:lvl8pPr>
            <a:lvl9pPr algn="l">
              <a:defRPr sz="3300" b="1">
                <a:solidFill>
                  <a:srgbClr val="20262C"/>
                </a:solidFill>
                <a:latin typeface="Arial"/>
                <a:ea typeface="Arial"/>
                <a:cs typeface="Arial"/>
              </a:defRPr>
            </a:lvl9pPr>
          </a:lstStyle>
          <a:p xmlns:a="http://schemas.openxmlformats.org/drawingml/2006/main">
            <a:pPr algn="l">
              <a:defRPr sz="3300" b="1">
                <a:solidFill>
                  <a:srgbClr val="20262C"/>
                </a:solidFill>
                <a:latin typeface="Arial"/>
                <a:ea typeface="Arial"/>
                <a:cs typeface="Arial"/>
              </a:defRPr>
            </a:pPr>
            <a:r>
              <a:rPr sz="3300" b="1">
                <a:solidFill>
                  <a:srgbClr val="20262C"/>
                </a:solidFill>
                <a:latin typeface="Arial"/>
                <a:ea typeface="Arial"/>
                <a:cs typeface="Arial"/>
              </a:rPr>
              <a:t>Proposed risk assessment and follow-up</a:t>
            </a:r>
          </a:p>
        </p:txBody>
      </p:sp>
      <p:sp>
        <p:nvSpPr>
          <p:cNvPr id="2" name="!!subtitle">
            <a:extLst xmlns:a="http://schemas.openxmlformats.org/drawingml/2006/main">
              <a:ext uri="{FF2B5EF4-FFF2-40B4-BE49-F238E27FC236}">
                <a16:creationId xmlns:a16="http://schemas.microsoft.com/office/drawing/2014/main" id="{025CA9DC-989F-4B1B-9FF9-E79711C4C201}"/>
              </a:ext>
            </a:extLst>
          </p:cNvPr>
          <p:cNvSpPr>
            <a:spLocks xmlns:a="http://schemas.openxmlformats.org/drawingml/2006/main" noGrp="1"/>
          </p:cNvSpPr>
          <p:nvPr/>
        </p:nvSpPr>
        <p:spPr>
          <a:xfrm xmlns:a="http://schemas.openxmlformats.org/drawingml/2006/main">
            <a:off x="647700" y="1190625"/>
            <a:ext cx="139446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05A9C"/>
                </a:solidFill>
                <a:latin typeface="Arial"/>
                <a:ea typeface="Arial"/>
                <a:cs typeface="Arial"/>
              </a:defRPr>
            </a:defPPr>
            <a:lvl1pPr algn="l">
              <a:defRPr sz="1875" b="0">
                <a:solidFill>
                  <a:srgbClr val="005A9C"/>
                </a:solidFill>
                <a:latin typeface="Arial"/>
                <a:ea typeface="Arial"/>
                <a:cs typeface="Arial"/>
              </a:defRPr>
            </a:lvl1pPr>
            <a:lvl2pPr algn="l">
              <a:defRPr sz="1875" b="0">
                <a:solidFill>
                  <a:srgbClr val="005A9C"/>
                </a:solidFill>
                <a:latin typeface="Arial"/>
                <a:ea typeface="Arial"/>
                <a:cs typeface="Arial"/>
              </a:defRPr>
            </a:lvl2pPr>
            <a:lvl3pPr algn="l">
              <a:defRPr sz="1875" b="0">
                <a:solidFill>
                  <a:srgbClr val="005A9C"/>
                </a:solidFill>
                <a:latin typeface="Arial"/>
                <a:ea typeface="Arial"/>
                <a:cs typeface="Arial"/>
              </a:defRPr>
            </a:lvl3pPr>
            <a:lvl4pPr algn="l">
              <a:defRPr sz="1875" b="0">
                <a:solidFill>
                  <a:srgbClr val="005A9C"/>
                </a:solidFill>
                <a:latin typeface="Arial"/>
                <a:ea typeface="Arial"/>
                <a:cs typeface="Arial"/>
              </a:defRPr>
            </a:lvl4pPr>
            <a:lvl5pPr algn="l">
              <a:defRPr sz="1875" b="0">
                <a:solidFill>
                  <a:srgbClr val="005A9C"/>
                </a:solidFill>
                <a:latin typeface="Arial"/>
                <a:ea typeface="Arial"/>
                <a:cs typeface="Arial"/>
              </a:defRPr>
            </a:lvl5pPr>
            <a:lvl6pPr algn="l">
              <a:defRPr sz="1875" b="0">
                <a:solidFill>
                  <a:srgbClr val="005A9C"/>
                </a:solidFill>
                <a:latin typeface="Arial"/>
                <a:ea typeface="Arial"/>
                <a:cs typeface="Arial"/>
              </a:defRPr>
            </a:lvl6pPr>
            <a:lvl7pPr algn="l">
              <a:defRPr sz="1875" b="0">
                <a:solidFill>
                  <a:srgbClr val="005A9C"/>
                </a:solidFill>
                <a:latin typeface="Arial"/>
                <a:ea typeface="Arial"/>
                <a:cs typeface="Arial"/>
              </a:defRPr>
            </a:lvl7pPr>
            <a:lvl8pPr algn="l">
              <a:defRPr sz="1875" b="0">
                <a:solidFill>
                  <a:srgbClr val="005A9C"/>
                </a:solidFill>
                <a:latin typeface="Arial"/>
                <a:ea typeface="Arial"/>
                <a:cs typeface="Arial"/>
              </a:defRPr>
            </a:lvl8pPr>
            <a:lvl9pPr algn="l">
              <a:defRPr sz="1875" b="0">
                <a:solidFill>
                  <a:srgbClr val="005A9C"/>
                </a:solidFill>
                <a:latin typeface="Arial"/>
                <a:ea typeface="Arial"/>
                <a:cs typeface="Arial"/>
              </a:defRPr>
            </a:lvl9pPr>
          </a:lstStyle>
          <a:p xmlns:a="http://schemas.openxmlformats.org/drawingml/2006/main">
            <a:pPr algn="l">
              <a:defRPr sz="1875" b="0">
                <a:solidFill>
                  <a:srgbClr val="005A9C"/>
                </a:solidFill>
                <a:latin typeface="Arial"/>
                <a:ea typeface="Arial"/>
                <a:cs typeface="Arial"/>
              </a:defRPr>
            </a:pPr>
            <a:r>
              <a:rPr sz="1875" b="0">
                <a:solidFill>
                  <a:srgbClr val="005A9C"/>
                </a:solidFill>
                <a:latin typeface="Arial"/>
                <a:ea typeface="Arial"/>
                <a:cs typeface="Arial"/>
              </a:rPr>
              <a:t>Middle office  /  Risk analysis  /  Proposed approach</a:t>
            </a:r>
          </a:p>
        </p:txBody>
      </p:sp>
      <p:sp>
        <p:nvSpPr>
          <p:cNvPr id="3" name="!!heading.rule">
            <a:extLst xmlns:a="http://schemas.openxmlformats.org/drawingml/2006/main">
              <a:ext uri="{FF2B5EF4-FFF2-40B4-BE49-F238E27FC236}">
                <a16:creationId xmlns:a16="http://schemas.microsoft.com/office/drawing/2014/main" id="{B4101213-9505-4185-9780-E11242210DF4}"/>
              </a:ext>
            </a:extLst>
          </p:cNvPr>
          <p:cNvSpPr>
            <a:spLocks xmlns:a="http://schemas.openxmlformats.org/drawingml/2006/main" noGrp="1"/>
          </p:cNvSpPr>
          <p:nvPr/>
        </p:nvSpPr>
        <p:spPr>
          <a:xfrm xmlns:a="http://schemas.openxmlformats.org/drawingml/2006/main" flipH="0" flipV="0">
            <a:off x="647700" y="1733550"/>
            <a:ext cx="13944600" cy="953"/>
          </a:xfrm>
          <a:prstGeom xmlns:a="http://schemas.openxmlformats.org/drawingml/2006/main" prst="line">
            <a:avLst/>
          </a:prstGeom>
          <a:noFill xmlns:a="http://schemas.openxmlformats.org/drawingml/2006/main"/>
          <a:ln xmlns:a="http://schemas.openxmlformats.org/drawingml/2006/main" w="11430">
            <a:solidFill>
              <a:srgbClr val="BCC6CF"/>
            </a:solidFill>
            <a:prstDash val="solid"/>
          </a:ln>
        </p:spPr>
      </p:sp>
      <p:sp>
        <p:nvSpPr>
          <p:cNvPr id="4" name="!!map.front">
            <a:extLst xmlns:a="http://schemas.openxmlformats.org/drawingml/2006/main">
              <a:ext uri="{FF2B5EF4-FFF2-40B4-BE49-F238E27FC236}">
                <a16:creationId xmlns:a16="http://schemas.microsoft.com/office/drawing/2014/main" id="{865A94EE-E53B-4CA0-A398-4CA8044B7765}"/>
              </a:ext>
            </a:extLst>
          </p:cNvPr>
          <p:cNvSpPr>
            <a:spLocks xmlns:a="http://schemas.openxmlformats.org/drawingml/2006/main" noGrp="1"/>
          </p:cNvSpPr>
          <p:nvPr/>
        </p:nvSpPr>
        <p:spPr>
          <a:xfrm xmlns:a="http://schemas.openxmlformats.org/drawingml/2006/main">
            <a:off x="647700" y="1990725"/>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5" name="!!nav.front">
            <ns0:hlinkClick xmlns:ns0="http://schemas.openxmlformats.org/drawingml/2006/main" xmlns:ns1="http://schemas.openxmlformats.org/officeDocument/2006/relationships" ns1:id="rIdNavSlide4" action="ppaction://hlinksldjump" tooltip="Slide 4: Preparing a company research assessment"/>
            <a:extLst xmlns:a="http://schemas.openxmlformats.org/drawingml/2006/main">
              <a:ext uri="{FF2B5EF4-FFF2-40B4-BE49-F238E27FC236}">
                <a16:creationId xmlns:a16="http://schemas.microsoft.com/office/drawing/2014/main" id="{F7E7B94F-9B84-462A-A58A-A59E07CC5546}"/>
              </a:ext>
            </a:extLst>
          </p:cNvPr>
          <p:cNvSpPr>
            <a:spLocks xmlns:a="http://schemas.openxmlformats.org/drawingml/2006/main" noGrp="1"/>
          </p:cNvSpPr>
          <p:nvPr/>
        </p:nvSpPr>
        <p:spPr>
          <a:xfrm xmlns:a="http://schemas.openxmlformats.org/drawingml/2006/main">
            <a:off x="647700" y="1990725"/>
            <a:ext cx="2609850" cy="409575"/>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005A9C"/>
                </a:solidFill>
                <a:latin typeface="Arial"/>
                <a:ea typeface="Arial"/>
                <a:cs typeface="Arial"/>
              </a:defRPr>
            </a:defPPr>
            <a:lvl1pPr algn="ctr">
              <a:defRPr sz="2025" b="1">
                <a:solidFill>
                  <a:srgbClr val="005A9C"/>
                </a:solidFill>
                <a:latin typeface="Arial"/>
                <a:ea typeface="Arial"/>
                <a:cs typeface="Arial"/>
              </a:defRPr>
            </a:lvl1pPr>
            <a:lvl2pPr algn="ctr">
              <a:defRPr sz="2025" b="1">
                <a:solidFill>
                  <a:srgbClr val="005A9C"/>
                </a:solidFill>
                <a:latin typeface="Arial"/>
                <a:ea typeface="Arial"/>
                <a:cs typeface="Arial"/>
              </a:defRPr>
            </a:lvl2pPr>
            <a:lvl3pPr algn="ctr">
              <a:defRPr sz="2025" b="1">
                <a:solidFill>
                  <a:srgbClr val="005A9C"/>
                </a:solidFill>
                <a:latin typeface="Arial"/>
                <a:ea typeface="Arial"/>
                <a:cs typeface="Arial"/>
              </a:defRPr>
            </a:lvl3pPr>
            <a:lvl4pPr algn="ctr">
              <a:defRPr sz="2025" b="1">
                <a:solidFill>
                  <a:srgbClr val="005A9C"/>
                </a:solidFill>
                <a:latin typeface="Arial"/>
                <a:ea typeface="Arial"/>
                <a:cs typeface="Arial"/>
              </a:defRPr>
            </a:lvl4pPr>
            <a:lvl5pPr algn="ctr">
              <a:defRPr sz="2025" b="1">
                <a:solidFill>
                  <a:srgbClr val="005A9C"/>
                </a:solidFill>
                <a:latin typeface="Arial"/>
                <a:ea typeface="Arial"/>
                <a:cs typeface="Arial"/>
              </a:defRPr>
            </a:lvl5pPr>
            <a:lvl6pPr algn="ctr">
              <a:defRPr sz="2025" b="1">
                <a:solidFill>
                  <a:srgbClr val="005A9C"/>
                </a:solidFill>
                <a:latin typeface="Arial"/>
                <a:ea typeface="Arial"/>
                <a:cs typeface="Arial"/>
              </a:defRPr>
            </a:lvl6pPr>
            <a:lvl7pPr algn="ctr">
              <a:defRPr sz="2025" b="1">
                <a:solidFill>
                  <a:srgbClr val="005A9C"/>
                </a:solidFill>
                <a:latin typeface="Arial"/>
                <a:ea typeface="Arial"/>
                <a:cs typeface="Arial"/>
              </a:defRPr>
            </a:lvl7pPr>
            <a:lvl8pPr algn="ctr">
              <a:defRPr sz="2025" b="1">
                <a:solidFill>
                  <a:srgbClr val="005A9C"/>
                </a:solidFill>
                <a:latin typeface="Arial"/>
                <a:ea typeface="Arial"/>
                <a:cs typeface="Arial"/>
              </a:defRPr>
            </a:lvl8pPr>
            <a:lvl9pPr algn="ctr">
              <a:defRPr sz="2025" b="1">
                <a:solidFill>
                  <a:srgbClr val="005A9C"/>
                </a:solidFill>
                <a:latin typeface="Arial"/>
                <a:ea typeface="Arial"/>
                <a:cs typeface="Arial"/>
              </a:defRPr>
            </a:lvl9pPr>
          </a:lstStyle>
          <a:p xmlns:a="http://schemas.openxmlformats.org/drawingml/2006/main">
            <a:pPr algn="ctr">
              <a:defRPr sz="2025" b="1">
                <a:solidFill>
                  <a:srgbClr val="005A9C"/>
                </a:solidFill>
                <a:latin typeface="Arial"/>
                <a:ea typeface="Arial"/>
                <a:cs typeface="Arial"/>
              </a:defRPr>
            </a:pPr>
            <a:r>
              <a:rPr sz="2025" b="1">
                <a:solidFill>
                  <a:srgbClr val="005A9C"/>
                </a:solidFill>
                <a:latin typeface="Arial"/>
                <a:ea typeface="Arial"/>
                <a:cs typeface="Arial"/>
              </a:rPr>
              <a:t>Front office</a:t>
            </a:r>
          </a:p>
        </p:txBody>
      </p:sp>
      <p:sp>
        <p:nvSpPr>
          <p:cNvPr id="6" name="!!task.research">
            <ns0:hlinkClick xmlns:ns0="http://schemas.openxmlformats.org/drawingml/2006/main" xmlns:ns1="http://schemas.openxmlformats.org/officeDocument/2006/relationships" ns1:id="rIdNavSlide4" action="ppaction://hlinksldjump" tooltip="Slide 4: Preparing a company research assessment"/>
            <a:extLst xmlns:a="http://schemas.openxmlformats.org/drawingml/2006/main">
              <a:ext uri="{FF2B5EF4-FFF2-40B4-BE49-F238E27FC236}">
                <a16:creationId xmlns:a16="http://schemas.microsoft.com/office/drawing/2014/main" id="{1B7FE2A7-53D4-4400-808C-0C7C11F7C3C7}"/>
              </a:ext>
            </a:extLst>
          </p:cNvPr>
          <p:cNvSpPr>
            <a:spLocks xmlns:a="http://schemas.openxmlformats.org/drawingml/2006/main" noGrp="1"/>
          </p:cNvSpPr>
          <p:nvPr/>
        </p:nvSpPr>
        <p:spPr>
          <a:xfrm xmlns:a="http://schemas.openxmlformats.org/drawingml/2006/main">
            <a:off x="762000" y="249555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Research</a:t>
            </a:r>
          </a:p>
        </p:txBody>
      </p:sp>
      <p:sp>
        <p:nvSpPr>
          <p:cNvPr id="7" name="!!task.trade">
            <ns0:hlinkClick xmlns:ns0="http://schemas.openxmlformats.org/drawingml/2006/main" xmlns:ns1="http://schemas.openxmlformats.org/officeDocument/2006/relationships" ns1:id="rIdNavSlide9" action="ppaction://hlinksldjump" tooltip="Slide 9: Preparing a bond quote request"/>
            <a:extLst xmlns:a="http://schemas.openxmlformats.org/drawingml/2006/main">
              <a:ext uri="{FF2B5EF4-FFF2-40B4-BE49-F238E27FC236}">
                <a16:creationId xmlns:a16="http://schemas.microsoft.com/office/drawing/2014/main" id="{19B33CC5-0AB3-47B1-8F78-BB8E4AC200FD}"/>
              </a:ext>
            </a:extLst>
          </p:cNvPr>
          <p:cNvSpPr>
            <a:spLocks xmlns:a="http://schemas.openxmlformats.org/drawingml/2006/main" noGrp="1"/>
          </p:cNvSpPr>
          <p:nvPr/>
        </p:nvSpPr>
        <p:spPr>
          <a:xfrm xmlns:a="http://schemas.openxmlformats.org/drawingml/2006/main">
            <a:off x="762000" y="280987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Trading support</a:t>
            </a:r>
          </a:p>
        </p:txBody>
      </p:sp>
      <p:sp>
        <p:nvSpPr>
          <p:cNvPr id="8" name="!!task.client">
            <ns0:hlinkClick xmlns:ns0="http://schemas.openxmlformats.org/drawingml/2006/main" xmlns:ns1="http://schemas.openxmlformats.org/officeDocument/2006/relationships" ns1:id="rIdNavSlide12" action="ppaction://hlinksldjump" tooltip="Slide 12: Preparing a quarterly client update"/>
            <a:extLst xmlns:a="http://schemas.openxmlformats.org/drawingml/2006/main">
              <a:ext uri="{FF2B5EF4-FFF2-40B4-BE49-F238E27FC236}">
                <a16:creationId xmlns:a16="http://schemas.microsoft.com/office/drawing/2014/main" id="{684D1A33-9912-4C14-89D8-4E4AF02326A8}"/>
              </a:ext>
            </a:extLst>
          </p:cNvPr>
          <p:cNvSpPr>
            <a:spLocks xmlns:a="http://schemas.openxmlformats.org/drawingml/2006/main" noGrp="1"/>
          </p:cNvSpPr>
          <p:nvPr/>
        </p:nvSpPr>
        <p:spPr>
          <a:xfrm xmlns:a="http://schemas.openxmlformats.org/drawingml/2006/main">
            <a:off x="762000" y="312420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Client materials</a:t>
            </a:r>
          </a:p>
        </p:txBody>
      </p:sp>
      <p:sp>
        <p:nvSpPr>
          <p:cNvPr id="9" name="!!map.middle">
            <a:extLst xmlns:a="http://schemas.openxmlformats.org/drawingml/2006/main">
              <a:ext uri="{FF2B5EF4-FFF2-40B4-BE49-F238E27FC236}">
                <a16:creationId xmlns:a16="http://schemas.microsoft.com/office/drawing/2014/main" id="{AD6DC21D-20CF-4E27-9384-7B294C598D91}"/>
              </a:ext>
            </a:extLst>
          </p:cNvPr>
          <p:cNvSpPr>
            <a:spLocks xmlns:a="http://schemas.openxmlformats.org/drawingml/2006/main" noGrp="1"/>
          </p:cNvSpPr>
          <p:nvPr/>
        </p:nvSpPr>
        <p:spPr>
          <a:xfrm xmlns:a="http://schemas.openxmlformats.org/drawingml/2006/main">
            <a:off x="647700" y="3657600"/>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10" name="!!nav.middle">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D73591A2-3F46-4630-8CC0-2457C60ED917}"/>
              </a:ext>
            </a:extLst>
          </p:cNvPr>
          <p:cNvSpPr>
            <a:spLocks xmlns:a="http://schemas.openxmlformats.org/drawingml/2006/main" noGrp="1"/>
          </p:cNvSpPr>
          <p:nvPr/>
        </p:nvSpPr>
        <p:spPr>
          <a:xfrm xmlns:a="http://schemas.openxmlformats.org/drawingml/2006/main">
            <a:off x="647700" y="3657600"/>
            <a:ext cx="2609850" cy="409575"/>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FFFFFF"/>
                </a:solidFill>
                <a:latin typeface="Arial"/>
                <a:ea typeface="Arial"/>
                <a:cs typeface="Arial"/>
              </a:defRPr>
            </a:defPPr>
            <a:lvl1pPr algn="ctr">
              <a:defRPr sz="2025" b="1">
                <a:solidFill>
                  <a:srgbClr val="FFFFFF"/>
                </a:solidFill>
                <a:latin typeface="Arial"/>
                <a:ea typeface="Arial"/>
                <a:cs typeface="Arial"/>
              </a:defRPr>
            </a:lvl1pPr>
            <a:lvl2pPr algn="ctr">
              <a:defRPr sz="2025" b="1">
                <a:solidFill>
                  <a:srgbClr val="FFFFFF"/>
                </a:solidFill>
                <a:latin typeface="Arial"/>
                <a:ea typeface="Arial"/>
                <a:cs typeface="Arial"/>
              </a:defRPr>
            </a:lvl2pPr>
            <a:lvl3pPr algn="ctr">
              <a:defRPr sz="2025" b="1">
                <a:solidFill>
                  <a:srgbClr val="FFFFFF"/>
                </a:solidFill>
                <a:latin typeface="Arial"/>
                <a:ea typeface="Arial"/>
                <a:cs typeface="Arial"/>
              </a:defRPr>
            </a:lvl3pPr>
            <a:lvl4pPr algn="ctr">
              <a:defRPr sz="2025" b="1">
                <a:solidFill>
                  <a:srgbClr val="FFFFFF"/>
                </a:solidFill>
                <a:latin typeface="Arial"/>
                <a:ea typeface="Arial"/>
                <a:cs typeface="Arial"/>
              </a:defRPr>
            </a:lvl4pPr>
            <a:lvl5pPr algn="ctr">
              <a:defRPr sz="2025" b="1">
                <a:solidFill>
                  <a:srgbClr val="FFFFFF"/>
                </a:solidFill>
                <a:latin typeface="Arial"/>
                <a:ea typeface="Arial"/>
                <a:cs typeface="Arial"/>
              </a:defRPr>
            </a:lvl5pPr>
            <a:lvl6pPr algn="ctr">
              <a:defRPr sz="2025" b="1">
                <a:solidFill>
                  <a:srgbClr val="FFFFFF"/>
                </a:solidFill>
                <a:latin typeface="Arial"/>
                <a:ea typeface="Arial"/>
                <a:cs typeface="Arial"/>
              </a:defRPr>
            </a:lvl6pPr>
            <a:lvl7pPr algn="ctr">
              <a:defRPr sz="2025" b="1">
                <a:solidFill>
                  <a:srgbClr val="FFFFFF"/>
                </a:solidFill>
                <a:latin typeface="Arial"/>
                <a:ea typeface="Arial"/>
                <a:cs typeface="Arial"/>
              </a:defRPr>
            </a:lvl7pPr>
            <a:lvl8pPr algn="ctr">
              <a:defRPr sz="2025" b="1">
                <a:solidFill>
                  <a:srgbClr val="FFFFFF"/>
                </a:solidFill>
                <a:latin typeface="Arial"/>
                <a:ea typeface="Arial"/>
                <a:cs typeface="Arial"/>
              </a:defRPr>
            </a:lvl8pPr>
            <a:lvl9pPr algn="ctr">
              <a:defRPr sz="2025" b="1">
                <a:solidFill>
                  <a:srgbClr val="FFFFFF"/>
                </a:solidFill>
                <a:latin typeface="Arial"/>
                <a:ea typeface="Arial"/>
                <a:cs typeface="Arial"/>
              </a:defRPr>
            </a:lvl9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Middle office</a:t>
            </a:r>
          </a:p>
        </p:txBody>
      </p:sp>
      <p:sp>
        <p:nvSpPr>
          <p:cNvPr id="11" name="!!task.review">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175453AD-5C39-4EA1-851E-4FC7B41E25EB}"/>
              </a:ext>
            </a:extLst>
          </p:cNvPr>
          <p:cNvSpPr>
            <a:spLocks xmlns:a="http://schemas.openxmlformats.org/drawingml/2006/main" noGrp="1"/>
          </p:cNvSpPr>
          <p:nvPr/>
        </p:nvSpPr>
        <p:spPr>
          <a:xfrm xmlns:a="http://schemas.openxmlformats.org/drawingml/2006/main">
            <a:off x="762000" y="416242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Content review</a:t>
            </a:r>
          </a:p>
        </p:txBody>
      </p:sp>
      <p:sp>
        <p:nvSpPr>
          <p:cNvPr id="12" name="!!task.risk">
            <ns0:hlinkClick xmlns:ns0="http://schemas.openxmlformats.org/drawingml/2006/main" xmlns:ns1="http://schemas.openxmlformats.org/officeDocument/2006/relationships" ns1:id="rIdNavSlide19" action="ppaction://hlinksldjump" tooltip="Slide 19: Investigating a risk alert"/>
            <a:extLst xmlns:a="http://schemas.openxmlformats.org/drawingml/2006/main">
              <a:ext uri="{FF2B5EF4-FFF2-40B4-BE49-F238E27FC236}">
                <a16:creationId xmlns:a16="http://schemas.microsoft.com/office/drawing/2014/main" id="{7A4A6956-1103-4CCA-9AA5-E65E35BF833E}"/>
              </a:ext>
            </a:extLst>
          </p:cNvPr>
          <p:cNvSpPr>
            <a:spLocks xmlns:a="http://schemas.openxmlformats.org/drawingml/2006/main" noGrp="1"/>
          </p:cNvSpPr>
          <p:nvPr/>
        </p:nvSpPr>
        <p:spPr>
          <a:xfrm xmlns:a="http://schemas.openxmlformats.org/drawingml/2006/main">
            <a:off x="762000" y="4476750"/>
            <a:ext cx="2381250" cy="304800"/>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1">
                <a:solidFill>
                  <a:srgbClr val="005A9C"/>
                </a:solidFill>
                <a:latin typeface="Arial"/>
                <a:ea typeface="Arial"/>
                <a:cs typeface="Arial"/>
              </a:defRPr>
            </a:defPPr>
            <a:lvl1pPr algn="ctr">
              <a:defRPr sz="1650" b="1">
                <a:solidFill>
                  <a:srgbClr val="005A9C"/>
                </a:solidFill>
                <a:latin typeface="Arial"/>
                <a:ea typeface="Arial"/>
                <a:cs typeface="Arial"/>
              </a:defRPr>
            </a:lvl1pPr>
            <a:lvl2pPr algn="ctr">
              <a:defRPr sz="1650" b="1">
                <a:solidFill>
                  <a:srgbClr val="005A9C"/>
                </a:solidFill>
                <a:latin typeface="Arial"/>
                <a:ea typeface="Arial"/>
                <a:cs typeface="Arial"/>
              </a:defRPr>
            </a:lvl2pPr>
            <a:lvl3pPr algn="ctr">
              <a:defRPr sz="1650" b="1">
                <a:solidFill>
                  <a:srgbClr val="005A9C"/>
                </a:solidFill>
                <a:latin typeface="Arial"/>
                <a:ea typeface="Arial"/>
                <a:cs typeface="Arial"/>
              </a:defRPr>
            </a:lvl3pPr>
            <a:lvl4pPr algn="ctr">
              <a:defRPr sz="1650" b="1">
                <a:solidFill>
                  <a:srgbClr val="005A9C"/>
                </a:solidFill>
                <a:latin typeface="Arial"/>
                <a:ea typeface="Arial"/>
                <a:cs typeface="Arial"/>
              </a:defRPr>
            </a:lvl4pPr>
            <a:lvl5pPr algn="ctr">
              <a:defRPr sz="1650" b="1">
                <a:solidFill>
                  <a:srgbClr val="005A9C"/>
                </a:solidFill>
                <a:latin typeface="Arial"/>
                <a:ea typeface="Arial"/>
                <a:cs typeface="Arial"/>
              </a:defRPr>
            </a:lvl5pPr>
            <a:lvl6pPr algn="ctr">
              <a:defRPr sz="1650" b="1">
                <a:solidFill>
                  <a:srgbClr val="005A9C"/>
                </a:solidFill>
                <a:latin typeface="Arial"/>
                <a:ea typeface="Arial"/>
                <a:cs typeface="Arial"/>
              </a:defRPr>
            </a:lvl6pPr>
            <a:lvl7pPr algn="ctr">
              <a:defRPr sz="1650" b="1">
                <a:solidFill>
                  <a:srgbClr val="005A9C"/>
                </a:solidFill>
                <a:latin typeface="Arial"/>
                <a:ea typeface="Arial"/>
                <a:cs typeface="Arial"/>
              </a:defRPr>
            </a:lvl7pPr>
            <a:lvl8pPr algn="ctr">
              <a:defRPr sz="1650" b="1">
                <a:solidFill>
                  <a:srgbClr val="005A9C"/>
                </a:solidFill>
                <a:latin typeface="Arial"/>
                <a:ea typeface="Arial"/>
                <a:cs typeface="Arial"/>
              </a:defRPr>
            </a:lvl8pPr>
            <a:lvl9pPr algn="ctr">
              <a:defRPr sz="1650" b="1">
                <a:solidFill>
                  <a:srgbClr val="005A9C"/>
                </a:solidFill>
                <a:latin typeface="Arial"/>
                <a:ea typeface="Arial"/>
                <a:cs typeface="Arial"/>
              </a:defRPr>
            </a:lvl9pPr>
          </a:lstStyle>
          <a:p xmlns:a="http://schemas.openxmlformats.org/drawingml/2006/main">
            <a:pPr algn="ctr">
              <a:defRPr sz="1650" b="1">
                <a:solidFill>
                  <a:srgbClr val="005A9C"/>
                </a:solidFill>
                <a:latin typeface="Arial"/>
                <a:ea typeface="Arial"/>
                <a:cs typeface="Arial"/>
              </a:defRPr>
            </a:pPr>
            <a:r>
              <a:rPr sz="1650" b="1">
                <a:solidFill>
                  <a:srgbClr val="005A9C"/>
                </a:solidFill>
                <a:latin typeface="Arial"/>
                <a:ea typeface="Arial"/>
                <a:cs typeface="Arial"/>
              </a:rPr>
              <a:t>Risk analysis</a:t>
            </a:r>
          </a:p>
        </p:txBody>
      </p:sp>
      <p:sp>
        <p:nvSpPr>
          <p:cNvPr id="13" name="!!map.back">
            <a:extLst xmlns:a="http://schemas.openxmlformats.org/drawingml/2006/main">
              <a:ext uri="{FF2B5EF4-FFF2-40B4-BE49-F238E27FC236}">
                <a16:creationId xmlns:a16="http://schemas.microsoft.com/office/drawing/2014/main" id="{EF009B0A-3AFA-4EBE-A38B-3120AAE5CF17}"/>
              </a:ext>
            </a:extLst>
          </p:cNvPr>
          <p:cNvSpPr>
            <a:spLocks xmlns:a="http://schemas.openxmlformats.org/drawingml/2006/main" noGrp="1"/>
          </p:cNvSpPr>
          <p:nvPr/>
        </p:nvSpPr>
        <p:spPr>
          <a:xfrm xmlns:a="http://schemas.openxmlformats.org/drawingml/2006/main">
            <a:off x="647700" y="5324475"/>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14" name="!!nav.back">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17820A61-9144-40AB-A567-2FD9BF6438F1}"/>
              </a:ext>
            </a:extLst>
          </p:cNvPr>
          <p:cNvSpPr>
            <a:spLocks xmlns:a="http://schemas.openxmlformats.org/drawingml/2006/main" noGrp="1"/>
          </p:cNvSpPr>
          <p:nvPr/>
        </p:nvSpPr>
        <p:spPr>
          <a:xfrm xmlns:a="http://schemas.openxmlformats.org/drawingml/2006/main">
            <a:off x="647700" y="5324475"/>
            <a:ext cx="2609850" cy="409575"/>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005A9C"/>
                </a:solidFill>
                <a:latin typeface="Arial"/>
                <a:ea typeface="Arial"/>
                <a:cs typeface="Arial"/>
              </a:defRPr>
            </a:defPPr>
            <a:lvl1pPr algn="ctr">
              <a:defRPr sz="2025" b="1">
                <a:solidFill>
                  <a:srgbClr val="005A9C"/>
                </a:solidFill>
                <a:latin typeface="Arial"/>
                <a:ea typeface="Arial"/>
                <a:cs typeface="Arial"/>
              </a:defRPr>
            </a:lvl1pPr>
            <a:lvl2pPr algn="ctr">
              <a:defRPr sz="2025" b="1">
                <a:solidFill>
                  <a:srgbClr val="005A9C"/>
                </a:solidFill>
                <a:latin typeface="Arial"/>
                <a:ea typeface="Arial"/>
                <a:cs typeface="Arial"/>
              </a:defRPr>
            </a:lvl2pPr>
            <a:lvl3pPr algn="ctr">
              <a:defRPr sz="2025" b="1">
                <a:solidFill>
                  <a:srgbClr val="005A9C"/>
                </a:solidFill>
                <a:latin typeface="Arial"/>
                <a:ea typeface="Arial"/>
                <a:cs typeface="Arial"/>
              </a:defRPr>
            </a:lvl3pPr>
            <a:lvl4pPr algn="ctr">
              <a:defRPr sz="2025" b="1">
                <a:solidFill>
                  <a:srgbClr val="005A9C"/>
                </a:solidFill>
                <a:latin typeface="Arial"/>
                <a:ea typeface="Arial"/>
                <a:cs typeface="Arial"/>
              </a:defRPr>
            </a:lvl4pPr>
            <a:lvl5pPr algn="ctr">
              <a:defRPr sz="2025" b="1">
                <a:solidFill>
                  <a:srgbClr val="005A9C"/>
                </a:solidFill>
                <a:latin typeface="Arial"/>
                <a:ea typeface="Arial"/>
                <a:cs typeface="Arial"/>
              </a:defRPr>
            </a:lvl5pPr>
            <a:lvl6pPr algn="ctr">
              <a:defRPr sz="2025" b="1">
                <a:solidFill>
                  <a:srgbClr val="005A9C"/>
                </a:solidFill>
                <a:latin typeface="Arial"/>
                <a:ea typeface="Arial"/>
                <a:cs typeface="Arial"/>
              </a:defRPr>
            </a:lvl6pPr>
            <a:lvl7pPr algn="ctr">
              <a:defRPr sz="2025" b="1">
                <a:solidFill>
                  <a:srgbClr val="005A9C"/>
                </a:solidFill>
                <a:latin typeface="Arial"/>
                <a:ea typeface="Arial"/>
                <a:cs typeface="Arial"/>
              </a:defRPr>
            </a:lvl7pPr>
            <a:lvl8pPr algn="ctr">
              <a:defRPr sz="2025" b="1">
                <a:solidFill>
                  <a:srgbClr val="005A9C"/>
                </a:solidFill>
                <a:latin typeface="Arial"/>
                <a:ea typeface="Arial"/>
                <a:cs typeface="Arial"/>
              </a:defRPr>
            </a:lvl8pPr>
            <a:lvl9pPr algn="ctr">
              <a:defRPr sz="2025" b="1">
                <a:solidFill>
                  <a:srgbClr val="005A9C"/>
                </a:solidFill>
                <a:latin typeface="Arial"/>
                <a:ea typeface="Arial"/>
                <a:cs typeface="Arial"/>
              </a:defRPr>
            </a:lvl9pPr>
          </a:lstStyle>
          <a:p xmlns:a="http://schemas.openxmlformats.org/drawingml/2006/main">
            <a:pPr algn="ctr">
              <a:defRPr sz="2025" b="1">
                <a:solidFill>
                  <a:srgbClr val="005A9C"/>
                </a:solidFill>
                <a:latin typeface="Arial"/>
                <a:ea typeface="Arial"/>
                <a:cs typeface="Arial"/>
              </a:defRPr>
            </a:pPr>
            <a:r>
              <a:rPr sz="2025" b="1">
                <a:solidFill>
                  <a:srgbClr val="005A9C"/>
                </a:solidFill>
                <a:latin typeface="Arial"/>
                <a:ea typeface="Arial"/>
                <a:cs typeface="Arial"/>
              </a:rPr>
              <a:t>Back office</a:t>
            </a:r>
          </a:p>
        </p:txBody>
      </p:sp>
      <p:sp>
        <p:nvSpPr>
          <p:cNvPr id="15" name="!!task.files">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D7D16196-6A06-4EAD-BEA4-D3A76E90C320}"/>
              </a:ext>
            </a:extLst>
          </p:cNvPr>
          <p:cNvSpPr>
            <a:spLocks xmlns:a="http://schemas.openxmlformats.org/drawingml/2006/main" noGrp="1"/>
          </p:cNvSpPr>
          <p:nvPr/>
        </p:nvSpPr>
        <p:spPr>
          <a:xfrm xmlns:a="http://schemas.openxmlformats.org/drawingml/2006/main">
            <a:off x="762000" y="582930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Document processing</a:t>
            </a:r>
          </a:p>
        </p:txBody>
      </p:sp>
      <p:sp>
        <p:nvSpPr>
          <p:cNvPr id="16" name="!!task.dev">
            <ns0:hlinkClick xmlns:ns0="http://schemas.openxmlformats.org/drawingml/2006/main" xmlns:ns1="http://schemas.openxmlformats.org/officeDocument/2006/relationships" ns1:id="rIdNavSlide25" action="ppaction://hlinksldjump" tooltip="Slide 25: Turning a business request into a working tool"/>
            <a:extLst xmlns:a="http://schemas.openxmlformats.org/drawingml/2006/main">
              <a:ext uri="{FF2B5EF4-FFF2-40B4-BE49-F238E27FC236}">
                <a16:creationId xmlns:a16="http://schemas.microsoft.com/office/drawing/2014/main" id="{23A16642-4FA8-4788-ADD3-9A88F82DC132}"/>
              </a:ext>
            </a:extLst>
          </p:cNvPr>
          <p:cNvSpPr>
            <a:spLocks xmlns:a="http://schemas.openxmlformats.org/drawingml/2006/main" noGrp="1"/>
          </p:cNvSpPr>
          <p:nvPr/>
        </p:nvSpPr>
        <p:spPr>
          <a:xfrm xmlns:a="http://schemas.openxmlformats.org/drawingml/2006/main">
            <a:off x="762000" y="614362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Tool development</a:t>
            </a:r>
          </a:p>
        </p:txBody>
      </p:sp>
      <p:sp>
        <p:nvSpPr>
          <p:cNvPr id="17" name="!!map.separator">
            <a:extLst xmlns:a="http://schemas.openxmlformats.org/drawingml/2006/main">
              <a:ext uri="{FF2B5EF4-FFF2-40B4-BE49-F238E27FC236}">
                <a16:creationId xmlns:a16="http://schemas.microsoft.com/office/drawing/2014/main" id="{DC166CE4-1AB9-4A90-82E7-318745C0E645}"/>
              </a:ext>
            </a:extLst>
          </p:cNvPr>
          <p:cNvSpPr>
            <a:spLocks xmlns:a="http://schemas.openxmlformats.org/drawingml/2006/main" noGrp="1"/>
          </p:cNvSpPr>
          <p:nvPr/>
        </p:nvSpPr>
        <p:spPr>
          <a:xfrm xmlns:a="http://schemas.openxmlformats.org/drawingml/2006/main" flipH="0" flipV="0">
            <a:off x="3600450" y="1990725"/>
            <a:ext cx="953" cy="5076825"/>
          </a:xfrm>
          <a:prstGeom xmlns:a="http://schemas.openxmlformats.org/drawingml/2006/main" prst="line">
            <a:avLst/>
          </a:prstGeom>
          <a:noFill xmlns:a="http://schemas.openxmlformats.org/drawingml/2006/main"/>
          <a:ln xmlns:a="http://schemas.openxmlformats.org/drawingml/2006/main" w="9525">
            <a:solidFill>
              <a:srgbClr val="BCC6CF"/>
            </a:solidFill>
            <a:prstDash val="solid"/>
          </a:ln>
        </p:spPr>
      </p:sp>
      <p:sp>
        <p:nvSpPr>
          <p:cNvPr id="18" name="!!example">
            <a:extLst xmlns:a="http://schemas.openxmlformats.org/drawingml/2006/main">
              <a:ext uri="{FF2B5EF4-FFF2-40B4-BE49-F238E27FC236}">
                <a16:creationId xmlns:a16="http://schemas.microsoft.com/office/drawing/2014/main" id="{78A7075E-654F-4903-8F3E-9D1040316FA4}"/>
              </a:ext>
            </a:extLst>
          </p:cNvPr>
          <p:cNvSpPr>
            <a:spLocks xmlns:a="http://schemas.openxmlformats.org/drawingml/2006/main" noGrp="1"/>
          </p:cNvSpPr>
          <p:nvPr/>
        </p:nvSpPr>
        <p:spPr>
          <a:xfrm xmlns:a="http://schemas.openxmlformats.org/drawingml/2006/main">
            <a:off x="13906500" y="1238250"/>
            <a:ext cx="685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707C88"/>
                </a:solidFill>
                <a:latin typeface="Arial"/>
                <a:ea typeface="Arial"/>
                <a:cs typeface="Arial"/>
              </a:defRPr>
            </a:defPPr>
            <a:lvl1pPr algn="r">
              <a:defRPr sz="1350" b="0">
                <a:solidFill>
                  <a:srgbClr val="707C88"/>
                </a:solidFill>
                <a:latin typeface="Arial"/>
                <a:ea typeface="Arial"/>
                <a:cs typeface="Arial"/>
              </a:defRPr>
            </a:lvl1pPr>
            <a:lvl2pPr algn="r">
              <a:defRPr sz="1350" b="0">
                <a:solidFill>
                  <a:srgbClr val="707C88"/>
                </a:solidFill>
                <a:latin typeface="Arial"/>
                <a:ea typeface="Arial"/>
                <a:cs typeface="Arial"/>
              </a:defRPr>
            </a:lvl2pPr>
            <a:lvl3pPr algn="r">
              <a:defRPr sz="1350" b="0">
                <a:solidFill>
                  <a:srgbClr val="707C88"/>
                </a:solidFill>
                <a:latin typeface="Arial"/>
                <a:ea typeface="Arial"/>
                <a:cs typeface="Arial"/>
              </a:defRPr>
            </a:lvl3pPr>
            <a:lvl4pPr algn="r">
              <a:defRPr sz="1350" b="0">
                <a:solidFill>
                  <a:srgbClr val="707C88"/>
                </a:solidFill>
                <a:latin typeface="Arial"/>
                <a:ea typeface="Arial"/>
                <a:cs typeface="Arial"/>
              </a:defRPr>
            </a:lvl4pPr>
            <a:lvl5pPr algn="r">
              <a:defRPr sz="1350" b="0">
                <a:solidFill>
                  <a:srgbClr val="707C88"/>
                </a:solidFill>
                <a:latin typeface="Arial"/>
                <a:ea typeface="Arial"/>
                <a:cs typeface="Arial"/>
              </a:defRPr>
            </a:lvl5pPr>
            <a:lvl6pPr algn="r">
              <a:defRPr sz="1350" b="0">
                <a:solidFill>
                  <a:srgbClr val="707C88"/>
                </a:solidFill>
                <a:latin typeface="Arial"/>
                <a:ea typeface="Arial"/>
                <a:cs typeface="Arial"/>
              </a:defRPr>
            </a:lvl6pPr>
            <a:lvl7pPr algn="r">
              <a:defRPr sz="1350" b="0">
                <a:solidFill>
                  <a:srgbClr val="707C88"/>
                </a:solidFill>
                <a:latin typeface="Arial"/>
                <a:ea typeface="Arial"/>
                <a:cs typeface="Arial"/>
              </a:defRPr>
            </a:lvl7pPr>
            <a:lvl8pPr algn="r">
              <a:defRPr sz="1350" b="0">
                <a:solidFill>
                  <a:srgbClr val="707C88"/>
                </a:solidFill>
                <a:latin typeface="Arial"/>
                <a:ea typeface="Arial"/>
                <a:cs typeface="Arial"/>
              </a:defRPr>
            </a:lvl8pPr>
            <a:lvl9pPr algn="r">
              <a:defRPr sz="1350" b="0">
                <a:solidFill>
                  <a:srgbClr val="707C88"/>
                </a:solidFill>
                <a:latin typeface="Arial"/>
                <a:ea typeface="Arial"/>
                <a:cs typeface="Arial"/>
              </a:defRPr>
            </a:lvl9pPr>
          </a:lstStyle>
          <a:p xmlns:a="http://schemas.openxmlformats.org/drawingml/2006/main">
            <a:pPr algn="r">
              <a:defRPr sz="1350" b="0">
                <a:solidFill>
                  <a:srgbClr val="707C88"/>
                </a:solidFill>
                <a:latin typeface="Arial"/>
                <a:ea typeface="Arial"/>
                <a:cs typeface="Arial"/>
              </a:defRPr>
            </a:pPr>
            <a:r>
              <a:rPr sz="1350" b="0">
                <a:solidFill>
                  <a:srgbClr val="707C88"/>
                </a:solidFill>
                <a:latin typeface="Arial"/>
                <a:ea typeface="Arial"/>
                <a:cs typeface="Arial"/>
              </a:rPr>
              <a:t>Example</a:t>
            </a:r>
          </a:p>
        </p:txBody>
      </p:sp>
      <p:sp>
        <p:nvSpPr>
          <p:cNvPr id="19" name="!!nav.home">
            <ns0:hlinkClick xmlns:ns0="http://schemas.openxmlformats.org/drawingml/2006/main" xmlns:ns1="http://schemas.openxmlformats.org/officeDocument/2006/relationships" ns1:id="rIdNavSlide3" action="ppaction://hlinksldjump" tooltip="Slide 3: Seven workflows across the firm"/>
            <a:extLst xmlns:a="http://schemas.openxmlformats.org/drawingml/2006/main">
              <a:ext uri="{FF2B5EF4-FFF2-40B4-BE49-F238E27FC236}">
                <a16:creationId xmlns:a16="http://schemas.microsoft.com/office/drawing/2014/main" id="{DD61A937-58E8-4876-BF48-01055E15368D}"/>
              </a:ext>
            </a:extLst>
          </p:cNvPr>
          <p:cNvSpPr>
            <a:spLocks xmlns:a="http://schemas.openxmlformats.org/drawingml/2006/main" noGrp="1"/>
          </p:cNvSpPr>
          <p:nvPr/>
        </p:nvSpPr>
        <p:spPr>
          <a:xfrm xmlns:a="http://schemas.openxmlformats.org/drawingml/2006/main">
            <a:off x="647700" y="7496175"/>
            <a:ext cx="26098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BCC6CF"/>
            </a:solidFill>
            <a:prstDash val="solid"/>
          </a:ln>
        </p:spPr>
        <p:txBody>
          <a:bodyPr xmlns:a="http://schemas.openxmlformats.org/drawingml/2006/main" wrap="square" lIns="114300" tIns="0" rIns="114300" bIns="0" anchor="ctr">
            <a:noAutofit/>
          </a:bodyPr>
          <a:lstStyle xmlns:a="http://schemas.openxmlformats.org/drawingml/2006/main">
            <a:defPPr algn="ctr">
              <a:defRPr sz="1800" b="1">
                <a:solidFill>
                  <a:srgbClr val="005A9C"/>
                </a:solidFill>
                <a:latin typeface="Arial"/>
                <a:ea typeface="Arial"/>
                <a:cs typeface="Arial"/>
              </a:defRPr>
            </a:defPPr>
            <a:lvl1pPr algn="ctr">
              <a:defRPr sz="1800" b="1">
                <a:solidFill>
                  <a:srgbClr val="005A9C"/>
                </a:solidFill>
                <a:latin typeface="Arial"/>
                <a:ea typeface="Arial"/>
                <a:cs typeface="Arial"/>
              </a:defRPr>
            </a:lvl1pPr>
            <a:lvl2pPr algn="ctr">
              <a:defRPr sz="1800" b="1">
                <a:solidFill>
                  <a:srgbClr val="005A9C"/>
                </a:solidFill>
                <a:latin typeface="Arial"/>
                <a:ea typeface="Arial"/>
                <a:cs typeface="Arial"/>
              </a:defRPr>
            </a:lvl2pPr>
            <a:lvl3pPr algn="ctr">
              <a:defRPr sz="1800" b="1">
                <a:solidFill>
                  <a:srgbClr val="005A9C"/>
                </a:solidFill>
                <a:latin typeface="Arial"/>
                <a:ea typeface="Arial"/>
                <a:cs typeface="Arial"/>
              </a:defRPr>
            </a:lvl3pPr>
            <a:lvl4pPr algn="ctr">
              <a:defRPr sz="1800" b="1">
                <a:solidFill>
                  <a:srgbClr val="005A9C"/>
                </a:solidFill>
                <a:latin typeface="Arial"/>
                <a:ea typeface="Arial"/>
                <a:cs typeface="Arial"/>
              </a:defRPr>
            </a:lvl4pPr>
            <a:lvl5pPr algn="ctr">
              <a:defRPr sz="1800" b="1">
                <a:solidFill>
                  <a:srgbClr val="005A9C"/>
                </a:solidFill>
                <a:latin typeface="Arial"/>
                <a:ea typeface="Arial"/>
                <a:cs typeface="Arial"/>
              </a:defRPr>
            </a:lvl5pPr>
            <a:lvl6pPr algn="ctr">
              <a:defRPr sz="1800" b="1">
                <a:solidFill>
                  <a:srgbClr val="005A9C"/>
                </a:solidFill>
                <a:latin typeface="Arial"/>
                <a:ea typeface="Arial"/>
                <a:cs typeface="Arial"/>
              </a:defRPr>
            </a:lvl6pPr>
            <a:lvl7pPr algn="ctr">
              <a:defRPr sz="1800" b="1">
                <a:solidFill>
                  <a:srgbClr val="005A9C"/>
                </a:solidFill>
                <a:latin typeface="Arial"/>
                <a:ea typeface="Arial"/>
                <a:cs typeface="Arial"/>
              </a:defRPr>
            </a:lvl7pPr>
            <a:lvl8pPr algn="ctr">
              <a:defRPr sz="1800" b="1">
                <a:solidFill>
                  <a:srgbClr val="005A9C"/>
                </a:solidFill>
                <a:latin typeface="Arial"/>
                <a:ea typeface="Arial"/>
                <a:cs typeface="Arial"/>
              </a:defRPr>
            </a:lvl8pPr>
            <a:lvl9pPr algn="ctr">
              <a:defRPr sz="1800" b="1">
                <a:solidFill>
                  <a:srgbClr val="005A9C"/>
                </a:solidFill>
                <a:latin typeface="Arial"/>
                <a:ea typeface="Arial"/>
                <a:cs typeface="Arial"/>
              </a:defRPr>
            </a:lvl9pPr>
          </a:lstStyle>
          <a:p xmlns:a="http://schemas.openxmlformats.org/drawingml/2006/main">
            <a:pPr algn="ctr">
              <a:defRPr sz="1800" b="1">
                <a:solidFill>
                  <a:srgbClr val="005A9C"/>
                </a:solidFill>
                <a:latin typeface="Arial"/>
                <a:ea typeface="Arial"/>
                <a:cs typeface="Arial"/>
              </a:defRPr>
            </a:pPr>
            <a:r>
              <a:rPr sz="1800" b="1">
                <a:solidFill>
                  <a:srgbClr val="005A9C"/>
                </a:solidFill>
                <a:latin typeface="Arial"/>
                <a:ea typeface="Arial"/>
                <a:cs typeface="Arial"/>
              </a:rPr>
              <a:t>Firm overview</a:t>
            </a:r>
          </a:p>
        </p:txBody>
      </p:sp>
      <p:sp>
        <p:nvSpPr>
          <p:cNvPr id="20" name="!!page">
            <a:extLst xmlns:a="http://schemas.openxmlformats.org/drawingml/2006/main">
              <a:ext uri="{FF2B5EF4-FFF2-40B4-BE49-F238E27FC236}">
                <a16:creationId xmlns:a16="http://schemas.microsoft.com/office/drawing/2014/main" id="{726899E3-4FE3-46CB-A029-560BD4B86BCE}"/>
              </a:ext>
            </a:extLst>
          </p:cNvPr>
          <p:cNvSpPr>
            <a:spLocks xmlns:a="http://schemas.openxmlformats.org/drawingml/2006/main" noGrp="1"/>
          </p:cNvSpPr>
          <p:nvPr/>
        </p:nvSpPr>
        <p:spPr>
          <a:xfrm xmlns:a="http://schemas.openxmlformats.org/drawingml/2006/main">
            <a:off x="11144250" y="7591425"/>
            <a:ext cx="904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650" b="0">
                <a:solidFill>
                  <a:srgbClr val="707C88"/>
                </a:solidFill>
                <a:latin typeface="Arial"/>
                <a:ea typeface="Arial"/>
                <a:cs typeface="Arial"/>
              </a:defRPr>
            </a:defPPr>
            <a:lvl1pPr algn="r">
              <a:defRPr sz="1650" b="0">
                <a:solidFill>
                  <a:srgbClr val="707C88"/>
                </a:solidFill>
                <a:latin typeface="Arial"/>
                <a:ea typeface="Arial"/>
                <a:cs typeface="Arial"/>
              </a:defRPr>
            </a:lvl1pPr>
            <a:lvl2pPr algn="r">
              <a:defRPr sz="1650" b="0">
                <a:solidFill>
                  <a:srgbClr val="707C88"/>
                </a:solidFill>
                <a:latin typeface="Arial"/>
                <a:ea typeface="Arial"/>
                <a:cs typeface="Arial"/>
              </a:defRPr>
            </a:lvl2pPr>
            <a:lvl3pPr algn="r">
              <a:defRPr sz="1650" b="0">
                <a:solidFill>
                  <a:srgbClr val="707C88"/>
                </a:solidFill>
                <a:latin typeface="Arial"/>
                <a:ea typeface="Arial"/>
                <a:cs typeface="Arial"/>
              </a:defRPr>
            </a:lvl3pPr>
            <a:lvl4pPr algn="r">
              <a:defRPr sz="1650" b="0">
                <a:solidFill>
                  <a:srgbClr val="707C88"/>
                </a:solidFill>
                <a:latin typeface="Arial"/>
                <a:ea typeface="Arial"/>
                <a:cs typeface="Arial"/>
              </a:defRPr>
            </a:lvl4pPr>
            <a:lvl5pPr algn="r">
              <a:defRPr sz="1650" b="0">
                <a:solidFill>
                  <a:srgbClr val="707C88"/>
                </a:solidFill>
                <a:latin typeface="Arial"/>
                <a:ea typeface="Arial"/>
                <a:cs typeface="Arial"/>
              </a:defRPr>
            </a:lvl5pPr>
            <a:lvl6pPr algn="r">
              <a:defRPr sz="1650" b="0">
                <a:solidFill>
                  <a:srgbClr val="707C88"/>
                </a:solidFill>
                <a:latin typeface="Arial"/>
                <a:ea typeface="Arial"/>
                <a:cs typeface="Arial"/>
              </a:defRPr>
            </a:lvl6pPr>
            <a:lvl7pPr algn="r">
              <a:defRPr sz="1650" b="0">
                <a:solidFill>
                  <a:srgbClr val="707C88"/>
                </a:solidFill>
                <a:latin typeface="Arial"/>
                <a:ea typeface="Arial"/>
                <a:cs typeface="Arial"/>
              </a:defRPr>
            </a:lvl7pPr>
            <a:lvl8pPr algn="r">
              <a:defRPr sz="1650" b="0">
                <a:solidFill>
                  <a:srgbClr val="707C88"/>
                </a:solidFill>
                <a:latin typeface="Arial"/>
                <a:ea typeface="Arial"/>
                <a:cs typeface="Arial"/>
              </a:defRPr>
            </a:lvl8pPr>
            <a:lvl9pPr algn="r">
              <a:defRPr sz="1650" b="0">
                <a:solidFill>
                  <a:srgbClr val="707C88"/>
                </a:solidFill>
                <a:latin typeface="Arial"/>
                <a:ea typeface="Arial"/>
                <a:cs typeface="Arial"/>
              </a:defRPr>
            </a:lvl9pPr>
          </a:lstStyle>
          <a:p xmlns:a="http://schemas.openxmlformats.org/drawingml/2006/main">
            <a:pPr algn="r">
              <a:defRPr sz="1650" b="0">
                <a:solidFill>
                  <a:srgbClr val="707C88"/>
                </a:solidFill>
                <a:latin typeface="Arial"/>
                <a:ea typeface="Arial"/>
                <a:cs typeface="Arial"/>
              </a:defRPr>
            </a:pPr>
            <a:r>
              <a:rPr sz="1650" b="0">
                <a:solidFill>
                  <a:srgbClr val="707C88"/>
                </a:solidFill>
                <a:latin typeface="Arial"/>
                <a:ea typeface="Arial"/>
                <a:cs typeface="Arial"/>
              </a:rPr>
              <a:t>21 / 33</a:t>
            </a:r>
          </a:p>
        </p:txBody>
      </p:sp>
      <p:sp>
        <p:nvSpPr>
          <p:cNvPr id="21" name="!!nav.prev">
            <ns0:hlinkClick xmlns:ns0="http://schemas.openxmlformats.org/drawingml/2006/main" xmlns:ns1="http://schemas.openxmlformats.org/officeDocument/2006/relationships" ns1:id="rIdNavSlide20" action="ppaction://hlinksldjump" tooltip="Slide 20: China Universal and Tianhong: risk support"/>
            <a:extLst xmlns:a="http://schemas.openxmlformats.org/drawingml/2006/main">
              <a:ext uri="{FF2B5EF4-FFF2-40B4-BE49-F238E27FC236}">
                <a16:creationId xmlns:a16="http://schemas.microsoft.com/office/drawing/2014/main" id="{4DEB5FD5-9B8F-435B-912E-B480DAF273FB}"/>
              </a:ext>
            </a:extLst>
          </p:cNvPr>
          <p:cNvSpPr>
            <a:spLocks xmlns:a="http://schemas.openxmlformats.org/drawingml/2006/main" noGrp="1"/>
          </p:cNvSpPr>
          <p:nvPr/>
        </p:nvSpPr>
        <p:spPr>
          <a:xfrm xmlns:a="http://schemas.openxmlformats.org/drawingml/2006/main">
            <a:off x="12287250" y="7496175"/>
            <a:ext cx="1047750" cy="4572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725" b="1">
                <a:solidFill>
                  <a:srgbClr val="005A9C"/>
                </a:solidFill>
                <a:latin typeface="Arial"/>
                <a:ea typeface="Arial"/>
                <a:cs typeface="Arial"/>
              </a:defRPr>
            </a:defPPr>
            <a:lvl1pPr algn="ctr">
              <a:defRPr sz="1725" b="1">
                <a:solidFill>
                  <a:srgbClr val="005A9C"/>
                </a:solidFill>
                <a:latin typeface="Arial"/>
                <a:ea typeface="Arial"/>
                <a:cs typeface="Arial"/>
              </a:defRPr>
            </a:lvl1pPr>
            <a:lvl2pPr algn="ctr">
              <a:defRPr sz="1725" b="1">
                <a:solidFill>
                  <a:srgbClr val="005A9C"/>
                </a:solidFill>
                <a:latin typeface="Arial"/>
                <a:ea typeface="Arial"/>
                <a:cs typeface="Arial"/>
              </a:defRPr>
            </a:lvl2pPr>
            <a:lvl3pPr algn="ctr">
              <a:defRPr sz="1725" b="1">
                <a:solidFill>
                  <a:srgbClr val="005A9C"/>
                </a:solidFill>
                <a:latin typeface="Arial"/>
                <a:ea typeface="Arial"/>
                <a:cs typeface="Arial"/>
              </a:defRPr>
            </a:lvl3pPr>
            <a:lvl4pPr algn="ctr">
              <a:defRPr sz="1725" b="1">
                <a:solidFill>
                  <a:srgbClr val="005A9C"/>
                </a:solidFill>
                <a:latin typeface="Arial"/>
                <a:ea typeface="Arial"/>
                <a:cs typeface="Arial"/>
              </a:defRPr>
            </a:lvl4pPr>
            <a:lvl5pPr algn="ctr">
              <a:defRPr sz="1725" b="1">
                <a:solidFill>
                  <a:srgbClr val="005A9C"/>
                </a:solidFill>
                <a:latin typeface="Arial"/>
                <a:ea typeface="Arial"/>
                <a:cs typeface="Arial"/>
              </a:defRPr>
            </a:lvl5pPr>
            <a:lvl6pPr algn="ctr">
              <a:defRPr sz="1725" b="1">
                <a:solidFill>
                  <a:srgbClr val="005A9C"/>
                </a:solidFill>
                <a:latin typeface="Arial"/>
                <a:ea typeface="Arial"/>
                <a:cs typeface="Arial"/>
              </a:defRPr>
            </a:lvl6pPr>
            <a:lvl7pPr algn="ctr">
              <a:defRPr sz="1725" b="1">
                <a:solidFill>
                  <a:srgbClr val="005A9C"/>
                </a:solidFill>
                <a:latin typeface="Arial"/>
                <a:ea typeface="Arial"/>
                <a:cs typeface="Arial"/>
              </a:defRPr>
            </a:lvl7pPr>
            <a:lvl8pPr algn="ctr">
              <a:defRPr sz="1725" b="1">
                <a:solidFill>
                  <a:srgbClr val="005A9C"/>
                </a:solidFill>
                <a:latin typeface="Arial"/>
                <a:ea typeface="Arial"/>
                <a:cs typeface="Arial"/>
              </a:defRPr>
            </a:lvl8pPr>
            <a:lvl9pPr algn="ctr">
              <a:defRPr sz="1725" b="1">
                <a:solidFill>
                  <a:srgbClr val="005A9C"/>
                </a:solidFill>
                <a:latin typeface="Arial"/>
                <a:ea typeface="Arial"/>
                <a:cs typeface="Arial"/>
              </a:defRPr>
            </a:lvl9pPr>
          </a:lstStyle>
          <a:p xmlns:a="http://schemas.openxmlformats.org/drawingml/2006/main">
            <a:pPr algn="ctr">
              <a:defRPr sz="1725" b="1">
                <a:solidFill>
                  <a:srgbClr val="005A9C"/>
                </a:solidFill>
                <a:latin typeface="Arial"/>
                <a:ea typeface="Arial"/>
                <a:cs typeface="Arial"/>
              </a:defRPr>
            </a:pPr>
            <a:r>
              <a:rPr sz="1725" b="1">
                <a:solidFill>
                  <a:srgbClr val="005A9C"/>
                </a:solidFill>
                <a:latin typeface="Arial"/>
                <a:ea typeface="Arial"/>
                <a:cs typeface="Arial"/>
              </a:rPr>
              <a:t>Back</a:t>
            </a:r>
          </a:p>
        </p:txBody>
      </p:sp>
      <p:sp>
        <p:nvSpPr>
          <p:cNvPr id="22" name="!!nav.next">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D34EEA10-7C70-4533-A6BF-F008ECB47310}"/>
              </a:ext>
            </a:extLst>
          </p:cNvPr>
          <p:cNvSpPr>
            <a:spLocks xmlns:a="http://schemas.openxmlformats.org/drawingml/2006/main" noGrp="1"/>
          </p:cNvSpPr>
          <p:nvPr/>
        </p:nvSpPr>
        <p:spPr>
          <a:xfrm xmlns:a="http://schemas.openxmlformats.org/drawingml/2006/main">
            <a:off x="13506450" y="7496175"/>
            <a:ext cx="1085850" cy="45720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725" b="1">
                <a:solidFill>
                  <a:srgbClr val="FFFFFF"/>
                </a:solidFill>
                <a:latin typeface="Arial"/>
                <a:ea typeface="Arial"/>
                <a:cs typeface="Arial"/>
              </a:defRPr>
            </a:defPPr>
            <a:lvl1pPr algn="ctr">
              <a:defRPr sz="1725" b="1">
                <a:solidFill>
                  <a:srgbClr val="FFFFFF"/>
                </a:solidFill>
                <a:latin typeface="Arial"/>
                <a:ea typeface="Arial"/>
                <a:cs typeface="Arial"/>
              </a:defRPr>
            </a:lvl1pPr>
            <a:lvl2pPr algn="ctr">
              <a:defRPr sz="1725" b="1">
                <a:solidFill>
                  <a:srgbClr val="FFFFFF"/>
                </a:solidFill>
                <a:latin typeface="Arial"/>
                <a:ea typeface="Arial"/>
                <a:cs typeface="Arial"/>
              </a:defRPr>
            </a:lvl2pPr>
            <a:lvl3pPr algn="ctr">
              <a:defRPr sz="1725" b="1">
                <a:solidFill>
                  <a:srgbClr val="FFFFFF"/>
                </a:solidFill>
                <a:latin typeface="Arial"/>
                <a:ea typeface="Arial"/>
                <a:cs typeface="Arial"/>
              </a:defRPr>
            </a:lvl3pPr>
            <a:lvl4pPr algn="ctr">
              <a:defRPr sz="1725" b="1">
                <a:solidFill>
                  <a:srgbClr val="FFFFFF"/>
                </a:solidFill>
                <a:latin typeface="Arial"/>
                <a:ea typeface="Arial"/>
                <a:cs typeface="Arial"/>
              </a:defRPr>
            </a:lvl4pPr>
            <a:lvl5pPr algn="ctr">
              <a:defRPr sz="1725" b="1">
                <a:solidFill>
                  <a:srgbClr val="FFFFFF"/>
                </a:solidFill>
                <a:latin typeface="Arial"/>
                <a:ea typeface="Arial"/>
                <a:cs typeface="Arial"/>
              </a:defRPr>
            </a:lvl5pPr>
            <a:lvl6pPr algn="ctr">
              <a:defRPr sz="1725" b="1">
                <a:solidFill>
                  <a:srgbClr val="FFFFFF"/>
                </a:solidFill>
                <a:latin typeface="Arial"/>
                <a:ea typeface="Arial"/>
                <a:cs typeface="Arial"/>
              </a:defRPr>
            </a:lvl6pPr>
            <a:lvl7pPr algn="ctr">
              <a:defRPr sz="1725" b="1">
                <a:solidFill>
                  <a:srgbClr val="FFFFFF"/>
                </a:solidFill>
                <a:latin typeface="Arial"/>
                <a:ea typeface="Arial"/>
                <a:cs typeface="Arial"/>
              </a:defRPr>
            </a:lvl7pPr>
            <a:lvl8pPr algn="ctr">
              <a:defRPr sz="1725" b="1">
                <a:solidFill>
                  <a:srgbClr val="FFFFFF"/>
                </a:solidFill>
                <a:latin typeface="Arial"/>
                <a:ea typeface="Arial"/>
                <a:cs typeface="Arial"/>
              </a:defRPr>
            </a:lvl8pPr>
            <a:lvl9pPr algn="ctr">
              <a:defRPr sz="1725" b="1">
                <a:solidFill>
                  <a:srgbClr val="FFFFFF"/>
                </a:solidFill>
                <a:latin typeface="Arial"/>
                <a:ea typeface="Arial"/>
                <a:cs typeface="Arial"/>
              </a:defRPr>
            </a:lvl9pPr>
          </a:lstStyle>
          <a:p xmlns:a="http://schemas.openxmlformats.org/drawingml/2006/main">
            <a:pPr algn="ctr">
              <a:defRPr sz="1725" b="1">
                <a:solidFill>
                  <a:srgbClr val="FFFFFF"/>
                </a:solidFill>
                <a:latin typeface="Arial"/>
                <a:ea typeface="Arial"/>
                <a:cs typeface="Arial"/>
              </a:defRPr>
            </a:pPr>
            <a:r>
              <a:rPr sz="1725" b="1">
                <a:solidFill>
                  <a:srgbClr val="FFFFFF"/>
                </a:solidFill>
                <a:latin typeface="Arial"/>
                <a:ea typeface="Arial"/>
                <a:cs typeface="Arial"/>
              </a:rPr>
              <a:t>Next</a:t>
            </a:r>
          </a:p>
        </p:txBody>
      </p:sp>
      <p:sp>
        <p:nvSpPr>
          <p:cNvPr id="23" name="!!footer.rule">
            <a:extLst xmlns:a="http://schemas.openxmlformats.org/drawingml/2006/main">
              <a:ext uri="{FF2B5EF4-FFF2-40B4-BE49-F238E27FC236}">
                <a16:creationId xmlns:a16="http://schemas.microsoft.com/office/drawing/2014/main" id="{695AA3B6-853B-4193-A806-30821F588F5C}"/>
              </a:ext>
            </a:extLst>
          </p:cNvPr>
          <p:cNvSpPr>
            <a:spLocks xmlns:a="http://schemas.openxmlformats.org/drawingml/2006/main" noGrp="1"/>
          </p:cNvSpPr>
          <p:nvPr/>
        </p:nvSpPr>
        <p:spPr>
          <a:xfrm xmlns:a="http://schemas.openxmlformats.org/drawingml/2006/main" flipH="0" flipV="0">
            <a:off x="647700" y="8134350"/>
            <a:ext cx="13944600" cy="953"/>
          </a:xfrm>
          <a:prstGeom xmlns:a="http://schemas.openxmlformats.org/drawingml/2006/main" prst="line">
            <a:avLst/>
          </a:prstGeom>
          <a:noFill xmlns:a="http://schemas.openxmlformats.org/drawingml/2006/main"/>
          <a:ln xmlns:a="http://schemas.openxmlformats.org/drawingml/2006/main" w="9525">
            <a:solidFill>
              <a:srgbClr val="BCC6CF"/>
            </a:solidFill>
            <a:prstDash val="solid"/>
          </a:ln>
        </p:spPr>
      </p:sp>
      <p:sp>
        <p:nvSpPr>
          <p:cNvPr id="24" name="!!source">
            <a:extLst xmlns:a="http://schemas.openxmlformats.org/drawingml/2006/main">
              <a:ext uri="{FF2B5EF4-FFF2-40B4-BE49-F238E27FC236}">
                <a16:creationId xmlns:a16="http://schemas.microsoft.com/office/drawing/2014/main" id="{0147C448-9959-4CC7-A40A-6E9E49CC0EC6}"/>
              </a:ext>
            </a:extLst>
          </p:cNvPr>
          <p:cNvSpPr>
            <a:spLocks xmlns:a="http://schemas.openxmlformats.org/drawingml/2006/main" noGrp="1"/>
          </p:cNvSpPr>
          <p:nvPr/>
        </p:nvSpPr>
        <p:spPr>
          <a:xfrm xmlns:a="http://schemas.openxmlformats.org/drawingml/2006/main">
            <a:off x="647700" y="8267700"/>
            <a:ext cx="13944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707C88"/>
                </a:solidFill>
                <a:latin typeface="Arial"/>
                <a:ea typeface="Arial"/>
                <a:cs typeface="Arial"/>
              </a:defRPr>
            </a:defPPr>
            <a:lvl1pPr algn="l">
              <a:defRPr sz="1050" b="0">
                <a:solidFill>
                  <a:srgbClr val="707C88"/>
                </a:solidFill>
                <a:latin typeface="Arial"/>
                <a:ea typeface="Arial"/>
                <a:cs typeface="Arial"/>
              </a:defRPr>
            </a:lvl1pPr>
            <a:lvl2pPr algn="l">
              <a:defRPr sz="1050" b="0">
                <a:solidFill>
                  <a:srgbClr val="707C88"/>
                </a:solidFill>
                <a:latin typeface="Arial"/>
                <a:ea typeface="Arial"/>
                <a:cs typeface="Arial"/>
              </a:defRPr>
            </a:lvl2pPr>
            <a:lvl3pPr algn="l">
              <a:defRPr sz="1050" b="0">
                <a:solidFill>
                  <a:srgbClr val="707C88"/>
                </a:solidFill>
                <a:latin typeface="Arial"/>
                <a:ea typeface="Arial"/>
                <a:cs typeface="Arial"/>
              </a:defRPr>
            </a:lvl3pPr>
            <a:lvl4pPr algn="l">
              <a:defRPr sz="1050" b="0">
                <a:solidFill>
                  <a:srgbClr val="707C88"/>
                </a:solidFill>
                <a:latin typeface="Arial"/>
                <a:ea typeface="Arial"/>
                <a:cs typeface="Arial"/>
              </a:defRPr>
            </a:lvl4pPr>
            <a:lvl5pPr algn="l">
              <a:defRPr sz="1050" b="0">
                <a:solidFill>
                  <a:srgbClr val="707C88"/>
                </a:solidFill>
                <a:latin typeface="Arial"/>
                <a:ea typeface="Arial"/>
                <a:cs typeface="Arial"/>
              </a:defRPr>
            </a:lvl5pPr>
            <a:lvl6pPr algn="l">
              <a:defRPr sz="1050" b="0">
                <a:solidFill>
                  <a:srgbClr val="707C88"/>
                </a:solidFill>
                <a:latin typeface="Arial"/>
                <a:ea typeface="Arial"/>
                <a:cs typeface="Arial"/>
              </a:defRPr>
            </a:lvl6pPr>
            <a:lvl7pPr algn="l">
              <a:defRPr sz="1050" b="0">
                <a:solidFill>
                  <a:srgbClr val="707C88"/>
                </a:solidFill>
                <a:latin typeface="Arial"/>
                <a:ea typeface="Arial"/>
                <a:cs typeface="Arial"/>
              </a:defRPr>
            </a:lvl7pPr>
            <a:lvl8pPr algn="l">
              <a:defRPr sz="1050" b="0">
                <a:solidFill>
                  <a:srgbClr val="707C88"/>
                </a:solidFill>
                <a:latin typeface="Arial"/>
                <a:ea typeface="Arial"/>
                <a:cs typeface="Arial"/>
              </a:defRPr>
            </a:lvl8pPr>
            <a:lvl9pPr algn="l">
              <a:defRPr sz="1050" b="0">
                <a:solidFill>
                  <a:srgbClr val="707C88"/>
                </a:solidFill>
                <a:latin typeface="Arial"/>
                <a:ea typeface="Arial"/>
                <a:cs typeface="Arial"/>
              </a:defRPr>
            </a:lvl9pPr>
          </a:lstStyle>
          <a:p xmlns:a="http://schemas.openxmlformats.org/drawingml/2006/main">
            <a:pPr algn="l">
              <a:defRPr sz="1050" b="0">
                <a:solidFill>
                  <a:srgbClr val="707C88"/>
                </a:solidFill>
                <a:latin typeface="Arial"/>
                <a:ea typeface="Arial"/>
                <a:cs typeface="Arial"/>
              </a:defRPr>
            </a:pPr>
            <a:r>
              <a:rPr sz="1050" b="0">
                <a:solidFill>
                  <a:srgbClr val="707C88"/>
                </a:solidFill>
                <a:latin typeface="Arial"/>
                <a:ea typeface="Arial"/>
                <a:cs typeface="Arial"/>
              </a:rPr>
              <a:t>Sources: China Universal; Tianhong / AMAC</a:t>
            </a:r>
          </a:p>
        </p:txBody>
      </p:sp>
      <p:sp>
        <p:nvSpPr>
          <p:cNvPr id="25" name="!!risk.evidence.mail.rule">
            <a:extLst xmlns:a="http://schemas.openxmlformats.org/drawingml/2006/main">
              <a:ext uri="{FF2B5EF4-FFF2-40B4-BE49-F238E27FC236}">
                <a16:creationId xmlns:a16="http://schemas.microsoft.com/office/drawing/2014/main" id="{1B006AB4-516E-4383-8827-1EAFF6380C62}"/>
              </a:ext>
            </a:extLst>
          </p:cNvPr>
          <p:cNvSpPr>
            <a:spLocks xmlns:a="http://schemas.openxmlformats.org/drawingml/2006/main" noGrp="1"/>
          </p:cNvSpPr>
          <p:nvPr/>
        </p:nvSpPr>
        <p:spPr>
          <a:xfrm xmlns:a="http://schemas.openxmlformats.org/drawingml/2006/main" flipH="0" flipV="0">
            <a:off x="4057650" y="2400300"/>
            <a:ext cx="3219450" cy="953"/>
          </a:xfrm>
          <a:prstGeom xmlns:a="http://schemas.openxmlformats.org/drawingml/2006/main" prst="line">
            <a:avLst/>
          </a:prstGeom>
          <a:noFill xmlns:a="http://schemas.openxmlformats.org/drawingml/2006/main"/>
          <a:ln xmlns:a="http://schemas.openxmlformats.org/drawingml/2006/main" w="14288">
            <a:solidFill>
              <a:srgbClr val="317F7B"/>
            </a:solidFill>
            <a:prstDash val="solid"/>
          </a:ln>
        </p:spPr>
      </p:sp>
      <p:sp>
        <p:nvSpPr>
          <p:cNvPr id="26" name="!!risk.evidence.mail.label">
            <a:extLst xmlns:a="http://schemas.openxmlformats.org/drawingml/2006/main">
              <a:ext uri="{FF2B5EF4-FFF2-40B4-BE49-F238E27FC236}">
                <a16:creationId xmlns:a16="http://schemas.microsoft.com/office/drawing/2014/main" id="{0127A93A-101C-4DD3-8B1C-A8090F77E148}"/>
              </a:ext>
            </a:extLst>
          </p:cNvPr>
          <p:cNvSpPr>
            <a:spLocks xmlns:a="http://schemas.openxmlformats.org/drawingml/2006/main" noGrp="1"/>
          </p:cNvSpPr>
          <p:nvPr/>
        </p:nvSpPr>
        <p:spPr>
          <a:xfrm xmlns:a="http://schemas.openxmlformats.org/drawingml/2006/main">
            <a:off x="4057650" y="2495550"/>
            <a:ext cx="32194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317F7B"/>
                </a:solidFill>
                <a:latin typeface="Arial"/>
                <a:ea typeface="Arial"/>
                <a:cs typeface="Arial"/>
              </a:defRPr>
            </a:defPPr>
            <a:lvl1pPr algn="l">
              <a:defRPr sz="1650" b="1">
                <a:solidFill>
                  <a:srgbClr val="317F7B"/>
                </a:solidFill>
                <a:latin typeface="Arial"/>
                <a:ea typeface="Arial"/>
                <a:cs typeface="Arial"/>
              </a:defRPr>
            </a:lvl1pPr>
            <a:lvl2pPr algn="l">
              <a:defRPr sz="1650" b="1">
                <a:solidFill>
                  <a:srgbClr val="317F7B"/>
                </a:solidFill>
                <a:latin typeface="Arial"/>
                <a:ea typeface="Arial"/>
                <a:cs typeface="Arial"/>
              </a:defRPr>
            </a:lvl2pPr>
            <a:lvl3pPr algn="l">
              <a:defRPr sz="1650" b="1">
                <a:solidFill>
                  <a:srgbClr val="317F7B"/>
                </a:solidFill>
                <a:latin typeface="Arial"/>
                <a:ea typeface="Arial"/>
                <a:cs typeface="Arial"/>
              </a:defRPr>
            </a:lvl3pPr>
            <a:lvl4pPr algn="l">
              <a:defRPr sz="1650" b="1">
                <a:solidFill>
                  <a:srgbClr val="317F7B"/>
                </a:solidFill>
                <a:latin typeface="Arial"/>
                <a:ea typeface="Arial"/>
                <a:cs typeface="Arial"/>
              </a:defRPr>
            </a:lvl4pPr>
            <a:lvl5pPr algn="l">
              <a:defRPr sz="1650" b="1">
                <a:solidFill>
                  <a:srgbClr val="317F7B"/>
                </a:solidFill>
                <a:latin typeface="Arial"/>
                <a:ea typeface="Arial"/>
                <a:cs typeface="Arial"/>
              </a:defRPr>
            </a:lvl5pPr>
            <a:lvl6pPr algn="l">
              <a:defRPr sz="1650" b="1">
                <a:solidFill>
                  <a:srgbClr val="317F7B"/>
                </a:solidFill>
                <a:latin typeface="Arial"/>
                <a:ea typeface="Arial"/>
                <a:cs typeface="Arial"/>
              </a:defRPr>
            </a:lvl6pPr>
            <a:lvl7pPr algn="l">
              <a:defRPr sz="1650" b="1">
                <a:solidFill>
                  <a:srgbClr val="317F7B"/>
                </a:solidFill>
                <a:latin typeface="Arial"/>
                <a:ea typeface="Arial"/>
                <a:cs typeface="Arial"/>
              </a:defRPr>
            </a:lvl7pPr>
            <a:lvl8pPr algn="l">
              <a:defRPr sz="1650" b="1">
                <a:solidFill>
                  <a:srgbClr val="317F7B"/>
                </a:solidFill>
                <a:latin typeface="Arial"/>
                <a:ea typeface="Arial"/>
                <a:cs typeface="Arial"/>
              </a:defRPr>
            </a:lvl8pPr>
            <a:lvl9pPr algn="l">
              <a:defRPr sz="1650" b="1">
                <a:solidFill>
                  <a:srgbClr val="317F7B"/>
                </a:solidFill>
                <a:latin typeface="Arial"/>
                <a:ea typeface="Arial"/>
                <a:cs typeface="Arial"/>
              </a:defRPr>
            </a:lvl9pPr>
          </a:lstStyle>
          <a:p xmlns:a="http://schemas.openxmlformats.org/drawingml/2006/main">
            <a:pPr algn="l">
              <a:defRPr sz="1650" b="1">
                <a:solidFill>
                  <a:srgbClr val="317F7B"/>
                </a:solidFill>
                <a:latin typeface="Arial"/>
                <a:ea typeface="Arial"/>
                <a:cs typeface="Arial"/>
              </a:defRPr>
            </a:pPr>
            <a:r>
              <a:rPr sz="1650" b="1">
                <a:solidFill>
                  <a:srgbClr val="317F7B"/>
                </a:solidFill>
                <a:latin typeface="Arial"/>
                <a:ea typeface="Arial"/>
                <a:cs typeface="Arial"/>
              </a:rPr>
              <a:t>Original alert</a:t>
            </a:r>
          </a:p>
        </p:txBody>
      </p:sp>
      <p:sp>
        <p:nvSpPr>
          <p:cNvPr id="27" name="!!risk.evidence.mail.text">
            <a:extLst xmlns:a="http://schemas.openxmlformats.org/drawingml/2006/main">
              <a:ext uri="{FF2B5EF4-FFF2-40B4-BE49-F238E27FC236}">
                <a16:creationId xmlns:a16="http://schemas.microsoft.com/office/drawing/2014/main" id="{58ACD7FE-CD92-4B47-8078-3AAF77F53FE4}"/>
              </a:ext>
            </a:extLst>
          </p:cNvPr>
          <p:cNvSpPr>
            <a:spLocks xmlns:a="http://schemas.openxmlformats.org/drawingml/2006/main" noGrp="1"/>
          </p:cNvSpPr>
          <p:nvPr/>
        </p:nvSpPr>
        <p:spPr>
          <a:xfrm xmlns:a="http://schemas.openxmlformats.org/drawingml/2006/main">
            <a:off x="4057650" y="2838450"/>
            <a:ext cx="3219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0262C"/>
                </a:solidFill>
                <a:latin typeface="Arial"/>
                <a:ea typeface="Arial"/>
                <a:cs typeface="Arial"/>
              </a:defRPr>
            </a:defPPr>
            <a:lvl1pPr algn="l">
              <a:defRPr sz="1875" b="0">
                <a:solidFill>
                  <a:srgbClr val="20262C"/>
                </a:solidFill>
                <a:latin typeface="Arial"/>
                <a:ea typeface="Arial"/>
                <a:cs typeface="Arial"/>
              </a:defRPr>
            </a:lvl1pPr>
            <a:lvl2pPr algn="l">
              <a:defRPr sz="1875" b="0">
                <a:solidFill>
                  <a:srgbClr val="20262C"/>
                </a:solidFill>
                <a:latin typeface="Arial"/>
                <a:ea typeface="Arial"/>
                <a:cs typeface="Arial"/>
              </a:defRPr>
            </a:lvl2pPr>
            <a:lvl3pPr algn="l">
              <a:defRPr sz="1875" b="0">
                <a:solidFill>
                  <a:srgbClr val="20262C"/>
                </a:solidFill>
                <a:latin typeface="Arial"/>
                <a:ea typeface="Arial"/>
                <a:cs typeface="Arial"/>
              </a:defRPr>
            </a:lvl3pPr>
            <a:lvl4pPr algn="l">
              <a:defRPr sz="1875" b="0">
                <a:solidFill>
                  <a:srgbClr val="20262C"/>
                </a:solidFill>
                <a:latin typeface="Arial"/>
                <a:ea typeface="Arial"/>
                <a:cs typeface="Arial"/>
              </a:defRPr>
            </a:lvl4pPr>
            <a:lvl5pPr algn="l">
              <a:defRPr sz="1875" b="0">
                <a:solidFill>
                  <a:srgbClr val="20262C"/>
                </a:solidFill>
                <a:latin typeface="Arial"/>
                <a:ea typeface="Arial"/>
                <a:cs typeface="Arial"/>
              </a:defRPr>
            </a:lvl5pPr>
            <a:lvl6pPr algn="l">
              <a:defRPr sz="1875" b="0">
                <a:solidFill>
                  <a:srgbClr val="20262C"/>
                </a:solidFill>
                <a:latin typeface="Arial"/>
                <a:ea typeface="Arial"/>
                <a:cs typeface="Arial"/>
              </a:defRPr>
            </a:lvl6pPr>
            <a:lvl7pPr algn="l">
              <a:defRPr sz="1875" b="0">
                <a:solidFill>
                  <a:srgbClr val="20262C"/>
                </a:solidFill>
                <a:latin typeface="Arial"/>
                <a:ea typeface="Arial"/>
                <a:cs typeface="Arial"/>
              </a:defRPr>
            </a:lvl7pPr>
            <a:lvl8pPr algn="l">
              <a:defRPr sz="1875" b="0">
                <a:solidFill>
                  <a:srgbClr val="20262C"/>
                </a:solidFill>
                <a:latin typeface="Arial"/>
                <a:ea typeface="Arial"/>
                <a:cs typeface="Arial"/>
              </a:defRPr>
            </a:lvl8pPr>
            <a:lvl9pPr algn="l">
              <a:defRPr sz="1875" b="0">
                <a:solidFill>
                  <a:srgbClr val="20262C"/>
                </a:solidFill>
                <a:latin typeface="Arial"/>
                <a:ea typeface="Arial"/>
                <a:cs typeface="Arial"/>
              </a:defRPr>
            </a:lvl9pPr>
          </a:lstStyle>
          <a:p xmlns:a="http://schemas.openxmlformats.org/drawingml/2006/main">
            <a:pPr algn="l">
              <a:defRPr sz="1875" b="0">
                <a:solidFill>
                  <a:srgbClr val="20262C"/>
                </a:solidFill>
                <a:latin typeface="Arial"/>
                <a:ea typeface="Arial"/>
                <a:cs typeface="Arial"/>
              </a:defRPr>
            </a:pPr>
            <a:r>
              <a:rPr sz="1875" b="0">
                <a:solidFill>
                  <a:srgbClr val="20262C"/>
                </a:solidFill>
                <a:latin typeface="Arial"/>
                <a:ea typeface="Arial"/>
                <a:cs typeface="Arial"/>
              </a:rPr>
              <a:t>Company A: ratings watch.</a:t>
            </a:r>
          </a:p>
          <a:p xmlns:a="http://schemas.openxmlformats.org/drawingml/2006/main">
            <a:pPr algn="l">
              <a:defRPr sz="1875" b="0">
                <a:solidFill>
                  <a:srgbClr val="20262C"/>
                </a:solidFill>
                <a:latin typeface="Arial"/>
                <a:ea typeface="Arial"/>
                <a:cs typeface="Arial"/>
              </a:defRPr>
            </a:pPr>
            <a:r>
              <a:rPr sz="1875" b="0">
                <a:solidFill>
                  <a:srgbClr val="20262C"/>
                </a:solidFill>
                <a:latin typeface="Arial"/>
                <a:ea typeface="Arial"/>
                <a:cs typeface="Arial"/>
              </a:rPr>
              <a:t>Operating cash flow</a:t>
            </a:r>
          </a:p>
          <a:p xmlns:a="http://schemas.openxmlformats.org/drawingml/2006/main">
            <a:pPr algn="l">
              <a:defRPr sz="1875" b="0">
                <a:solidFill>
                  <a:srgbClr val="20262C"/>
                </a:solidFill>
                <a:latin typeface="Arial"/>
                <a:ea typeface="Arial"/>
                <a:cs typeface="Arial"/>
              </a:defRPr>
            </a:pPr>
            <a:r>
              <a:rPr sz="1875" b="0">
                <a:solidFill>
                  <a:srgbClr val="20262C"/>
                </a:solidFill>
                <a:latin typeface="Arial"/>
                <a:ea typeface="Arial"/>
                <a:cs typeface="Arial"/>
              </a:rPr>
              <a:t>is under pressure.</a:t>
            </a:r>
          </a:p>
        </p:txBody>
      </p:sp>
      <p:sp>
        <p:nvSpPr>
          <p:cNvPr id="28" name="!!risk.evidence.system">
            <a:extLst xmlns:a="http://schemas.openxmlformats.org/drawingml/2006/main">
              <a:ext uri="{FF2B5EF4-FFF2-40B4-BE49-F238E27FC236}">
                <a16:creationId xmlns:a16="http://schemas.microsoft.com/office/drawing/2014/main" id="{0F30088A-0318-4C51-B02D-0ECDE4CC471B}"/>
              </a:ext>
            </a:extLst>
          </p:cNvPr>
          <p:cNvSpPr>
            <a:spLocks xmlns:a="http://schemas.openxmlformats.org/drawingml/2006/main" noGrp="1"/>
          </p:cNvSpPr>
          <p:nvPr/>
        </p:nvSpPr>
        <p:spPr>
          <a:xfrm xmlns:a="http://schemas.openxmlformats.org/drawingml/2006/main">
            <a:off x="4057650" y="3905250"/>
            <a:ext cx="3219450" cy="142875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29" name="!!risk.evidence.system.role">
            <a:extLst xmlns:a="http://schemas.openxmlformats.org/drawingml/2006/main">
              <a:ext uri="{FF2B5EF4-FFF2-40B4-BE49-F238E27FC236}">
                <a16:creationId xmlns:a16="http://schemas.microsoft.com/office/drawing/2014/main" id="{940BD24B-5015-4285-AD2C-9AE9D044E87E}"/>
              </a:ext>
            </a:extLst>
          </p:cNvPr>
          <p:cNvSpPr>
            <a:spLocks xmlns:a="http://schemas.openxmlformats.org/drawingml/2006/main" noGrp="1"/>
          </p:cNvSpPr>
          <p:nvPr/>
        </p:nvSpPr>
        <p:spPr>
          <a:xfrm xmlns:a="http://schemas.openxmlformats.org/drawingml/2006/main">
            <a:off x="4248150" y="4048125"/>
            <a:ext cx="28384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62C"/>
                </a:solidFill>
                <a:latin typeface="Arial"/>
                <a:ea typeface="Arial"/>
                <a:cs typeface="Arial"/>
              </a:defRPr>
            </a:defPPr>
            <a:lvl1pPr algn="l">
              <a:defRPr sz="1800" b="1">
                <a:solidFill>
                  <a:srgbClr val="20262C"/>
                </a:solidFill>
                <a:latin typeface="Arial"/>
                <a:ea typeface="Arial"/>
                <a:cs typeface="Arial"/>
              </a:defRPr>
            </a:lvl1pPr>
            <a:lvl2pPr algn="l">
              <a:defRPr sz="1800" b="1">
                <a:solidFill>
                  <a:srgbClr val="20262C"/>
                </a:solidFill>
                <a:latin typeface="Arial"/>
                <a:ea typeface="Arial"/>
                <a:cs typeface="Arial"/>
              </a:defRPr>
            </a:lvl2pPr>
            <a:lvl3pPr algn="l">
              <a:defRPr sz="1800" b="1">
                <a:solidFill>
                  <a:srgbClr val="20262C"/>
                </a:solidFill>
                <a:latin typeface="Arial"/>
                <a:ea typeface="Arial"/>
                <a:cs typeface="Arial"/>
              </a:defRPr>
            </a:lvl3pPr>
            <a:lvl4pPr algn="l">
              <a:defRPr sz="1800" b="1">
                <a:solidFill>
                  <a:srgbClr val="20262C"/>
                </a:solidFill>
                <a:latin typeface="Arial"/>
                <a:ea typeface="Arial"/>
                <a:cs typeface="Arial"/>
              </a:defRPr>
            </a:lvl4pPr>
            <a:lvl5pPr algn="l">
              <a:defRPr sz="1800" b="1">
                <a:solidFill>
                  <a:srgbClr val="20262C"/>
                </a:solidFill>
                <a:latin typeface="Arial"/>
                <a:ea typeface="Arial"/>
                <a:cs typeface="Arial"/>
              </a:defRPr>
            </a:lvl5pPr>
            <a:lvl6pPr algn="l">
              <a:defRPr sz="1800" b="1">
                <a:solidFill>
                  <a:srgbClr val="20262C"/>
                </a:solidFill>
                <a:latin typeface="Arial"/>
                <a:ea typeface="Arial"/>
                <a:cs typeface="Arial"/>
              </a:defRPr>
            </a:lvl6pPr>
            <a:lvl7pPr algn="l">
              <a:defRPr sz="1800" b="1">
                <a:solidFill>
                  <a:srgbClr val="20262C"/>
                </a:solidFill>
                <a:latin typeface="Arial"/>
                <a:ea typeface="Arial"/>
                <a:cs typeface="Arial"/>
              </a:defRPr>
            </a:lvl7pPr>
            <a:lvl8pPr algn="l">
              <a:defRPr sz="1800" b="1">
                <a:solidFill>
                  <a:srgbClr val="20262C"/>
                </a:solidFill>
                <a:latin typeface="Arial"/>
                <a:ea typeface="Arial"/>
                <a:cs typeface="Arial"/>
              </a:defRPr>
            </a:lvl8pPr>
            <a:lvl9pPr algn="l">
              <a:defRPr sz="1800" b="1">
                <a:solidFill>
                  <a:srgbClr val="20262C"/>
                </a:solidFill>
                <a:latin typeface="Arial"/>
                <a:ea typeface="Arial"/>
                <a:cs typeface="Arial"/>
              </a:defRPr>
            </a:lvl9pPr>
          </a:lstStyle>
          <a:p xmlns:a="http://schemas.openxmlformats.org/drawingml/2006/main">
            <a:pPr algn="l">
              <a:defRPr sz="1800" b="1">
                <a:solidFill>
                  <a:srgbClr val="20262C"/>
                </a:solidFill>
                <a:latin typeface="Arial"/>
                <a:ea typeface="Arial"/>
                <a:cs typeface="Arial"/>
              </a:defRPr>
            </a:pPr>
            <a:r>
              <a:rPr sz="1800" b="1">
                <a:solidFill>
                  <a:srgbClr val="20262C"/>
                </a:solidFill>
                <a:latin typeface="Arial"/>
                <a:ea typeface="Arial"/>
                <a:cs typeface="Arial"/>
              </a:rPr>
              <a:t>Holdings query returns</a:t>
            </a:r>
          </a:p>
        </p:txBody>
      </p:sp>
      <p:sp>
        <p:nvSpPr>
          <p:cNvPr id="30" name="!!risk.evidence.system.body">
            <a:extLst xmlns:a="http://schemas.openxmlformats.org/drawingml/2006/main">
              <a:ext uri="{FF2B5EF4-FFF2-40B4-BE49-F238E27FC236}">
                <a16:creationId xmlns:a16="http://schemas.microsoft.com/office/drawing/2014/main" id="{8151926C-CC2A-4BAD-886B-17BD14ABCC71}"/>
              </a:ext>
            </a:extLst>
          </p:cNvPr>
          <p:cNvSpPr>
            <a:spLocks xmlns:a="http://schemas.openxmlformats.org/drawingml/2006/main" noGrp="1"/>
          </p:cNvSpPr>
          <p:nvPr/>
        </p:nvSpPr>
        <p:spPr>
          <a:xfrm xmlns:a="http://schemas.openxmlformats.org/drawingml/2006/main">
            <a:off x="4248150" y="4419600"/>
            <a:ext cx="28384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0262C"/>
                </a:solidFill>
                <a:latin typeface="Arial"/>
                <a:ea typeface="Arial"/>
                <a:cs typeface="Arial"/>
              </a:defRPr>
            </a:defPPr>
            <a:lvl1pPr algn="l">
              <a:defRPr sz="1875" b="0">
                <a:solidFill>
                  <a:srgbClr val="20262C"/>
                </a:solidFill>
                <a:latin typeface="Arial"/>
                <a:ea typeface="Arial"/>
                <a:cs typeface="Arial"/>
              </a:defRPr>
            </a:lvl1pPr>
            <a:lvl2pPr algn="l">
              <a:defRPr sz="1875" b="0">
                <a:solidFill>
                  <a:srgbClr val="20262C"/>
                </a:solidFill>
                <a:latin typeface="Arial"/>
                <a:ea typeface="Arial"/>
                <a:cs typeface="Arial"/>
              </a:defRPr>
            </a:lvl2pPr>
            <a:lvl3pPr algn="l">
              <a:defRPr sz="1875" b="0">
                <a:solidFill>
                  <a:srgbClr val="20262C"/>
                </a:solidFill>
                <a:latin typeface="Arial"/>
                <a:ea typeface="Arial"/>
                <a:cs typeface="Arial"/>
              </a:defRPr>
            </a:lvl3pPr>
            <a:lvl4pPr algn="l">
              <a:defRPr sz="1875" b="0">
                <a:solidFill>
                  <a:srgbClr val="20262C"/>
                </a:solidFill>
                <a:latin typeface="Arial"/>
                <a:ea typeface="Arial"/>
                <a:cs typeface="Arial"/>
              </a:defRPr>
            </a:lvl4pPr>
            <a:lvl5pPr algn="l">
              <a:defRPr sz="1875" b="0">
                <a:solidFill>
                  <a:srgbClr val="20262C"/>
                </a:solidFill>
                <a:latin typeface="Arial"/>
                <a:ea typeface="Arial"/>
                <a:cs typeface="Arial"/>
              </a:defRPr>
            </a:lvl5pPr>
            <a:lvl6pPr algn="l">
              <a:defRPr sz="1875" b="0">
                <a:solidFill>
                  <a:srgbClr val="20262C"/>
                </a:solidFill>
                <a:latin typeface="Arial"/>
                <a:ea typeface="Arial"/>
                <a:cs typeface="Arial"/>
              </a:defRPr>
            </a:lvl6pPr>
            <a:lvl7pPr algn="l">
              <a:defRPr sz="1875" b="0">
                <a:solidFill>
                  <a:srgbClr val="20262C"/>
                </a:solidFill>
                <a:latin typeface="Arial"/>
                <a:ea typeface="Arial"/>
                <a:cs typeface="Arial"/>
              </a:defRPr>
            </a:lvl7pPr>
            <a:lvl8pPr algn="l">
              <a:defRPr sz="1875" b="0">
                <a:solidFill>
                  <a:srgbClr val="20262C"/>
                </a:solidFill>
                <a:latin typeface="Arial"/>
                <a:ea typeface="Arial"/>
                <a:cs typeface="Arial"/>
              </a:defRPr>
            </a:lvl8pPr>
            <a:lvl9pPr algn="l">
              <a:defRPr sz="1875" b="0">
                <a:solidFill>
                  <a:srgbClr val="20262C"/>
                </a:solidFill>
                <a:latin typeface="Arial"/>
                <a:ea typeface="Arial"/>
                <a:cs typeface="Arial"/>
              </a:defRPr>
            </a:lvl9pPr>
          </a:lstStyle>
          <a:p xmlns:a="http://schemas.openxmlformats.org/drawingml/2006/main">
            <a:pPr algn="l">
              <a:defRPr sz="1875" b="0">
                <a:solidFill>
                  <a:srgbClr val="20262C"/>
                </a:solidFill>
                <a:latin typeface="Arial"/>
                <a:ea typeface="Arial"/>
                <a:cs typeface="Arial"/>
              </a:defRPr>
            </a:pPr>
            <a:r>
              <a:rPr sz="1875" b="0">
                <a:solidFill>
                  <a:srgbClr val="20262C"/>
                </a:solidFill>
                <a:latin typeface="Arial"/>
                <a:ea typeface="Arial"/>
                <a:cs typeface="Arial"/>
              </a:rPr>
              <a:t>Product A holds</a:t>
            </a:r>
          </a:p>
          <a:p xmlns:a="http://schemas.openxmlformats.org/drawingml/2006/main">
            <a:pPr algn="l">
              <a:defRPr sz="1875" b="0">
                <a:solidFill>
                  <a:srgbClr val="20262C"/>
                </a:solidFill>
                <a:latin typeface="Arial"/>
                <a:ea typeface="Arial"/>
                <a:cs typeface="Arial"/>
              </a:defRPr>
            </a:pPr>
            <a:r>
              <a:rPr sz="1875" b="0">
                <a:solidFill>
                  <a:srgbClr val="20262C"/>
                </a:solidFill>
                <a:latin typeface="Arial"/>
                <a:ea typeface="Arial"/>
                <a:cs typeface="Arial"/>
              </a:rPr>
              <a:t>Company A bonds</a:t>
            </a:r>
          </a:p>
          <a:p xmlns:a="http://schemas.openxmlformats.org/drawingml/2006/main">
            <a:pPr algn="l">
              <a:defRPr sz="1875" b="0">
                <a:solidFill>
                  <a:srgbClr val="20262C"/>
                </a:solidFill>
                <a:latin typeface="Arial"/>
                <a:ea typeface="Arial"/>
                <a:cs typeface="Arial"/>
              </a:defRPr>
            </a:pPr>
            <a:r>
              <a:rPr sz="1875" b="0">
                <a:solidFill>
                  <a:srgbClr val="20262C"/>
                </a:solidFill>
                <a:latin typeface="Arial"/>
                <a:ea typeface="Arial"/>
                <a:cs typeface="Arial"/>
              </a:rPr>
              <a:t>Face value: RMB 20m</a:t>
            </a:r>
          </a:p>
        </p:txBody>
      </p:sp>
      <p:sp>
        <p:nvSpPr>
          <p:cNvPr id="31" name="!!risk.evidence.rule.rule">
            <a:extLst xmlns:a="http://schemas.openxmlformats.org/drawingml/2006/main">
              <a:ext uri="{FF2B5EF4-FFF2-40B4-BE49-F238E27FC236}">
                <a16:creationId xmlns:a16="http://schemas.microsoft.com/office/drawing/2014/main" id="{74F2AE03-8D1F-430A-8F72-47E48556C6D7}"/>
              </a:ext>
            </a:extLst>
          </p:cNvPr>
          <p:cNvSpPr>
            <a:spLocks xmlns:a="http://schemas.openxmlformats.org/drawingml/2006/main" noGrp="1"/>
          </p:cNvSpPr>
          <p:nvPr/>
        </p:nvSpPr>
        <p:spPr>
          <a:xfrm xmlns:a="http://schemas.openxmlformats.org/drawingml/2006/main" flipH="0" flipV="0">
            <a:off x="4057650" y="5572125"/>
            <a:ext cx="3219450" cy="953"/>
          </a:xfrm>
          <a:prstGeom xmlns:a="http://schemas.openxmlformats.org/drawingml/2006/main" prst="line">
            <a:avLst/>
          </a:prstGeom>
          <a:noFill xmlns:a="http://schemas.openxmlformats.org/drawingml/2006/main"/>
          <a:ln xmlns:a="http://schemas.openxmlformats.org/drawingml/2006/main" w="14288">
            <a:solidFill>
              <a:srgbClr val="317F7B"/>
            </a:solidFill>
            <a:prstDash val="solid"/>
          </a:ln>
        </p:spPr>
      </p:sp>
      <p:sp>
        <p:nvSpPr>
          <p:cNvPr id="32" name="!!risk.evidence.rule.label">
            <a:extLst xmlns:a="http://schemas.openxmlformats.org/drawingml/2006/main">
              <a:ext uri="{FF2B5EF4-FFF2-40B4-BE49-F238E27FC236}">
                <a16:creationId xmlns:a16="http://schemas.microsoft.com/office/drawing/2014/main" id="{3E3D88E2-5E5B-4701-909D-F70DD710E114}"/>
              </a:ext>
            </a:extLst>
          </p:cNvPr>
          <p:cNvSpPr>
            <a:spLocks xmlns:a="http://schemas.openxmlformats.org/drawingml/2006/main" noGrp="1"/>
          </p:cNvSpPr>
          <p:nvPr/>
        </p:nvSpPr>
        <p:spPr>
          <a:xfrm xmlns:a="http://schemas.openxmlformats.org/drawingml/2006/main">
            <a:off x="4057650" y="5667375"/>
            <a:ext cx="32194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317F7B"/>
                </a:solidFill>
                <a:latin typeface="Arial"/>
                <a:ea typeface="Arial"/>
                <a:cs typeface="Arial"/>
              </a:defRPr>
            </a:defPPr>
            <a:lvl1pPr algn="l">
              <a:defRPr sz="1650" b="1">
                <a:solidFill>
                  <a:srgbClr val="317F7B"/>
                </a:solidFill>
                <a:latin typeface="Arial"/>
                <a:ea typeface="Arial"/>
                <a:cs typeface="Arial"/>
              </a:defRPr>
            </a:lvl1pPr>
            <a:lvl2pPr algn="l">
              <a:defRPr sz="1650" b="1">
                <a:solidFill>
                  <a:srgbClr val="317F7B"/>
                </a:solidFill>
                <a:latin typeface="Arial"/>
                <a:ea typeface="Arial"/>
                <a:cs typeface="Arial"/>
              </a:defRPr>
            </a:lvl2pPr>
            <a:lvl3pPr algn="l">
              <a:defRPr sz="1650" b="1">
                <a:solidFill>
                  <a:srgbClr val="317F7B"/>
                </a:solidFill>
                <a:latin typeface="Arial"/>
                <a:ea typeface="Arial"/>
                <a:cs typeface="Arial"/>
              </a:defRPr>
            </a:lvl3pPr>
            <a:lvl4pPr algn="l">
              <a:defRPr sz="1650" b="1">
                <a:solidFill>
                  <a:srgbClr val="317F7B"/>
                </a:solidFill>
                <a:latin typeface="Arial"/>
                <a:ea typeface="Arial"/>
                <a:cs typeface="Arial"/>
              </a:defRPr>
            </a:lvl4pPr>
            <a:lvl5pPr algn="l">
              <a:defRPr sz="1650" b="1">
                <a:solidFill>
                  <a:srgbClr val="317F7B"/>
                </a:solidFill>
                <a:latin typeface="Arial"/>
                <a:ea typeface="Arial"/>
                <a:cs typeface="Arial"/>
              </a:defRPr>
            </a:lvl5pPr>
            <a:lvl6pPr algn="l">
              <a:defRPr sz="1650" b="1">
                <a:solidFill>
                  <a:srgbClr val="317F7B"/>
                </a:solidFill>
                <a:latin typeface="Arial"/>
                <a:ea typeface="Arial"/>
                <a:cs typeface="Arial"/>
              </a:defRPr>
            </a:lvl6pPr>
            <a:lvl7pPr algn="l">
              <a:defRPr sz="1650" b="1">
                <a:solidFill>
                  <a:srgbClr val="317F7B"/>
                </a:solidFill>
                <a:latin typeface="Arial"/>
                <a:ea typeface="Arial"/>
                <a:cs typeface="Arial"/>
              </a:defRPr>
            </a:lvl7pPr>
            <a:lvl8pPr algn="l">
              <a:defRPr sz="1650" b="1">
                <a:solidFill>
                  <a:srgbClr val="317F7B"/>
                </a:solidFill>
                <a:latin typeface="Arial"/>
                <a:ea typeface="Arial"/>
                <a:cs typeface="Arial"/>
              </a:defRPr>
            </a:lvl8pPr>
            <a:lvl9pPr algn="l">
              <a:defRPr sz="1650" b="1">
                <a:solidFill>
                  <a:srgbClr val="317F7B"/>
                </a:solidFill>
                <a:latin typeface="Arial"/>
                <a:ea typeface="Arial"/>
                <a:cs typeface="Arial"/>
              </a:defRPr>
            </a:lvl9pPr>
          </a:lstStyle>
          <a:p xmlns:a="http://schemas.openxmlformats.org/drawingml/2006/main">
            <a:pPr algn="l">
              <a:defRPr sz="1650" b="1">
                <a:solidFill>
                  <a:srgbClr val="317F7B"/>
                </a:solidFill>
                <a:latin typeface="Arial"/>
                <a:ea typeface="Arial"/>
                <a:cs typeface="Arial"/>
              </a:defRPr>
            </a:pPr>
            <a:r>
              <a:rPr sz="1650" b="1">
                <a:solidFill>
                  <a:srgbClr val="317F7B"/>
                </a:solidFill>
                <a:latin typeface="Arial"/>
                <a:ea typeface="Arial"/>
                <a:cs typeface="Arial"/>
              </a:rPr>
              <a:t>Monitoring requirement</a:t>
            </a:r>
          </a:p>
        </p:txBody>
      </p:sp>
      <p:sp>
        <p:nvSpPr>
          <p:cNvPr id="33" name="!!risk.evidence.rule.text">
            <a:extLst xmlns:a="http://schemas.openxmlformats.org/drawingml/2006/main">
              <a:ext uri="{FF2B5EF4-FFF2-40B4-BE49-F238E27FC236}">
                <a16:creationId xmlns:a16="http://schemas.microsoft.com/office/drawing/2014/main" id="{21D46BBB-7902-4960-BAD4-218CED59F19E}"/>
              </a:ext>
            </a:extLst>
          </p:cNvPr>
          <p:cNvSpPr>
            <a:spLocks xmlns:a="http://schemas.openxmlformats.org/drawingml/2006/main" noGrp="1"/>
          </p:cNvSpPr>
          <p:nvPr/>
        </p:nvSpPr>
        <p:spPr>
          <a:xfrm xmlns:a="http://schemas.openxmlformats.org/drawingml/2006/main">
            <a:off x="4057650" y="6010275"/>
            <a:ext cx="32194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0262C"/>
                </a:solidFill>
                <a:latin typeface="Arial"/>
                <a:ea typeface="Arial"/>
                <a:cs typeface="Arial"/>
              </a:defRPr>
            </a:defPPr>
            <a:lvl1pPr algn="l">
              <a:defRPr sz="1875" b="0">
                <a:solidFill>
                  <a:srgbClr val="20262C"/>
                </a:solidFill>
                <a:latin typeface="Arial"/>
                <a:ea typeface="Arial"/>
                <a:cs typeface="Arial"/>
              </a:defRPr>
            </a:lvl1pPr>
            <a:lvl2pPr algn="l">
              <a:defRPr sz="1875" b="0">
                <a:solidFill>
                  <a:srgbClr val="20262C"/>
                </a:solidFill>
                <a:latin typeface="Arial"/>
                <a:ea typeface="Arial"/>
                <a:cs typeface="Arial"/>
              </a:defRPr>
            </a:lvl2pPr>
            <a:lvl3pPr algn="l">
              <a:defRPr sz="1875" b="0">
                <a:solidFill>
                  <a:srgbClr val="20262C"/>
                </a:solidFill>
                <a:latin typeface="Arial"/>
                <a:ea typeface="Arial"/>
                <a:cs typeface="Arial"/>
              </a:defRPr>
            </a:lvl3pPr>
            <a:lvl4pPr algn="l">
              <a:defRPr sz="1875" b="0">
                <a:solidFill>
                  <a:srgbClr val="20262C"/>
                </a:solidFill>
                <a:latin typeface="Arial"/>
                <a:ea typeface="Arial"/>
                <a:cs typeface="Arial"/>
              </a:defRPr>
            </a:lvl4pPr>
            <a:lvl5pPr algn="l">
              <a:defRPr sz="1875" b="0">
                <a:solidFill>
                  <a:srgbClr val="20262C"/>
                </a:solidFill>
                <a:latin typeface="Arial"/>
                <a:ea typeface="Arial"/>
                <a:cs typeface="Arial"/>
              </a:defRPr>
            </a:lvl5pPr>
            <a:lvl6pPr algn="l">
              <a:defRPr sz="1875" b="0">
                <a:solidFill>
                  <a:srgbClr val="20262C"/>
                </a:solidFill>
                <a:latin typeface="Arial"/>
                <a:ea typeface="Arial"/>
                <a:cs typeface="Arial"/>
              </a:defRPr>
            </a:lvl6pPr>
            <a:lvl7pPr algn="l">
              <a:defRPr sz="1875" b="0">
                <a:solidFill>
                  <a:srgbClr val="20262C"/>
                </a:solidFill>
                <a:latin typeface="Arial"/>
                <a:ea typeface="Arial"/>
                <a:cs typeface="Arial"/>
              </a:defRPr>
            </a:lvl7pPr>
            <a:lvl8pPr algn="l">
              <a:defRPr sz="1875" b="0">
                <a:solidFill>
                  <a:srgbClr val="20262C"/>
                </a:solidFill>
                <a:latin typeface="Arial"/>
                <a:ea typeface="Arial"/>
                <a:cs typeface="Arial"/>
              </a:defRPr>
            </a:lvl8pPr>
            <a:lvl9pPr algn="l">
              <a:defRPr sz="1875" b="0">
                <a:solidFill>
                  <a:srgbClr val="20262C"/>
                </a:solidFill>
                <a:latin typeface="Arial"/>
                <a:ea typeface="Arial"/>
                <a:cs typeface="Arial"/>
              </a:defRPr>
            </a:lvl9pPr>
          </a:lstStyle>
          <a:p xmlns:a="http://schemas.openxmlformats.org/drawingml/2006/main">
            <a:pPr algn="l">
              <a:defRPr sz="1875" b="0">
                <a:solidFill>
                  <a:srgbClr val="20262C"/>
                </a:solidFill>
                <a:latin typeface="Arial"/>
                <a:ea typeface="Arial"/>
                <a:cs typeface="Arial"/>
              </a:defRPr>
            </a:pPr>
            <a:r>
              <a:rPr sz="1875" b="0">
                <a:solidFill>
                  <a:srgbClr val="20262C"/>
                </a:solidFill>
                <a:latin typeface="Arial"/>
                <a:ea typeface="Arial"/>
                <a:cs typeface="Arial"/>
              </a:rPr>
              <a:t>Refresh issuer research</a:t>
            </a:r>
          </a:p>
          <a:p xmlns:a="http://schemas.openxmlformats.org/drawingml/2006/main">
            <a:pPr algn="l">
              <a:defRPr sz="1875" b="0">
                <a:solidFill>
                  <a:srgbClr val="20262C"/>
                </a:solidFill>
                <a:latin typeface="Arial"/>
                <a:ea typeface="Arial"/>
                <a:cs typeface="Arial"/>
              </a:defRPr>
            </a:pPr>
            <a:r>
              <a:rPr sz="1875" b="0">
                <a:solidFill>
                  <a:srgbClr val="20262C"/>
                </a:solidFill>
                <a:latin typeface="Arial"/>
                <a:ea typeface="Arial"/>
                <a:cs typeface="Arial"/>
              </a:rPr>
              <a:t>when a credit event occurs.</a:t>
            </a:r>
          </a:p>
        </p:txBody>
      </p:sp>
      <p:sp>
        <p:nvSpPr>
          <p:cNvPr id="34" name="!!risk.llm">
            <a:extLst xmlns:a="http://schemas.openxmlformats.org/drawingml/2006/main">
              <a:ext uri="{FF2B5EF4-FFF2-40B4-BE49-F238E27FC236}">
                <a16:creationId xmlns:a16="http://schemas.microsoft.com/office/drawing/2014/main" id="{2F773BA0-EE77-430B-8B40-09A7F5F9C332}"/>
              </a:ext>
            </a:extLst>
          </p:cNvPr>
          <p:cNvSpPr>
            <a:spLocks xmlns:a="http://schemas.openxmlformats.org/drawingml/2006/main" noGrp="1"/>
          </p:cNvSpPr>
          <p:nvPr/>
        </p:nvSpPr>
        <p:spPr>
          <a:xfrm xmlns:a="http://schemas.openxmlformats.org/drawingml/2006/main">
            <a:off x="7715250" y="2847975"/>
            <a:ext cx="3219450" cy="2867025"/>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35" name="!!risk.llm.role">
            <a:extLst xmlns:a="http://schemas.openxmlformats.org/drawingml/2006/main">
              <a:ext uri="{FF2B5EF4-FFF2-40B4-BE49-F238E27FC236}">
                <a16:creationId xmlns:a16="http://schemas.microsoft.com/office/drawing/2014/main" id="{7CA2F272-00DE-485C-89E4-727991450412}"/>
              </a:ext>
            </a:extLst>
          </p:cNvPr>
          <p:cNvSpPr>
            <a:spLocks xmlns:a="http://schemas.openxmlformats.org/drawingml/2006/main" noGrp="1"/>
          </p:cNvSpPr>
          <p:nvPr/>
        </p:nvSpPr>
        <p:spPr>
          <a:xfrm xmlns:a="http://schemas.openxmlformats.org/drawingml/2006/main">
            <a:off x="7905750" y="2990850"/>
            <a:ext cx="28384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62C"/>
                </a:solidFill>
                <a:latin typeface="Arial"/>
                <a:ea typeface="Arial"/>
                <a:cs typeface="Arial"/>
              </a:defRPr>
            </a:defPPr>
            <a:lvl1pPr algn="l">
              <a:defRPr sz="1800" b="1">
                <a:solidFill>
                  <a:srgbClr val="20262C"/>
                </a:solidFill>
                <a:latin typeface="Arial"/>
                <a:ea typeface="Arial"/>
                <a:cs typeface="Arial"/>
              </a:defRPr>
            </a:lvl1pPr>
            <a:lvl2pPr algn="l">
              <a:defRPr sz="1800" b="1">
                <a:solidFill>
                  <a:srgbClr val="20262C"/>
                </a:solidFill>
                <a:latin typeface="Arial"/>
                <a:ea typeface="Arial"/>
                <a:cs typeface="Arial"/>
              </a:defRPr>
            </a:lvl2pPr>
            <a:lvl3pPr algn="l">
              <a:defRPr sz="1800" b="1">
                <a:solidFill>
                  <a:srgbClr val="20262C"/>
                </a:solidFill>
                <a:latin typeface="Arial"/>
                <a:ea typeface="Arial"/>
                <a:cs typeface="Arial"/>
              </a:defRPr>
            </a:lvl3pPr>
            <a:lvl4pPr algn="l">
              <a:defRPr sz="1800" b="1">
                <a:solidFill>
                  <a:srgbClr val="20262C"/>
                </a:solidFill>
                <a:latin typeface="Arial"/>
                <a:ea typeface="Arial"/>
                <a:cs typeface="Arial"/>
              </a:defRPr>
            </a:lvl4pPr>
            <a:lvl5pPr algn="l">
              <a:defRPr sz="1800" b="1">
                <a:solidFill>
                  <a:srgbClr val="20262C"/>
                </a:solidFill>
                <a:latin typeface="Arial"/>
                <a:ea typeface="Arial"/>
                <a:cs typeface="Arial"/>
              </a:defRPr>
            </a:lvl5pPr>
            <a:lvl6pPr algn="l">
              <a:defRPr sz="1800" b="1">
                <a:solidFill>
                  <a:srgbClr val="20262C"/>
                </a:solidFill>
                <a:latin typeface="Arial"/>
                <a:ea typeface="Arial"/>
                <a:cs typeface="Arial"/>
              </a:defRPr>
            </a:lvl6pPr>
            <a:lvl7pPr algn="l">
              <a:defRPr sz="1800" b="1">
                <a:solidFill>
                  <a:srgbClr val="20262C"/>
                </a:solidFill>
                <a:latin typeface="Arial"/>
                <a:ea typeface="Arial"/>
                <a:cs typeface="Arial"/>
              </a:defRPr>
            </a:lvl7pPr>
            <a:lvl8pPr algn="l">
              <a:defRPr sz="1800" b="1">
                <a:solidFill>
                  <a:srgbClr val="20262C"/>
                </a:solidFill>
                <a:latin typeface="Arial"/>
                <a:ea typeface="Arial"/>
                <a:cs typeface="Arial"/>
              </a:defRPr>
            </a:lvl8pPr>
            <a:lvl9pPr algn="l">
              <a:defRPr sz="1800" b="1">
                <a:solidFill>
                  <a:srgbClr val="20262C"/>
                </a:solidFill>
                <a:latin typeface="Arial"/>
                <a:ea typeface="Arial"/>
                <a:cs typeface="Arial"/>
              </a:defRPr>
            </a:lvl9pPr>
          </a:lstStyle>
          <a:p xmlns:a="http://schemas.openxmlformats.org/drawingml/2006/main">
            <a:pPr algn="l">
              <a:defRPr sz="1800" b="1">
                <a:solidFill>
                  <a:srgbClr val="20262C"/>
                </a:solidFill>
                <a:latin typeface="Arial"/>
                <a:ea typeface="Arial"/>
                <a:cs typeface="Arial"/>
              </a:defRPr>
            </a:pPr>
            <a:r>
              <a:rPr sz="1800" b="1">
                <a:solidFill>
                  <a:srgbClr val="20262C"/>
                </a:solidFill>
                <a:latin typeface="Arial"/>
                <a:ea typeface="Arial"/>
                <a:cs typeface="Arial"/>
              </a:rPr>
              <a:t>LLM links the evidence</a:t>
            </a:r>
          </a:p>
        </p:txBody>
      </p:sp>
      <p:sp>
        <p:nvSpPr>
          <p:cNvPr id="36" name="!!risk.llm.body">
            <a:extLst xmlns:a="http://schemas.openxmlformats.org/drawingml/2006/main">
              <a:ext uri="{FF2B5EF4-FFF2-40B4-BE49-F238E27FC236}">
                <a16:creationId xmlns:a16="http://schemas.microsoft.com/office/drawing/2014/main" id="{D643EA18-F113-4906-A92C-3A7D16BA662D}"/>
              </a:ext>
            </a:extLst>
          </p:cNvPr>
          <p:cNvSpPr>
            <a:spLocks xmlns:a="http://schemas.openxmlformats.org/drawingml/2006/main" noGrp="1"/>
          </p:cNvSpPr>
          <p:nvPr/>
        </p:nvSpPr>
        <p:spPr>
          <a:xfrm xmlns:a="http://schemas.openxmlformats.org/drawingml/2006/main">
            <a:off x="7905750" y="3429000"/>
            <a:ext cx="2838450" cy="2219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0262C"/>
                </a:solidFill>
                <a:latin typeface="Arial"/>
                <a:ea typeface="Arial"/>
                <a:cs typeface="Arial"/>
              </a:defRPr>
            </a:defPPr>
            <a:lvl1pPr algn="l">
              <a:defRPr sz="1950" b="0">
                <a:solidFill>
                  <a:srgbClr val="20262C"/>
                </a:solidFill>
                <a:latin typeface="Arial"/>
                <a:ea typeface="Arial"/>
                <a:cs typeface="Arial"/>
              </a:defRPr>
            </a:lvl1pPr>
            <a:lvl2pPr algn="l">
              <a:defRPr sz="1950" b="0">
                <a:solidFill>
                  <a:srgbClr val="20262C"/>
                </a:solidFill>
                <a:latin typeface="Arial"/>
                <a:ea typeface="Arial"/>
                <a:cs typeface="Arial"/>
              </a:defRPr>
            </a:lvl2pPr>
            <a:lvl3pPr algn="l">
              <a:defRPr sz="1950" b="0">
                <a:solidFill>
                  <a:srgbClr val="20262C"/>
                </a:solidFill>
                <a:latin typeface="Arial"/>
                <a:ea typeface="Arial"/>
                <a:cs typeface="Arial"/>
              </a:defRPr>
            </a:lvl3pPr>
            <a:lvl4pPr algn="l">
              <a:defRPr sz="1950" b="0">
                <a:solidFill>
                  <a:srgbClr val="20262C"/>
                </a:solidFill>
                <a:latin typeface="Arial"/>
                <a:ea typeface="Arial"/>
                <a:cs typeface="Arial"/>
              </a:defRPr>
            </a:lvl4pPr>
            <a:lvl5pPr algn="l">
              <a:defRPr sz="1950" b="0">
                <a:solidFill>
                  <a:srgbClr val="20262C"/>
                </a:solidFill>
                <a:latin typeface="Arial"/>
                <a:ea typeface="Arial"/>
                <a:cs typeface="Arial"/>
              </a:defRPr>
            </a:lvl5pPr>
            <a:lvl6pPr algn="l">
              <a:defRPr sz="1950" b="0">
                <a:solidFill>
                  <a:srgbClr val="20262C"/>
                </a:solidFill>
                <a:latin typeface="Arial"/>
                <a:ea typeface="Arial"/>
                <a:cs typeface="Arial"/>
              </a:defRPr>
            </a:lvl6pPr>
            <a:lvl7pPr algn="l">
              <a:defRPr sz="1950" b="0">
                <a:solidFill>
                  <a:srgbClr val="20262C"/>
                </a:solidFill>
                <a:latin typeface="Arial"/>
                <a:ea typeface="Arial"/>
                <a:cs typeface="Arial"/>
              </a:defRPr>
            </a:lvl7pPr>
            <a:lvl8pPr algn="l">
              <a:defRPr sz="1950" b="0">
                <a:solidFill>
                  <a:srgbClr val="20262C"/>
                </a:solidFill>
                <a:latin typeface="Arial"/>
                <a:ea typeface="Arial"/>
                <a:cs typeface="Arial"/>
              </a:defRPr>
            </a:lvl8pPr>
            <a:lvl9pPr algn="l">
              <a:defRPr sz="1950" b="0">
                <a:solidFill>
                  <a:srgbClr val="20262C"/>
                </a:solidFill>
                <a:latin typeface="Arial"/>
                <a:ea typeface="Arial"/>
                <a:cs typeface="Arial"/>
              </a:defRPr>
            </a:lvl9pPr>
          </a:lstStyle>
          <a:p xmlns:a="http://schemas.openxmlformats.org/drawingml/2006/main">
            <a:pPr algn="l">
              <a:defRPr sz="1950" b="0">
                <a:solidFill>
                  <a:srgbClr val="20262C"/>
                </a:solidFill>
                <a:latin typeface="Arial"/>
                <a:ea typeface="Arial"/>
                <a:cs typeface="Arial"/>
              </a:defRPr>
            </a:pPr>
            <a:r>
              <a:rPr sz="1950" b="0">
                <a:solidFill>
                  <a:srgbClr val="20262C"/>
                </a:solidFill>
                <a:latin typeface="Arial"/>
                <a:ea typeface="Arial"/>
                <a:cs typeface="Arial"/>
              </a:rPr>
              <a:t>Identify the issuer</a:t>
            </a:r>
          </a:p>
          <a:p xmlns:a="http://schemas.openxmlformats.org/drawingml/2006/main">
            <a:pPr algn="l">
              <a:defRPr sz="1950" b="0">
                <a:solidFill>
                  <a:srgbClr val="20262C"/>
                </a:solidFill>
                <a:latin typeface="Arial"/>
                <a:ea typeface="Arial"/>
                <a:cs typeface="Arial"/>
              </a:defRPr>
            </a:pPr>
            <a:r>
              <a:rPr sz="1950" b="0">
                <a:solidFill>
                  <a:srgbClr val="20262C"/>
                </a:solidFill>
                <a:latin typeface="Arial"/>
                <a:ea typeface="Arial"/>
                <a:cs typeface="Arial"/>
              </a:rPr>
              <a:t>Map fund exposures</a:t>
            </a:r>
          </a:p>
          <a:p xmlns:a="http://schemas.openxmlformats.org/drawingml/2006/main">
            <a:pPr algn="l">
              <a:defRPr sz="1950" b="0">
                <a:solidFill>
                  <a:srgbClr val="20262C"/>
                </a:solidFill>
                <a:latin typeface="Arial"/>
                <a:ea typeface="Arial"/>
                <a:cs typeface="Arial"/>
              </a:defRPr>
            </a:pPr>
            <a:r>
              <a:rPr sz="1950" b="0">
                <a:solidFill>
                  <a:srgbClr val="20262C"/>
                </a:solidFill>
                <a:latin typeface="Arial"/>
                <a:ea typeface="Arial"/>
                <a:cs typeface="Arial"/>
              </a:rPr>
              <a:t>Review clauses</a:t>
            </a:r>
          </a:p>
          <a:p xmlns:a="http://schemas.openxmlformats.org/drawingml/2006/main">
            <a:pPr algn="l">
              <a:defRPr sz="1950" b="0">
                <a:solidFill>
                  <a:srgbClr val="20262C"/>
                </a:solidFill>
                <a:latin typeface="Arial"/>
                <a:ea typeface="Arial"/>
                <a:cs typeface="Arial"/>
              </a:defRPr>
            </a:pPr>
            <a:r>
              <a:rPr sz="1950" b="0">
                <a:solidFill>
                  <a:srgbClr val="20262C"/>
                </a:solidFill>
                <a:latin typeface="Arial"/>
                <a:ea typeface="Arial"/>
                <a:cs typeface="Arial"/>
              </a:rPr>
              <a:t>and issuer research</a:t>
            </a:r>
          </a:p>
          <a:p xmlns:a="http://schemas.openxmlformats.org/drawingml/2006/main">
            <a:pPr algn="l">
              <a:defRPr sz="1950" b="0">
                <a:solidFill>
                  <a:srgbClr val="20262C"/>
                </a:solidFill>
                <a:latin typeface="Arial"/>
                <a:ea typeface="Arial"/>
                <a:cs typeface="Arial"/>
              </a:defRPr>
            </a:pPr>
            <a:r>
              <a:rPr sz="1950" b="0">
                <a:solidFill>
                  <a:srgbClr val="20262C"/>
                </a:solidFill>
                <a:latin typeface="Arial"/>
                <a:ea typeface="Arial"/>
                <a:cs typeface="Arial"/>
              </a:rPr>
              <a:t>Draft the assessment</a:t>
            </a:r>
          </a:p>
        </p:txBody>
      </p:sp>
      <p:sp>
        <p:nvSpPr>
          <p:cNvPr id="37" name="!!risk.result">
            <a:extLst xmlns:a="http://schemas.openxmlformats.org/drawingml/2006/main">
              <a:ext uri="{FF2B5EF4-FFF2-40B4-BE49-F238E27FC236}">
                <a16:creationId xmlns:a16="http://schemas.microsoft.com/office/drawing/2014/main" id="{FC436226-9644-445E-A759-19AEDB3336CD}"/>
              </a:ext>
            </a:extLst>
          </p:cNvPr>
          <p:cNvSpPr>
            <a:spLocks xmlns:a="http://schemas.openxmlformats.org/drawingml/2006/main" noGrp="1"/>
          </p:cNvSpPr>
          <p:nvPr/>
        </p:nvSpPr>
        <p:spPr>
          <a:xfrm xmlns:a="http://schemas.openxmlformats.org/drawingml/2006/main">
            <a:off x="11372850" y="2847975"/>
            <a:ext cx="3219450" cy="3533775"/>
          </a:xfrm>
          <a:prstGeom xmlns:a="http://schemas.openxmlformats.org/drawingml/2006/main" prst="rect">
            <a:avLst/>
          </a:prstGeom>
          <ns0:solidFill xmlns:ns0="http://schemas.openxmlformats.org/drawingml/2006/main">
            <ns0:srgbClr val="FFFFFF"/>
          </ns0:solidFill>
          <a:ln xmlns:a="http://schemas.openxmlformats.org/drawingml/2006/main" w="9525">
            <a:solidFill>
              <a:srgbClr val="317F7B"/>
            </a:solidFill>
            <a:prstDash val="solid"/>
          </a:ln>
        </p:spPr>
      </p:sp>
      <p:sp>
        <p:nvSpPr>
          <p:cNvPr id="38" name="!!risk.result.role">
            <a:extLst xmlns:a="http://schemas.openxmlformats.org/drawingml/2006/main">
              <a:ext uri="{FF2B5EF4-FFF2-40B4-BE49-F238E27FC236}">
                <a16:creationId xmlns:a16="http://schemas.microsoft.com/office/drawing/2014/main" id="{5B977B75-0E21-449C-853F-A1F35408A759}"/>
              </a:ext>
            </a:extLst>
          </p:cNvPr>
          <p:cNvSpPr>
            <a:spLocks xmlns:a="http://schemas.openxmlformats.org/drawingml/2006/main" noGrp="1"/>
          </p:cNvSpPr>
          <p:nvPr/>
        </p:nvSpPr>
        <p:spPr>
          <a:xfrm xmlns:a="http://schemas.openxmlformats.org/drawingml/2006/main">
            <a:off x="11563350" y="2990850"/>
            <a:ext cx="28384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317F7B"/>
                </a:solidFill>
                <a:latin typeface="Arial"/>
                <a:ea typeface="Arial"/>
                <a:cs typeface="Arial"/>
              </a:defRPr>
            </a:defPPr>
            <a:lvl1pPr algn="l">
              <a:defRPr sz="1725" b="1">
                <a:solidFill>
                  <a:srgbClr val="317F7B"/>
                </a:solidFill>
                <a:latin typeface="Arial"/>
                <a:ea typeface="Arial"/>
                <a:cs typeface="Arial"/>
              </a:defRPr>
            </a:lvl1pPr>
            <a:lvl2pPr algn="l">
              <a:defRPr sz="1725" b="1">
                <a:solidFill>
                  <a:srgbClr val="317F7B"/>
                </a:solidFill>
                <a:latin typeface="Arial"/>
                <a:ea typeface="Arial"/>
                <a:cs typeface="Arial"/>
              </a:defRPr>
            </a:lvl2pPr>
            <a:lvl3pPr algn="l">
              <a:defRPr sz="1725" b="1">
                <a:solidFill>
                  <a:srgbClr val="317F7B"/>
                </a:solidFill>
                <a:latin typeface="Arial"/>
                <a:ea typeface="Arial"/>
                <a:cs typeface="Arial"/>
              </a:defRPr>
            </a:lvl3pPr>
            <a:lvl4pPr algn="l">
              <a:defRPr sz="1725" b="1">
                <a:solidFill>
                  <a:srgbClr val="317F7B"/>
                </a:solidFill>
                <a:latin typeface="Arial"/>
                <a:ea typeface="Arial"/>
                <a:cs typeface="Arial"/>
              </a:defRPr>
            </a:lvl4pPr>
            <a:lvl5pPr algn="l">
              <a:defRPr sz="1725" b="1">
                <a:solidFill>
                  <a:srgbClr val="317F7B"/>
                </a:solidFill>
                <a:latin typeface="Arial"/>
                <a:ea typeface="Arial"/>
                <a:cs typeface="Arial"/>
              </a:defRPr>
            </a:lvl5pPr>
            <a:lvl6pPr algn="l">
              <a:defRPr sz="1725" b="1">
                <a:solidFill>
                  <a:srgbClr val="317F7B"/>
                </a:solidFill>
                <a:latin typeface="Arial"/>
                <a:ea typeface="Arial"/>
                <a:cs typeface="Arial"/>
              </a:defRPr>
            </a:lvl6pPr>
            <a:lvl7pPr algn="l">
              <a:defRPr sz="1725" b="1">
                <a:solidFill>
                  <a:srgbClr val="317F7B"/>
                </a:solidFill>
                <a:latin typeface="Arial"/>
                <a:ea typeface="Arial"/>
                <a:cs typeface="Arial"/>
              </a:defRPr>
            </a:lvl7pPr>
            <a:lvl8pPr algn="l">
              <a:defRPr sz="1725" b="1">
                <a:solidFill>
                  <a:srgbClr val="317F7B"/>
                </a:solidFill>
                <a:latin typeface="Arial"/>
                <a:ea typeface="Arial"/>
                <a:cs typeface="Arial"/>
              </a:defRPr>
            </a:lvl8pPr>
            <a:lvl9pPr algn="l">
              <a:defRPr sz="1725" b="1">
                <a:solidFill>
                  <a:srgbClr val="317F7B"/>
                </a:solidFill>
                <a:latin typeface="Arial"/>
                <a:ea typeface="Arial"/>
                <a:cs typeface="Arial"/>
              </a:defRPr>
            </a:lvl9pPr>
          </a:lstStyle>
          <a:p xmlns:a="http://schemas.openxmlformats.org/drawingml/2006/main">
            <a:pPr algn="l">
              <a:defRPr sz="1725" b="1">
                <a:solidFill>
                  <a:srgbClr val="317F7B"/>
                </a:solidFill>
                <a:latin typeface="Arial"/>
                <a:ea typeface="Arial"/>
                <a:cs typeface="Arial"/>
              </a:defRPr>
            </a:pPr>
            <a:r>
              <a:rPr sz="1725" b="1">
                <a:solidFill>
                  <a:srgbClr val="317F7B"/>
                </a:solidFill>
                <a:latin typeface="Arial"/>
                <a:ea typeface="Arial"/>
                <a:cs typeface="Arial"/>
              </a:rPr>
              <a:t>Assessment and follow-up</a:t>
            </a:r>
          </a:p>
        </p:txBody>
      </p:sp>
      <p:sp>
        <p:nvSpPr>
          <p:cNvPr id="39" name="!!risk.result.body">
            <a:extLst xmlns:a="http://schemas.openxmlformats.org/drawingml/2006/main">
              <a:ext uri="{FF2B5EF4-FFF2-40B4-BE49-F238E27FC236}">
                <a16:creationId xmlns:a16="http://schemas.microsoft.com/office/drawing/2014/main" id="{349A0B56-D979-4525-9FB2-A31B8FD4AB05}"/>
              </a:ext>
            </a:extLst>
          </p:cNvPr>
          <p:cNvSpPr>
            <a:spLocks xmlns:a="http://schemas.openxmlformats.org/drawingml/2006/main" noGrp="1"/>
          </p:cNvSpPr>
          <p:nvPr/>
        </p:nvSpPr>
        <p:spPr>
          <a:xfrm xmlns:a="http://schemas.openxmlformats.org/drawingml/2006/main">
            <a:off x="11563350" y="3429000"/>
            <a:ext cx="2838450" cy="2886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0262C"/>
                </a:solidFill>
                <a:latin typeface="Arial"/>
                <a:ea typeface="Arial"/>
                <a:cs typeface="Arial"/>
              </a:defRPr>
            </a:defPPr>
            <a:lvl1pPr algn="l">
              <a:defRPr sz="1875" b="0">
                <a:solidFill>
                  <a:srgbClr val="20262C"/>
                </a:solidFill>
                <a:latin typeface="Arial"/>
                <a:ea typeface="Arial"/>
                <a:cs typeface="Arial"/>
              </a:defRPr>
            </a:lvl1pPr>
            <a:lvl2pPr algn="l">
              <a:defRPr sz="1875" b="0">
                <a:solidFill>
                  <a:srgbClr val="20262C"/>
                </a:solidFill>
                <a:latin typeface="Arial"/>
                <a:ea typeface="Arial"/>
                <a:cs typeface="Arial"/>
              </a:defRPr>
            </a:lvl2pPr>
            <a:lvl3pPr algn="l">
              <a:defRPr sz="1875" b="0">
                <a:solidFill>
                  <a:srgbClr val="20262C"/>
                </a:solidFill>
                <a:latin typeface="Arial"/>
                <a:ea typeface="Arial"/>
                <a:cs typeface="Arial"/>
              </a:defRPr>
            </a:lvl3pPr>
            <a:lvl4pPr algn="l">
              <a:defRPr sz="1875" b="0">
                <a:solidFill>
                  <a:srgbClr val="20262C"/>
                </a:solidFill>
                <a:latin typeface="Arial"/>
                <a:ea typeface="Arial"/>
                <a:cs typeface="Arial"/>
              </a:defRPr>
            </a:lvl4pPr>
            <a:lvl5pPr algn="l">
              <a:defRPr sz="1875" b="0">
                <a:solidFill>
                  <a:srgbClr val="20262C"/>
                </a:solidFill>
                <a:latin typeface="Arial"/>
                <a:ea typeface="Arial"/>
                <a:cs typeface="Arial"/>
              </a:defRPr>
            </a:lvl5pPr>
            <a:lvl6pPr algn="l">
              <a:defRPr sz="1875" b="0">
                <a:solidFill>
                  <a:srgbClr val="20262C"/>
                </a:solidFill>
                <a:latin typeface="Arial"/>
                <a:ea typeface="Arial"/>
                <a:cs typeface="Arial"/>
              </a:defRPr>
            </a:lvl6pPr>
            <a:lvl7pPr algn="l">
              <a:defRPr sz="1875" b="0">
                <a:solidFill>
                  <a:srgbClr val="20262C"/>
                </a:solidFill>
                <a:latin typeface="Arial"/>
                <a:ea typeface="Arial"/>
                <a:cs typeface="Arial"/>
              </a:defRPr>
            </a:lvl7pPr>
            <a:lvl8pPr algn="l">
              <a:defRPr sz="1875" b="0">
                <a:solidFill>
                  <a:srgbClr val="20262C"/>
                </a:solidFill>
                <a:latin typeface="Arial"/>
                <a:ea typeface="Arial"/>
                <a:cs typeface="Arial"/>
              </a:defRPr>
            </a:lvl8pPr>
            <a:lvl9pPr algn="l">
              <a:defRPr sz="1875" b="0">
                <a:solidFill>
                  <a:srgbClr val="20262C"/>
                </a:solidFill>
                <a:latin typeface="Arial"/>
                <a:ea typeface="Arial"/>
                <a:cs typeface="Arial"/>
              </a:defRPr>
            </a:lvl9pPr>
          </a:lstStyle>
          <a:p xmlns:a="http://schemas.openxmlformats.org/drawingml/2006/main">
            <a:pPr algn="l">
              <a:defRPr sz="1875" b="0">
                <a:solidFill>
                  <a:srgbClr val="20262C"/>
                </a:solidFill>
                <a:latin typeface="Arial"/>
                <a:ea typeface="Arial"/>
                <a:cs typeface="Arial"/>
              </a:defRPr>
            </a:pPr>
            <a:r>
              <a:rPr sz="1875" b="0">
                <a:solidFill>
                  <a:srgbClr val="20262C"/>
                </a:solidFill>
                <a:latin typeface="Arial"/>
                <a:ea typeface="Arial"/>
                <a:cs typeface="Arial"/>
              </a:rPr>
              <a:t>Cash-flow pressure affects debt-servicing capacity.</a:t>
            </a:r>
          </a:p>
          <a:p xmlns:a="http://schemas.openxmlformats.org/drawingml/2006/main">
            <a:pPr algn="l">
              <a:defRPr sz="1875" b="0">
                <a:solidFill>
                  <a:srgbClr val="20262C"/>
                </a:solidFill>
                <a:latin typeface="Arial"/>
                <a:ea typeface="Arial"/>
                <a:cs typeface="Arial"/>
              </a:defRPr>
            </a:pPr>
            <a:r>
              <a:rPr sz="1875" b="0">
                <a:solidFill>
                  <a:srgbClr val="20262C"/>
                </a:solidFill>
                <a:latin typeface="Arial"/>
                <a:ea typeface="Arial"/>
                <a:cs typeface="Arial"/>
              </a:rPr>
              <a:t>Reassess the credit view.</a:t>
            </a:r>
          </a:p>
          <a:p xmlns:a="http://schemas.openxmlformats.org/drawingml/2006/main">
            <a:r>
              <a:t/>
            </a:r>
          </a:p>
          <a:p xmlns:a="http://schemas.openxmlformats.org/drawingml/2006/main">
            <a:pPr algn="l">
              <a:defRPr sz="1875" b="0">
                <a:solidFill>
                  <a:srgbClr val="20262C"/>
                </a:solidFill>
                <a:latin typeface="Arial"/>
                <a:ea typeface="Arial"/>
                <a:cs typeface="Arial"/>
              </a:defRPr>
            </a:pPr>
            <a:r>
              <a:rPr sz="1875" b="0">
                <a:solidFill>
                  <a:srgbClr val="20262C"/>
                </a:solidFill>
                <a:latin typeface="Arial"/>
                <a:ea typeface="Arial"/>
                <a:cs typeface="Arial"/>
              </a:rPr>
              <a:t>Affected fund: Product A</a:t>
            </a:r>
          </a:p>
          <a:p xmlns:a="http://schemas.openxmlformats.org/drawingml/2006/main">
            <a:pPr algn="l">
              <a:defRPr sz="1875" b="0">
                <a:solidFill>
                  <a:srgbClr val="20262C"/>
                </a:solidFill>
                <a:latin typeface="Arial"/>
                <a:ea typeface="Arial"/>
                <a:cs typeface="Arial"/>
              </a:defRPr>
            </a:pPr>
            <a:r>
              <a:rPr sz="1875" b="0">
                <a:solidFill>
                  <a:srgbClr val="20262C"/>
                </a:solidFill>
                <a:latin typeface="Arial"/>
                <a:ea typeface="Arial"/>
                <a:cs typeface="Arial"/>
              </a:rPr>
              <a:t>Research follow-up: cash-flow trends</a:t>
            </a:r>
          </a:p>
        </p:txBody>
      </p:sp>
      <p:sp>
        <p:nvSpPr>
          <p:cNvPr id="40" name="!!risk.material.bus">
            <a:extLst xmlns:a="http://schemas.openxmlformats.org/drawingml/2006/main">
              <a:ext uri="{FF2B5EF4-FFF2-40B4-BE49-F238E27FC236}">
                <a16:creationId xmlns:a16="http://schemas.microsoft.com/office/drawing/2014/main" id="{B3CB2ACB-A09B-4BEB-BDE7-DA733995D138}"/>
              </a:ext>
            </a:extLst>
          </p:cNvPr>
          <p:cNvSpPr>
            <a:spLocks xmlns:a="http://schemas.openxmlformats.org/drawingml/2006/main" noGrp="1"/>
          </p:cNvSpPr>
          <p:nvPr/>
        </p:nvSpPr>
        <p:spPr>
          <a:xfrm xmlns:a="http://schemas.openxmlformats.org/drawingml/2006/main" flipH="0" flipV="0">
            <a:off x="7486650" y="3143250"/>
            <a:ext cx="953" cy="3009900"/>
          </a:xfrm>
          <a:prstGeom xmlns:a="http://schemas.openxmlformats.org/drawingml/2006/main" prst="line">
            <a:avLst/>
          </a:prstGeom>
          <a:noFill xmlns:a="http://schemas.openxmlformats.org/drawingml/2006/main"/>
          <a:ln xmlns:a="http://schemas.openxmlformats.org/drawingml/2006/main" w="17145">
            <a:solidFill>
              <a:srgbClr val="005A9C"/>
            </a:solidFill>
            <a:prstDash val="solid"/>
          </a:ln>
        </p:spPr>
      </p:sp>
      <p:sp>
        <p:nvSpPr>
          <p:cNvPr id="41" name="!!risk.material.in0">
            <a:extLst xmlns:a="http://schemas.openxmlformats.org/drawingml/2006/main">
              <a:ext uri="{FF2B5EF4-FFF2-40B4-BE49-F238E27FC236}">
                <a16:creationId xmlns:a16="http://schemas.microsoft.com/office/drawing/2014/main" id="{E025791B-4AB5-4230-8921-3B54E24F77EF}"/>
              </a:ext>
            </a:extLst>
          </p:cNvPr>
          <p:cNvSpPr>
            <a:spLocks xmlns:a="http://schemas.openxmlformats.org/drawingml/2006/main" noGrp="1"/>
          </p:cNvSpPr>
          <p:nvPr/>
        </p:nvSpPr>
        <p:spPr>
          <a:xfrm xmlns:a="http://schemas.openxmlformats.org/drawingml/2006/main" flipH="0" flipV="0">
            <a:off x="7277100" y="3143250"/>
            <a:ext cx="209550" cy="953"/>
          </a:xfrm>
          <a:prstGeom xmlns:a="http://schemas.openxmlformats.org/drawingml/2006/main" prst="line">
            <a:avLst/>
          </a:prstGeom>
          <a:noFill xmlns:a="http://schemas.openxmlformats.org/drawingml/2006/main"/>
          <a:ln xmlns:a="http://schemas.openxmlformats.org/drawingml/2006/main" w="17145">
            <a:solidFill>
              <a:srgbClr val="005A9C"/>
            </a:solidFill>
            <a:prstDash val="solid"/>
          </a:ln>
        </p:spPr>
      </p:sp>
      <p:sp>
        <p:nvSpPr>
          <p:cNvPr id="42" name="!!risk.material.in1">
            <a:extLst xmlns:a="http://schemas.openxmlformats.org/drawingml/2006/main">
              <a:ext uri="{FF2B5EF4-FFF2-40B4-BE49-F238E27FC236}">
                <a16:creationId xmlns:a16="http://schemas.microsoft.com/office/drawing/2014/main" id="{A20C9CB4-D52F-4959-81C2-30447348F5F2}"/>
              </a:ext>
            </a:extLst>
          </p:cNvPr>
          <p:cNvSpPr>
            <a:spLocks xmlns:a="http://schemas.openxmlformats.org/drawingml/2006/main" noGrp="1"/>
          </p:cNvSpPr>
          <p:nvPr/>
        </p:nvSpPr>
        <p:spPr>
          <a:xfrm xmlns:a="http://schemas.openxmlformats.org/drawingml/2006/main" flipH="0" flipV="0">
            <a:off x="7277100" y="4562475"/>
            <a:ext cx="209550" cy="953"/>
          </a:xfrm>
          <a:prstGeom xmlns:a="http://schemas.openxmlformats.org/drawingml/2006/main" prst="line">
            <a:avLst/>
          </a:prstGeom>
          <a:noFill xmlns:a="http://schemas.openxmlformats.org/drawingml/2006/main"/>
          <a:ln xmlns:a="http://schemas.openxmlformats.org/drawingml/2006/main" w="17145">
            <a:solidFill>
              <a:srgbClr val="005A9C"/>
            </a:solidFill>
            <a:prstDash val="solid"/>
          </a:ln>
        </p:spPr>
      </p:sp>
      <p:sp>
        <p:nvSpPr>
          <p:cNvPr id="43" name="!!risk.material.in2">
            <a:extLst xmlns:a="http://schemas.openxmlformats.org/drawingml/2006/main">
              <a:ext uri="{FF2B5EF4-FFF2-40B4-BE49-F238E27FC236}">
                <a16:creationId xmlns:a16="http://schemas.microsoft.com/office/drawing/2014/main" id="{55E3718C-D443-418B-A806-F0986650D1F9}"/>
              </a:ext>
            </a:extLst>
          </p:cNvPr>
          <p:cNvSpPr>
            <a:spLocks xmlns:a="http://schemas.openxmlformats.org/drawingml/2006/main" noGrp="1"/>
          </p:cNvSpPr>
          <p:nvPr/>
        </p:nvSpPr>
        <p:spPr>
          <a:xfrm xmlns:a="http://schemas.openxmlformats.org/drawingml/2006/main" flipH="0" flipV="0">
            <a:off x="7277100" y="6153150"/>
            <a:ext cx="209550" cy="953"/>
          </a:xfrm>
          <a:prstGeom xmlns:a="http://schemas.openxmlformats.org/drawingml/2006/main" prst="line">
            <a:avLst/>
          </a:prstGeom>
          <a:noFill xmlns:a="http://schemas.openxmlformats.org/drawingml/2006/main"/>
          <a:ln xmlns:a="http://schemas.openxmlformats.org/drawingml/2006/main" w="17145">
            <a:solidFill>
              <a:srgbClr val="005A9C"/>
            </a:solidFill>
            <a:prstDash val="solid"/>
          </a:ln>
        </p:spPr>
      </p:sp>
      <p:sp>
        <p:nvSpPr>
          <p:cNvPr id="44" name="!!risk.toLLM.line">
            <a:extLst xmlns:a="http://schemas.openxmlformats.org/drawingml/2006/main">
              <a:ext uri="{FF2B5EF4-FFF2-40B4-BE49-F238E27FC236}">
                <a16:creationId xmlns:a16="http://schemas.microsoft.com/office/drawing/2014/main" id="{B69E0E72-A92F-4076-B1B2-2DC5980B02F8}"/>
              </a:ext>
            </a:extLst>
          </p:cNvPr>
          <p:cNvSpPr>
            <a:spLocks xmlns:a="http://schemas.openxmlformats.org/drawingml/2006/main" noGrp="1"/>
          </p:cNvSpPr>
          <p:nvPr/>
        </p:nvSpPr>
        <p:spPr>
          <a:xfrm xmlns:a="http://schemas.openxmlformats.org/drawingml/2006/main" flipH="0" flipV="0">
            <a:off x="7486650" y="4305300"/>
            <a:ext cx="133350" cy="953"/>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45" name="!!risk.toLLM.tip">
            <a:extLst xmlns:a="http://schemas.openxmlformats.org/drawingml/2006/main">
              <a:ext uri="{FF2B5EF4-FFF2-40B4-BE49-F238E27FC236}">
                <a16:creationId xmlns:a16="http://schemas.microsoft.com/office/drawing/2014/main" id="{08DB6714-DDF1-48E3-B59C-F46D24009890}"/>
              </a:ext>
            </a:extLst>
          </p:cNvPr>
          <p:cNvSpPr>
            <a:spLocks xmlns:a="http://schemas.openxmlformats.org/drawingml/2006/main" noGrp="1"/>
          </p:cNvSpPr>
          <p:nvPr/>
        </p:nvSpPr>
        <p:spPr>
          <a:xfrm xmlns:a="http://schemas.openxmlformats.org/drawingml/2006/main" rot="5400000">
            <a:off x="7562850" y="4248150"/>
            <a:ext cx="114300" cy="11430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46" name="!!risk.toResult.line">
            <a:extLst xmlns:a="http://schemas.openxmlformats.org/drawingml/2006/main">
              <a:ext uri="{FF2B5EF4-FFF2-40B4-BE49-F238E27FC236}">
                <a16:creationId xmlns:a16="http://schemas.microsoft.com/office/drawing/2014/main" id="{6A8D3F48-CF93-45D2-8BAA-7C3A29ABB594}"/>
              </a:ext>
            </a:extLst>
          </p:cNvPr>
          <p:cNvSpPr>
            <a:spLocks xmlns:a="http://schemas.openxmlformats.org/drawingml/2006/main" noGrp="1"/>
          </p:cNvSpPr>
          <p:nvPr/>
        </p:nvSpPr>
        <p:spPr>
          <a:xfrm xmlns:a="http://schemas.openxmlformats.org/drawingml/2006/main" flipH="0" flipV="0">
            <a:off x="11029950" y="4305300"/>
            <a:ext cx="247650" cy="953"/>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47" name="!!risk.toResult.tip">
            <a:extLst xmlns:a="http://schemas.openxmlformats.org/drawingml/2006/main">
              <a:ext uri="{FF2B5EF4-FFF2-40B4-BE49-F238E27FC236}">
                <a16:creationId xmlns:a16="http://schemas.microsoft.com/office/drawing/2014/main" id="{375F9244-6C33-47D6-8914-2AC63819E8CF}"/>
              </a:ext>
            </a:extLst>
          </p:cNvPr>
          <p:cNvSpPr>
            <a:spLocks xmlns:a="http://schemas.openxmlformats.org/drawingml/2006/main" noGrp="1"/>
          </p:cNvSpPr>
          <p:nvPr/>
        </p:nvSpPr>
        <p:spPr>
          <a:xfrm xmlns:a="http://schemas.openxmlformats.org/drawingml/2006/main" rot="5400000">
            <a:off x="11220450" y="4248150"/>
            <a:ext cx="114300" cy="11430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48" name="!!risk.user">
            <a:extLst xmlns:a="http://schemas.openxmlformats.org/drawingml/2006/main">
              <a:ext uri="{FF2B5EF4-FFF2-40B4-BE49-F238E27FC236}">
                <a16:creationId xmlns:a16="http://schemas.microsoft.com/office/drawing/2014/main" id="{B077DB86-5A12-4801-B736-7C8D9C33AD3B}"/>
              </a:ext>
            </a:extLst>
          </p:cNvPr>
          <p:cNvSpPr>
            <a:spLocks xmlns:a="http://schemas.openxmlformats.org/drawingml/2006/main" noGrp="1"/>
          </p:cNvSpPr>
          <p:nvPr/>
        </p:nvSpPr>
        <p:spPr>
          <a:xfrm xmlns:a="http://schemas.openxmlformats.org/drawingml/2006/main">
            <a:off x="4057650" y="7124700"/>
            <a:ext cx="105346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38" b="0">
                <a:solidFill>
                  <a:srgbClr val="20262C"/>
                </a:solidFill>
                <a:latin typeface="Arial"/>
                <a:ea typeface="Arial"/>
                <a:cs typeface="Arial"/>
              </a:defRPr>
            </a:defPPr>
            <a:lvl1pPr algn="l">
              <a:defRPr sz="1838" b="0">
                <a:solidFill>
                  <a:srgbClr val="20262C"/>
                </a:solidFill>
                <a:latin typeface="Arial"/>
                <a:ea typeface="Arial"/>
                <a:cs typeface="Arial"/>
              </a:defRPr>
            </a:lvl1pPr>
            <a:lvl2pPr algn="l">
              <a:defRPr sz="1838" b="0">
                <a:solidFill>
                  <a:srgbClr val="20262C"/>
                </a:solidFill>
                <a:latin typeface="Arial"/>
                <a:ea typeface="Arial"/>
                <a:cs typeface="Arial"/>
              </a:defRPr>
            </a:lvl2pPr>
            <a:lvl3pPr algn="l">
              <a:defRPr sz="1838" b="0">
                <a:solidFill>
                  <a:srgbClr val="20262C"/>
                </a:solidFill>
                <a:latin typeface="Arial"/>
                <a:ea typeface="Arial"/>
                <a:cs typeface="Arial"/>
              </a:defRPr>
            </a:lvl3pPr>
            <a:lvl4pPr algn="l">
              <a:defRPr sz="1838" b="0">
                <a:solidFill>
                  <a:srgbClr val="20262C"/>
                </a:solidFill>
                <a:latin typeface="Arial"/>
                <a:ea typeface="Arial"/>
                <a:cs typeface="Arial"/>
              </a:defRPr>
            </a:lvl4pPr>
            <a:lvl5pPr algn="l">
              <a:defRPr sz="1838" b="0">
                <a:solidFill>
                  <a:srgbClr val="20262C"/>
                </a:solidFill>
                <a:latin typeface="Arial"/>
                <a:ea typeface="Arial"/>
                <a:cs typeface="Arial"/>
              </a:defRPr>
            </a:lvl5pPr>
            <a:lvl6pPr algn="l">
              <a:defRPr sz="1838" b="0">
                <a:solidFill>
                  <a:srgbClr val="20262C"/>
                </a:solidFill>
                <a:latin typeface="Arial"/>
                <a:ea typeface="Arial"/>
                <a:cs typeface="Arial"/>
              </a:defRPr>
            </a:lvl6pPr>
            <a:lvl7pPr algn="l">
              <a:defRPr sz="1838" b="0">
                <a:solidFill>
                  <a:srgbClr val="20262C"/>
                </a:solidFill>
                <a:latin typeface="Arial"/>
                <a:ea typeface="Arial"/>
                <a:cs typeface="Arial"/>
              </a:defRPr>
            </a:lvl7pPr>
            <a:lvl8pPr algn="l">
              <a:defRPr sz="1838" b="0">
                <a:solidFill>
                  <a:srgbClr val="20262C"/>
                </a:solidFill>
                <a:latin typeface="Arial"/>
                <a:ea typeface="Arial"/>
                <a:cs typeface="Arial"/>
              </a:defRPr>
            </a:lvl8pPr>
            <a:lvl9pPr algn="l">
              <a:defRPr sz="1838" b="0">
                <a:solidFill>
                  <a:srgbClr val="20262C"/>
                </a:solidFill>
                <a:latin typeface="Arial"/>
                <a:ea typeface="Arial"/>
                <a:cs typeface="Arial"/>
              </a:defRPr>
            </a:lvl9pPr>
          </a:lstStyle>
          <a:p xmlns:a="http://schemas.openxmlformats.org/drawingml/2006/main">
            <a:pPr algn="l">
              <a:defRPr sz="1838" b="0">
                <a:solidFill>
                  <a:srgbClr val="20262C"/>
                </a:solidFill>
                <a:latin typeface="Arial"/>
                <a:ea typeface="Arial"/>
                <a:cs typeface="Arial"/>
              </a:defRPr>
            </a:pPr>
            <a:r>
              <a:rPr sz="1838" b="0">
                <a:solidFill>
                  <a:srgbClr val="20262C"/>
                </a:solidFill>
                <a:latin typeface="Arial"/>
                <a:ea typeface="Arial"/>
                <a:cs typeface="Arial"/>
              </a:rPr>
              <a:t>Risk checks exposure and rules. Analysts update research. Portfolio managers discuss the response.</a:t>
            </a:r>
          </a:p>
        </p:txBody>
      </p:sp>
      <p:sp>
        <p:nvSpPr>
          <p:cNvPr id="50" name="!!story.header.issuer.bar">
            <a:extLst xmlns:a="http://schemas.openxmlformats.org/drawingml/2006/main">
              <a:ext uri="{FF2B5EF4-FFF2-40B4-BE49-F238E27FC236}">
                <a16:creationId xmlns:a16="http://schemas.microsoft.com/office/drawing/2014/main" id="{2B342B25-FFB4-40DE-BAE9-215ACDB2CF5B}"/>
              </a:ext>
            </a:extLst>
          </p:cNvPr>
          <p:cNvSpPr>
            <a:spLocks xmlns:a="http://schemas.openxmlformats.org/drawingml/2006/main" noGrp="1"/>
          </p:cNvSpPr>
          <p:nvPr/>
        </p:nvSpPr>
        <p:spPr>
          <a:xfrm xmlns:a="http://schemas.openxmlformats.org/drawingml/2006/main">
            <a:off x="10668000" y="1257300"/>
            <a:ext cx="47625" cy="238125"/>
          </a:xfrm>
          <a:prstGeom xmlns:a="http://schemas.openxmlformats.org/drawingml/2006/main" prst="rect">
            <a:avLst/>
          </a:prstGeom>
          <a:solidFill xmlns:a="http://schemas.openxmlformats.org/drawingml/2006/main">
            <a:srgbClr val="317F7B"/>
          </a:solidFill>
          <a:ln xmlns:a="http://schemas.openxmlformats.org/drawingml/2006/main" w="0">
            <a:noFill/>
          </a:ln>
        </p:spPr>
      </p:sp>
      <p:sp>
        <p:nvSpPr>
          <p:cNvPr id="51" name="!!story.header.issuer.name">
            <a:extLst xmlns:a="http://schemas.openxmlformats.org/drawingml/2006/main">
              <a:ext uri="{FF2B5EF4-FFF2-40B4-BE49-F238E27FC236}">
                <a16:creationId xmlns:a16="http://schemas.microsoft.com/office/drawing/2014/main" id="{E46FA014-408D-4E71-BB2F-B39C2132B79A}"/>
              </a:ext>
            </a:extLst>
          </p:cNvPr>
          <p:cNvSpPr>
            <a:spLocks xmlns:a="http://schemas.openxmlformats.org/drawingml/2006/main" noGrp="1"/>
          </p:cNvSpPr>
          <p:nvPr/>
        </p:nvSpPr>
        <p:spPr>
          <a:xfrm xmlns:a="http://schemas.openxmlformats.org/drawingml/2006/main">
            <a:off x="10801350" y="1190625"/>
            <a:ext cx="152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317F7B"/>
                </a:solidFill>
                <a:latin typeface="Arial"/>
                <a:ea typeface="Arial"/>
                <a:cs typeface="Arial"/>
              </a:defRPr>
            </a:defPPr>
            <a:lvl1pPr algn="l">
              <a:defRPr sz="1800" b="1">
                <a:solidFill>
                  <a:srgbClr val="317F7B"/>
                </a:solidFill>
                <a:latin typeface="Arial"/>
                <a:ea typeface="Arial"/>
                <a:cs typeface="Arial"/>
              </a:defRPr>
            </a:lvl1pPr>
            <a:lvl2pPr algn="l">
              <a:defRPr sz="1800" b="1">
                <a:solidFill>
                  <a:srgbClr val="317F7B"/>
                </a:solidFill>
                <a:latin typeface="Arial"/>
                <a:ea typeface="Arial"/>
                <a:cs typeface="Arial"/>
              </a:defRPr>
            </a:lvl2pPr>
            <a:lvl3pPr algn="l">
              <a:defRPr sz="1800" b="1">
                <a:solidFill>
                  <a:srgbClr val="317F7B"/>
                </a:solidFill>
                <a:latin typeface="Arial"/>
                <a:ea typeface="Arial"/>
                <a:cs typeface="Arial"/>
              </a:defRPr>
            </a:lvl3pPr>
            <a:lvl4pPr algn="l">
              <a:defRPr sz="1800" b="1">
                <a:solidFill>
                  <a:srgbClr val="317F7B"/>
                </a:solidFill>
                <a:latin typeface="Arial"/>
                <a:ea typeface="Arial"/>
                <a:cs typeface="Arial"/>
              </a:defRPr>
            </a:lvl4pPr>
            <a:lvl5pPr algn="l">
              <a:defRPr sz="1800" b="1">
                <a:solidFill>
                  <a:srgbClr val="317F7B"/>
                </a:solidFill>
                <a:latin typeface="Arial"/>
                <a:ea typeface="Arial"/>
                <a:cs typeface="Arial"/>
              </a:defRPr>
            </a:lvl5pPr>
            <a:lvl6pPr algn="l">
              <a:defRPr sz="1800" b="1">
                <a:solidFill>
                  <a:srgbClr val="317F7B"/>
                </a:solidFill>
                <a:latin typeface="Arial"/>
                <a:ea typeface="Arial"/>
                <a:cs typeface="Arial"/>
              </a:defRPr>
            </a:lvl6pPr>
            <a:lvl7pPr algn="l">
              <a:defRPr sz="1800" b="1">
                <a:solidFill>
                  <a:srgbClr val="317F7B"/>
                </a:solidFill>
                <a:latin typeface="Arial"/>
                <a:ea typeface="Arial"/>
                <a:cs typeface="Arial"/>
              </a:defRPr>
            </a:lvl7pPr>
            <a:lvl8pPr algn="l">
              <a:defRPr sz="1800" b="1">
                <a:solidFill>
                  <a:srgbClr val="317F7B"/>
                </a:solidFill>
                <a:latin typeface="Arial"/>
                <a:ea typeface="Arial"/>
                <a:cs typeface="Arial"/>
              </a:defRPr>
            </a:lvl8pPr>
            <a:lvl9pPr algn="l">
              <a:defRPr sz="1800" b="1">
                <a:solidFill>
                  <a:srgbClr val="317F7B"/>
                </a:solidFill>
                <a:latin typeface="Arial"/>
                <a:ea typeface="Arial"/>
                <a:cs typeface="Arial"/>
              </a:defRPr>
            </a:lvl9pPr>
          </a:lstStyle>
          <a:p xmlns:a="http://schemas.openxmlformats.org/drawingml/2006/main">
            <a:pPr algn="l">
              <a:defRPr sz="1800" b="1">
                <a:solidFill>
                  <a:srgbClr val="317F7B"/>
                </a:solidFill>
                <a:latin typeface="Arial"/>
                <a:ea typeface="Arial"/>
                <a:cs typeface="Arial"/>
              </a:defRPr>
            </a:pPr>
            <a:r>
              <a:rPr sz="1800" b="1">
                <a:solidFill>
                  <a:srgbClr val="317F7B"/>
                </a:solidFill>
                <a:latin typeface="Arial"/>
                <a:ea typeface="Arial"/>
                <a:cs typeface="Arial"/>
              </a:rPr>
              <a:t>Company A</a:t>
            </a:r>
          </a:p>
        </p:txBody>
      </p:sp>
      <p:sp>
        <p:nvSpPr>
          <p:cNvPr id="52" name="!!story.issuer.event.mail">
            <a:extLst xmlns:a="http://schemas.openxmlformats.org/drawingml/2006/main">
              <a:ext uri="{FF2B5EF4-FFF2-40B4-BE49-F238E27FC236}">
                <a16:creationId xmlns:a16="http://schemas.microsoft.com/office/drawing/2014/main" id="{AD57FBDE-855B-46ED-B78C-AF698A597E40}"/>
              </a:ext>
            </a:extLst>
          </p:cNvPr>
          <p:cNvSpPr>
            <a:spLocks xmlns:a="http://schemas.openxmlformats.org/drawingml/2006/main" noGrp="1"/>
          </p:cNvSpPr>
          <p:nvPr/>
        </p:nvSpPr>
        <p:spPr>
          <a:xfrm xmlns:a="http://schemas.openxmlformats.org/drawingml/2006/main">
            <a:off x="3943350" y="2400300"/>
            <a:ext cx="57150" cy="1381125"/>
          </a:xfrm>
          <a:prstGeom xmlns:a="http://schemas.openxmlformats.org/drawingml/2006/main" prst="rect">
            <a:avLst/>
          </a:prstGeom>
          <a:solidFill xmlns:a="http://schemas.openxmlformats.org/drawingml/2006/main">
            <a:srgbClr val="317F7B"/>
          </a:solidFill>
          <a:ln xmlns:a="http://schemas.openxmlformats.org/drawingml/2006/main" w="0">
            <a:noFill/>
          </a:ln>
        </p:spPr>
      </p:sp>
      <p:sp>
        <p:nvSpPr>
          <p:cNvPr id="53" name="!!story.issuer.event.rule">
            <a:extLst xmlns:a="http://schemas.openxmlformats.org/drawingml/2006/main">
              <a:ext uri="{FF2B5EF4-FFF2-40B4-BE49-F238E27FC236}">
                <a16:creationId xmlns:a16="http://schemas.microsoft.com/office/drawing/2014/main" id="{A341204E-C472-4055-A6D9-A97042227124}"/>
              </a:ext>
            </a:extLst>
          </p:cNvPr>
          <p:cNvSpPr>
            <a:spLocks xmlns:a="http://schemas.openxmlformats.org/drawingml/2006/main" noGrp="1"/>
          </p:cNvSpPr>
          <p:nvPr/>
        </p:nvSpPr>
        <p:spPr>
          <a:xfrm xmlns:a="http://schemas.openxmlformats.org/drawingml/2006/main">
            <a:off x="3943350" y="5572125"/>
            <a:ext cx="57150" cy="1171575"/>
          </a:xfrm>
          <a:prstGeom xmlns:a="http://schemas.openxmlformats.org/drawingml/2006/main" prst="rect">
            <a:avLst/>
          </a:prstGeom>
          <a:solidFill xmlns:a="http://schemas.openxmlformats.org/drawingml/2006/main">
            <a:srgbClr val="317F7B"/>
          </a:solidFill>
          <a:ln xmlns:a="http://schemas.openxmlformats.org/drawingml/2006/main" w="0">
            <a:noFill/>
          </a:ln>
        </p:spPr>
      </p:sp>
      <p:sp>
        <p:nvSpPr>
          <p:cNvPr id="54" name="!!story.issuer.holdings.data">
            <a:extLst xmlns:a="http://schemas.openxmlformats.org/drawingml/2006/main">
              <a:ext uri="{FF2B5EF4-FFF2-40B4-BE49-F238E27FC236}">
                <a16:creationId xmlns:a16="http://schemas.microsoft.com/office/drawing/2014/main" id="{90BF63F6-F742-46DB-B454-F4352C67E593}"/>
              </a:ext>
            </a:extLst>
          </p:cNvPr>
          <p:cNvSpPr>
            <a:spLocks xmlns:a="http://schemas.openxmlformats.org/drawingml/2006/main" noGrp="1"/>
          </p:cNvSpPr>
          <p:nvPr/>
        </p:nvSpPr>
        <p:spPr>
          <a:xfrm xmlns:a="http://schemas.openxmlformats.org/drawingml/2006/main">
            <a:off x="4152900" y="4448175"/>
            <a:ext cx="38100" cy="838200"/>
          </a:xfrm>
          <a:prstGeom xmlns:a="http://schemas.openxmlformats.org/drawingml/2006/main" prst="rect">
            <a:avLst/>
          </a:prstGeom>
          <a:solidFill xmlns:a="http://schemas.openxmlformats.org/drawingml/2006/main">
            <a:srgbClr val="317F7B"/>
          </a:solidFill>
          <a:ln xmlns:a="http://schemas.openxmlformats.org/drawingml/2006/main" w="0">
            <a:noFill/>
          </a:ln>
        </p:spPr>
      </p:sp>
      <p:sp>
        <p:nvSpPr>
          <p:cNvPr id="55" name="!!story.issuer.impact.report">
            <a:extLst xmlns:a="http://schemas.openxmlformats.org/drawingml/2006/main">
              <a:ext uri="{FF2B5EF4-FFF2-40B4-BE49-F238E27FC236}">
                <a16:creationId xmlns:a16="http://schemas.microsoft.com/office/drawing/2014/main" id="{6F2E8AE2-D6B0-4CEE-9DCF-D6231E031CBF}"/>
              </a:ext>
            </a:extLst>
          </p:cNvPr>
          <p:cNvSpPr>
            <a:spLocks xmlns:a="http://schemas.openxmlformats.org/drawingml/2006/main" noGrp="1"/>
          </p:cNvSpPr>
          <p:nvPr/>
        </p:nvSpPr>
        <p:spPr>
          <a:xfrm xmlns:a="http://schemas.openxmlformats.org/drawingml/2006/main">
            <a:off x="11315700" y="2847975"/>
            <a:ext cx="57150" cy="3533775"/>
          </a:xfrm>
          <a:prstGeom xmlns:a="http://schemas.openxmlformats.org/drawingml/2006/main" prst="rect">
            <a:avLst/>
          </a:prstGeom>
          <a:solidFill xmlns:a="http://schemas.openxmlformats.org/drawingml/2006/main">
            <a:srgbClr val="317F7B"/>
          </a:solidFill>
          <a:ln xmlns:a="http://schemas.openxmlformats.org/drawingml/2006/main" w="0">
            <a:noFill/>
          </a:ln>
        </p:spPr>
      </p:sp>
    </p:spTree>
    <p:extLst>
      <p:ext uri="{BB962C8B-B14F-4D97-AF65-F5344CB8AC3E}">
        <p14:creationId xmlns:p14="http://schemas.microsoft.com/office/powerpoint/2010/main" val="2076520833"/>
      </p:ext>
    </p:extLst>
  </p:cSld>
  <mc:AlternateContent xmlns:mc="http://schemas.openxmlformats.org/markup-compatibility/2006">
    <mc:Choice xmlns:p159="http://schemas.microsoft.com/office/powerpoint/2015/09/main" Requires="p159">
      <p:transition xmlns:p14="http://schemas.microsoft.com/office/powerpoint/2010/main" spd="med" advClick="1" p14:dur="700">
        <p159:morph option="byObject"/>
      </p:transition>
    </mc:Choice>
    <mc:Fallback>
      <p:transition spd="fast" advClick="1">
        <p:fade/>
      </p:transition>
    </mc:Fallback>
  </mc:AlternateContent>
  <p:timing>
    <p:tnLst>
      <p:par>
        <p:cTn id="1" dur="indefinite" restart="never" nodeType="tmRoot">
          <p:childTnLst>
            <p:seq concurrent="1" nextAc="seek">
              <p:cTn id="2" dur="indefinite" nodeType="mainSeq">
                <p:childTnLst>
                  <p:par>
                    <p:cTn id="3" fill="hold">
                      <p:stCondLst>
                        <p:cond delay="0"/>
                      </p:stCondLst>
                      <p:childTnLst>
                        <p:par>
                          <p:cTn id="4" presetID="1" presetClass="entr" presetSubtype="0" fill="hold" nodeType="withEffect" grpId="0">
                            <p:stCondLst>
                              <p:cond delay="150"/>
                            </p:stCondLst>
                            <p:childTnLst>
                              <p:set>
                                <p:cBhvr>
                                  <p:cTn id="5" dur="1" fill="hold">
                                    <p:stCondLst>
                                      <p:cond delay="0"/>
                                    </p:stCondLst>
                                  </p:cTn>
                                  <p:tgtEl>
                                    <p:spTgt spid="34"/>
                                  </p:tgtEl>
                                  <p:attrNameLst>
                                    <p:attrName>style.visibility</p:attrName>
                                  </p:attrNameLst>
                                </p:cBhvr>
                                <p:to>
                                  <p:strVal val="visible"/>
                                </p:to>
                              </p:set>
                            </p:childTnLst>
                          </p:cTn>
                        </p:par>
                        <p:par>
                          <p:cTn id="6" presetID="1" presetClass="entr" presetSubtype="0" fill="hold" nodeType="withEffect" grpId="0">
                            <p:stCondLst>
                              <p:cond delay="150"/>
                            </p:stCondLst>
                            <p:childTnLst>
                              <p:set>
                                <p:cBhvr>
                                  <p:cTn id="7" dur="1" fill="hold">
                                    <p:stCondLst>
                                      <p:cond delay="0"/>
                                    </p:stCondLst>
                                  </p:cTn>
                                  <p:tgtEl>
                                    <p:spTgt spid="35"/>
                                  </p:tgtEl>
                                  <p:attrNameLst>
                                    <p:attrName>style.visibility</p:attrName>
                                  </p:attrNameLst>
                                </p:cBhvr>
                                <p:to>
                                  <p:strVal val="visible"/>
                                </p:to>
                              </p:set>
                            </p:childTnLst>
                          </p:cTn>
                        </p:par>
                        <p:par>
                          <p:cTn id="8" presetID="1" presetClass="entr" presetSubtype="0" fill="hold" nodeType="withEffect" grpId="0">
                            <p:stCondLst>
                              <p:cond delay="150"/>
                            </p:stCondLst>
                            <p:childTnLst>
                              <p:set>
                                <p:cBhvr>
                                  <p:cTn id="9" dur="1" fill="hold">
                                    <p:stCondLst>
                                      <p:cond delay="0"/>
                                    </p:stCondLst>
                                  </p:cTn>
                                  <p:tgtEl>
                                    <p:spTgt spid="36"/>
                                  </p:tgtEl>
                                  <p:attrNameLst>
                                    <p:attrName>style.visibility</p:attrName>
                                  </p:attrNameLst>
                                </p:cBhvr>
                                <p:to>
                                  <p:strVal val="visible"/>
                                </p:to>
                              </p:set>
                            </p:childTnLst>
                          </p:cTn>
                        </p:par>
                        <p:par>
                          <p:cTn id="10" presetID="1" presetClass="entr" presetSubtype="0" fill="hold" nodeType="withEffect" grpId="0">
                            <p:stCondLst>
                              <p:cond delay="700"/>
                            </p:stCondLst>
                            <p:childTnLst>
                              <p:set>
                                <p:cBhvr>
                                  <p:cTn id="11" dur="1" fill="hold">
                                    <p:stCondLst>
                                      <p:cond delay="0"/>
                                    </p:stCondLst>
                                  </p:cTn>
                                  <p:tgtEl>
                                    <p:spTgt spid="37"/>
                                  </p:tgtEl>
                                  <p:attrNameLst>
                                    <p:attrName>style.visibility</p:attrName>
                                  </p:attrNameLst>
                                </p:cBhvr>
                                <p:to>
                                  <p:strVal val="visible"/>
                                </p:to>
                              </p:set>
                            </p:childTnLst>
                          </p:cTn>
                        </p:par>
                        <p:par>
                          <p:cTn id="12" presetID="1" presetClass="entr" presetSubtype="0" fill="hold" nodeType="withEffect" grpId="0">
                            <p:stCondLst>
                              <p:cond delay="700"/>
                            </p:stCondLst>
                            <p:childTnLst>
                              <p:set>
                                <p:cBhvr>
                                  <p:cTn id="13" dur="1" fill="hold">
                                    <p:stCondLst>
                                      <p:cond delay="0"/>
                                    </p:stCondLst>
                                  </p:cTn>
                                  <p:tgtEl>
                                    <p:spTgt spid="38"/>
                                  </p:tgtEl>
                                  <p:attrNameLst>
                                    <p:attrName>style.visibility</p:attrName>
                                  </p:attrNameLst>
                                </p:cBhvr>
                                <p:to>
                                  <p:strVal val="visible"/>
                                </p:to>
                              </p:set>
                            </p:childTnLst>
                          </p:cTn>
                        </p:par>
                        <p:par>
                          <p:cTn id="14" presetID="1" presetClass="entr" presetSubtype="0" fill="hold" nodeType="withEffect" grpId="0">
                            <p:stCondLst>
                              <p:cond delay="700"/>
                            </p:stCondLst>
                            <p:childTnLst>
                              <p:set>
                                <p:cBhvr>
                                  <p:cTn id="15" dur="1" fill="hold">
                                    <p:stCondLst>
                                      <p:cond delay="0"/>
                                    </p:stCondLst>
                                  </p:cTn>
                                  <p:tgtEl>
                                    <p:spTgt spid="39"/>
                                  </p:tgtEl>
                                  <p:attrNameLst>
                                    <p:attrName>style.visibility</p:attrName>
                                  </p:attrNameLst>
                                </p:cBhvr>
                                <p:to>
                                  <p:strVal val="visible"/>
                                </p:to>
                              </p:set>
                            </p:childTnLst>
                          </p:cTn>
                        </p:par>
                        <p:par>
                          <p:cTn id="16" presetID="1" presetClass="entr" presetSubtype="0" fill="hold" nodeType="withEffect" grpId="0">
                            <p:stCondLst>
                              <p:cond delay="700"/>
                            </p:stCondLst>
                            <p:childTnLst>
                              <p:set>
                                <p:cBhvr>
                                  <p:cTn id="17" dur="1" fill="hold">
                                    <p:stCondLst>
                                      <p:cond delay="0"/>
                                    </p:stCondLst>
                                  </p:cTn>
                                  <p:tgtEl>
                                    <p:spTgt spid="55"/>
                                  </p:tgtEl>
                                  <p:attrNameLst>
                                    <p:attrName>style.visibility</p:attrName>
                                  </p:attrNameLst>
                                </p:cBhvr>
                                <p:to>
                                  <p:strVal val="visible"/>
                                </p:to>
                              </p:set>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animBg="1"/>
      <p:bldP spid="36" grpId="0" animBg="1"/>
      <p:bldP spid="37" grpId="0" animBg="1"/>
      <p:bldP spid="38" grpId="0" animBg="1"/>
      <p:bldP spid="39" grpId="0" animBg="1"/>
      <p:bldP spid="55" grpId="0" animBg="1"/>
    </p:bldLst>
  </p:timing>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0" name="!!heading">
            <a:extLst xmlns:a="http://schemas.openxmlformats.org/drawingml/2006/main">
              <a:ext uri="{FF2B5EF4-FFF2-40B4-BE49-F238E27FC236}">
                <a16:creationId xmlns:a16="http://schemas.microsoft.com/office/drawing/2014/main" id="{581D4F3E-B175-4AD5-B246-B57994FFA28A}"/>
              </a:ext>
            </a:extLst>
          </p:cNvPr>
          <p:cNvSpPr>
            <a:spLocks xmlns:a="http://schemas.openxmlformats.org/drawingml/2006/main" noGrp="1"/>
          </p:cNvSpPr>
          <p:nvPr/>
        </p:nvSpPr>
        <p:spPr>
          <a:xfrm xmlns:a="http://schemas.openxmlformats.org/drawingml/2006/main">
            <a:off x="647700" y="428625"/>
            <a:ext cx="13944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0262C"/>
                </a:solidFill>
                <a:latin typeface="Arial"/>
                <a:ea typeface="Arial"/>
                <a:cs typeface="Arial"/>
              </a:defRPr>
            </a:defPPr>
            <a:lvl1pPr algn="l">
              <a:defRPr sz="3300" b="1">
                <a:solidFill>
                  <a:srgbClr val="20262C"/>
                </a:solidFill>
                <a:latin typeface="Arial"/>
                <a:ea typeface="Arial"/>
                <a:cs typeface="Arial"/>
              </a:defRPr>
            </a:lvl1pPr>
            <a:lvl2pPr algn="l">
              <a:defRPr sz="3300" b="1">
                <a:solidFill>
                  <a:srgbClr val="20262C"/>
                </a:solidFill>
                <a:latin typeface="Arial"/>
                <a:ea typeface="Arial"/>
                <a:cs typeface="Arial"/>
              </a:defRPr>
            </a:lvl2pPr>
            <a:lvl3pPr algn="l">
              <a:defRPr sz="3300" b="1">
                <a:solidFill>
                  <a:srgbClr val="20262C"/>
                </a:solidFill>
                <a:latin typeface="Arial"/>
                <a:ea typeface="Arial"/>
                <a:cs typeface="Arial"/>
              </a:defRPr>
            </a:lvl3pPr>
            <a:lvl4pPr algn="l">
              <a:defRPr sz="3300" b="1">
                <a:solidFill>
                  <a:srgbClr val="20262C"/>
                </a:solidFill>
                <a:latin typeface="Arial"/>
                <a:ea typeface="Arial"/>
                <a:cs typeface="Arial"/>
              </a:defRPr>
            </a:lvl4pPr>
            <a:lvl5pPr algn="l">
              <a:defRPr sz="3300" b="1">
                <a:solidFill>
                  <a:srgbClr val="20262C"/>
                </a:solidFill>
                <a:latin typeface="Arial"/>
                <a:ea typeface="Arial"/>
                <a:cs typeface="Arial"/>
              </a:defRPr>
            </a:lvl5pPr>
            <a:lvl6pPr algn="l">
              <a:defRPr sz="3300" b="1">
                <a:solidFill>
                  <a:srgbClr val="20262C"/>
                </a:solidFill>
                <a:latin typeface="Arial"/>
                <a:ea typeface="Arial"/>
                <a:cs typeface="Arial"/>
              </a:defRPr>
            </a:lvl6pPr>
            <a:lvl7pPr algn="l">
              <a:defRPr sz="3300" b="1">
                <a:solidFill>
                  <a:srgbClr val="20262C"/>
                </a:solidFill>
                <a:latin typeface="Arial"/>
                <a:ea typeface="Arial"/>
                <a:cs typeface="Arial"/>
              </a:defRPr>
            </a:lvl7pPr>
            <a:lvl8pPr algn="l">
              <a:defRPr sz="3300" b="1">
                <a:solidFill>
                  <a:srgbClr val="20262C"/>
                </a:solidFill>
                <a:latin typeface="Arial"/>
                <a:ea typeface="Arial"/>
                <a:cs typeface="Arial"/>
              </a:defRPr>
            </a:lvl8pPr>
            <a:lvl9pPr algn="l">
              <a:defRPr sz="3300" b="1">
                <a:solidFill>
                  <a:srgbClr val="20262C"/>
                </a:solidFill>
                <a:latin typeface="Arial"/>
                <a:ea typeface="Arial"/>
                <a:cs typeface="Arial"/>
              </a:defRPr>
            </a:lvl9pPr>
          </a:lstStyle>
          <a:p xmlns:a="http://schemas.openxmlformats.org/drawingml/2006/main">
            <a:pPr algn="l">
              <a:defRPr sz="3300" b="1">
                <a:solidFill>
                  <a:srgbClr val="20262C"/>
                </a:solidFill>
                <a:latin typeface="Arial"/>
                <a:ea typeface="Arial"/>
                <a:cs typeface="Arial"/>
              </a:defRPr>
            </a:pPr>
            <a:r>
              <a:rPr sz="3300" b="1">
                <a:solidFill>
                  <a:srgbClr val="20262C"/>
                </a:solidFill>
                <a:latin typeface="Arial"/>
                <a:ea typeface="Arial"/>
                <a:cs typeface="Arial"/>
              </a:rPr>
              <a:t>Processing operational documents</a:t>
            </a:r>
          </a:p>
        </p:txBody>
      </p:sp>
      <p:sp>
        <p:nvSpPr>
          <p:cNvPr id="2" name="!!subtitle">
            <a:extLst xmlns:a="http://schemas.openxmlformats.org/drawingml/2006/main">
              <a:ext uri="{FF2B5EF4-FFF2-40B4-BE49-F238E27FC236}">
                <a16:creationId xmlns:a16="http://schemas.microsoft.com/office/drawing/2014/main" id="{B1F1D7A3-2E4E-46D9-B8E5-2C0695D3F204}"/>
              </a:ext>
            </a:extLst>
          </p:cNvPr>
          <p:cNvSpPr>
            <a:spLocks xmlns:a="http://schemas.openxmlformats.org/drawingml/2006/main" noGrp="1"/>
          </p:cNvSpPr>
          <p:nvPr/>
        </p:nvSpPr>
        <p:spPr>
          <a:xfrm xmlns:a="http://schemas.openxmlformats.org/drawingml/2006/main">
            <a:off x="647700" y="1190625"/>
            <a:ext cx="139446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05A9C"/>
                </a:solidFill>
                <a:latin typeface="Arial"/>
                <a:ea typeface="Arial"/>
                <a:cs typeface="Arial"/>
              </a:defRPr>
            </a:defPPr>
            <a:lvl1pPr algn="l">
              <a:defRPr sz="1875" b="0">
                <a:solidFill>
                  <a:srgbClr val="005A9C"/>
                </a:solidFill>
                <a:latin typeface="Arial"/>
                <a:ea typeface="Arial"/>
                <a:cs typeface="Arial"/>
              </a:defRPr>
            </a:lvl1pPr>
            <a:lvl2pPr algn="l">
              <a:defRPr sz="1875" b="0">
                <a:solidFill>
                  <a:srgbClr val="005A9C"/>
                </a:solidFill>
                <a:latin typeface="Arial"/>
                <a:ea typeface="Arial"/>
                <a:cs typeface="Arial"/>
              </a:defRPr>
            </a:lvl2pPr>
            <a:lvl3pPr algn="l">
              <a:defRPr sz="1875" b="0">
                <a:solidFill>
                  <a:srgbClr val="005A9C"/>
                </a:solidFill>
                <a:latin typeface="Arial"/>
                <a:ea typeface="Arial"/>
                <a:cs typeface="Arial"/>
              </a:defRPr>
            </a:lvl3pPr>
            <a:lvl4pPr algn="l">
              <a:defRPr sz="1875" b="0">
                <a:solidFill>
                  <a:srgbClr val="005A9C"/>
                </a:solidFill>
                <a:latin typeface="Arial"/>
                <a:ea typeface="Arial"/>
                <a:cs typeface="Arial"/>
              </a:defRPr>
            </a:lvl4pPr>
            <a:lvl5pPr algn="l">
              <a:defRPr sz="1875" b="0">
                <a:solidFill>
                  <a:srgbClr val="005A9C"/>
                </a:solidFill>
                <a:latin typeface="Arial"/>
                <a:ea typeface="Arial"/>
                <a:cs typeface="Arial"/>
              </a:defRPr>
            </a:lvl5pPr>
            <a:lvl6pPr algn="l">
              <a:defRPr sz="1875" b="0">
                <a:solidFill>
                  <a:srgbClr val="005A9C"/>
                </a:solidFill>
                <a:latin typeface="Arial"/>
                <a:ea typeface="Arial"/>
                <a:cs typeface="Arial"/>
              </a:defRPr>
            </a:lvl6pPr>
            <a:lvl7pPr algn="l">
              <a:defRPr sz="1875" b="0">
                <a:solidFill>
                  <a:srgbClr val="005A9C"/>
                </a:solidFill>
                <a:latin typeface="Arial"/>
                <a:ea typeface="Arial"/>
                <a:cs typeface="Arial"/>
              </a:defRPr>
            </a:lvl7pPr>
            <a:lvl8pPr algn="l">
              <a:defRPr sz="1875" b="0">
                <a:solidFill>
                  <a:srgbClr val="005A9C"/>
                </a:solidFill>
                <a:latin typeface="Arial"/>
                <a:ea typeface="Arial"/>
                <a:cs typeface="Arial"/>
              </a:defRPr>
            </a:lvl8pPr>
            <a:lvl9pPr algn="l">
              <a:defRPr sz="1875" b="0">
                <a:solidFill>
                  <a:srgbClr val="005A9C"/>
                </a:solidFill>
                <a:latin typeface="Arial"/>
                <a:ea typeface="Arial"/>
                <a:cs typeface="Arial"/>
              </a:defRPr>
            </a:lvl9pPr>
          </a:lstStyle>
          <a:p xmlns:a="http://schemas.openxmlformats.org/drawingml/2006/main">
            <a:pPr algn="l">
              <a:defRPr sz="1875" b="0">
                <a:solidFill>
                  <a:srgbClr val="005A9C"/>
                </a:solidFill>
                <a:latin typeface="Arial"/>
                <a:ea typeface="Arial"/>
                <a:cs typeface="Arial"/>
              </a:defRPr>
            </a:pPr>
            <a:r>
              <a:rPr sz="1875" b="0">
                <a:solidFill>
                  <a:srgbClr val="005A9C"/>
                </a:solidFill>
                <a:latin typeface="Arial"/>
                <a:ea typeface="Arial"/>
                <a:cs typeface="Arial"/>
              </a:rPr>
              <a:t>Back office  /  Document processing  /  Workflow</a:t>
            </a:r>
          </a:p>
        </p:txBody>
      </p:sp>
      <p:sp>
        <p:nvSpPr>
          <p:cNvPr id="3" name="!!heading.rule">
            <a:extLst xmlns:a="http://schemas.openxmlformats.org/drawingml/2006/main">
              <a:ext uri="{FF2B5EF4-FFF2-40B4-BE49-F238E27FC236}">
                <a16:creationId xmlns:a16="http://schemas.microsoft.com/office/drawing/2014/main" id="{80F6E32F-8784-465F-B26A-12A4A7F3F222}"/>
              </a:ext>
            </a:extLst>
          </p:cNvPr>
          <p:cNvSpPr>
            <a:spLocks xmlns:a="http://schemas.openxmlformats.org/drawingml/2006/main" noGrp="1"/>
          </p:cNvSpPr>
          <p:nvPr/>
        </p:nvSpPr>
        <p:spPr>
          <a:xfrm xmlns:a="http://schemas.openxmlformats.org/drawingml/2006/main" flipH="0" flipV="0">
            <a:off x="647700" y="1733550"/>
            <a:ext cx="13944600" cy="953"/>
          </a:xfrm>
          <a:prstGeom xmlns:a="http://schemas.openxmlformats.org/drawingml/2006/main" prst="line">
            <a:avLst/>
          </a:prstGeom>
          <a:noFill xmlns:a="http://schemas.openxmlformats.org/drawingml/2006/main"/>
          <a:ln xmlns:a="http://schemas.openxmlformats.org/drawingml/2006/main" w="11430">
            <a:solidFill>
              <a:srgbClr val="BCC6CF"/>
            </a:solidFill>
            <a:prstDash val="solid"/>
          </a:ln>
        </p:spPr>
      </p:sp>
      <p:sp>
        <p:nvSpPr>
          <p:cNvPr id="4" name="!!map.front">
            <a:extLst xmlns:a="http://schemas.openxmlformats.org/drawingml/2006/main">
              <a:ext uri="{FF2B5EF4-FFF2-40B4-BE49-F238E27FC236}">
                <a16:creationId xmlns:a16="http://schemas.microsoft.com/office/drawing/2014/main" id="{88DD125A-940F-48FA-86EA-4F2C4FBE24FE}"/>
              </a:ext>
            </a:extLst>
          </p:cNvPr>
          <p:cNvSpPr>
            <a:spLocks xmlns:a="http://schemas.openxmlformats.org/drawingml/2006/main" noGrp="1"/>
          </p:cNvSpPr>
          <p:nvPr/>
        </p:nvSpPr>
        <p:spPr>
          <a:xfrm xmlns:a="http://schemas.openxmlformats.org/drawingml/2006/main">
            <a:off x="647700" y="1990725"/>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5" name="!!nav.front">
            <ns0:hlinkClick xmlns:ns0="http://schemas.openxmlformats.org/drawingml/2006/main" xmlns:ns1="http://schemas.openxmlformats.org/officeDocument/2006/relationships" ns1:id="rIdNavSlide4" action="ppaction://hlinksldjump" tooltip="Slide 4: Preparing a company research assessment"/>
            <a:extLst xmlns:a="http://schemas.openxmlformats.org/drawingml/2006/main">
              <a:ext uri="{FF2B5EF4-FFF2-40B4-BE49-F238E27FC236}">
                <a16:creationId xmlns:a16="http://schemas.microsoft.com/office/drawing/2014/main" id="{0DB15840-6212-401E-B1A5-83416E6C876A}"/>
              </a:ext>
            </a:extLst>
          </p:cNvPr>
          <p:cNvSpPr>
            <a:spLocks xmlns:a="http://schemas.openxmlformats.org/drawingml/2006/main" noGrp="1"/>
          </p:cNvSpPr>
          <p:nvPr/>
        </p:nvSpPr>
        <p:spPr>
          <a:xfrm xmlns:a="http://schemas.openxmlformats.org/drawingml/2006/main">
            <a:off x="647700" y="1990725"/>
            <a:ext cx="2609850" cy="409575"/>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005A9C"/>
                </a:solidFill>
                <a:latin typeface="Arial"/>
                <a:ea typeface="Arial"/>
                <a:cs typeface="Arial"/>
              </a:defRPr>
            </a:defPPr>
            <a:lvl1pPr algn="ctr">
              <a:defRPr sz="2025" b="1">
                <a:solidFill>
                  <a:srgbClr val="005A9C"/>
                </a:solidFill>
                <a:latin typeface="Arial"/>
                <a:ea typeface="Arial"/>
                <a:cs typeface="Arial"/>
              </a:defRPr>
            </a:lvl1pPr>
            <a:lvl2pPr algn="ctr">
              <a:defRPr sz="2025" b="1">
                <a:solidFill>
                  <a:srgbClr val="005A9C"/>
                </a:solidFill>
                <a:latin typeface="Arial"/>
                <a:ea typeface="Arial"/>
                <a:cs typeface="Arial"/>
              </a:defRPr>
            </a:lvl2pPr>
            <a:lvl3pPr algn="ctr">
              <a:defRPr sz="2025" b="1">
                <a:solidFill>
                  <a:srgbClr val="005A9C"/>
                </a:solidFill>
                <a:latin typeface="Arial"/>
                <a:ea typeface="Arial"/>
                <a:cs typeface="Arial"/>
              </a:defRPr>
            </a:lvl3pPr>
            <a:lvl4pPr algn="ctr">
              <a:defRPr sz="2025" b="1">
                <a:solidFill>
                  <a:srgbClr val="005A9C"/>
                </a:solidFill>
                <a:latin typeface="Arial"/>
                <a:ea typeface="Arial"/>
                <a:cs typeface="Arial"/>
              </a:defRPr>
            </a:lvl4pPr>
            <a:lvl5pPr algn="ctr">
              <a:defRPr sz="2025" b="1">
                <a:solidFill>
                  <a:srgbClr val="005A9C"/>
                </a:solidFill>
                <a:latin typeface="Arial"/>
                <a:ea typeface="Arial"/>
                <a:cs typeface="Arial"/>
              </a:defRPr>
            </a:lvl5pPr>
            <a:lvl6pPr algn="ctr">
              <a:defRPr sz="2025" b="1">
                <a:solidFill>
                  <a:srgbClr val="005A9C"/>
                </a:solidFill>
                <a:latin typeface="Arial"/>
                <a:ea typeface="Arial"/>
                <a:cs typeface="Arial"/>
              </a:defRPr>
            </a:lvl6pPr>
            <a:lvl7pPr algn="ctr">
              <a:defRPr sz="2025" b="1">
                <a:solidFill>
                  <a:srgbClr val="005A9C"/>
                </a:solidFill>
                <a:latin typeface="Arial"/>
                <a:ea typeface="Arial"/>
                <a:cs typeface="Arial"/>
              </a:defRPr>
            </a:lvl7pPr>
            <a:lvl8pPr algn="ctr">
              <a:defRPr sz="2025" b="1">
                <a:solidFill>
                  <a:srgbClr val="005A9C"/>
                </a:solidFill>
                <a:latin typeface="Arial"/>
                <a:ea typeface="Arial"/>
                <a:cs typeface="Arial"/>
              </a:defRPr>
            </a:lvl8pPr>
            <a:lvl9pPr algn="ctr">
              <a:defRPr sz="2025" b="1">
                <a:solidFill>
                  <a:srgbClr val="005A9C"/>
                </a:solidFill>
                <a:latin typeface="Arial"/>
                <a:ea typeface="Arial"/>
                <a:cs typeface="Arial"/>
              </a:defRPr>
            </a:lvl9pPr>
          </a:lstStyle>
          <a:p xmlns:a="http://schemas.openxmlformats.org/drawingml/2006/main">
            <a:pPr algn="ctr">
              <a:defRPr sz="2025" b="1">
                <a:solidFill>
                  <a:srgbClr val="005A9C"/>
                </a:solidFill>
                <a:latin typeface="Arial"/>
                <a:ea typeface="Arial"/>
                <a:cs typeface="Arial"/>
              </a:defRPr>
            </a:pPr>
            <a:r>
              <a:rPr sz="2025" b="1">
                <a:solidFill>
                  <a:srgbClr val="005A9C"/>
                </a:solidFill>
                <a:latin typeface="Arial"/>
                <a:ea typeface="Arial"/>
                <a:cs typeface="Arial"/>
              </a:rPr>
              <a:t>Front office</a:t>
            </a:r>
          </a:p>
        </p:txBody>
      </p:sp>
      <p:sp>
        <p:nvSpPr>
          <p:cNvPr id="6" name="!!task.research">
            <ns0:hlinkClick xmlns:ns0="http://schemas.openxmlformats.org/drawingml/2006/main" xmlns:ns1="http://schemas.openxmlformats.org/officeDocument/2006/relationships" ns1:id="rIdNavSlide4" action="ppaction://hlinksldjump" tooltip="Slide 4: Preparing a company research assessment"/>
            <a:extLst xmlns:a="http://schemas.openxmlformats.org/drawingml/2006/main">
              <a:ext uri="{FF2B5EF4-FFF2-40B4-BE49-F238E27FC236}">
                <a16:creationId xmlns:a16="http://schemas.microsoft.com/office/drawing/2014/main" id="{E889397B-6339-4D70-83AF-B5E640AA8311}"/>
              </a:ext>
            </a:extLst>
          </p:cNvPr>
          <p:cNvSpPr>
            <a:spLocks xmlns:a="http://schemas.openxmlformats.org/drawingml/2006/main" noGrp="1"/>
          </p:cNvSpPr>
          <p:nvPr/>
        </p:nvSpPr>
        <p:spPr>
          <a:xfrm xmlns:a="http://schemas.openxmlformats.org/drawingml/2006/main">
            <a:off x="762000" y="249555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Research</a:t>
            </a:r>
          </a:p>
        </p:txBody>
      </p:sp>
      <p:sp>
        <p:nvSpPr>
          <p:cNvPr id="7" name="!!task.trade">
            <ns0:hlinkClick xmlns:ns0="http://schemas.openxmlformats.org/drawingml/2006/main" xmlns:ns1="http://schemas.openxmlformats.org/officeDocument/2006/relationships" ns1:id="rIdNavSlide9" action="ppaction://hlinksldjump" tooltip="Slide 9: Preparing a bond quote request"/>
            <a:extLst xmlns:a="http://schemas.openxmlformats.org/drawingml/2006/main">
              <a:ext uri="{FF2B5EF4-FFF2-40B4-BE49-F238E27FC236}">
                <a16:creationId xmlns:a16="http://schemas.microsoft.com/office/drawing/2014/main" id="{B70781A8-CC81-4CD0-938E-055E779939E2}"/>
              </a:ext>
            </a:extLst>
          </p:cNvPr>
          <p:cNvSpPr>
            <a:spLocks xmlns:a="http://schemas.openxmlformats.org/drawingml/2006/main" noGrp="1"/>
          </p:cNvSpPr>
          <p:nvPr/>
        </p:nvSpPr>
        <p:spPr>
          <a:xfrm xmlns:a="http://schemas.openxmlformats.org/drawingml/2006/main">
            <a:off x="762000" y="280987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Trading support</a:t>
            </a:r>
          </a:p>
        </p:txBody>
      </p:sp>
      <p:sp>
        <p:nvSpPr>
          <p:cNvPr id="8" name="!!task.client">
            <ns0:hlinkClick xmlns:ns0="http://schemas.openxmlformats.org/drawingml/2006/main" xmlns:ns1="http://schemas.openxmlformats.org/officeDocument/2006/relationships" ns1:id="rIdNavSlide12" action="ppaction://hlinksldjump" tooltip="Slide 12: Preparing a quarterly client update"/>
            <a:extLst xmlns:a="http://schemas.openxmlformats.org/drawingml/2006/main">
              <a:ext uri="{FF2B5EF4-FFF2-40B4-BE49-F238E27FC236}">
                <a16:creationId xmlns:a16="http://schemas.microsoft.com/office/drawing/2014/main" id="{91EE694D-C5A2-4BDC-AE66-B594A577826C}"/>
              </a:ext>
            </a:extLst>
          </p:cNvPr>
          <p:cNvSpPr>
            <a:spLocks xmlns:a="http://schemas.openxmlformats.org/drawingml/2006/main" noGrp="1"/>
          </p:cNvSpPr>
          <p:nvPr/>
        </p:nvSpPr>
        <p:spPr>
          <a:xfrm xmlns:a="http://schemas.openxmlformats.org/drawingml/2006/main">
            <a:off x="762000" y="312420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Client materials</a:t>
            </a:r>
          </a:p>
        </p:txBody>
      </p:sp>
      <p:sp>
        <p:nvSpPr>
          <p:cNvPr id="9" name="!!map.middle">
            <a:extLst xmlns:a="http://schemas.openxmlformats.org/drawingml/2006/main">
              <a:ext uri="{FF2B5EF4-FFF2-40B4-BE49-F238E27FC236}">
                <a16:creationId xmlns:a16="http://schemas.microsoft.com/office/drawing/2014/main" id="{302E29F6-DD85-4F55-9CDB-D4EAED3EF5C8}"/>
              </a:ext>
            </a:extLst>
          </p:cNvPr>
          <p:cNvSpPr>
            <a:spLocks xmlns:a="http://schemas.openxmlformats.org/drawingml/2006/main" noGrp="1"/>
          </p:cNvSpPr>
          <p:nvPr/>
        </p:nvSpPr>
        <p:spPr>
          <a:xfrm xmlns:a="http://schemas.openxmlformats.org/drawingml/2006/main">
            <a:off x="647700" y="3657600"/>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10" name="!!nav.middle">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918D77E2-486C-4B46-86BA-2E4537C42692}"/>
              </a:ext>
            </a:extLst>
          </p:cNvPr>
          <p:cNvSpPr>
            <a:spLocks xmlns:a="http://schemas.openxmlformats.org/drawingml/2006/main" noGrp="1"/>
          </p:cNvSpPr>
          <p:nvPr/>
        </p:nvSpPr>
        <p:spPr>
          <a:xfrm xmlns:a="http://schemas.openxmlformats.org/drawingml/2006/main">
            <a:off x="647700" y="3657600"/>
            <a:ext cx="2609850" cy="409575"/>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005A9C"/>
                </a:solidFill>
                <a:latin typeface="Arial"/>
                <a:ea typeface="Arial"/>
                <a:cs typeface="Arial"/>
              </a:defRPr>
            </a:defPPr>
            <a:lvl1pPr algn="ctr">
              <a:defRPr sz="2025" b="1">
                <a:solidFill>
                  <a:srgbClr val="005A9C"/>
                </a:solidFill>
                <a:latin typeface="Arial"/>
                <a:ea typeface="Arial"/>
                <a:cs typeface="Arial"/>
              </a:defRPr>
            </a:lvl1pPr>
            <a:lvl2pPr algn="ctr">
              <a:defRPr sz="2025" b="1">
                <a:solidFill>
                  <a:srgbClr val="005A9C"/>
                </a:solidFill>
                <a:latin typeface="Arial"/>
                <a:ea typeface="Arial"/>
                <a:cs typeface="Arial"/>
              </a:defRPr>
            </a:lvl2pPr>
            <a:lvl3pPr algn="ctr">
              <a:defRPr sz="2025" b="1">
                <a:solidFill>
                  <a:srgbClr val="005A9C"/>
                </a:solidFill>
                <a:latin typeface="Arial"/>
                <a:ea typeface="Arial"/>
                <a:cs typeface="Arial"/>
              </a:defRPr>
            </a:lvl3pPr>
            <a:lvl4pPr algn="ctr">
              <a:defRPr sz="2025" b="1">
                <a:solidFill>
                  <a:srgbClr val="005A9C"/>
                </a:solidFill>
                <a:latin typeface="Arial"/>
                <a:ea typeface="Arial"/>
                <a:cs typeface="Arial"/>
              </a:defRPr>
            </a:lvl4pPr>
            <a:lvl5pPr algn="ctr">
              <a:defRPr sz="2025" b="1">
                <a:solidFill>
                  <a:srgbClr val="005A9C"/>
                </a:solidFill>
                <a:latin typeface="Arial"/>
                <a:ea typeface="Arial"/>
                <a:cs typeface="Arial"/>
              </a:defRPr>
            </a:lvl5pPr>
            <a:lvl6pPr algn="ctr">
              <a:defRPr sz="2025" b="1">
                <a:solidFill>
                  <a:srgbClr val="005A9C"/>
                </a:solidFill>
                <a:latin typeface="Arial"/>
                <a:ea typeface="Arial"/>
                <a:cs typeface="Arial"/>
              </a:defRPr>
            </a:lvl6pPr>
            <a:lvl7pPr algn="ctr">
              <a:defRPr sz="2025" b="1">
                <a:solidFill>
                  <a:srgbClr val="005A9C"/>
                </a:solidFill>
                <a:latin typeface="Arial"/>
                <a:ea typeface="Arial"/>
                <a:cs typeface="Arial"/>
              </a:defRPr>
            </a:lvl7pPr>
            <a:lvl8pPr algn="ctr">
              <a:defRPr sz="2025" b="1">
                <a:solidFill>
                  <a:srgbClr val="005A9C"/>
                </a:solidFill>
                <a:latin typeface="Arial"/>
                <a:ea typeface="Arial"/>
                <a:cs typeface="Arial"/>
              </a:defRPr>
            </a:lvl8pPr>
            <a:lvl9pPr algn="ctr">
              <a:defRPr sz="2025" b="1">
                <a:solidFill>
                  <a:srgbClr val="005A9C"/>
                </a:solidFill>
                <a:latin typeface="Arial"/>
                <a:ea typeface="Arial"/>
                <a:cs typeface="Arial"/>
              </a:defRPr>
            </a:lvl9pPr>
          </a:lstStyle>
          <a:p xmlns:a="http://schemas.openxmlformats.org/drawingml/2006/main">
            <a:pPr algn="ctr">
              <a:defRPr sz="2025" b="1">
                <a:solidFill>
                  <a:srgbClr val="005A9C"/>
                </a:solidFill>
                <a:latin typeface="Arial"/>
                <a:ea typeface="Arial"/>
                <a:cs typeface="Arial"/>
              </a:defRPr>
            </a:pPr>
            <a:r>
              <a:rPr sz="2025" b="1">
                <a:solidFill>
                  <a:srgbClr val="005A9C"/>
                </a:solidFill>
                <a:latin typeface="Arial"/>
                <a:ea typeface="Arial"/>
                <a:cs typeface="Arial"/>
              </a:rPr>
              <a:t>Middle office</a:t>
            </a:r>
          </a:p>
        </p:txBody>
      </p:sp>
      <p:sp>
        <p:nvSpPr>
          <p:cNvPr id="11" name="!!task.review">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E6598E9C-5EED-4DCE-9159-6AC5511A4F0E}"/>
              </a:ext>
            </a:extLst>
          </p:cNvPr>
          <p:cNvSpPr>
            <a:spLocks xmlns:a="http://schemas.openxmlformats.org/drawingml/2006/main" noGrp="1"/>
          </p:cNvSpPr>
          <p:nvPr/>
        </p:nvSpPr>
        <p:spPr>
          <a:xfrm xmlns:a="http://schemas.openxmlformats.org/drawingml/2006/main">
            <a:off x="762000" y="416242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Content review</a:t>
            </a:r>
          </a:p>
        </p:txBody>
      </p:sp>
      <p:sp>
        <p:nvSpPr>
          <p:cNvPr id="12" name="!!task.risk">
            <ns0:hlinkClick xmlns:ns0="http://schemas.openxmlformats.org/drawingml/2006/main" xmlns:ns1="http://schemas.openxmlformats.org/officeDocument/2006/relationships" ns1:id="rIdNavSlide19" action="ppaction://hlinksldjump" tooltip="Slide 19: Investigating a risk alert"/>
            <a:extLst xmlns:a="http://schemas.openxmlformats.org/drawingml/2006/main">
              <a:ext uri="{FF2B5EF4-FFF2-40B4-BE49-F238E27FC236}">
                <a16:creationId xmlns:a16="http://schemas.microsoft.com/office/drawing/2014/main" id="{61F7A428-B138-4CF8-B547-01A6A2B2A08A}"/>
              </a:ext>
            </a:extLst>
          </p:cNvPr>
          <p:cNvSpPr>
            <a:spLocks xmlns:a="http://schemas.openxmlformats.org/drawingml/2006/main" noGrp="1"/>
          </p:cNvSpPr>
          <p:nvPr/>
        </p:nvSpPr>
        <p:spPr>
          <a:xfrm xmlns:a="http://schemas.openxmlformats.org/drawingml/2006/main">
            <a:off x="762000" y="447675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Risk analysis</a:t>
            </a:r>
          </a:p>
        </p:txBody>
      </p:sp>
      <p:sp>
        <p:nvSpPr>
          <p:cNvPr id="13" name="!!map.back">
            <a:extLst xmlns:a="http://schemas.openxmlformats.org/drawingml/2006/main">
              <a:ext uri="{FF2B5EF4-FFF2-40B4-BE49-F238E27FC236}">
                <a16:creationId xmlns:a16="http://schemas.microsoft.com/office/drawing/2014/main" id="{1A070D15-E436-4E8C-8ACE-BEEB483F5366}"/>
              </a:ext>
            </a:extLst>
          </p:cNvPr>
          <p:cNvSpPr>
            <a:spLocks xmlns:a="http://schemas.openxmlformats.org/drawingml/2006/main" noGrp="1"/>
          </p:cNvSpPr>
          <p:nvPr/>
        </p:nvSpPr>
        <p:spPr>
          <a:xfrm xmlns:a="http://schemas.openxmlformats.org/drawingml/2006/main">
            <a:off x="647700" y="5324475"/>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14" name="!!nav.back">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757B0712-6D99-4236-9552-B38945101FF4}"/>
              </a:ext>
            </a:extLst>
          </p:cNvPr>
          <p:cNvSpPr>
            <a:spLocks xmlns:a="http://schemas.openxmlformats.org/drawingml/2006/main" noGrp="1"/>
          </p:cNvSpPr>
          <p:nvPr/>
        </p:nvSpPr>
        <p:spPr>
          <a:xfrm xmlns:a="http://schemas.openxmlformats.org/drawingml/2006/main">
            <a:off x="647700" y="5324475"/>
            <a:ext cx="2609850" cy="409575"/>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FFFFFF"/>
                </a:solidFill>
                <a:latin typeface="Arial"/>
                <a:ea typeface="Arial"/>
                <a:cs typeface="Arial"/>
              </a:defRPr>
            </a:defPPr>
            <a:lvl1pPr algn="ctr">
              <a:defRPr sz="2025" b="1">
                <a:solidFill>
                  <a:srgbClr val="FFFFFF"/>
                </a:solidFill>
                <a:latin typeface="Arial"/>
                <a:ea typeface="Arial"/>
                <a:cs typeface="Arial"/>
              </a:defRPr>
            </a:lvl1pPr>
            <a:lvl2pPr algn="ctr">
              <a:defRPr sz="2025" b="1">
                <a:solidFill>
                  <a:srgbClr val="FFFFFF"/>
                </a:solidFill>
                <a:latin typeface="Arial"/>
                <a:ea typeface="Arial"/>
                <a:cs typeface="Arial"/>
              </a:defRPr>
            </a:lvl2pPr>
            <a:lvl3pPr algn="ctr">
              <a:defRPr sz="2025" b="1">
                <a:solidFill>
                  <a:srgbClr val="FFFFFF"/>
                </a:solidFill>
                <a:latin typeface="Arial"/>
                <a:ea typeface="Arial"/>
                <a:cs typeface="Arial"/>
              </a:defRPr>
            </a:lvl3pPr>
            <a:lvl4pPr algn="ctr">
              <a:defRPr sz="2025" b="1">
                <a:solidFill>
                  <a:srgbClr val="FFFFFF"/>
                </a:solidFill>
                <a:latin typeface="Arial"/>
                <a:ea typeface="Arial"/>
                <a:cs typeface="Arial"/>
              </a:defRPr>
            </a:lvl4pPr>
            <a:lvl5pPr algn="ctr">
              <a:defRPr sz="2025" b="1">
                <a:solidFill>
                  <a:srgbClr val="FFFFFF"/>
                </a:solidFill>
                <a:latin typeface="Arial"/>
                <a:ea typeface="Arial"/>
                <a:cs typeface="Arial"/>
              </a:defRPr>
            </a:lvl5pPr>
            <a:lvl6pPr algn="ctr">
              <a:defRPr sz="2025" b="1">
                <a:solidFill>
                  <a:srgbClr val="FFFFFF"/>
                </a:solidFill>
                <a:latin typeface="Arial"/>
                <a:ea typeface="Arial"/>
                <a:cs typeface="Arial"/>
              </a:defRPr>
            </a:lvl6pPr>
            <a:lvl7pPr algn="ctr">
              <a:defRPr sz="2025" b="1">
                <a:solidFill>
                  <a:srgbClr val="FFFFFF"/>
                </a:solidFill>
                <a:latin typeface="Arial"/>
                <a:ea typeface="Arial"/>
                <a:cs typeface="Arial"/>
              </a:defRPr>
            </a:lvl7pPr>
            <a:lvl8pPr algn="ctr">
              <a:defRPr sz="2025" b="1">
                <a:solidFill>
                  <a:srgbClr val="FFFFFF"/>
                </a:solidFill>
                <a:latin typeface="Arial"/>
                <a:ea typeface="Arial"/>
                <a:cs typeface="Arial"/>
              </a:defRPr>
            </a:lvl8pPr>
            <a:lvl9pPr algn="ctr">
              <a:defRPr sz="2025" b="1">
                <a:solidFill>
                  <a:srgbClr val="FFFFFF"/>
                </a:solidFill>
                <a:latin typeface="Arial"/>
                <a:ea typeface="Arial"/>
                <a:cs typeface="Arial"/>
              </a:defRPr>
            </a:lvl9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Back office</a:t>
            </a:r>
          </a:p>
        </p:txBody>
      </p:sp>
      <p:sp>
        <p:nvSpPr>
          <p:cNvPr id="15" name="!!task.files">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02FDD01C-407E-4BED-8FAB-0A99473CF149}"/>
              </a:ext>
            </a:extLst>
          </p:cNvPr>
          <p:cNvSpPr>
            <a:spLocks xmlns:a="http://schemas.openxmlformats.org/drawingml/2006/main" noGrp="1"/>
          </p:cNvSpPr>
          <p:nvPr/>
        </p:nvSpPr>
        <p:spPr>
          <a:xfrm xmlns:a="http://schemas.openxmlformats.org/drawingml/2006/main">
            <a:off x="762000" y="5829300"/>
            <a:ext cx="2381250" cy="304800"/>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575" b="1">
                <a:solidFill>
                  <a:srgbClr val="005A9C"/>
                </a:solidFill>
                <a:latin typeface="Arial"/>
                <a:ea typeface="Arial"/>
                <a:cs typeface="Arial"/>
              </a:defRPr>
            </a:defPPr>
            <a:lvl1pPr algn="ctr">
              <a:defRPr sz="1575" b="1">
                <a:solidFill>
                  <a:srgbClr val="005A9C"/>
                </a:solidFill>
                <a:latin typeface="Arial"/>
                <a:ea typeface="Arial"/>
                <a:cs typeface="Arial"/>
              </a:defRPr>
            </a:lvl1pPr>
            <a:lvl2pPr algn="ctr">
              <a:defRPr sz="1575" b="1">
                <a:solidFill>
                  <a:srgbClr val="005A9C"/>
                </a:solidFill>
                <a:latin typeface="Arial"/>
                <a:ea typeface="Arial"/>
                <a:cs typeface="Arial"/>
              </a:defRPr>
            </a:lvl2pPr>
            <a:lvl3pPr algn="ctr">
              <a:defRPr sz="1575" b="1">
                <a:solidFill>
                  <a:srgbClr val="005A9C"/>
                </a:solidFill>
                <a:latin typeface="Arial"/>
                <a:ea typeface="Arial"/>
                <a:cs typeface="Arial"/>
              </a:defRPr>
            </a:lvl3pPr>
            <a:lvl4pPr algn="ctr">
              <a:defRPr sz="1575" b="1">
                <a:solidFill>
                  <a:srgbClr val="005A9C"/>
                </a:solidFill>
                <a:latin typeface="Arial"/>
                <a:ea typeface="Arial"/>
                <a:cs typeface="Arial"/>
              </a:defRPr>
            </a:lvl4pPr>
            <a:lvl5pPr algn="ctr">
              <a:defRPr sz="1575" b="1">
                <a:solidFill>
                  <a:srgbClr val="005A9C"/>
                </a:solidFill>
                <a:latin typeface="Arial"/>
                <a:ea typeface="Arial"/>
                <a:cs typeface="Arial"/>
              </a:defRPr>
            </a:lvl5pPr>
            <a:lvl6pPr algn="ctr">
              <a:defRPr sz="1575" b="1">
                <a:solidFill>
                  <a:srgbClr val="005A9C"/>
                </a:solidFill>
                <a:latin typeface="Arial"/>
                <a:ea typeface="Arial"/>
                <a:cs typeface="Arial"/>
              </a:defRPr>
            </a:lvl6pPr>
            <a:lvl7pPr algn="ctr">
              <a:defRPr sz="1575" b="1">
                <a:solidFill>
                  <a:srgbClr val="005A9C"/>
                </a:solidFill>
                <a:latin typeface="Arial"/>
                <a:ea typeface="Arial"/>
                <a:cs typeface="Arial"/>
              </a:defRPr>
            </a:lvl7pPr>
            <a:lvl8pPr algn="ctr">
              <a:defRPr sz="1575" b="1">
                <a:solidFill>
                  <a:srgbClr val="005A9C"/>
                </a:solidFill>
                <a:latin typeface="Arial"/>
                <a:ea typeface="Arial"/>
                <a:cs typeface="Arial"/>
              </a:defRPr>
            </a:lvl8pPr>
            <a:lvl9pPr algn="ctr">
              <a:defRPr sz="1575" b="1">
                <a:solidFill>
                  <a:srgbClr val="005A9C"/>
                </a:solidFill>
                <a:latin typeface="Arial"/>
                <a:ea typeface="Arial"/>
                <a:cs typeface="Arial"/>
              </a:defRPr>
            </a:lvl9pPr>
          </a:lstStyle>
          <a:p xmlns:a="http://schemas.openxmlformats.org/drawingml/2006/main">
            <a:pPr algn="ctr">
              <a:defRPr sz="1575" b="1">
                <a:solidFill>
                  <a:srgbClr val="005A9C"/>
                </a:solidFill>
                <a:latin typeface="Arial"/>
                <a:ea typeface="Arial"/>
                <a:cs typeface="Arial"/>
              </a:defRPr>
            </a:pPr>
            <a:r>
              <a:rPr sz="1575" b="1">
                <a:solidFill>
                  <a:srgbClr val="005A9C"/>
                </a:solidFill>
                <a:latin typeface="Arial"/>
                <a:ea typeface="Arial"/>
                <a:cs typeface="Arial"/>
              </a:rPr>
              <a:t>Document processing</a:t>
            </a:r>
          </a:p>
        </p:txBody>
      </p:sp>
      <p:sp>
        <p:nvSpPr>
          <p:cNvPr id="16" name="!!task.dev">
            <ns0:hlinkClick xmlns:ns0="http://schemas.openxmlformats.org/drawingml/2006/main" xmlns:ns1="http://schemas.openxmlformats.org/officeDocument/2006/relationships" ns1:id="rIdNavSlide25" action="ppaction://hlinksldjump" tooltip="Slide 25: Turning a business request into a working tool"/>
            <a:extLst xmlns:a="http://schemas.openxmlformats.org/drawingml/2006/main">
              <a:ext uri="{FF2B5EF4-FFF2-40B4-BE49-F238E27FC236}">
                <a16:creationId xmlns:a16="http://schemas.microsoft.com/office/drawing/2014/main" id="{D2ED54EB-B6E3-4DBB-A598-F84520E5636B}"/>
              </a:ext>
            </a:extLst>
          </p:cNvPr>
          <p:cNvSpPr>
            <a:spLocks xmlns:a="http://schemas.openxmlformats.org/drawingml/2006/main" noGrp="1"/>
          </p:cNvSpPr>
          <p:nvPr/>
        </p:nvSpPr>
        <p:spPr>
          <a:xfrm xmlns:a="http://schemas.openxmlformats.org/drawingml/2006/main">
            <a:off x="762000" y="614362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Tool development</a:t>
            </a:r>
          </a:p>
        </p:txBody>
      </p:sp>
      <p:sp>
        <p:nvSpPr>
          <p:cNvPr id="17" name="!!map.separator">
            <a:extLst xmlns:a="http://schemas.openxmlformats.org/drawingml/2006/main">
              <a:ext uri="{FF2B5EF4-FFF2-40B4-BE49-F238E27FC236}">
                <a16:creationId xmlns:a16="http://schemas.microsoft.com/office/drawing/2014/main" id="{ACAA75D7-01C1-4EBA-A832-4CD1E4C477FC}"/>
              </a:ext>
            </a:extLst>
          </p:cNvPr>
          <p:cNvSpPr>
            <a:spLocks xmlns:a="http://schemas.openxmlformats.org/drawingml/2006/main" noGrp="1"/>
          </p:cNvSpPr>
          <p:nvPr/>
        </p:nvSpPr>
        <p:spPr>
          <a:xfrm xmlns:a="http://schemas.openxmlformats.org/drawingml/2006/main" flipH="0" flipV="0">
            <a:off x="3600450" y="1990725"/>
            <a:ext cx="953" cy="5076825"/>
          </a:xfrm>
          <a:prstGeom xmlns:a="http://schemas.openxmlformats.org/drawingml/2006/main" prst="line">
            <a:avLst/>
          </a:prstGeom>
          <a:noFill xmlns:a="http://schemas.openxmlformats.org/drawingml/2006/main"/>
          <a:ln xmlns:a="http://schemas.openxmlformats.org/drawingml/2006/main" w="9525">
            <a:solidFill>
              <a:srgbClr val="BCC6CF"/>
            </a:solidFill>
            <a:prstDash val="solid"/>
          </a:ln>
        </p:spPr>
      </p:sp>
      <p:sp>
        <p:nvSpPr>
          <p:cNvPr id="18" name="!!example">
            <a:extLst xmlns:a="http://schemas.openxmlformats.org/drawingml/2006/main">
              <a:ext uri="{FF2B5EF4-FFF2-40B4-BE49-F238E27FC236}">
                <a16:creationId xmlns:a16="http://schemas.microsoft.com/office/drawing/2014/main" id="{507291F4-4405-48B2-B905-E15CB396D406}"/>
              </a:ext>
            </a:extLst>
          </p:cNvPr>
          <p:cNvSpPr>
            <a:spLocks xmlns:a="http://schemas.openxmlformats.org/drawingml/2006/main" noGrp="1"/>
          </p:cNvSpPr>
          <p:nvPr/>
        </p:nvSpPr>
        <p:spPr>
          <a:xfrm xmlns:a="http://schemas.openxmlformats.org/drawingml/2006/main">
            <a:off x="13906500" y="1238250"/>
            <a:ext cx="685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707C88"/>
                </a:solidFill>
                <a:latin typeface="Arial"/>
                <a:ea typeface="Arial"/>
                <a:cs typeface="Arial"/>
              </a:defRPr>
            </a:defPPr>
            <a:lvl1pPr algn="r">
              <a:defRPr sz="1350" b="0">
                <a:solidFill>
                  <a:srgbClr val="707C88"/>
                </a:solidFill>
                <a:latin typeface="Arial"/>
                <a:ea typeface="Arial"/>
                <a:cs typeface="Arial"/>
              </a:defRPr>
            </a:lvl1pPr>
            <a:lvl2pPr algn="r">
              <a:defRPr sz="1350" b="0">
                <a:solidFill>
                  <a:srgbClr val="707C88"/>
                </a:solidFill>
                <a:latin typeface="Arial"/>
                <a:ea typeface="Arial"/>
                <a:cs typeface="Arial"/>
              </a:defRPr>
            </a:lvl2pPr>
            <a:lvl3pPr algn="r">
              <a:defRPr sz="1350" b="0">
                <a:solidFill>
                  <a:srgbClr val="707C88"/>
                </a:solidFill>
                <a:latin typeface="Arial"/>
                <a:ea typeface="Arial"/>
                <a:cs typeface="Arial"/>
              </a:defRPr>
            </a:lvl3pPr>
            <a:lvl4pPr algn="r">
              <a:defRPr sz="1350" b="0">
                <a:solidFill>
                  <a:srgbClr val="707C88"/>
                </a:solidFill>
                <a:latin typeface="Arial"/>
                <a:ea typeface="Arial"/>
                <a:cs typeface="Arial"/>
              </a:defRPr>
            </a:lvl4pPr>
            <a:lvl5pPr algn="r">
              <a:defRPr sz="1350" b="0">
                <a:solidFill>
                  <a:srgbClr val="707C88"/>
                </a:solidFill>
                <a:latin typeface="Arial"/>
                <a:ea typeface="Arial"/>
                <a:cs typeface="Arial"/>
              </a:defRPr>
            </a:lvl5pPr>
            <a:lvl6pPr algn="r">
              <a:defRPr sz="1350" b="0">
                <a:solidFill>
                  <a:srgbClr val="707C88"/>
                </a:solidFill>
                <a:latin typeface="Arial"/>
                <a:ea typeface="Arial"/>
                <a:cs typeface="Arial"/>
              </a:defRPr>
            </a:lvl6pPr>
            <a:lvl7pPr algn="r">
              <a:defRPr sz="1350" b="0">
                <a:solidFill>
                  <a:srgbClr val="707C88"/>
                </a:solidFill>
                <a:latin typeface="Arial"/>
                <a:ea typeface="Arial"/>
                <a:cs typeface="Arial"/>
              </a:defRPr>
            </a:lvl7pPr>
            <a:lvl8pPr algn="r">
              <a:defRPr sz="1350" b="0">
                <a:solidFill>
                  <a:srgbClr val="707C88"/>
                </a:solidFill>
                <a:latin typeface="Arial"/>
                <a:ea typeface="Arial"/>
                <a:cs typeface="Arial"/>
              </a:defRPr>
            </a:lvl8pPr>
            <a:lvl9pPr algn="r">
              <a:defRPr sz="1350" b="0">
                <a:solidFill>
                  <a:srgbClr val="707C88"/>
                </a:solidFill>
                <a:latin typeface="Arial"/>
                <a:ea typeface="Arial"/>
                <a:cs typeface="Arial"/>
              </a:defRPr>
            </a:lvl9pPr>
          </a:lstStyle>
          <a:p xmlns:a="http://schemas.openxmlformats.org/drawingml/2006/main">
            <a:pPr algn="r">
              <a:defRPr sz="1350" b="0">
                <a:solidFill>
                  <a:srgbClr val="707C88"/>
                </a:solidFill>
                <a:latin typeface="Arial"/>
                <a:ea typeface="Arial"/>
                <a:cs typeface="Arial"/>
              </a:defRPr>
            </a:pPr>
            <a:r>
              <a:rPr sz="1350" b="0">
                <a:solidFill>
                  <a:srgbClr val="707C88"/>
                </a:solidFill>
                <a:latin typeface="Arial"/>
                <a:ea typeface="Arial"/>
                <a:cs typeface="Arial"/>
              </a:rPr>
              <a:t>Example</a:t>
            </a:r>
          </a:p>
        </p:txBody>
      </p:sp>
      <p:sp>
        <p:nvSpPr>
          <p:cNvPr id="19" name="!!nav.home">
            <ns0:hlinkClick xmlns:ns0="http://schemas.openxmlformats.org/drawingml/2006/main" xmlns:ns1="http://schemas.openxmlformats.org/officeDocument/2006/relationships" ns1:id="rIdNavSlide3" action="ppaction://hlinksldjump" tooltip="Slide 3: Seven workflows across the firm"/>
            <a:extLst xmlns:a="http://schemas.openxmlformats.org/drawingml/2006/main">
              <a:ext uri="{FF2B5EF4-FFF2-40B4-BE49-F238E27FC236}">
                <a16:creationId xmlns:a16="http://schemas.microsoft.com/office/drawing/2014/main" id="{D68DB3DE-C20D-4DB5-BEE1-A1CCA8E851FB}"/>
              </a:ext>
            </a:extLst>
          </p:cNvPr>
          <p:cNvSpPr>
            <a:spLocks xmlns:a="http://schemas.openxmlformats.org/drawingml/2006/main" noGrp="1"/>
          </p:cNvSpPr>
          <p:nvPr/>
        </p:nvSpPr>
        <p:spPr>
          <a:xfrm xmlns:a="http://schemas.openxmlformats.org/drawingml/2006/main">
            <a:off x="647700" y="7496175"/>
            <a:ext cx="26098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BCC6CF"/>
            </a:solidFill>
            <a:prstDash val="solid"/>
          </a:ln>
        </p:spPr>
        <p:txBody>
          <a:bodyPr xmlns:a="http://schemas.openxmlformats.org/drawingml/2006/main" wrap="square" lIns="114300" tIns="0" rIns="114300" bIns="0" anchor="ctr">
            <a:noAutofit/>
          </a:bodyPr>
          <a:lstStyle xmlns:a="http://schemas.openxmlformats.org/drawingml/2006/main">
            <a:defPPr algn="ctr">
              <a:defRPr sz="1800" b="1">
                <a:solidFill>
                  <a:srgbClr val="005A9C"/>
                </a:solidFill>
                <a:latin typeface="Arial"/>
                <a:ea typeface="Arial"/>
                <a:cs typeface="Arial"/>
              </a:defRPr>
            </a:defPPr>
            <a:lvl1pPr algn="ctr">
              <a:defRPr sz="1800" b="1">
                <a:solidFill>
                  <a:srgbClr val="005A9C"/>
                </a:solidFill>
                <a:latin typeface="Arial"/>
                <a:ea typeface="Arial"/>
                <a:cs typeface="Arial"/>
              </a:defRPr>
            </a:lvl1pPr>
            <a:lvl2pPr algn="ctr">
              <a:defRPr sz="1800" b="1">
                <a:solidFill>
                  <a:srgbClr val="005A9C"/>
                </a:solidFill>
                <a:latin typeface="Arial"/>
                <a:ea typeface="Arial"/>
                <a:cs typeface="Arial"/>
              </a:defRPr>
            </a:lvl2pPr>
            <a:lvl3pPr algn="ctr">
              <a:defRPr sz="1800" b="1">
                <a:solidFill>
                  <a:srgbClr val="005A9C"/>
                </a:solidFill>
                <a:latin typeface="Arial"/>
                <a:ea typeface="Arial"/>
                <a:cs typeface="Arial"/>
              </a:defRPr>
            </a:lvl3pPr>
            <a:lvl4pPr algn="ctr">
              <a:defRPr sz="1800" b="1">
                <a:solidFill>
                  <a:srgbClr val="005A9C"/>
                </a:solidFill>
                <a:latin typeface="Arial"/>
                <a:ea typeface="Arial"/>
                <a:cs typeface="Arial"/>
              </a:defRPr>
            </a:lvl4pPr>
            <a:lvl5pPr algn="ctr">
              <a:defRPr sz="1800" b="1">
                <a:solidFill>
                  <a:srgbClr val="005A9C"/>
                </a:solidFill>
                <a:latin typeface="Arial"/>
                <a:ea typeface="Arial"/>
                <a:cs typeface="Arial"/>
              </a:defRPr>
            </a:lvl5pPr>
            <a:lvl6pPr algn="ctr">
              <a:defRPr sz="1800" b="1">
                <a:solidFill>
                  <a:srgbClr val="005A9C"/>
                </a:solidFill>
                <a:latin typeface="Arial"/>
                <a:ea typeface="Arial"/>
                <a:cs typeface="Arial"/>
              </a:defRPr>
            </a:lvl6pPr>
            <a:lvl7pPr algn="ctr">
              <a:defRPr sz="1800" b="1">
                <a:solidFill>
                  <a:srgbClr val="005A9C"/>
                </a:solidFill>
                <a:latin typeface="Arial"/>
                <a:ea typeface="Arial"/>
                <a:cs typeface="Arial"/>
              </a:defRPr>
            </a:lvl7pPr>
            <a:lvl8pPr algn="ctr">
              <a:defRPr sz="1800" b="1">
                <a:solidFill>
                  <a:srgbClr val="005A9C"/>
                </a:solidFill>
                <a:latin typeface="Arial"/>
                <a:ea typeface="Arial"/>
                <a:cs typeface="Arial"/>
              </a:defRPr>
            </a:lvl8pPr>
            <a:lvl9pPr algn="ctr">
              <a:defRPr sz="1800" b="1">
                <a:solidFill>
                  <a:srgbClr val="005A9C"/>
                </a:solidFill>
                <a:latin typeface="Arial"/>
                <a:ea typeface="Arial"/>
                <a:cs typeface="Arial"/>
              </a:defRPr>
            </a:lvl9pPr>
          </a:lstStyle>
          <a:p xmlns:a="http://schemas.openxmlformats.org/drawingml/2006/main">
            <a:pPr algn="ctr">
              <a:defRPr sz="1800" b="1">
                <a:solidFill>
                  <a:srgbClr val="005A9C"/>
                </a:solidFill>
                <a:latin typeface="Arial"/>
                <a:ea typeface="Arial"/>
                <a:cs typeface="Arial"/>
              </a:defRPr>
            </a:pPr>
            <a:r>
              <a:rPr sz="1800" b="1">
                <a:solidFill>
                  <a:srgbClr val="005A9C"/>
                </a:solidFill>
                <a:latin typeface="Arial"/>
                <a:ea typeface="Arial"/>
                <a:cs typeface="Arial"/>
              </a:rPr>
              <a:t>Firm overview</a:t>
            </a:r>
          </a:p>
        </p:txBody>
      </p:sp>
      <p:sp>
        <p:nvSpPr>
          <p:cNvPr id="20" name="!!page">
            <a:extLst xmlns:a="http://schemas.openxmlformats.org/drawingml/2006/main">
              <a:ext uri="{FF2B5EF4-FFF2-40B4-BE49-F238E27FC236}">
                <a16:creationId xmlns:a16="http://schemas.microsoft.com/office/drawing/2014/main" id="{43CB5202-CB2D-477E-BD8B-7DEDF70C28E5}"/>
              </a:ext>
            </a:extLst>
          </p:cNvPr>
          <p:cNvSpPr>
            <a:spLocks xmlns:a="http://schemas.openxmlformats.org/drawingml/2006/main" noGrp="1"/>
          </p:cNvSpPr>
          <p:nvPr/>
        </p:nvSpPr>
        <p:spPr>
          <a:xfrm xmlns:a="http://schemas.openxmlformats.org/drawingml/2006/main">
            <a:off x="11144250" y="7591425"/>
            <a:ext cx="904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650" b="0">
                <a:solidFill>
                  <a:srgbClr val="707C88"/>
                </a:solidFill>
                <a:latin typeface="Arial"/>
                <a:ea typeface="Arial"/>
                <a:cs typeface="Arial"/>
              </a:defRPr>
            </a:defPPr>
            <a:lvl1pPr algn="r">
              <a:defRPr sz="1650" b="0">
                <a:solidFill>
                  <a:srgbClr val="707C88"/>
                </a:solidFill>
                <a:latin typeface="Arial"/>
                <a:ea typeface="Arial"/>
                <a:cs typeface="Arial"/>
              </a:defRPr>
            </a:lvl1pPr>
            <a:lvl2pPr algn="r">
              <a:defRPr sz="1650" b="0">
                <a:solidFill>
                  <a:srgbClr val="707C88"/>
                </a:solidFill>
                <a:latin typeface="Arial"/>
                <a:ea typeface="Arial"/>
                <a:cs typeface="Arial"/>
              </a:defRPr>
            </a:lvl2pPr>
            <a:lvl3pPr algn="r">
              <a:defRPr sz="1650" b="0">
                <a:solidFill>
                  <a:srgbClr val="707C88"/>
                </a:solidFill>
                <a:latin typeface="Arial"/>
                <a:ea typeface="Arial"/>
                <a:cs typeface="Arial"/>
              </a:defRPr>
            </a:lvl3pPr>
            <a:lvl4pPr algn="r">
              <a:defRPr sz="1650" b="0">
                <a:solidFill>
                  <a:srgbClr val="707C88"/>
                </a:solidFill>
                <a:latin typeface="Arial"/>
                <a:ea typeface="Arial"/>
                <a:cs typeface="Arial"/>
              </a:defRPr>
            </a:lvl4pPr>
            <a:lvl5pPr algn="r">
              <a:defRPr sz="1650" b="0">
                <a:solidFill>
                  <a:srgbClr val="707C88"/>
                </a:solidFill>
                <a:latin typeface="Arial"/>
                <a:ea typeface="Arial"/>
                <a:cs typeface="Arial"/>
              </a:defRPr>
            </a:lvl5pPr>
            <a:lvl6pPr algn="r">
              <a:defRPr sz="1650" b="0">
                <a:solidFill>
                  <a:srgbClr val="707C88"/>
                </a:solidFill>
                <a:latin typeface="Arial"/>
                <a:ea typeface="Arial"/>
                <a:cs typeface="Arial"/>
              </a:defRPr>
            </a:lvl6pPr>
            <a:lvl7pPr algn="r">
              <a:defRPr sz="1650" b="0">
                <a:solidFill>
                  <a:srgbClr val="707C88"/>
                </a:solidFill>
                <a:latin typeface="Arial"/>
                <a:ea typeface="Arial"/>
                <a:cs typeface="Arial"/>
              </a:defRPr>
            </a:lvl7pPr>
            <a:lvl8pPr algn="r">
              <a:defRPr sz="1650" b="0">
                <a:solidFill>
                  <a:srgbClr val="707C88"/>
                </a:solidFill>
                <a:latin typeface="Arial"/>
                <a:ea typeface="Arial"/>
                <a:cs typeface="Arial"/>
              </a:defRPr>
            </a:lvl8pPr>
            <a:lvl9pPr algn="r">
              <a:defRPr sz="1650" b="0">
                <a:solidFill>
                  <a:srgbClr val="707C88"/>
                </a:solidFill>
                <a:latin typeface="Arial"/>
                <a:ea typeface="Arial"/>
                <a:cs typeface="Arial"/>
              </a:defRPr>
            </a:lvl9pPr>
          </a:lstStyle>
          <a:p xmlns:a="http://schemas.openxmlformats.org/drawingml/2006/main">
            <a:pPr algn="r">
              <a:defRPr sz="1650" b="0">
                <a:solidFill>
                  <a:srgbClr val="707C88"/>
                </a:solidFill>
                <a:latin typeface="Arial"/>
                <a:ea typeface="Arial"/>
                <a:cs typeface="Arial"/>
              </a:defRPr>
            </a:pPr>
            <a:r>
              <a:rPr sz="1650" b="0">
                <a:solidFill>
                  <a:srgbClr val="707C88"/>
                </a:solidFill>
                <a:latin typeface="Arial"/>
                <a:ea typeface="Arial"/>
                <a:cs typeface="Arial"/>
              </a:rPr>
              <a:t>22 / 33</a:t>
            </a:r>
          </a:p>
        </p:txBody>
      </p:sp>
      <p:sp>
        <p:nvSpPr>
          <p:cNvPr id="21" name="!!nav.prev">
            <ns0:hlinkClick xmlns:ns0="http://schemas.openxmlformats.org/drawingml/2006/main" xmlns:ns1="http://schemas.openxmlformats.org/officeDocument/2006/relationships" ns1:id="rIdNavSlide21" action="ppaction://hlinksldjump" tooltip="Slide 21: Proposed risk assessment and follow-up"/>
            <a:extLst xmlns:a="http://schemas.openxmlformats.org/drawingml/2006/main">
              <a:ext uri="{FF2B5EF4-FFF2-40B4-BE49-F238E27FC236}">
                <a16:creationId xmlns:a16="http://schemas.microsoft.com/office/drawing/2014/main" id="{CEC30EA6-6AF3-41A0-B695-3D5C6F253699}"/>
              </a:ext>
            </a:extLst>
          </p:cNvPr>
          <p:cNvSpPr>
            <a:spLocks xmlns:a="http://schemas.openxmlformats.org/drawingml/2006/main" noGrp="1"/>
          </p:cNvSpPr>
          <p:nvPr/>
        </p:nvSpPr>
        <p:spPr>
          <a:xfrm xmlns:a="http://schemas.openxmlformats.org/drawingml/2006/main">
            <a:off x="12287250" y="7496175"/>
            <a:ext cx="1047750" cy="4572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725" b="1">
                <a:solidFill>
                  <a:srgbClr val="005A9C"/>
                </a:solidFill>
                <a:latin typeface="Arial"/>
                <a:ea typeface="Arial"/>
                <a:cs typeface="Arial"/>
              </a:defRPr>
            </a:defPPr>
            <a:lvl1pPr algn="ctr">
              <a:defRPr sz="1725" b="1">
                <a:solidFill>
                  <a:srgbClr val="005A9C"/>
                </a:solidFill>
                <a:latin typeface="Arial"/>
                <a:ea typeface="Arial"/>
                <a:cs typeface="Arial"/>
              </a:defRPr>
            </a:lvl1pPr>
            <a:lvl2pPr algn="ctr">
              <a:defRPr sz="1725" b="1">
                <a:solidFill>
                  <a:srgbClr val="005A9C"/>
                </a:solidFill>
                <a:latin typeface="Arial"/>
                <a:ea typeface="Arial"/>
                <a:cs typeface="Arial"/>
              </a:defRPr>
            </a:lvl2pPr>
            <a:lvl3pPr algn="ctr">
              <a:defRPr sz="1725" b="1">
                <a:solidFill>
                  <a:srgbClr val="005A9C"/>
                </a:solidFill>
                <a:latin typeface="Arial"/>
                <a:ea typeface="Arial"/>
                <a:cs typeface="Arial"/>
              </a:defRPr>
            </a:lvl3pPr>
            <a:lvl4pPr algn="ctr">
              <a:defRPr sz="1725" b="1">
                <a:solidFill>
                  <a:srgbClr val="005A9C"/>
                </a:solidFill>
                <a:latin typeface="Arial"/>
                <a:ea typeface="Arial"/>
                <a:cs typeface="Arial"/>
              </a:defRPr>
            </a:lvl4pPr>
            <a:lvl5pPr algn="ctr">
              <a:defRPr sz="1725" b="1">
                <a:solidFill>
                  <a:srgbClr val="005A9C"/>
                </a:solidFill>
                <a:latin typeface="Arial"/>
                <a:ea typeface="Arial"/>
                <a:cs typeface="Arial"/>
              </a:defRPr>
            </a:lvl5pPr>
            <a:lvl6pPr algn="ctr">
              <a:defRPr sz="1725" b="1">
                <a:solidFill>
                  <a:srgbClr val="005A9C"/>
                </a:solidFill>
                <a:latin typeface="Arial"/>
                <a:ea typeface="Arial"/>
                <a:cs typeface="Arial"/>
              </a:defRPr>
            </a:lvl6pPr>
            <a:lvl7pPr algn="ctr">
              <a:defRPr sz="1725" b="1">
                <a:solidFill>
                  <a:srgbClr val="005A9C"/>
                </a:solidFill>
                <a:latin typeface="Arial"/>
                <a:ea typeface="Arial"/>
                <a:cs typeface="Arial"/>
              </a:defRPr>
            </a:lvl7pPr>
            <a:lvl8pPr algn="ctr">
              <a:defRPr sz="1725" b="1">
                <a:solidFill>
                  <a:srgbClr val="005A9C"/>
                </a:solidFill>
                <a:latin typeface="Arial"/>
                <a:ea typeface="Arial"/>
                <a:cs typeface="Arial"/>
              </a:defRPr>
            </a:lvl8pPr>
            <a:lvl9pPr algn="ctr">
              <a:defRPr sz="1725" b="1">
                <a:solidFill>
                  <a:srgbClr val="005A9C"/>
                </a:solidFill>
                <a:latin typeface="Arial"/>
                <a:ea typeface="Arial"/>
                <a:cs typeface="Arial"/>
              </a:defRPr>
            </a:lvl9pPr>
          </a:lstStyle>
          <a:p xmlns:a="http://schemas.openxmlformats.org/drawingml/2006/main">
            <a:pPr algn="ctr">
              <a:defRPr sz="1725" b="1">
                <a:solidFill>
                  <a:srgbClr val="005A9C"/>
                </a:solidFill>
                <a:latin typeface="Arial"/>
                <a:ea typeface="Arial"/>
                <a:cs typeface="Arial"/>
              </a:defRPr>
            </a:pPr>
            <a:r>
              <a:rPr sz="1725" b="1">
                <a:solidFill>
                  <a:srgbClr val="005A9C"/>
                </a:solidFill>
                <a:latin typeface="Arial"/>
                <a:ea typeface="Arial"/>
                <a:cs typeface="Arial"/>
              </a:rPr>
              <a:t>Back</a:t>
            </a:r>
          </a:p>
        </p:txBody>
      </p:sp>
      <p:sp>
        <p:nvSpPr>
          <p:cNvPr id="22" name="!!nav.next">
            <ns0:hlinkClick xmlns:ns0="http://schemas.openxmlformats.org/drawingml/2006/main" xmlns:ns1="http://schemas.openxmlformats.org/officeDocument/2006/relationships" ns1:id="rIdNavSlide23" action="ppaction://hlinksldjump" tooltip="Slide 23: HuaAn and ICBCUBS: document processing"/>
            <a:extLst xmlns:a="http://schemas.openxmlformats.org/drawingml/2006/main">
              <a:ext uri="{FF2B5EF4-FFF2-40B4-BE49-F238E27FC236}">
                <a16:creationId xmlns:a16="http://schemas.microsoft.com/office/drawing/2014/main" id="{531BCD6B-3BB3-438A-946D-D5E9C54265EC}"/>
              </a:ext>
            </a:extLst>
          </p:cNvPr>
          <p:cNvSpPr>
            <a:spLocks xmlns:a="http://schemas.openxmlformats.org/drawingml/2006/main" noGrp="1"/>
          </p:cNvSpPr>
          <p:nvPr/>
        </p:nvSpPr>
        <p:spPr>
          <a:xfrm xmlns:a="http://schemas.openxmlformats.org/drawingml/2006/main">
            <a:off x="13506450" y="7496175"/>
            <a:ext cx="1085850" cy="45720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725" b="1">
                <a:solidFill>
                  <a:srgbClr val="FFFFFF"/>
                </a:solidFill>
                <a:latin typeface="Arial"/>
                <a:ea typeface="Arial"/>
                <a:cs typeface="Arial"/>
              </a:defRPr>
            </a:defPPr>
            <a:lvl1pPr algn="ctr">
              <a:defRPr sz="1725" b="1">
                <a:solidFill>
                  <a:srgbClr val="FFFFFF"/>
                </a:solidFill>
                <a:latin typeface="Arial"/>
                <a:ea typeface="Arial"/>
                <a:cs typeface="Arial"/>
              </a:defRPr>
            </a:lvl1pPr>
            <a:lvl2pPr algn="ctr">
              <a:defRPr sz="1725" b="1">
                <a:solidFill>
                  <a:srgbClr val="FFFFFF"/>
                </a:solidFill>
                <a:latin typeface="Arial"/>
                <a:ea typeface="Arial"/>
                <a:cs typeface="Arial"/>
              </a:defRPr>
            </a:lvl2pPr>
            <a:lvl3pPr algn="ctr">
              <a:defRPr sz="1725" b="1">
                <a:solidFill>
                  <a:srgbClr val="FFFFFF"/>
                </a:solidFill>
                <a:latin typeface="Arial"/>
                <a:ea typeface="Arial"/>
                <a:cs typeface="Arial"/>
              </a:defRPr>
            </a:lvl3pPr>
            <a:lvl4pPr algn="ctr">
              <a:defRPr sz="1725" b="1">
                <a:solidFill>
                  <a:srgbClr val="FFFFFF"/>
                </a:solidFill>
                <a:latin typeface="Arial"/>
                <a:ea typeface="Arial"/>
                <a:cs typeface="Arial"/>
              </a:defRPr>
            </a:lvl4pPr>
            <a:lvl5pPr algn="ctr">
              <a:defRPr sz="1725" b="1">
                <a:solidFill>
                  <a:srgbClr val="FFFFFF"/>
                </a:solidFill>
                <a:latin typeface="Arial"/>
                <a:ea typeface="Arial"/>
                <a:cs typeface="Arial"/>
              </a:defRPr>
            </a:lvl5pPr>
            <a:lvl6pPr algn="ctr">
              <a:defRPr sz="1725" b="1">
                <a:solidFill>
                  <a:srgbClr val="FFFFFF"/>
                </a:solidFill>
                <a:latin typeface="Arial"/>
                <a:ea typeface="Arial"/>
                <a:cs typeface="Arial"/>
              </a:defRPr>
            </a:lvl6pPr>
            <a:lvl7pPr algn="ctr">
              <a:defRPr sz="1725" b="1">
                <a:solidFill>
                  <a:srgbClr val="FFFFFF"/>
                </a:solidFill>
                <a:latin typeface="Arial"/>
                <a:ea typeface="Arial"/>
                <a:cs typeface="Arial"/>
              </a:defRPr>
            </a:lvl7pPr>
            <a:lvl8pPr algn="ctr">
              <a:defRPr sz="1725" b="1">
                <a:solidFill>
                  <a:srgbClr val="FFFFFF"/>
                </a:solidFill>
                <a:latin typeface="Arial"/>
                <a:ea typeface="Arial"/>
                <a:cs typeface="Arial"/>
              </a:defRPr>
            </a:lvl8pPr>
            <a:lvl9pPr algn="ctr">
              <a:defRPr sz="1725" b="1">
                <a:solidFill>
                  <a:srgbClr val="FFFFFF"/>
                </a:solidFill>
                <a:latin typeface="Arial"/>
                <a:ea typeface="Arial"/>
                <a:cs typeface="Arial"/>
              </a:defRPr>
            </a:lvl9pPr>
          </a:lstStyle>
          <a:p xmlns:a="http://schemas.openxmlformats.org/drawingml/2006/main">
            <a:pPr algn="ctr">
              <a:defRPr sz="1725" b="1">
                <a:solidFill>
                  <a:srgbClr val="FFFFFF"/>
                </a:solidFill>
                <a:latin typeface="Arial"/>
                <a:ea typeface="Arial"/>
                <a:cs typeface="Arial"/>
              </a:defRPr>
            </a:pPr>
            <a:r>
              <a:rPr sz="1725" b="1">
                <a:solidFill>
                  <a:srgbClr val="FFFFFF"/>
                </a:solidFill>
                <a:latin typeface="Arial"/>
                <a:ea typeface="Arial"/>
                <a:cs typeface="Arial"/>
              </a:rPr>
              <a:t>Next</a:t>
            </a:r>
          </a:p>
        </p:txBody>
      </p:sp>
      <p:sp>
        <p:nvSpPr>
          <p:cNvPr id="23" name="!!footer.rule">
            <a:extLst xmlns:a="http://schemas.openxmlformats.org/drawingml/2006/main">
              <a:ext uri="{FF2B5EF4-FFF2-40B4-BE49-F238E27FC236}">
                <a16:creationId xmlns:a16="http://schemas.microsoft.com/office/drawing/2014/main" id="{FD72AEAE-5DD9-45B3-9EC0-B1F983A78346}"/>
              </a:ext>
            </a:extLst>
          </p:cNvPr>
          <p:cNvSpPr>
            <a:spLocks xmlns:a="http://schemas.openxmlformats.org/drawingml/2006/main" noGrp="1"/>
          </p:cNvSpPr>
          <p:nvPr/>
        </p:nvSpPr>
        <p:spPr>
          <a:xfrm xmlns:a="http://schemas.openxmlformats.org/drawingml/2006/main" flipH="0" flipV="0">
            <a:off x="647700" y="8134350"/>
            <a:ext cx="13944600" cy="953"/>
          </a:xfrm>
          <a:prstGeom xmlns:a="http://schemas.openxmlformats.org/drawingml/2006/main" prst="line">
            <a:avLst/>
          </a:prstGeom>
          <a:noFill xmlns:a="http://schemas.openxmlformats.org/drawingml/2006/main"/>
          <a:ln xmlns:a="http://schemas.openxmlformats.org/drawingml/2006/main" w="9525">
            <a:solidFill>
              <a:srgbClr val="BCC6CF"/>
            </a:solidFill>
            <a:prstDash val="solid"/>
          </a:ln>
        </p:spPr>
      </p:sp>
      <p:sp>
        <p:nvSpPr>
          <p:cNvPr id="24" name="!!source">
            <a:extLst xmlns:a="http://schemas.openxmlformats.org/drawingml/2006/main">
              <a:ext uri="{FF2B5EF4-FFF2-40B4-BE49-F238E27FC236}">
                <a16:creationId xmlns:a16="http://schemas.microsoft.com/office/drawing/2014/main" id="{A50BBBBC-B717-435D-8A83-9C3936A1AD3B}"/>
              </a:ext>
            </a:extLst>
          </p:cNvPr>
          <p:cNvSpPr>
            <a:spLocks xmlns:a="http://schemas.openxmlformats.org/drawingml/2006/main" noGrp="1"/>
          </p:cNvSpPr>
          <p:nvPr/>
        </p:nvSpPr>
        <p:spPr>
          <a:xfrm xmlns:a="http://schemas.openxmlformats.org/drawingml/2006/main">
            <a:off x="647700" y="8267700"/>
            <a:ext cx="13944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707C88"/>
                </a:solidFill>
                <a:latin typeface="Arial"/>
                <a:ea typeface="Arial"/>
                <a:cs typeface="Arial"/>
              </a:defRPr>
            </a:defPPr>
            <a:lvl1pPr algn="l">
              <a:defRPr sz="1050" b="0">
                <a:solidFill>
                  <a:srgbClr val="707C88"/>
                </a:solidFill>
                <a:latin typeface="Arial"/>
                <a:ea typeface="Arial"/>
                <a:cs typeface="Arial"/>
              </a:defRPr>
            </a:lvl1pPr>
            <a:lvl2pPr algn="l">
              <a:defRPr sz="1050" b="0">
                <a:solidFill>
                  <a:srgbClr val="707C88"/>
                </a:solidFill>
                <a:latin typeface="Arial"/>
                <a:ea typeface="Arial"/>
                <a:cs typeface="Arial"/>
              </a:defRPr>
            </a:lvl2pPr>
            <a:lvl3pPr algn="l">
              <a:defRPr sz="1050" b="0">
                <a:solidFill>
                  <a:srgbClr val="707C88"/>
                </a:solidFill>
                <a:latin typeface="Arial"/>
                <a:ea typeface="Arial"/>
                <a:cs typeface="Arial"/>
              </a:defRPr>
            </a:lvl3pPr>
            <a:lvl4pPr algn="l">
              <a:defRPr sz="1050" b="0">
                <a:solidFill>
                  <a:srgbClr val="707C88"/>
                </a:solidFill>
                <a:latin typeface="Arial"/>
                <a:ea typeface="Arial"/>
                <a:cs typeface="Arial"/>
              </a:defRPr>
            </a:lvl4pPr>
            <a:lvl5pPr algn="l">
              <a:defRPr sz="1050" b="0">
                <a:solidFill>
                  <a:srgbClr val="707C88"/>
                </a:solidFill>
                <a:latin typeface="Arial"/>
                <a:ea typeface="Arial"/>
                <a:cs typeface="Arial"/>
              </a:defRPr>
            </a:lvl5pPr>
            <a:lvl6pPr algn="l">
              <a:defRPr sz="1050" b="0">
                <a:solidFill>
                  <a:srgbClr val="707C88"/>
                </a:solidFill>
                <a:latin typeface="Arial"/>
                <a:ea typeface="Arial"/>
                <a:cs typeface="Arial"/>
              </a:defRPr>
            </a:lvl6pPr>
            <a:lvl7pPr algn="l">
              <a:defRPr sz="1050" b="0">
                <a:solidFill>
                  <a:srgbClr val="707C88"/>
                </a:solidFill>
                <a:latin typeface="Arial"/>
                <a:ea typeface="Arial"/>
                <a:cs typeface="Arial"/>
              </a:defRPr>
            </a:lvl7pPr>
            <a:lvl8pPr algn="l">
              <a:defRPr sz="1050" b="0">
                <a:solidFill>
                  <a:srgbClr val="707C88"/>
                </a:solidFill>
                <a:latin typeface="Arial"/>
                <a:ea typeface="Arial"/>
                <a:cs typeface="Arial"/>
              </a:defRPr>
            </a:lvl8pPr>
            <a:lvl9pPr algn="l">
              <a:defRPr sz="1050" b="0">
                <a:solidFill>
                  <a:srgbClr val="707C88"/>
                </a:solidFill>
                <a:latin typeface="Arial"/>
                <a:ea typeface="Arial"/>
                <a:cs typeface="Arial"/>
              </a:defRPr>
            </a:lvl9pPr>
          </a:lstStyle>
          <a:p xmlns:a="http://schemas.openxmlformats.org/drawingml/2006/main">
            <a:r>
              <a:t/>
            </a:r>
          </a:p>
        </p:txBody>
      </p:sp>
      <p:sp>
        <p:nvSpPr>
          <p:cNvPr id="25" name="!!ops.head0">
            <a:extLst xmlns:a="http://schemas.openxmlformats.org/drawingml/2006/main">
              <a:ext uri="{FF2B5EF4-FFF2-40B4-BE49-F238E27FC236}">
                <a16:creationId xmlns:a16="http://schemas.microsoft.com/office/drawing/2014/main" id="{3DF6BBD7-C7C9-43B9-B95A-25DE6BF73FC0}"/>
              </a:ext>
            </a:extLst>
          </p:cNvPr>
          <p:cNvSpPr>
            <a:spLocks xmlns:a="http://schemas.openxmlformats.org/drawingml/2006/main" noGrp="1"/>
          </p:cNvSpPr>
          <p:nvPr/>
        </p:nvSpPr>
        <p:spPr>
          <a:xfrm xmlns:a="http://schemas.openxmlformats.org/drawingml/2006/main">
            <a:off x="4057650" y="2200275"/>
            <a:ext cx="3333750" cy="45720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FFFFFF"/>
                </a:solidFill>
                <a:latin typeface="Arial"/>
                <a:ea typeface="Arial"/>
                <a:cs typeface="Arial"/>
              </a:defRPr>
            </a:defPPr>
            <a:lvl1pPr algn="ctr">
              <a:defRPr sz="2025" b="1">
                <a:solidFill>
                  <a:srgbClr val="FFFFFF"/>
                </a:solidFill>
                <a:latin typeface="Arial"/>
                <a:ea typeface="Arial"/>
                <a:cs typeface="Arial"/>
              </a:defRPr>
            </a:lvl1pPr>
            <a:lvl2pPr algn="ctr">
              <a:defRPr sz="2025" b="1">
                <a:solidFill>
                  <a:srgbClr val="FFFFFF"/>
                </a:solidFill>
                <a:latin typeface="Arial"/>
                <a:ea typeface="Arial"/>
                <a:cs typeface="Arial"/>
              </a:defRPr>
            </a:lvl2pPr>
            <a:lvl3pPr algn="ctr">
              <a:defRPr sz="2025" b="1">
                <a:solidFill>
                  <a:srgbClr val="FFFFFF"/>
                </a:solidFill>
                <a:latin typeface="Arial"/>
                <a:ea typeface="Arial"/>
                <a:cs typeface="Arial"/>
              </a:defRPr>
            </a:lvl3pPr>
            <a:lvl4pPr algn="ctr">
              <a:defRPr sz="2025" b="1">
                <a:solidFill>
                  <a:srgbClr val="FFFFFF"/>
                </a:solidFill>
                <a:latin typeface="Arial"/>
                <a:ea typeface="Arial"/>
                <a:cs typeface="Arial"/>
              </a:defRPr>
            </a:lvl4pPr>
            <a:lvl5pPr algn="ctr">
              <a:defRPr sz="2025" b="1">
                <a:solidFill>
                  <a:srgbClr val="FFFFFF"/>
                </a:solidFill>
                <a:latin typeface="Arial"/>
                <a:ea typeface="Arial"/>
                <a:cs typeface="Arial"/>
              </a:defRPr>
            </a:lvl5pPr>
            <a:lvl6pPr algn="ctr">
              <a:defRPr sz="2025" b="1">
                <a:solidFill>
                  <a:srgbClr val="FFFFFF"/>
                </a:solidFill>
                <a:latin typeface="Arial"/>
                <a:ea typeface="Arial"/>
                <a:cs typeface="Arial"/>
              </a:defRPr>
            </a:lvl6pPr>
            <a:lvl7pPr algn="ctr">
              <a:defRPr sz="2025" b="1">
                <a:solidFill>
                  <a:srgbClr val="FFFFFF"/>
                </a:solidFill>
                <a:latin typeface="Arial"/>
                <a:ea typeface="Arial"/>
                <a:cs typeface="Arial"/>
              </a:defRPr>
            </a:lvl7pPr>
            <a:lvl8pPr algn="ctr">
              <a:defRPr sz="2025" b="1">
                <a:solidFill>
                  <a:srgbClr val="FFFFFF"/>
                </a:solidFill>
                <a:latin typeface="Arial"/>
                <a:ea typeface="Arial"/>
                <a:cs typeface="Arial"/>
              </a:defRPr>
            </a:lvl8pPr>
            <a:lvl9pPr algn="ctr">
              <a:defRPr sz="2025" b="1">
                <a:solidFill>
                  <a:srgbClr val="FFFFFF"/>
                </a:solidFill>
                <a:latin typeface="Arial"/>
                <a:ea typeface="Arial"/>
                <a:cs typeface="Arial"/>
              </a:defRPr>
            </a:lvl9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Documents received</a:t>
            </a:r>
          </a:p>
        </p:txBody>
      </p:sp>
      <p:sp>
        <p:nvSpPr>
          <p:cNvPr id="26" name="!!ops.head1">
            <a:extLst xmlns:a="http://schemas.openxmlformats.org/drawingml/2006/main">
              <a:ext uri="{FF2B5EF4-FFF2-40B4-BE49-F238E27FC236}">
                <a16:creationId xmlns:a16="http://schemas.microsoft.com/office/drawing/2014/main" id="{A08C58A4-8632-480D-BA36-0C032424F75F}"/>
              </a:ext>
            </a:extLst>
          </p:cNvPr>
          <p:cNvSpPr>
            <a:spLocks xmlns:a="http://schemas.openxmlformats.org/drawingml/2006/main" noGrp="1"/>
          </p:cNvSpPr>
          <p:nvPr/>
        </p:nvSpPr>
        <p:spPr>
          <a:xfrm xmlns:a="http://schemas.openxmlformats.org/drawingml/2006/main">
            <a:off x="7658100" y="2200275"/>
            <a:ext cx="3333750" cy="45720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FFFFFF"/>
                </a:solidFill>
                <a:latin typeface="Arial"/>
                <a:ea typeface="Arial"/>
                <a:cs typeface="Arial"/>
              </a:defRPr>
            </a:defPPr>
            <a:lvl1pPr algn="ctr">
              <a:defRPr sz="2025" b="1">
                <a:solidFill>
                  <a:srgbClr val="FFFFFF"/>
                </a:solidFill>
                <a:latin typeface="Arial"/>
                <a:ea typeface="Arial"/>
                <a:cs typeface="Arial"/>
              </a:defRPr>
            </a:lvl1pPr>
            <a:lvl2pPr algn="ctr">
              <a:defRPr sz="2025" b="1">
                <a:solidFill>
                  <a:srgbClr val="FFFFFF"/>
                </a:solidFill>
                <a:latin typeface="Arial"/>
                <a:ea typeface="Arial"/>
                <a:cs typeface="Arial"/>
              </a:defRPr>
            </a:lvl2pPr>
            <a:lvl3pPr algn="ctr">
              <a:defRPr sz="2025" b="1">
                <a:solidFill>
                  <a:srgbClr val="FFFFFF"/>
                </a:solidFill>
                <a:latin typeface="Arial"/>
                <a:ea typeface="Arial"/>
                <a:cs typeface="Arial"/>
              </a:defRPr>
            </a:lvl3pPr>
            <a:lvl4pPr algn="ctr">
              <a:defRPr sz="2025" b="1">
                <a:solidFill>
                  <a:srgbClr val="FFFFFF"/>
                </a:solidFill>
                <a:latin typeface="Arial"/>
                <a:ea typeface="Arial"/>
                <a:cs typeface="Arial"/>
              </a:defRPr>
            </a:lvl4pPr>
            <a:lvl5pPr algn="ctr">
              <a:defRPr sz="2025" b="1">
                <a:solidFill>
                  <a:srgbClr val="FFFFFF"/>
                </a:solidFill>
                <a:latin typeface="Arial"/>
                <a:ea typeface="Arial"/>
                <a:cs typeface="Arial"/>
              </a:defRPr>
            </a:lvl5pPr>
            <a:lvl6pPr algn="ctr">
              <a:defRPr sz="2025" b="1">
                <a:solidFill>
                  <a:srgbClr val="FFFFFF"/>
                </a:solidFill>
                <a:latin typeface="Arial"/>
                <a:ea typeface="Arial"/>
                <a:cs typeface="Arial"/>
              </a:defRPr>
            </a:lvl6pPr>
            <a:lvl7pPr algn="ctr">
              <a:defRPr sz="2025" b="1">
                <a:solidFill>
                  <a:srgbClr val="FFFFFF"/>
                </a:solidFill>
                <a:latin typeface="Arial"/>
                <a:ea typeface="Arial"/>
                <a:cs typeface="Arial"/>
              </a:defRPr>
            </a:lvl7pPr>
            <a:lvl8pPr algn="ctr">
              <a:defRPr sz="2025" b="1">
                <a:solidFill>
                  <a:srgbClr val="FFFFFF"/>
                </a:solidFill>
                <a:latin typeface="Arial"/>
                <a:ea typeface="Arial"/>
                <a:cs typeface="Arial"/>
              </a:defRPr>
            </a:lvl8pPr>
            <a:lvl9pPr algn="ctr">
              <a:defRPr sz="2025" b="1">
                <a:solidFill>
                  <a:srgbClr val="FFFFFF"/>
                </a:solidFill>
                <a:latin typeface="Arial"/>
                <a:ea typeface="Arial"/>
                <a:cs typeface="Arial"/>
              </a:defRPr>
            </a:lvl9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Operations work</a:t>
            </a:r>
          </a:p>
        </p:txBody>
      </p:sp>
      <p:sp>
        <p:nvSpPr>
          <p:cNvPr id="27" name="!!ops.head2">
            <a:extLst xmlns:a="http://schemas.openxmlformats.org/drawingml/2006/main">
              <a:ext uri="{FF2B5EF4-FFF2-40B4-BE49-F238E27FC236}">
                <a16:creationId xmlns:a16="http://schemas.microsoft.com/office/drawing/2014/main" id="{A7C73694-6277-4DE8-B0B0-45B13F9D8AE3}"/>
              </a:ext>
            </a:extLst>
          </p:cNvPr>
          <p:cNvSpPr>
            <a:spLocks xmlns:a="http://schemas.openxmlformats.org/drawingml/2006/main" noGrp="1"/>
          </p:cNvSpPr>
          <p:nvPr/>
        </p:nvSpPr>
        <p:spPr>
          <a:xfrm xmlns:a="http://schemas.openxmlformats.org/drawingml/2006/main">
            <a:off x="11258550" y="2200275"/>
            <a:ext cx="3333750" cy="45720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FFFFFF"/>
                </a:solidFill>
                <a:latin typeface="Arial"/>
                <a:ea typeface="Arial"/>
                <a:cs typeface="Arial"/>
              </a:defRPr>
            </a:defPPr>
            <a:lvl1pPr algn="ctr">
              <a:defRPr sz="2025" b="1">
                <a:solidFill>
                  <a:srgbClr val="FFFFFF"/>
                </a:solidFill>
                <a:latin typeface="Arial"/>
                <a:ea typeface="Arial"/>
                <a:cs typeface="Arial"/>
              </a:defRPr>
            </a:lvl1pPr>
            <a:lvl2pPr algn="ctr">
              <a:defRPr sz="2025" b="1">
                <a:solidFill>
                  <a:srgbClr val="FFFFFF"/>
                </a:solidFill>
                <a:latin typeface="Arial"/>
                <a:ea typeface="Arial"/>
                <a:cs typeface="Arial"/>
              </a:defRPr>
            </a:lvl2pPr>
            <a:lvl3pPr algn="ctr">
              <a:defRPr sz="2025" b="1">
                <a:solidFill>
                  <a:srgbClr val="FFFFFF"/>
                </a:solidFill>
                <a:latin typeface="Arial"/>
                <a:ea typeface="Arial"/>
                <a:cs typeface="Arial"/>
              </a:defRPr>
            </a:lvl3pPr>
            <a:lvl4pPr algn="ctr">
              <a:defRPr sz="2025" b="1">
                <a:solidFill>
                  <a:srgbClr val="FFFFFF"/>
                </a:solidFill>
                <a:latin typeface="Arial"/>
                <a:ea typeface="Arial"/>
                <a:cs typeface="Arial"/>
              </a:defRPr>
            </a:lvl4pPr>
            <a:lvl5pPr algn="ctr">
              <a:defRPr sz="2025" b="1">
                <a:solidFill>
                  <a:srgbClr val="FFFFFF"/>
                </a:solidFill>
                <a:latin typeface="Arial"/>
                <a:ea typeface="Arial"/>
                <a:cs typeface="Arial"/>
              </a:defRPr>
            </a:lvl5pPr>
            <a:lvl6pPr algn="ctr">
              <a:defRPr sz="2025" b="1">
                <a:solidFill>
                  <a:srgbClr val="FFFFFF"/>
                </a:solidFill>
                <a:latin typeface="Arial"/>
                <a:ea typeface="Arial"/>
                <a:cs typeface="Arial"/>
              </a:defRPr>
            </a:lvl6pPr>
            <a:lvl7pPr algn="ctr">
              <a:defRPr sz="2025" b="1">
                <a:solidFill>
                  <a:srgbClr val="FFFFFF"/>
                </a:solidFill>
                <a:latin typeface="Arial"/>
                <a:ea typeface="Arial"/>
                <a:cs typeface="Arial"/>
              </a:defRPr>
            </a:lvl7pPr>
            <a:lvl8pPr algn="ctr">
              <a:defRPr sz="2025" b="1">
                <a:solidFill>
                  <a:srgbClr val="FFFFFF"/>
                </a:solidFill>
                <a:latin typeface="Arial"/>
                <a:ea typeface="Arial"/>
                <a:cs typeface="Arial"/>
              </a:defRPr>
            </a:lvl8pPr>
            <a:lvl9pPr algn="ctr">
              <a:defRPr sz="2025" b="1">
                <a:solidFill>
                  <a:srgbClr val="FFFFFF"/>
                </a:solidFill>
                <a:latin typeface="Arial"/>
                <a:ea typeface="Arial"/>
                <a:cs typeface="Arial"/>
              </a:defRPr>
            </a:lvl9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Results retained</a:t>
            </a:r>
          </a:p>
        </p:txBody>
      </p:sp>
      <p:sp>
        <p:nvSpPr>
          <p:cNvPr id="28" name="!!ops.row0.0">
            <a:extLst xmlns:a="http://schemas.openxmlformats.org/drawingml/2006/main">
              <a:ext uri="{FF2B5EF4-FFF2-40B4-BE49-F238E27FC236}">
                <a16:creationId xmlns:a16="http://schemas.microsoft.com/office/drawing/2014/main" id="{E9D200A5-5D8C-4DDC-907E-CAE7EE76B7AE}"/>
              </a:ext>
            </a:extLst>
          </p:cNvPr>
          <p:cNvSpPr>
            <a:spLocks xmlns:a="http://schemas.openxmlformats.org/drawingml/2006/main" noGrp="1"/>
          </p:cNvSpPr>
          <p:nvPr/>
        </p:nvSpPr>
        <p:spPr>
          <a:xfrm xmlns:a="http://schemas.openxmlformats.org/drawingml/2006/main">
            <a:off x="4057650" y="3286125"/>
            <a:ext cx="3333750" cy="828675"/>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875" b="1">
                <a:solidFill>
                  <a:srgbClr val="20262C"/>
                </a:solidFill>
                <a:latin typeface="Arial"/>
                <a:ea typeface="Arial"/>
                <a:cs typeface="Arial"/>
              </a:defRPr>
            </a:defPPr>
            <a:lvl1pPr algn="ctr">
              <a:defRPr sz="1875" b="1">
                <a:solidFill>
                  <a:srgbClr val="20262C"/>
                </a:solidFill>
                <a:latin typeface="Arial"/>
                <a:ea typeface="Arial"/>
                <a:cs typeface="Arial"/>
              </a:defRPr>
            </a:lvl1pPr>
            <a:lvl2pPr algn="ctr">
              <a:defRPr sz="1875" b="1">
                <a:solidFill>
                  <a:srgbClr val="20262C"/>
                </a:solidFill>
                <a:latin typeface="Arial"/>
                <a:ea typeface="Arial"/>
                <a:cs typeface="Arial"/>
              </a:defRPr>
            </a:lvl2pPr>
            <a:lvl3pPr algn="ctr">
              <a:defRPr sz="1875" b="1">
                <a:solidFill>
                  <a:srgbClr val="20262C"/>
                </a:solidFill>
                <a:latin typeface="Arial"/>
                <a:ea typeface="Arial"/>
                <a:cs typeface="Arial"/>
              </a:defRPr>
            </a:lvl3pPr>
            <a:lvl4pPr algn="ctr">
              <a:defRPr sz="1875" b="1">
                <a:solidFill>
                  <a:srgbClr val="20262C"/>
                </a:solidFill>
                <a:latin typeface="Arial"/>
                <a:ea typeface="Arial"/>
                <a:cs typeface="Arial"/>
              </a:defRPr>
            </a:lvl4pPr>
            <a:lvl5pPr algn="ctr">
              <a:defRPr sz="1875" b="1">
                <a:solidFill>
                  <a:srgbClr val="20262C"/>
                </a:solidFill>
                <a:latin typeface="Arial"/>
                <a:ea typeface="Arial"/>
                <a:cs typeface="Arial"/>
              </a:defRPr>
            </a:lvl5pPr>
            <a:lvl6pPr algn="ctr">
              <a:defRPr sz="1875" b="1">
                <a:solidFill>
                  <a:srgbClr val="20262C"/>
                </a:solidFill>
                <a:latin typeface="Arial"/>
                <a:ea typeface="Arial"/>
                <a:cs typeface="Arial"/>
              </a:defRPr>
            </a:lvl6pPr>
            <a:lvl7pPr algn="ctr">
              <a:defRPr sz="1875" b="1">
                <a:solidFill>
                  <a:srgbClr val="20262C"/>
                </a:solidFill>
                <a:latin typeface="Arial"/>
                <a:ea typeface="Arial"/>
                <a:cs typeface="Arial"/>
              </a:defRPr>
            </a:lvl7pPr>
            <a:lvl8pPr algn="ctr">
              <a:defRPr sz="1875" b="1">
                <a:solidFill>
                  <a:srgbClr val="20262C"/>
                </a:solidFill>
                <a:latin typeface="Arial"/>
                <a:ea typeface="Arial"/>
                <a:cs typeface="Arial"/>
              </a:defRPr>
            </a:lvl8pPr>
            <a:lvl9pPr algn="ctr">
              <a:defRPr sz="1875" b="1">
                <a:solidFill>
                  <a:srgbClr val="20262C"/>
                </a:solidFill>
                <a:latin typeface="Arial"/>
                <a:ea typeface="Arial"/>
                <a:cs typeface="Arial"/>
              </a:defRPr>
            </a:lvl9pPr>
          </a:lstStyle>
          <a:p xmlns:a="http://schemas.openxmlformats.org/drawingml/2006/main">
            <a:pPr algn="ctr">
              <a:defRPr sz="1875" b="1">
                <a:solidFill>
                  <a:srgbClr val="20262C"/>
                </a:solidFill>
                <a:latin typeface="Arial"/>
                <a:ea typeface="Arial"/>
                <a:cs typeface="Arial"/>
              </a:defRPr>
            </a:pPr>
            <a:r>
              <a:rPr sz="1875" b="1">
                <a:solidFill>
                  <a:srgbClr val="20262C"/>
                </a:solidFill>
                <a:latin typeface="Arial"/>
                <a:ea typeface="Arial"/>
                <a:cs typeface="Arial"/>
              </a:rPr>
              <a:t>Faxes and scans</a:t>
            </a:r>
          </a:p>
        </p:txBody>
      </p:sp>
      <p:sp>
        <p:nvSpPr>
          <p:cNvPr id="29" name="!!ops.row0.1">
            <a:extLst xmlns:a="http://schemas.openxmlformats.org/drawingml/2006/main">
              <a:ext uri="{FF2B5EF4-FFF2-40B4-BE49-F238E27FC236}">
                <a16:creationId xmlns:a16="http://schemas.microsoft.com/office/drawing/2014/main" id="{D401D70E-67FD-428A-BA8A-0E2D2EAEBDB6}"/>
              </a:ext>
            </a:extLst>
          </p:cNvPr>
          <p:cNvSpPr>
            <a:spLocks xmlns:a="http://schemas.openxmlformats.org/drawingml/2006/main" noGrp="1"/>
          </p:cNvSpPr>
          <p:nvPr/>
        </p:nvSpPr>
        <p:spPr>
          <a:xfrm xmlns:a="http://schemas.openxmlformats.org/drawingml/2006/main">
            <a:off x="7658100" y="3286125"/>
            <a:ext cx="3333750" cy="828675"/>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875" b="1">
                <a:solidFill>
                  <a:srgbClr val="20262C"/>
                </a:solidFill>
                <a:latin typeface="Arial"/>
                <a:ea typeface="Arial"/>
                <a:cs typeface="Arial"/>
              </a:defRPr>
            </a:defPPr>
            <a:lvl1pPr algn="ctr">
              <a:defRPr sz="1875" b="1">
                <a:solidFill>
                  <a:srgbClr val="20262C"/>
                </a:solidFill>
                <a:latin typeface="Arial"/>
                <a:ea typeface="Arial"/>
                <a:cs typeface="Arial"/>
              </a:defRPr>
            </a:lvl1pPr>
            <a:lvl2pPr algn="ctr">
              <a:defRPr sz="1875" b="1">
                <a:solidFill>
                  <a:srgbClr val="20262C"/>
                </a:solidFill>
                <a:latin typeface="Arial"/>
                <a:ea typeface="Arial"/>
                <a:cs typeface="Arial"/>
              </a:defRPr>
            </a:lvl2pPr>
            <a:lvl3pPr algn="ctr">
              <a:defRPr sz="1875" b="1">
                <a:solidFill>
                  <a:srgbClr val="20262C"/>
                </a:solidFill>
                <a:latin typeface="Arial"/>
                <a:ea typeface="Arial"/>
                <a:cs typeface="Arial"/>
              </a:defRPr>
            </a:lvl3pPr>
            <a:lvl4pPr algn="ctr">
              <a:defRPr sz="1875" b="1">
                <a:solidFill>
                  <a:srgbClr val="20262C"/>
                </a:solidFill>
                <a:latin typeface="Arial"/>
                <a:ea typeface="Arial"/>
                <a:cs typeface="Arial"/>
              </a:defRPr>
            </a:lvl4pPr>
            <a:lvl5pPr algn="ctr">
              <a:defRPr sz="1875" b="1">
                <a:solidFill>
                  <a:srgbClr val="20262C"/>
                </a:solidFill>
                <a:latin typeface="Arial"/>
                <a:ea typeface="Arial"/>
                <a:cs typeface="Arial"/>
              </a:defRPr>
            </a:lvl5pPr>
            <a:lvl6pPr algn="ctr">
              <a:defRPr sz="1875" b="1">
                <a:solidFill>
                  <a:srgbClr val="20262C"/>
                </a:solidFill>
                <a:latin typeface="Arial"/>
                <a:ea typeface="Arial"/>
                <a:cs typeface="Arial"/>
              </a:defRPr>
            </a:lvl6pPr>
            <a:lvl7pPr algn="ctr">
              <a:defRPr sz="1875" b="1">
                <a:solidFill>
                  <a:srgbClr val="20262C"/>
                </a:solidFill>
                <a:latin typeface="Arial"/>
                <a:ea typeface="Arial"/>
                <a:cs typeface="Arial"/>
              </a:defRPr>
            </a:lvl7pPr>
            <a:lvl8pPr algn="ctr">
              <a:defRPr sz="1875" b="1">
                <a:solidFill>
                  <a:srgbClr val="20262C"/>
                </a:solidFill>
                <a:latin typeface="Arial"/>
                <a:ea typeface="Arial"/>
                <a:cs typeface="Arial"/>
              </a:defRPr>
            </a:lvl8pPr>
            <a:lvl9pPr algn="ctr">
              <a:defRPr sz="1875" b="1">
                <a:solidFill>
                  <a:srgbClr val="20262C"/>
                </a:solidFill>
                <a:latin typeface="Arial"/>
                <a:ea typeface="Arial"/>
                <a:cs typeface="Arial"/>
              </a:defRPr>
            </a:lvl9pPr>
          </a:lstStyle>
          <a:p xmlns:a="http://schemas.openxmlformats.org/drawingml/2006/main">
            <a:pPr algn="ctr">
              <a:defRPr sz="1875" b="1">
                <a:solidFill>
                  <a:srgbClr val="20262C"/>
                </a:solidFill>
                <a:latin typeface="Arial"/>
                <a:ea typeface="Arial"/>
                <a:cs typeface="Arial"/>
              </a:defRPr>
            </a:pPr>
            <a:r>
              <a:rPr sz="1875" b="1">
                <a:solidFill>
                  <a:srgbClr val="20262C"/>
                </a:solidFill>
                <a:latin typeface="Arial"/>
                <a:ea typeface="Arial"/>
                <a:cs typeface="Arial"/>
              </a:rPr>
              <a:t>Enter and check fields</a:t>
            </a:r>
          </a:p>
        </p:txBody>
      </p:sp>
      <p:sp>
        <p:nvSpPr>
          <p:cNvPr id="30" name="!!ops.row0.2">
            <a:extLst xmlns:a="http://schemas.openxmlformats.org/drawingml/2006/main">
              <a:ext uri="{FF2B5EF4-FFF2-40B4-BE49-F238E27FC236}">
                <a16:creationId xmlns:a16="http://schemas.microsoft.com/office/drawing/2014/main" id="{08B87D0C-09E5-47F3-B927-6294F840E4FF}"/>
              </a:ext>
            </a:extLst>
          </p:cNvPr>
          <p:cNvSpPr>
            <a:spLocks xmlns:a="http://schemas.openxmlformats.org/drawingml/2006/main" noGrp="1"/>
          </p:cNvSpPr>
          <p:nvPr/>
        </p:nvSpPr>
        <p:spPr>
          <a:xfrm xmlns:a="http://schemas.openxmlformats.org/drawingml/2006/main">
            <a:off x="11258550" y="3286125"/>
            <a:ext cx="3333750" cy="828675"/>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875" b="1">
                <a:solidFill>
                  <a:srgbClr val="20262C"/>
                </a:solidFill>
                <a:latin typeface="Arial"/>
                <a:ea typeface="Arial"/>
                <a:cs typeface="Arial"/>
              </a:defRPr>
            </a:defPPr>
            <a:lvl1pPr algn="ctr">
              <a:defRPr sz="1875" b="1">
                <a:solidFill>
                  <a:srgbClr val="20262C"/>
                </a:solidFill>
                <a:latin typeface="Arial"/>
                <a:ea typeface="Arial"/>
                <a:cs typeface="Arial"/>
              </a:defRPr>
            </a:lvl1pPr>
            <a:lvl2pPr algn="ctr">
              <a:defRPr sz="1875" b="1">
                <a:solidFill>
                  <a:srgbClr val="20262C"/>
                </a:solidFill>
                <a:latin typeface="Arial"/>
                <a:ea typeface="Arial"/>
                <a:cs typeface="Arial"/>
              </a:defRPr>
            </a:lvl2pPr>
            <a:lvl3pPr algn="ctr">
              <a:defRPr sz="1875" b="1">
                <a:solidFill>
                  <a:srgbClr val="20262C"/>
                </a:solidFill>
                <a:latin typeface="Arial"/>
                <a:ea typeface="Arial"/>
                <a:cs typeface="Arial"/>
              </a:defRPr>
            </a:lvl3pPr>
            <a:lvl4pPr algn="ctr">
              <a:defRPr sz="1875" b="1">
                <a:solidFill>
                  <a:srgbClr val="20262C"/>
                </a:solidFill>
                <a:latin typeface="Arial"/>
                <a:ea typeface="Arial"/>
                <a:cs typeface="Arial"/>
              </a:defRPr>
            </a:lvl4pPr>
            <a:lvl5pPr algn="ctr">
              <a:defRPr sz="1875" b="1">
                <a:solidFill>
                  <a:srgbClr val="20262C"/>
                </a:solidFill>
                <a:latin typeface="Arial"/>
                <a:ea typeface="Arial"/>
                <a:cs typeface="Arial"/>
              </a:defRPr>
            </a:lvl5pPr>
            <a:lvl6pPr algn="ctr">
              <a:defRPr sz="1875" b="1">
                <a:solidFill>
                  <a:srgbClr val="20262C"/>
                </a:solidFill>
                <a:latin typeface="Arial"/>
                <a:ea typeface="Arial"/>
                <a:cs typeface="Arial"/>
              </a:defRPr>
            </a:lvl6pPr>
            <a:lvl7pPr algn="ctr">
              <a:defRPr sz="1875" b="1">
                <a:solidFill>
                  <a:srgbClr val="20262C"/>
                </a:solidFill>
                <a:latin typeface="Arial"/>
                <a:ea typeface="Arial"/>
                <a:cs typeface="Arial"/>
              </a:defRPr>
            </a:lvl7pPr>
            <a:lvl8pPr algn="ctr">
              <a:defRPr sz="1875" b="1">
                <a:solidFill>
                  <a:srgbClr val="20262C"/>
                </a:solidFill>
                <a:latin typeface="Arial"/>
                <a:ea typeface="Arial"/>
                <a:cs typeface="Arial"/>
              </a:defRPr>
            </a:lvl8pPr>
            <a:lvl9pPr algn="ctr">
              <a:defRPr sz="1875" b="1">
                <a:solidFill>
                  <a:srgbClr val="20262C"/>
                </a:solidFill>
                <a:latin typeface="Arial"/>
                <a:ea typeface="Arial"/>
                <a:cs typeface="Arial"/>
              </a:defRPr>
            </a:lvl9pPr>
          </a:lstStyle>
          <a:p xmlns:a="http://schemas.openxmlformats.org/drawingml/2006/main">
            <a:pPr algn="ctr">
              <a:defRPr sz="1875" b="1">
                <a:solidFill>
                  <a:srgbClr val="20262C"/>
                </a:solidFill>
                <a:latin typeface="Arial"/>
                <a:ea typeface="Arial"/>
                <a:cs typeface="Arial"/>
              </a:defRPr>
            </a:pPr>
            <a:r>
              <a:rPr sz="1875" b="1">
                <a:solidFill>
                  <a:srgbClr val="20262C"/>
                </a:solidFill>
                <a:latin typeface="Arial"/>
                <a:ea typeface="Arial"/>
                <a:cs typeface="Arial"/>
              </a:rPr>
              <a:t>Business records</a:t>
            </a:r>
          </a:p>
        </p:txBody>
      </p:sp>
      <p:sp>
        <p:nvSpPr>
          <p:cNvPr id="31" name="!!ops.a0.line">
            <a:extLst xmlns:a="http://schemas.openxmlformats.org/drawingml/2006/main">
              <a:ext uri="{FF2B5EF4-FFF2-40B4-BE49-F238E27FC236}">
                <a16:creationId xmlns:a16="http://schemas.microsoft.com/office/drawing/2014/main" id="{78CFA787-A4B9-4C14-9540-842F7EF54FB0}"/>
              </a:ext>
            </a:extLst>
          </p:cNvPr>
          <p:cNvSpPr>
            <a:spLocks xmlns:a="http://schemas.openxmlformats.org/drawingml/2006/main" noGrp="1"/>
          </p:cNvSpPr>
          <p:nvPr/>
        </p:nvSpPr>
        <p:spPr>
          <a:xfrm xmlns:a="http://schemas.openxmlformats.org/drawingml/2006/main" flipH="0" flipV="0">
            <a:off x="7448550" y="3695700"/>
            <a:ext cx="133350" cy="953"/>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32" name="!!ops.a0.tip">
            <a:extLst xmlns:a="http://schemas.openxmlformats.org/drawingml/2006/main">
              <a:ext uri="{FF2B5EF4-FFF2-40B4-BE49-F238E27FC236}">
                <a16:creationId xmlns:a16="http://schemas.microsoft.com/office/drawing/2014/main" id="{03287B7D-BA8C-4BEE-BD07-7B886CD735E0}"/>
              </a:ext>
            </a:extLst>
          </p:cNvPr>
          <p:cNvSpPr>
            <a:spLocks xmlns:a="http://schemas.openxmlformats.org/drawingml/2006/main" noGrp="1"/>
          </p:cNvSpPr>
          <p:nvPr/>
        </p:nvSpPr>
        <p:spPr>
          <a:xfrm xmlns:a="http://schemas.openxmlformats.org/drawingml/2006/main" rot="5400000">
            <a:off x="7524750" y="3638550"/>
            <a:ext cx="114300" cy="11430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33" name="!!ops.b0.line">
            <a:extLst xmlns:a="http://schemas.openxmlformats.org/drawingml/2006/main">
              <a:ext uri="{FF2B5EF4-FFF2-40B4-BE49-F238E27FC236}">
                <a16:creationId xmlns:a16="http://schemas.microsoft.com/office/drawing/2014/main" id="{2E0AE523-A8A6-48FF-A7DF-24C56F49F696}"/>
              </a:ext>
            </a:extLst>
          </p:cNvPr>
          <p:cNvSpPr>
            <a:spLocks xmlns:a="http://schemas.openxmlformats.org/drawingml/2006/main" noGrp="1"/>
          </p:cNvSpPr>
          <p:nvPr/>
        </p:nvSpPr>
        <p:spPr>
          <a:xfrm xmlns:a="http://schemas.openxmlformats.org/drawingml/2006/main" flipH="0" flipV="0">
            <a:off x="11049000" y="3695700"/>
            <a:ext cx="133350" cy="953"/>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34" name="!!ops.b0.tip">
            <a:extLst xmlns:a="http://schemas.openxmlformats.org/drawingml/2006/main">
              <a:ext uri="{FF2B5EF4-FFF2-40B4-BE49-F238E27FC236}">
                <a16:creationId xmlns:a16="http://schemas.microsoft.com/office/drawing/2014/main" id="{B6901E47-BF86-4870-8285-D75095572FDD}"/>
              </a:ext>
            </a:extLst>
          </p:cNvPr>
          <p:cNvSpPr>
            <a:spLocks xmlns:a="http://schemas.openxmlformats.org/drawingml/2006/main" noGrp="1"/>
          </p:cNvSpPr>
          <p:nvPr/>
        </p:nvSpPr>
        <p:spPr>
          <a:xfrm xmlns:a="http://schemas.openxmlformats.org/drawingml/2006/main" rot="5400000">
            <a:off x="11125200" y="3638550"/>
            <a:ext cx="114300" cy="11430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35" name="!!ops.row1.0">
            <a:extLst xmlns:a="http://schemas.openxmlformats.org/drawingml/2006/main">
              <a:ext uri="{FF2B5EF4-FFF2-40B4-BE49-F238E27FC236}">
                <a16:creationId xmlns:a16="http://schemas.microsoft.com/office/drawing/2014/main" id="{8A1775D7-BB68-48BC-B0F1-4B801AC5342D}"/>
              </a:ext>
            </a:extLst>
          </p:cNvPr>
          <p:cNvSpPr>
            <a:spLocks xmlns:a="http://schemas.openxmlformats.org/drawingml/2006/main" noGrp="1"/>
          </p:cNvSpPr>
          <p:nvPr/>
        </p:nvSpPr>
        <p:spPr>
          <a:xfrm xmlns:a="http://schemas.openxmlformats.org/drawingml/2006/main">
            <a:off x="4057650" y="4591050"/>
            <a:ext cx="3333750" cy="828675"/>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875" b="1">
                <a:solidFill>
                  <a:srgbClr val="20262C"/>
                </a:solidFill>
                <a:latin typeface="Arial"/>
                <a:ea typeface="Arial"/>
                <a:cs typeface="Arial"/>
              </a:defRPr>
            </a:defPPr>
            <a:lvl1pPr algn="ctr">
              <a:defRPr sz="1875" b="1">
                <a:solidFill>
                  <a:srgbClr val="20262C"/>
                </a:solidFill>
                <a:latin typeface="Arial"/>
                <a:ea typeface="Arial"/>
                <a:cs typeface="Arial"/>
              </a:defRPr>
            </a:lvl1pPr>
            <a:lvl2pPr algn="ctr">
              <a:defRPr sz="1875" b="1">
                <a:solidFill>
                  <a:srgbClr val="20262C"/>
                </a:solidFill>
                <a:latin typeface="Arial"/>
                <a:ea typeface="Arial"/>
                <a:cs typeface="Arial"/>
              </a:defRPr>
            </a:lvl2pPr>
            <a:lvl3pPr algn="ctr">
              <a:defRPr sz="1875" b="1">
                <a:solidFill>
                  <a:srgbClr val="20262C"/>
                </a:solidFill>
                <a:latin typeface="Arial"/>
                <a:ea typeface="Arial"/>
                <a:cs typeface="Arial"/>
              </a:defRPr>
            </a:lvl3pPr>
            <a:lvl4pPr algn="ctr">
              <a:defRPr sz="1875" b="1">
                <a:solidFill>
                  <a:srgbClr val="20262C"/>
                </a:solidFill>
                <a:latin typeface="Arial"/>
                <a:ea typeface="Arial"/>
                <a:cs typeface="Arial"/>
              </a:defRPr>
            </a:lvl4pPr>
            <a:lvl5pPr algn="ctr">
              <a:defRPr sz="1875" b="1">
                <a:solidFill>
                  <a:srgbClr val="20262C"/>
                </a:solidFill>
                <a:latin typeface="Arial"/>
                <a:ea typeface="Arial"/>
                <a:cs typeface="Arial"/>
              </a:defRPr>
            </a:lvl5pPr>
            <a:lvl6pPr algn="ctr">
              <a:defRPr sz="1875" b="1">
                <a:solidFill>
                  <a:srgbClr val="20262C"/>
                </a:solidFill>
                <a:latin typeface="Arial"/>
                <a:ea typeface="Arial"/>
                <a:cs typeface="Arial"/>
              </a:defRPr>
            </a:lvl6pPr>
            <a:lvl7pPr algn="ctr">
              <a:defRPr sz="1875" b="1">
                <a:solidFill>
                  <a:srgbClr val="20262C"/>
                </a:solidFill>
                <a:latin typeface="Arial"/>
                <a:ea typeface="Arial"/>
                <a:cs typeface="Arial"/>
              </a:defRPr>
            </a:lvl7pPr>
            <a:lvl8pPr algn="ctr">
              <a:defRPr sz="1875" b="1">
                <a:solidFill>
                  <a:srgbClr val="20262C"/>
                </a:solidFill>
                <a:latin typeface="Arial"/>
                <a:ea typeface="Arial"/>
                <a:cs typeface="Arial"/>
              </a:defRPr>
            </a:lvl8pPr>
            <a:lvl9pPr algn="ctr">
              <a:defRPr sz="1875" b="1">
                <a:solidFill>
                  <a:srgbClr val="20262C"/>
                </a:solidFill>
                <a:latin typeface="Arial"/>
                <a:ea typeface="Arial"/>
                <a:cs typeface="Arial"/>
              </a:defRPr>
            </a:lvl9pPr>
          </a:lstStyle>
          <a:p xmlns:a="http://schemas.openxmlformats.org/drawingml/2006/main">
            <a:pPr algn="ctr">
              <a:defRPr sz="1875" b="1">
                <a:solidFill>
                  <a:srgbClr val="20262C"/>
                </a:solidFill>
                <a:latin typeface="Arial"/>
                <a:ea typeface="Arial"/>
                <a:cs typeface="Arial"/>
              </a:defRPr>
            </a:pPr>
            <a:r>
              <a:rPr sz="1875" b="1">
                <a:solidFill>
                  <a:srgbClr val="20262C"/>
                </a:solidFill>
                <a:latin typeface="Arial"/>
                <a:ea typeface="Arial"/>
                <a:cs typeface="Arial"/>
              </a:rPr>
              <a:t>Client update V1 / V2</a:t>
            </a:r>
          </a:p>
        </p:txBody>
      </p:sp>
      <p:sp>
        <p:nvSpPr>
          <p:cNvPr id="36" name="!!ops.row1.1">
            <a:extLst xmlns:a="http://schemas.openxmlformats.org/drawingml/2006/main">
              <a:ext uri="{FF2B5EF4-FFF2-40B4-BE49-F238E27FC236}">
                <a16:creationId xmlns:a16="http://schemas.microsoft.com/office/drawing/2014/main" id="{80170571-9732-40DC-9957-200799CC9EF2}"/>
              </a:ext>
            </a:extLst>
          </p:cNvPr>
          <p:cNvSpPr>
            <a:spLocks xmlns:a="http://schemas.openxmlformats.org/drawingml/2006/main" noGrp="1"/>
          </p:cNvSpPr>
          <p:nvPr/>
        </p:nvSpPr>
        <p:spPr>
          <a:xfrm xmlns:a="http://schemas.openxmlformats.org/drawingml/2006/main">
            <a:off x="7658100" y="4591050"/>
            <a:ext cx="3333750" cy="828675"/>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875" b="1">
                <a:solidFill>
                  <a:srgbClr val="20262C"/>
                </a:solidFill>
                <a:latin typeface="Arial"/>
                <a:ea typeface="Arial"/>
                <a:cs typeface="Arial"/>
              </a:defRPr>
            </a:defPPr>
            <a:lvl1pPr algn="ctr">
              <a:defRPr sz="1875" b="1">
                <a:solidFill>
                  <a:srgbClr val="20262C"/>
                </a:solidFill>
                <a:latin typeface="Arial"/>
                <a:ea typeface="Arial"/>
                <a:cs typeface="Arial"/>
              </a:defRPr>
            </a:lvl1pPr>
            <a:lvl2pPr algn="ctr">
              <a:defRPr sz="1875" b="1">
                <a:solidFill>
                  <a:srgbClr val="20262C"/>
                </a:solidFill>
                <a:latin typeface="Arial"/>
                <a:ea typeface="Arial"/>
                <a:cs typeface="Arial"/>
              </a:defRPr>
            </a:lvl2pPr>
            <a:lvl3pPr algn="ctr">
              <a:defRPr sz="1875" b="1">
                <a:solidFill>
                  <a:srgbClr val="20262C"/>
                </a:solidFill>
                <a:latin typeface="Arial"/>
                <a:ea typeface="Arial"/>
                <a:cs typeface="Arial"/>
              </a:defRPr>
            </a:lvl3pPr>
            <a:lvl4pPr algn="ctr">
              <a:defRPr sz="1875" b="1">
                <a:solidFill>
                  <a:srgbClr val="20262C"/>
                </a:solidFill>
                <a:latin typeface="Arial"/>
                <a:ea typeface="Arial"/>
                <a:cs typeface="Arial"/>
              </a:defRPr>
            </a:lvl4pPr>
            <a:lvl5pPr algn="ctr">
              <a:defRPr sz="1875" b="1">
                <a:solidFill>
                  <a:srgbClr val="20262C"/>
                </a:solidFill>
                <a:latin typeface="Arial"/>
                <a:ea typeface="Arial"/>
                <a:cs typeface="Arial"/>
              </a:defRPr>
            </a:lvl5pPr>
            <a:lvl6pPr algn="ctr">
              <a:defRPr sz="1875" b="1">
                <a:solidFill>
                  <a:srgbClr val="20262C"/>
                </a:solidFill>
                <a:latin typeface="Arial"/>
                <a:ea typeface="Arial"/>
                <a:cs typeface="Arial"/>
              </a:defRPr>
            </a:lvl6pPr>
            <a:lvl7pPr algn="ctr">
              <a:defRPr sz="1875" b="1">
                <a:solidFill>
                  <a:srgbClr val="20262C"/>
                </a:solidFill>
                <a:latin typeface="Arial"/>
                <a:ea typeface="Arial"/>
                <a:cs typeface="Arial"/>
              </a:defRPr>
            </a:lvl7pPr>
            <a:lvl8pPr algn="ctr">
              <a:defRPr sz="1875" b="1">
                <a:solidFill>
                  <a:srgbClr val="20262C"/>
                </a:solidFill>
                <a:latin typeface="Arial"/>
                <a:ea typeface="Arial"/>
                <a:cs typeface="Arial"/>
              </a:defRPr>
            </a:lvl8pPr>
            <a:lvl9pPr algn="ctr">
              <a:defRPr sz="1875" b="1">
                <a:solidFill>
                  <a:srgbClr val="20262C"/>
                </a:solidFill>
                <a:latin typeface="Arial"/>
                <a:ea typeface="Arial"/>
                <a:cs typeface="Arial"/>
              </a:defRPr>
            </a:lvl9pPr>
          </a:lstStyle>
          <a:p xmlns:a="http://schemas.openxmlformats.org/drawingml/2006/main">
            <a:pPr algn="ctr">
              <a:defRPr sz="1875" b="1">
                <a:solidFill>
                  <a:srgbClr val="20262C"/>
                </a:solidFill>
                <a:latin typeface="Arial"/>
                <a:ea typeface="Arial"/>
                <a:cs typeface="Arial"/>
              </a:defRPr>
            </a:pPr>
            <a:r>
              <a:rPr sz="1875" b="1">
                <a:solidFill>
                  <a:srgbClr val="20262C"/>
                </a:solidFill>
                <a:latin typeface="Arial"/>
                <a:ea typeface="Arial"/>
                <a:cs typeface="Arial"/>
              </a:rPr>
              <a:t>Find and interpret changes</a:t>
            </a:r>
          </a:p>
        </p:txBody>
      </p:sp>
      <p:sp>
        <p:nvSpPr>
          <p:cNvPr id="37" name="!!ops.row1.2">
            <a:extLst xmlns:a="http://schemas.openxmlformats.org/drawingml/2006/main">
              <a:ext uri="{FF2B5EF4-FFF2-40B4-BE49-F238E27FC236}">
                <a16:creationId xmlns:a16="http://schemas.microsoft.com/office/drawing/2014/main" id="{D86BCAF9-7E3C-417B-B881-C1F91DAA84DA}"/>
              </a:ext>
            </a:extLst>
          </p:cNvPr>
          <p:cNvSpPr>
            <a:spLocks xmlns:a="http://schemas.openxmlformats.org/drawingml/2006/main" noGrp="1"/>
          </p:cNvSpPr>
          <p:nvPr/>
        </p:nvSpPr>
        <p:spPr>
          <a:xfrm xmlns:a="http://schemas.openxmlformats.org/drawingml/2006/main">
            <a:off x="11258550" y="4591050"/>
            <a:ext cx="3333750" cy="828675"/>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875" b="1">
                <a:solidFill>
                  <a:srgbClr val="20262C"/>
                </a:solidFill>
                <a:latin typeface="Arial"/>
                <a:ea typeface="Arial"/>
                <a:cs typeface="Arial"/>
              </a:defRPr>
            </a:defPPr>
            <a:lvl1pPr algn="ctr">
              <a:defRPr sz="1875" b="1">
                <a:solidFill>
                  <a:srgbClr val="20262C"/>
                </a:solidFill>
                <a:latin typeface="Arial"/>
                <a:ea typeface="Arial"/>
                <a:cs typeface="Arial"/>
              </a:defRPr>
            </a:lvl1pPr>
            <a:lvl2pPr algn="ctr">
              <a:defRPr sz="1875" b="1">
                <a:solidFill>
                  <a:srgbClr val="20262C"/>
                </a:solidFill>
                <a:latin typeface="Arial"/>
                <a:ea typeface="Arial"/>
                <a:cs typeface="Arial"/>
              </a:defRPr>
            </a:lvl2pPr>
            <a:lvl3pPr algn="ctr">
              <a:defRPr sz="1875" b="1">
                <a:solidFill>
                  <a:srgbClr val="20262C"/>
                </a:solidFill>
                <a:latin typeface="Arial"/>
                <a:ea typeface="Arial"/>
                <a:cs typeface="Arial"/>
              </a:defRPr>
            </a:lvl3pPr>
            <a:lvl4pPr algn="ctr">
              <a:defRPr sz="1875" b="1">
                <a:solidFill>
                  <a:srgbClr val="20262C"/>
                </a:solidFill>
                <a:latin typeface="Arial"/>
                <a:ea typeface="Arial"/>
                <a:cs typeface="Arial"/>
              </a:defRPr>
            </a:lvl4pPr>
            <a:lvl5pPr algn="ctr">
              <a:defRPr sz="1875" b="1">
                <a:solidFill>
                  <a:srgbClr val="20262C"/>
                </a:solidFill>
                <a:latin typeface="Arial"/>
                <a:ea typeface="Arial"/>
                <a:cs typeface="Arial"/>
              </a:defRPr>
            </a:lvl5pPr>
            <a:lvl6pPr algn="ctr">
              <a:defRPr sz="1875" b="1">
                <a:solidFill>
                  <a:srgbClr val="20262C"/>
                </a:solidFill>
                <a:latin typeface="Arial"/>
                <a:ea typeface="Arial"/>
                <a:cs typeface="Arial"/>
              </a:defRPr>
            </a:lvl6pPr>
            <a:lvl7pPr algn="ctr">
              <a:defRPr sz="1875" b="1">
                <a:solidFill>
                  <a:srgbClr val="20262C"/>
                </a:solidFill>
                <a:latin typeface="Arial"/>
                <a:ea typeface="Arial"/>
                <a:cs typeface="Arial"/>
              </a:defRPr>
            </a:lvl7pPr>
            <a:lvl8pPr algn="ctr">
              <a:defRPr sz="1875" b="1">
                <a:solidFill>
                  <a:srgbClr val="20262C"/>
                </a:solidFill>
                <a:latin typeface="Arial"/>
                <a:ea typeface="Arial"/>
                <a:cs typeface="Arial"/>
              </a:defRPr>
            </a:lvl8pPr>
            <a:lvl9pPr algn="ctr">
              <a:defRPr sz="1875" b="1">
                <a:solidFill>
                  <a:srgbClr val="20262C"/>
                </a:solidFill>
                <a:latin typeface="Arial"/>
                <a:ea typeface="Arial"/>
                <a:cs typeface="Arial"/>
              </a:defRPr>
            </a:lvl9pPr>
          </a:lstStyle>
          <a:p xmlns:a="http://schemas.openxmlformats.org/drawingml/2006/main">
            <a:pPr algn="ctr">
              <a:defRPr sz="1875" b="1">
                <a:solidFill>
                  <a:srgbClr val="20262C"/>
                </a:solidFill>
                <a:latin typeface="Arial"/>
                <a:ea typeface="Arial"/>
                <a:cs typeface="Arial"/>
              </a:defRPr>
            </a:pPr>
            <a:r>
              <a:rPr sz="1875" b="1">
                <a:solidFill>
                  <a:srgbClr val="20262C"/>
                </a:solidFill>
                <a:latin typeface="Arial"/>
                <a:ea typeface="Arial"/>
                <a:cs typeface="Arial"/>
              </a:rPr>
              <a:t>Change list</a:t>
            </a:r>
          </a:p>
        </p:txBody>
      </p:sp>
      <p:sp>
        <p:nvSpPr>
          <p:cNvPr id="38" name="!!ops.a1.line">
            <a:extLst xmlns:a="http://schemas.openxmlformats.org/drawingml/2006/main">
              <a:ext uri="{FF2B5EF4-FFF2-40B4-BE49-F238E27FC236}">
                <a16:creationId xmlns:a16="http://schemas.microsoft.com/office/drawing/2014/main" id="{5D668E37-2D2A-4335-B396-5EB601F5D4B8}"/>
              </a:ext>
            </a:extLst>
          </p:cNvPr>
          <p:cNvSpPr>
            <a:spLocks xmlns:a="http://schemas.openxmlformats.org/drawingml/2006/main" noGrp="1"/>
          </p:cNvSpPr>
          <p:nvPr/>
        </p:nvSpPr>
        <p:spPr>
          <a:xfrm xmlns:a="http://schemas.openxmlformats.org/drawingml/2006/main" flipH="0" flipV="0">
            <a:off x="7448550" y="5000625"/>
            <a:ext cx="133350" cy="953"/>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39" name="!!ops.a1.tip">
            <a:extLst xmlns:a="http://schemas.openxmlformats.org/drawingml/2006/main">
              <a:ext uri="{FF2B5EF4-FFF2-40B4-BE49-F238E27FC236}">
                <a16:creationId xmlns:a16="http://schemas.microsoft.com/office/drawing/2014/main" id="{22142BEB-2C40-4B12-B457-611199AE4349}"/>
              </a:ext>
            </a:extLst>
          </p:cNvPr>
          <p:cNvSpPr>
            <a:spLocks xmlns:a="http://schemas.openxmlformats.org/drawingml/2006/main" noGrp="1"/>
          </p:cNvSpPr>
          <p:nvPr/>
        </p:nvSpPr>
        <p:spPr>
          <a:xfrm xmlns:a="http://schemas.openxmlformats.org/drawingml/2006/main" rot="5400000">
            <a:off x="7524750" y="4943475"/>
            <a:ext cx="114300" cy="11430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40" name="!!ops.b1.line">
            <a:extLst xmlns:a="http://schemas.openxmlformats.org/drawingml/2006/main">
              <a:ext uri="{FF2B5EF4-FFF2-40B4-BE49-F238E27FC236}">
                <a16:creationId xmlns:a16="http://schemas.microsoft.com/office/drawing/2014/main" id="{B225E541-2932-4E92-BE67-E26987D7B790}"/>
              </a:ext>
            </a:extLst>
          </p:cNvPr>
          <p:cNvSpPr>
            <a:spLocks xmlns:a="http://schemas.openxmlformats.org/drawingml/2006/main" noGrp="1"/>
          </p:cNvSpPr>
          <p:nvPr/>
        </p:nvSpPr>
        <p:spPr>
          <a:xfrm xmlns:a="http://schemas.openxmlformats.org/drawingml/2006/main" flipH="0" flipV="0">
            <a:off x="11049000" y="5000625"/>
            <a:ext cx="133350" cy="953"/>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41" name="!!ops.b1.tip">
            <a:extLst xmlns:a="http://schemas.openxmlformats.org/drawingml/2006/main">
              <a:ext uri="{FF2B5EF4-FFF2-40B4-BE49-F238E27FC236}">
                <a16:creationId xmlns:a16="http://schemas.microsoft.com/office/drawing/2014/main" id="{7134E3F2-6A09-4868-9B21-2F8BB1B945E4}"/>
              </a:ext>
            </a:extLst>
          </p:cNvPr>
          <p:cNvSpPr>
            <a:spLocks xmlns:a="http://schemas.openxmlformats.org/drawingml/2006/main" noGrp="1"/>
          </p:cNvSpPr>
          <p:nvPr/>
        </p:nvSpPr>
        <p:spPr>
          <a:xfrm xmlns:a="http://schemas.openxmlformats.org/drawingml/2006/main" rot="5400000">
            <a:off x="11125200" y="4943475"/>
            <a:ext cx="114300" cy="11430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42" name="!!ops.row2.0">
            <a:extLst xmlns:a="http://schemas.openxmlformats.org/drawingml/2006/main">
              <a:ext uri="{FF2B5EF4-FFF2-40B4-BE49-F238E27FC236}">
                <a16:creationId xmlns:a16="http://schemas.microsoft.com/office/drawing/2014/main" id="{E879BCAA-792A-44E8-8C92-465B3EA70492}"/>
              </a:ext>
            </a:extLst>
          </p:cNvPr>
          <p:cNvSpPr>
            <a:spLocks xmlns:a="http://schemas.openxmlformats.org/drawingml/2006/main" noGrp="1"/>
          </p:cNvSpPr>
          <p:nvPr/>
        </p:nvSpPr>
        <p:spPr>
          <a:xfrm xmlns:a="http://schemas.openxmlformats.org/drawingml/2006/main">
            <a:off x="4057650" y="5895975"/>
            <a:ext cx="3333750" cy="828675"/>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875" b="1">
                <a:solidFill>
                  <a:srgbClr val="20262C"/>
                </a:solidFill>
                <a:latin typeface="Arial"/>
                <a:ea typeface="Arial"/>
                <a:cs typeface="Arial"/>
              </a:defRPr>
            </a:defPPr>
            <a:lvl1pPr algn="ctr">
              <a:defRPr sz="1875" b="1">
                <a:solidFill>
                  <a:srgbClr val="20262C"/>
                </a:solidFill>
                <a:latin typeface="Arial"/>
                <a:ea typeface="Arial"/>
                <a:cs typeface="Arial"/>
              </a:defRPr>
            </a:lvl1pPr>
            <a:lvl2pPr algn="ctr">
              <a:defRPr sz="1875" b="1">
                <a:solidFill>
                  <a:srgbClr val="20262C"/>
                </a:solidFill>
                <a:latin typeface="Arial"/>
                <a:ea typeface="Arial"/>
                <a:cs typeface="Arial"/>
              </a:defRPr>
            </a:lvl2pPr>
            <a:lvl3pPr algn="ctr">
              <a:defRPr sz="1875" b="1">
                <a:solidFill>
                  <a:srgbClr val="20262C"/>
                </a:solidFill>
                <a:latin typeface="Arial"/>
                <a:ea typeface="Arial"/>
                <a:cs typeface="Arial"/>
              </a:defRPr>
            </a:lvl3pPr>
            <a:lvl4pPr algn="ctr">
              <a:defRPr sz="1875" b="1">
                <a:solidFill>
                  <a:srgbClr val="20262C"/>
                </a:solidFill>
                <a:latin typeface="Arial"/>
                <a:ea typeface="Arial"/>
                <a:cs typeface="Arial"/>
              </a:defRPr>
            </a:lvl4pPr>
            <a:lvl5pPr algn="ctr">
              <a:defRPr sz="1875" b="1">
                <a:solidFill>
                  <a:srgbClr val="20262C"/>
                </a:solidFill>
                <a:latin typeface="Arial"/>
                <a:ea typeface="Arial"/>
                <a:cs typeface="Arial"/>
              </a:defRPr>
            </a:lvl5pPr>
            <a:lvl6pPr algn="ctr">
              <a:defRPr sz="1875" b="1">
                <a:solidFill>
                  <a:srgbClr val="20262C"/>
                </a:solidFill>
                <a:latin typeface="Arial"/>
                <a:ea typeface="Arial"/>
                <a:cs typeface="Arial"/>
              </a:defRPr>
            </a:lvl6pPr>
            <a:lvl7pPr algn="ctr">
              <a:defRPr sz="1875" b="1">
                <a:solidFill>
                  <a:srgbClr val="20262C"/>
                </a:solidFill>
                <a:latin typeface="Arial"/>
                <a:ea typeface="Arial"/>
                <a:cs typeface="Arial"/>
              </a:defRPr>
            </a:lvl7pPr>
            <a:lvl8pPr algn="ctr">
              <a:defRPr sz="1875" b="1">
                <a:solidFill>
                  <a:srgbClr val="20262C"/>
                </a:solidFill>
                <a:latin typeface="Arial"/>
                <a:ea typeface="Arial"/>
                <a:cs typeface="Arial"/>
              </a:defRPr>
            </a:lvl8pPr>
            <a:lvl9pPr algn="ctr">
              <a:defRPr sz="1875" b="1">
                <a:solidFill>
                  <a:srgbClr val="20262C"/>
                </a:solidFill>
                <a:latin typeface="Arial"/>
                <a:ea typeface="Arial"/>
                <a:cs typeface="Arial"/>
              </a:defRPr>
            </a:lvl9pPr>
          </a:lstStyle>
          <a:p xmlns:a="http://schemas.openxmlformats.org/drawingml/2006/main">
            <a:pPr algn="ctr">
              <a:defRPr sz="1875" b="1">
                <a:solidFill>
                  <a:srgbClr val="20262C"/>
                </a:solidFill>
                <a:latin typeface="Arial"/>
                <a:ea typeface="Arial"/>
                <a:cs typeface="Arial"/>
              </a:defRPr>
            </a:pPr>
            <a:r>
              <a:rPr sz="1875" b="1">
                <a:solidFill>
                  <a:srgbClr val="20262C"/>
                </a:solidFill>
                <a:latin typeface="Arial"/>
                <a:ea typeface="Arial"/>
                <a:cs typeface="Arial"/>
              </a:rPr>
              <a:t>Related electronic files</a:t>
            </a:r>
          </a:p>
        </p:txBody>
      </p:sp>
      <p:sp>
        <p:nvSpPr>
          <p:cNvPr id="43" name="!!ops.row2.1">
            <a:extLst xmlns:a="http://schemas.openxmlformats.org/drawingml/2006/main">
              <a:ext uri="{FF2B5EF4-FFF2-40B4-BE49-F238E27FC236}">
                <a16:creationId xmlns:a16="http://schemas.microsoft.com/office/drawing/2014/main" id="{B3CB258D-EEE7-425F-B386-7D4A4EF40174}"/>
              </a:ext>
            </a:extLst>
          </p:cNvPr>
          <p:cNvSpPr>
            <a:spLocks xmlns:a="http://schemas.openxmlformats.org/drawingml/2006/main" noGrp="1"/>
          </p:cNvSpPr>
          <p:nvPr/>
        </p:nvSpPr>
        <p:spPr>
          <a:xfrm xmlns:a="http://schemas.openxmlformats.org/drawingml/2006/main">
            <a:off x="7658100" y="5895975"/>
            <a:ext cx="3333750" cy="828675"/>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875" b="1">
                <a:solidFill>
                  <a:srgbClr val="20262C"/>
                </a:solidFill>
                <a:latin typeface="Arial"/>
                <a:ea typeface="Arial"/>
                <a:cs typeface="Arial"/>
              </a:defRPr>
            </a:defPPr>
            <a:lvl1pPr algn="ctr">
              <a:defRPr sz="1875" b="1">
                <a:solidFill>
                  <a:srgbClr val="20262C"/>
                </a:solidFill>
                <a:latin typeface="Arial"/>
                <a:ea typeface="Arial"/>
                <a:cs typeface="Arial"/>
              </a:defRPr>
            </a:lvl1pPr>
            <a:lvl2pPr algn="ctr">
              <a:defRPr sz="1875" b="1">
                <a:solidFill>
                  <a:srgbClr val="20262C"/>
                </a:solidFill>
                <a:latin typeface="Arial"/>
                <a:ea typeface="Arial"/>
                <a:cs typeface="Arial"/>
              </a:defRPr>
            </a:lvl2pPr>
            <a:lvl3pPr algn="ctr">
              <a:defRPr sz="1875" b="1">
                <a:solidFill>
                  <a:srgbClr val="20262C"/>
                </a:solidFill>
                <a:latin typeface="Arial"/>
                <a:ea typeface="Arial"/>
                <a:cs typeface="Arial"/>
              </a:defRPr>
            </a:lvl3pPr>
            <a:lvl4pPr algn="ctr">
              <a:defRPr sz="1875" b="1">
                <a:solidFill>
                  <a:srgbClr val="20262C"/>
                </a:solidFill>
                <a:latin typeface="Arial"/>
                <a:ea typeface="Arial"/>
                <a:cs typeface="Arial"/>
              </a:defRPr>
            </a:lvl4pPr>
            <a:lvl5pPr algn="ctr">
              <a:defRPr sz="1875" b="1">
                <a:solidFill>
                  <a:srgbClr val="20262C"/>
                </a:solidFill>
                <a:latin typeface="Arial"/>
                <a:ea typeface="Arial"/>
                <a:cs typeface="Arial"/>
              </a:defRPr>
            </a:lvl5pPr>
            <a:lvl6pPr algn="ctr">
              <a:defRPr sz="1875" b="1">
                <a:solidFill>
                  <a:srgbClr val="20262C"/>
                </a:solidFill>
                <a:latin typeface="Arial"/>
                <a:ea typeface="Arial"/>
                <a:cs typeface="Arial"/>
              </a:defRPr>
            </a:lvl6pPr>
            <a:lvl7pPr algn="ctr">
              <a:defRPr sz="1875" b="1">
                <a:solidFill>
                  <a:srgbClr val="20262C"/>
                </a:solidFill>
                <a:latin typeface="Arial"/>
                <a:ea typeface="Arial"/>
                <a:cs typeface="Arial"/>
              </a:defRPr>
            </a:lvl7pPr>
            <a:lvl8pPr algn="ctr">
              <a:defRPr sz="1875" b="1">
                <a:solidFill>
                  <a:srgbClr val="20262C"/>
                </a:solidFill>
                <a:latin typeface="Arial"/>
                <a:ea typeface="Arial"/>
                <a:cs typeface="Arial"/>
              </a:defRPr>
            </a:lvl8pPr>
            <a:lvl9pPr algn="ctr">
              <a:defRPr sz="1875" b="1">
                <a:solidFill>
                  <a:srgbClr val="20262C"/>
                </a:solidFill>
                <a:latin typeface="Arial"/>
                <a:ea typeface="Arial"/>
                <a:cs typeface="Arial"/>
              </a:defRPr>
            </a:lvl9pPr>
          </a:lstStyle>
          <a:p xmlns:a="http://schemas.openxmlformats.org/drawingml/2006/main">
            <a:pPr algn="ctr">
              <a:defRPr sz="1875" b="1">
                <a:solidFill>
                  <a:srgbClr val="20262C"/>
                </a:solidFill>
                <a:latin typeface="Arial"/>
                <a:ea typeface="Arial"/>
                <a:cs typeface="Arial"/>
              </a:defRPr>
            </a:pPr>
            <a:r>
              <a:rPr sz="1875" b="1">
                <a:solidFill>
                  <a:srgbClr val="20262C"/>
                </a:solidFill>
                <a:latin typeface="Arial"/>
                <a:ea typeface="Arial"/>
                <a:cs typeface="Arial"/>
              </a:rPr>
              <a:t>Repeat the edit in each file</a:t>
            </a:r>
          </a:p>
        </p:txBody>
      </p:sp>
      <p:sp>
        <p:nvSpPr>
          <p:cNvPr id="44" name="!!ops.row2.2">
            <a:extLst xmlns:a="http://schemas.openxmlformats.org/drawingml/2006/main">
              <a:ext uri="{FF2B5EF4-FFF2-40B4-BE49-F238E27FC236}">
                <a16:creationId xmlns:a16="http://schemas.microsoft.com/office/drawing/2014/main" id="{6BB269FE-A238-4D19-B87E-3A8B648AED85}"/>
              </a:ext>
            </a:extLst>
          </p:cNvPr>
          <p:cNvSpPr>
            <a:spLocks xmlns:a="http://schemas.openxmlformats.org/drawingml/2006/main" noGrp="1"/>
          </p:cNvSpPr>
          <p:nvPr/>
        </p:nvSpPr>
        <p:spPr>
          <a:xfrm xmlns:a="http://schemas.openxmlformats.org/drawingml/2006/main">
            <a:off x="11258550" y="5895975"/>
            <a:ext cx="3333750" cy="828675"/>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875" b="1">
                <a:solidFill>
                  <a:srgbClr val="20262C"/>
                </a:solidFill>
                <a:latin typeface="Arial"/>
                <a:ea typeface="Arial"/>
                <a:cs typeface="Arial"/>
              </a:defRPr>
            </a:defPPr>
            <a:lvl1pPr algn="ctr">
              <a:defRPr sz="1875" b="1">
                <a:solidFill>
                  <a:srgbClr val="20262C"/>
                </a:solidFill>
                <a:latin typeface="Arial"/>
                <a:ea typeface="Arial"/>
                <a:cs typeface="Arial"/>
              </a:defRPr>
            </a:lvl1pPr>
            <a:lvl2pPr algn="ctr">
              <a:defRPr sz="1875" b="1">
                <a:solidFill>
                  <a:srgbClr val="20262C"/>
                </a:solidFill>
                <a:latin typeface="Arial"/>
                <a:ea typeface="Arial"/>
                <a:cs typeface="Arial"/>
              </a:defRPr>
            </a:lvl2pPr>
            <a:lvl3pPr algn="ctr">
              <a:defRPr sz="1875" b="1">
                <a:solidFill>
                  <a:srgbClr val="20262C"/>
                </a:solidFill>
                <a:latin typeface="Arial"/>
                <a:ea typeface="Arial"/>
                <a:cs typeface="Arial"/>
              </a:defRPr>
            </a:lvl3pPr>
            <a:lvl4pPr algn="ctr">
              <a:defRPr sz="1875" b="1">
                <a:solidFill>
                  <a:srgbClr val="20262C"/>
                </a:solidFill>
                <a:latin typeface="Arial"/>
                <a:ea typeface="Arial"/>
                <a:cs typeface="Arial"/>
              </a:defRPr>
            </a:lvl4pPr>
            <a:lvl5pPr algn="ctr">
              <a:defRPr sz="1875" b="1">
                <a:solidFill>
                  <a:srgbClr val="20262C"/>
                </a:solidFill>
                <a:latin typeface="Arial"/>
                <a:ea typeface="Arial"/>
                <a:cs typeface="Arial"/>
              </a:defRPr>
            </a:lvl5pPr>
            <a:lvl6pPr algn="ctr">
              <a:defRPr sz="1875" b="1">
                <a:solidFill>
                  <a:srgbClr val="20262C"/>
                </a:solidFill>
                <a:latin typeface="Arial"/>
                <a:ea typeface="Arial"/>
                <a:cs typeface="Arial"/>
              </a:defRPr>
            </a:lvl6pPr>
            <a:lvl7pPr algn="ctr">
              <a:defRPr sz="1875" b="1">
                <a:solidFill>
                  <a:srgbClr val="20262C"/>
                </a:solidFill>
                <a:latin typeface="Arial"/>
                <a:ea typeface="Arial"/>
                <a:cs typeface="Arial"/>
              </a:defRPr>
            </a:lvl7pPr>
            <a:lvl8pPr algn="ctr">
              <a:defRPr sz="1875" b="1">
                <a:solidFill>
                  <a:srgbClr val="20262C"/>
                </a:solidFill>
                <a:latin typeface="Arial"/>
                <a:ea typeface="Arial"/>
                <a:cs typeface="Arial"/>
              </a:defRPr>
            </a:lvl8pPr>
            <a:lvl9pPr algn="ctr">
              <a:defRPr sz="1875" b="1">
                <a:solidFill>
                  <a:srgbClr val="20262C"/>
                </a:solidFill>
                <a:latin typeface="Arial"/>
                <a:ea typeface="Arial"/>
                <a:cs typeface="Arial"/>
              </a:defRPr>
            </a:lvl9pPr>
          </a:lstStyle>
          <a:p xmlns:a="http://schemas.openxmlformats.org/drawingml/2006/main">
            <a:pPr algn="ctr">
              <a:defRPr sz="1875" b="1">
                <a:solidFill>
                  <a:srgbClr val="20262C"/>
                </a:solidFill>
                <a:latin typeface="Arial"/>
                <a:ea typeface="Arial"/>
                <a:cs typeface="Arial"/>
              </a:defRPr>
            </a:pPr>
            <a:r>
              <a:rPr sz="1875" b="1">
                <a:solidFill>
                  <a:srgbClr val="20262C"/>
                </a:solidFill>
                <a:latin typeface="Arial"/>
                <a:ea typeface="Arial"/>
                <a:cs typeface="Arial"/>
              </a:rPr>
              <a:t>Updated files</a:t>
            </a:r>
          </a:p>
        </p:txBody>
      </p:sp>
      <p:sp>
        <p:nvSpPr>
          <p:cNvPr id="45" name="!!ops.a2.line">
            <a:extLst xmlns:a="http://schemas.openxmlformats.org/drawingml/2006/main">
              <a:ext uri="{FF2B5EF4-FFF2-40B4-BE49-F238E27FC236}">
                <a16:creationId xmlns:a16="http://schemas.microsoft.com/office/drawing/2014/main" id="{910FD67C-8AAF-4D5C-AD11-EC5006A7DE27}"/>
              </a:ext>
            </a:extLst>
          </p:cNvPr>
          <p:cNvSpPr>
            <a:spLocks xmlns:a="http://schemas.openxmlformats.org/drawingml/2006/main" noGrp="1"/>
          </p:cNvSpPr>
          <p:nvPr/>
        </p:nvSpPr>
        <p:spPr>
          <a:xfrm xmlns:a="http://schemas.openxmlformats.org/drawingml/2006/main" flipH="0" flipV="0">
            <a:off x="7448550" y="6305550"/>
            <a:ext cx="133350" cy="953"/>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46" name="!!ops.a2.tip">
            <a:extLst xmlns:a="http://schemas.openxmlformats.org/drawingml/2006/main">
              <a:ext uri="{FF2B5EF4-FFF2-40B4-BE49-F238E27FC236}">
                <a16:creationId xmlns:a16="http://schemas.microsoft.com/office/drawing/2014/main" id="{36E74081-682A-4C45-917D-933296791748}"/>
              </a:ext>
            </a:extLst>
          </p:cNvPr>
          <p:cNvSpPr>
            <a:spLocks xmlns:a="http://schemas.openxmlformats.org/drawingml/2006/main" noGrp="1"/>
          </p:cNvSpPr>
          <p:nvPr/>
        </p:nvSpPr>
        <p:spPr>
          <a:xfrm xmlns:a="http://schemas.openxmlformats.org/drawingml/2006/main" rot="5400000">
            <a:off x="7524750" y="6248400"/>
            <a:ext cx="114300" cy="11430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47" name="!!ops.b2.line">
            <a:extLst xmlns:a="http://schemas.openxmlformats.org/drawingml/2006/main">
              <a:ext uri="{FF2B5EF4-FFF2-40B4-BE49-F238E27FC236}">
                <a16:creationId xmlns:a16="http://schemas.microsoft.com/office/drawing/2014/main" id="{3177CE8B-1BB2-4840-9963-868AF1D7E70E}"/>
              </a:ext>
            </a:extLst>
          </p:cNvPr>
          <p:cNvSpPr>
            <a:spLocks xmlns:a="http://schemas.openxmlformats.org/drawingml/2006/main" noGrp="1"/>
          </p:cNvSpPr>
          <p:nvPr/>
        </p:nvSpPr>
        <p:spPr>
          <a:xfrm xmlns:a="http://schemas.openxmlformats.org/drawingml/2006/main" flipH="0" flipV="0">
            <a:off x="11049000" y="6305550"/>
            <a:ext cx="133350" cy="953"/>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48" name="!!ops.b2.tip">
            <a:extLst xmlns:a="http://schemas.openxmlformats.org/drawingml/2006/main">
              <a:ext uri="{FF2B5EF4-FFF2-40B4-BE49-F238E27FC236}">
                <a16:creationId xmlns:a16="http://schemas.microsoft.com/office/drawing/2014/main" id="{56F1CB6D-CC4F-44FD-8C89-BCEA6F182A35}"/>
              </a:ext>
            </a:extLst>
          </p:cNvPr>
          <p:cNvSpPr>
            <a:spLocks xmlns:a="http://schemas.openxmlformats.org/drawingml/2006/main" noGrp="1"/>
          </p:cNvSpPr>
          <p:nvPr/>
        </p:nvSpPr>
        <p:spPr>
          <a:xfrm xmlns:a="http://schemas.openxmlformats.org/drawingml/2006/main" rot="5400000">
            <a:off x="11125200" y="6248400"/>
            <a:ext cx="114300" cy="11430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49" name="!!ops.repetition">
            <a:extLst xmlns:a="http://schemas.openxmlformats.org/drawingml/2006/main">
              <a:ext uri="{FF2B5EF4-FFF2-40B4-BE49-F238E27FC236}">
                <a16:creationId xmlns:a16="http://schemas.microsoft.com/office/drawing/2014/main" id="{3C7C8804-FFDD-4E6D-B23D-0EEABDC123D9}"/>
              </a:ext>
            </a:extLst>
          </p:cNvPr>
          <p:cNvSpPr>
            <a:spLocks xmlns:a="http://schemas.openxmlformats.org/drawingml/2006/main" noGrp="1"/>
          </p:cNvSpPr>
          <p:nvPr/>
        </p:nvSpPr>
        <p:spPr>
          <a:xfrm xmlns:a="http://schemas.openxmlformats.org/drawingml/2006/main">
            <a:off x="4057650" y="7181850"/>
            <a:ext cx="105346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0262C"/>
                </a:solidFill>
                <a:latin typeface="Arial"/>
                <a:ea typeface="Arial"/>
                <a:cs typeface="Arial"/>
              </a:defRPr>
            </a:defPPr>
            <a:lvl1pPr algn="l">
              <a:defRPr sz="1950" b="0">
                <a:solidFill>
                  <a:srgbClr val="20262C"/>
                </a:solidFill>
                <a:latin typeface="Arial"/>
                <a:ea typeface="Arial"/>
                <a:cs typeface="Arial"/>
              </a:defRPr>
            </a:lvl1pPr>
            <a:lvl2pPr algn="l">
              <a:defRPr sz="1950" b="0">
                <a:solidFill>
                  <a:srgbClr val="20262C"/>
                </a:solidFill>
                <a:latin typeface="Arial"/>
                <a:ea typeface="Arial"/>
                <a:cs typeface="Arial"/>
              </a:defRPr>
            </a:lvl2pPr>
            <a:lvl3pPr algn="l">
              <a:defRPr sz="1950" b="0">
                <a:solidFill>
                  <a:srgbClr val="20262C"/>
                </a:solidFill>
                <a:latin typeface="Arial"/>
                <a:ea typeface="Arial"/>
                <a:cs typeface="Arial"/>
              </a:defRPr>
            </a:lvl3pPr>
            <a:lvl4pPr algn="l">
              <a:defRPr sz="1950" b="0">
                <a:solidFill>
                  <a:srgbClr val="20262C"/>
                </a:solidFill>
                <a:latin typeface="Arial"/>
                <a:ea typeface="Arial"/>
                <a:cs typeface="Arial"/>
              </a:defRPr>
            </a:lvl4pPr>
            <a:lvl5pPr algn="l">
              <a:defRPr sz="1950" b="0">
                <a:solidFill>
                  <a:srgbClr val="20262C"/>
                </a:solidFill>
                <a:latin typeface="Arial"/>
                <a:ea typeface="Arial"/>
                <a:cs typeface="Arial"/>
              </a:defRPr>
            </a:lvl5pPr>
            <a:lvl6pPr algn="l">
              <a:defRPr sz="1950" b="0">
                <a:solidFill>
                  <a:srgbClr val="20262C"/>
                </a:solidFill>
                <a:latin typeface="Arial"/>
                <a:ea typeface="Arial"/>
                <a:cs typeface="Arial"/>
              </a:defRPr>
            </a:lvl6pPr>
            <a:lvl7pPr algn="l">
              <a:defRPr sz="1950" b="0">
                <a:solidFill>
                  <a:srgbClr val="20262C"/>
                </a:solidFill>
                <a:latin typeface="Arial"/>
                <a:ea typeface="Arial"/>
                <a:cs typeface="Arial"/>
              </a:defRPr>
            </a:lvl7pPr>
            <a:lvl8pPr algn="l">
              <a:defRPr sz="1950" b="0">
                <a:solidFill>
                  <a:srgbClr val="20262C"/>
                </a:solidFill>
                <a:latin typeface="Arial"/>
                <a:ea typeface="Arial"/>
                <a:cs typeface="Arial"/>
              </a:defRPr>
            </a:lvl8pPr>
            <a:lvl9pPr algn="l">
              <a:defRPr sz="1950" b="0">
                <a:solidFill>
                  <a:srgbClr val="20262C"/>
                </a:solidFill>
                <a:latin typeface="Arial"/>
                <a:ea typeface="Arial"/>
                <a:cs typeface="Arial"/>
              </a:defRPr>
            </a:lvl9pPr>
          </a:lstStyle>
          <a:p xmlns:a="http://schemas.openxmlformats.org/drawingml/2006/main">
            <a:pPr algn="l">
              <a:defRPr sz="1950" b="0">
                <a:solidFill>
                  <a:srgbClr val="20262C"/>
                </a:solidFill>
                <a:latin typeface="Arial"/>
                <a:ea typeface="Arial"/>
                <a:cs typeface="Arial"/>
              </a:defRPr>
            </a:pPr>
            <a:r>
              <a:rPr sz="1950" b="0">
                <a:solidFill>
                  <a:srgbClr val="20262C"/>
                </a:solidFill>
                <a:latin typeface="Arial"/>
                <a:ea typeface="Arial"/>
                <a:cs typeface="Arial"/>
              </a:rPr>
              <a:t>Time goes into rekeying information and reading the context behind each change</a:t>
            </a:r>
          </a:p>
        </p:txBody>
      </p:sp>
      <p:sp>
        <p:nvSpPr>
          <p:cNvPr id="51" name="!!story.header.client.bar">
            <a:extLst xmlns:a="http://schemas.openxmlformats.org/drawingml/2006/main">
              <a:ext uri="{FF2B5EF4-FFF2-40B4-BE49-F238E27FC236}">
                <a16:creationId xmlns:a16="http://schemas.microsoft.com/office/drawing/2014/main" id="{42EA8ED4-1F89-44DA-8F54-AADFA465FFDB}"/>
              </a:ext>
            </a:extLst>
          </p:cNvPr>
          <p:cNvSpPr>
            <a:spLocks xmlns:a="http://schemas.openxmlformats.org/drawingml/2006/main" noGrp="1"/>
          </p:cNvSpPr>
          <p:nvPr/>
        </p:nvSpPr>
        <p:spPr>
          <a:xfrm xmlns:a="http://schemas.openxmlformats.org/drawingml/2006/main">
            <a:off x="10668000" y="1257300"/>
            <a:ext cx="47625" cy="238125"/>
          </a:xfrm>
          <a:prstGeom xmlns:a="http://schemas.openxmlformats.org/drawingml/2006/main" prst="rect">
            <a:avLst/>
          </a:prstGeom>
          <a:solidFill xmlns:a="http://schemas.openxmlformats.org/drawingml/2006/main">
            <a:srgbClr val="7363A6"/>
          </a:solidFill>
          <a:ln xmlns:a="http://schemas.openxmlformats.org/drawingml/2006/main" w="0">
            <a:noFill/>
          </a:ln>
        </p:spPr>
      </p:sp>
      <p:sp>
        <p:nvSpPr>
          <p:cNvPr id="52" name="!!story.header.client.name">
            <a:extLst xmlns:a="http://schemas.openxmlformats.org/drawingml/2006/main">
              <a:ext uri="{FF2B5EF4-FFF2-40B4-BE49-F238E27FC236}">
                <a16:creationId xmlns:a16="http://schemas.microsoft.com/office/drawing/2014/main" id="{AE39C72E-AC8E-4D75-9436-F5D35650A800}"/>
              </a:ext>
            </a:extLst>
          </p:cNvPr>
          <p:cNvSpPr>
            <a:spLocks xmlns:a="http://schemas.openxmlformats.org/drawingml/2006/main" noGrp="1"/>
          </p:cNvSpPr>
          <p:nvPr/>
        </p:nvSpPr>
        <p:spPr>
          <a:xfrm xmlns:a="http://schemas.openxmlformats.org/drawingml/2006/main">
            <a:off x="10801350" y="1190625"/>
            <a:ext cx="152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7363A6"/>
                </a:solidFill>
                <a:latin typeface="Arial"/>
                <a:ea typeface="Arial"/>
                <a:cs typeface="Arial"/>
              </a:defRPr>
            </a:defPPr>
            <a:lvl1pPr algn="l">
              <a:defRPr sz="1800" b="1">
                <a:solidFill>
                  <a:srgbClr val="7363A6"/>
                </a:solidFill>
                <a:latin typeface="Arial"/>
                <a:ea typeface="Arial"/>
                <a:cs typeface="Arial"/>
              </a:defRPr>
            </a:lvl1pPr>
            <a:lvl2pPr algn="l">
              <a:defRPr sz="1800" b="1">
                <a:solidFill>
                  <a:srgbClr val="7363A6"/>
                </a:solidFill>
                <a:latin typeface="Arial"/>
                <a:ea typeface="Arial"/>
                <a:cs typeface="Arial"/>
              </a:defRPr>
            </a:lvl2pPr>
            <a:lvl3pPr algn="l">
              <a:defRPr sz="1800" b="1">
                <a:solidFill>
                  <a:srgbClr val="7363A6"/>
                </a:solidFill>
                <a:latin typeface="Arial"/>
                <a:ea typeface="Arial"/>
                <a:cs typeface="Arial"/>
              </a:defRPr>
            </a:lvl3pPr>
            <a:lvl4pPr algn="l">
              <a:defRPr sz="1800" b="1">
                <a:solidFill>
                  <a:srgbClr val="7363A6"/>
                </a:solidFill>
                <a:latin typeface="Arial"/>
                <a:ea typeface="Arial"/>
                <a:cs typeface="Arial"/>
              </a:defRPr>
            </a:lvl4pPr>
            <a:lvl5pPr algn="l">
              <a:defRPr sz="1800" b="1">
                <a:solidFill>
                  <a:srgbClr val="7363A6"/>
                </a:solidFill>
                <a:latin typeface="Arial"/>
                <a:ea typeface="Arial"/>
                <a:cs typeface="Arial"/>
              </a:defRPr>
            </a:lvl5pPr>
            <a:lvl6pPr algn="l">
              <a:defRPr sz="1800" b="1">
                <a:solidFill>
                  <a:srgbClr val="7363A6"/>
                </a:solidFill>
                <a:latin typeface="Arial"/>
                <a:ea typeface="Arial"/>
                <a:cs typeface="Arial"/>
              </a:defRPr>
            </a:lvl6pPr>
            <a:lvl7pPr algn="l">
              <a:defRPr sz="1800" b="1">
                <a:solidFill>
                  <a:srgbClr val="7363A6"/>
                </a:solidFill>
                <a:latin typeface="Arial"/>
                <a:ea typeface="Arial"/>
                <a:cs typeface="Arial"/>
              </a:defRPr>
            </a:lvl7pPr>
            <a:lvl8pPr algn="l">
              <a:defRPr sz="1800" b="1">
                <a:solidFill>
                  <a:srgbClr val="7363A6"/>
                </a:solidFill>
                <a:latin typeface="Arial"/>
                <a:ea typeface="Arial"/>
                <a:cs typeface="Arial"/>
              </a:defRPr>
            </a:lvl8pPr>
            <a:lvl9pPr algn="l">
              <a:defRPr sz="1800" b="1">
                <a:solidFill>
                  <a:srgbClr val="7363A6"/>
                </a:solidFill>
                <a:latin typeface="Arial"/>
                <a:ea typeface="Arial"/>
                <a:cs typeface="Arial"/>
              </a:defRPr>
            </a:lvl9pPr>
          </a:lstStyle>
          <a:p xmlns:a="http://schemas.openxmlformats.org/drawingml/2006/main">
            <a:pPr algn="l">
              <a:defRPr sz="1800" b="1">
                <a:solidFill>
                  <a:srgbClr val="7363A6"/>
                </a:solidFill>
                <a:latin typeface="Arial"/>
                <a:ea typeface="Arial"/>
                <a:cs typeface="Arial"/>
              </a:defRPr>
            </a:pPr>
            <a:r>
              <a:rPr sz="1800" b="1">
                <a:solidFill>
                  <a:srgbClr val="7363A6"/>
                </a:solidFill>
                <a:latin typeface="Arial"/>
                <a:ea typeface="Arial"/>
                <a:cs typeface="Arial"/>
              </a:rPr>
              <a:t>Client update</a:t>
            </a:r>
          </a:p>
        </p:txBody>
      </p:sp>
      <p:sp>
        <p:nvSpPr>
          <p:cNvPr id="53" name="!!story.header.client.qualifier">
            <a:extLst xmlns:a="http://schemas.openxmlformats.org/drawingml/2006/main">
              <a:ext uri="{FF2B5EF4-FFF2-40B4-BE49-F238E27FC236}">
                <a16:creationId xmlns:a16="http://schemas.microsoft.com/office/drawing/2014/main" id="{6376FF97-EA94-444F-9103-1369389F7093}"/>
              </a:ext>
            </a:extLst>
          </p:cNvPr>
          <p:cNvSpPr>
            <a:spLocks xmlns:a="http://schemas.openxmlformats.org/drawingml/2006/main" noGrp="1"/>
          </p:cNvSpPr>
          <p:nvPr/>
        </p:nvSpPr>
        <p:spPr>
          <a:xfrm xmlns:a="http://schemas.openxmlformats.org/drawingml/2006/main">
            <a:off x="12430125" y="1238250"/>
            <a:ext cx="14001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707C88"/>
                </a:solidFill>
                <a:latin typeface="Arial"/>
                <a:ea typeface="Arial"/>
                <a:cs typeface="Arial"/>
              </a:defRPr>
            </a:defPPr>
            <a:lvl1pPr algn="l">
              <a:defRPr sz="1500" b="0">
                <a:solidFill>
                  <a:srgbClr val="707C88"/>
                </a:solidFill>
                <a:latin typeface="Arial"/>
                <a:ea typeface="Arial"/>
                <a:cs typeface="Arial"/>
              </a:defRPr>
            </a:lvl1pPr>
            <a:lvl2pPr algn="l">
              <a:defRPr sz="1500" b="0">
                <a:solidFill>
                  <a:srgbClr val="707C88"/>
                </a:solidFill>
                <a:latin typeface="Arial"/>
                <a:ea typeface="Arial"/>
                <a:cs typeface="Arial"/>
              </a:defRPr>
            </a:lvl2pPr>
            <a:lvl3pPr algn="l">
              <a:defRPr sz="1500" b="0">
                <a:solidFill>
                  <a:srgbClr val="707C88"/>
                </a:solidFill>
                <a:latin typeface="Arial"/>
                <a:ea typeface="Arial"/>
                <a:cs typeface="Arial"/>
              </a:defRPr>
            </a:lvl3pPr>
            <a:lvl4pPr algn="l">
              <a:defRPr sz="1500" b="0">
                <a:solidFill>
                  <a:srgbClr val="707C88"/>
                </a:solidFill>
                <a:latin typeface="Arial"/>
                <a:ea typeface="Arial"/>
                <a:cs typeface="Arial"/>
              </a:defRPr>
            </a:lvl4pPr>
            <a:lvl5pPr algn="l">
              <a:defRPr sz="1500" b="0">
                <a:solidFill>
                  <a:srgbClr val="707C88"/>
                </a:solidFill>
                <a:latin typeface="Arial"/>
                <a:ea typeface="Arial"/>
                <a:cs typeface="Arial"/>
              </a:defRPr>
            </a:lvl5pPr>
            <a:lvl6pPr algn="l">
              <a:defRPr sz="1500" b="0">
                <a:solidFill>
                  <a:srgbClr val="707C88"/>
                </a:solidFill>
                <a:latin typeface="Arial"/>
                <a:ea typeface="Arial"/>
                <a:cs typeface="Arial"/>
              </a:defRPr>
            </a:lvl6pPr>
            <a:lvl7pPr algn="l">
              <a:defRPr sz="1500" b="0">
                <a:solidFill>
                  <a:srgbClr val="707C88"/>
                </a:solidFill>
                <a:latin typeface="Arial"/>
                <a:ea typeface="Arial"/>
                <a:cs typeface="Arial"/>
              </a:defRPr>
            </a:lvl7pPr>
            <a:lvl8pPr algn="l">
              <a:defRPr sz="1500" b="0">
                <a:solidFill>
                  <a:srgbClr val="707C88"/>
                </a:solidFill>
                <a:latin typeface="Arial"/>
                <a:ea typeface="Arial"/>
                <a:cs typeface="Arial"/>
              </a:defRPr>
            </a:lvl8pPr>
            <a:lvl9pPr algn="l">
              <a:defRPr sz="1500" b="0">
                <a:solidFill>
                  <a:srgbClr val="707C88"/>
                </a:solidFill>
                <a:latin typeface="Arial"/>
                <a:ea typeface="Arial"/>
                <a:cs typeface="Arial"/>
              </a:defRPr>
            </a:lvl9pPr>
          </a:lstStyle>
          <a:p xmlns:a="http://schemas.openxmlformats.org/drawingml/2006/main">
            <a:pPr algn="l">
              <a:defRPr sz="1500" b="0">
                <a:solidFill>
                  <a:srgbClr val="707C88"/>
                </a:solidFill>
                <a:latin typeface="Arial"/>
                <a:ea typeface="Arial"/>
                <a:cs typeface="Arial"/>
              </a:defRPr>
            </a:pPr>
            <a:r>
              <a:rPr sz="1500" b="0">
                <a:solidFill>
                  <a:srgbClr val="707C88"/>
                </a:solidFill>
                <a:latin typeface="Arial"/>
                <a:ea typeface="Arial"/>
                <a:cs typeface="Arial"/>
              </a:rPr>
              <a:t>File example</a:t>
            </a:r>
          </a:p>
        </p:txBody>
      </p:sp>
      <p:sp>
        <p:nvSpPr>
          <p:cNvPr id="54" name="!!story.client.file.versions">
            <a:extLst xmlns:a="http://schemas.openxmlformats.org/drawingml/2006/main">
              <a:ext uri="{FF2B5EF4-FFF2-40B4-BE49-F238E27FC236}">
                <a16:creationId xmlns:a16="http://schemas.microsoft.com/office/drawing/2014/main" id="{566641FD-45AA-4182-A8E9-3FA25A7F5667}"/>
              </a:ext>
            </a:extLst>
          </p:cNvPr>
          <p:cNvSpPr>
            <a:spLocks xmlns:a="http://schemas.openxmlformats.org/drawingml/2006/main" noGrp="1"/>
          </p:cNvSpPr>
          <p:nvPr/>
        </p:nvSpPr>
        <p:spPr>
          <a:xfrm xmlns:a="http://schemas.openxmlformats.org/drawingml/2006/main">
            <a:off x="4000500" y="4591050"/>
            <a:ext cx="57150" cy="828675"/>
          </a:xfrm>
          <a:prstGeom xmlns:a="http://schemas.openxmlformats.org/drawingml/2006/main" prst="rect">
            <a:avLst/>
          </a:prstGeom>
          <a:solidFill xmlns:a="http://schemas.openxmlformats.org/drawingml/2006/main">
            <a:srgbClr val="7363A6"/>
          </a:solidFill>
          <a:ln xmlns:a="http://schemas.openxmlformats.org/drawingml/2006/main" w="0">
            <a:noFill/>
          </a:ln>
        </p:spPr>
      </p:sp>
      <p:sp>
        <p:nvSpPr>
          <p:cNvPr id="55" name="!!story.client.file.differences">
            <a:extLst xmlns:a="http://schemas.openxmlformats.org/drawingml/2006/main">
              <a:ext uri="{FF2B5EF4-FFF2-40B4-BE49-F238E27FC236}">
                <a16:creationId xmlns:a16="http://schemas.microsoft.com/office/drawing/2014/main" id="{B7B3FC7A-563D-422D-A06A-64E93FC30E86}"/>
              </a:ext>
            </a:extLst>
          </p:cNvPr>
          <p:cNvSpPr>
            <a:spLocks xmlns:a="http://schemas.openxmlformats.org/drawingml/2006/main" noGrp="1"/>
          </p:cNvSpPr>
          <p:nvPr/>
        </p:nvSpPr>
        <p:spPr>
          <a:xfrm xmlns:a="http://schemas.openxmlformats.org/drawingml/2006/main">
            <a:off x="11201400" y="4591050"/>
            <a:ext cx="57150" cy="828675"/>
          </a:xfrm>
          <a:prstGeom xmlns:a="http://schemas.openxmlformats.org/drawingml/2006/main" prst="rect">
            <a:avLst/>
          </a:prstGeom>
          <a:solidFill xmlns:a="http://schemas.openxmlformats.org/drawingml/2006/main">
            <a:srgbClr val="7363A6"/>
          </a:solidFill>
          <a:ln xmlns:a="http://schemas.openxmlformats.org/drawingml/2006/main" w="0">
            <a:noFill/>
          </a:ln>
        </p:spPr>
      </p:sp>
    </p:spTree>
    <p:extLst>
      <p:ext uri="{BB962C8B-B14F-4D97-AF65-F5344CB8AC3E}">
        <p14:creationId xmlns:p14="http://schemas.microsoft.com/office/powerpoint/2010/main" val="1214100027"/>
      </p:ext>
    </p:extLst>
  </p:cSld>
  <mc:AlternateContent xmlns:mc="http://schemas.openxmlformats.org/markup-compatibility/2006">
    <mc:Choice xmlns:p159="http://schemas.microsoft.com/office/powerpoint/2015/09/main" Requires="p159">
      <p:transition xmlns:p14="http://schemas.microsoft.com/office/powerpoint/2010/main" spd="med" advClick="1" p14:dur="700">
        <p159:morph option="byObject"/>
      </p:transition>
    </mc:Choice>
    <mc:Fallback>
      <p:transition spd="fast" advClick="1">
        <p:fade/>
      </p:transition>
    </mc:Fallback>
  </mc:AlternateContent>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1" name="!!heading">
            <a:extLst xmlns:a="http://schemas.openxmlformats.org/drawingml/2006/main">
              <a:ext uri="{FF2B5EF4-FFF2-40B4-BE49-F238E27FC236}">
                <a16:creationId xmlns:a16="http://schemas.microsoft.com/office/drawing/2014/main" id="{EF0EB7BB-EEE7-46D7-9B11-C1BBFA59366C}"/>
              </a:ext>
            </a:extLst>
          </p:cNvPr>
          <p:cNvSpPr>
            <a:spLocks xmlns:a="http://schemas.openxmlformats.org/drawingml/2006/main" noGrp="1"/>
          </p:cNvSpPr>
          <p:nvPr/>
        </p:nvSpPr>
        <p:spPr>
          <a:xfrm xmlns:a="http://schemas.openxmlformats.org/drawingml/2006/main">
            <a:off x="647700" y="428625"/>
            <a:ext cx="13944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0262C"/>
                </a:solidFill>
                <a:latin typeface="Arial"/>
                <a:ea typeface="Arial"/>
                <a:cs typeface="Arial"/>
              </a:defRPr>
            </a:defPPr>
            <a:lvl1pPr algn="l">
              <a:defRPr sz="3300" b="1">
                <a:solidFill>
                  <a:srgbClr val="20262C"/>
                </a:solidFill>
                <a:latin typeface="Arial"/>
                <a:ea typeface="Arial"/>
                <a:cs typeface="Arial"/>
              </a:defRPr>
            </a:lvl1pPr>
            <a:lvl2pPr algn="l">
              <a:defRPr sz="3300" b="1">
                <a:solidFill>
                  <a:srgbClr val="20262C"/>
                </a:solidFill>
                <a:latin typeface="Arial"/>
                <a:ea typeface="Arial"/>
                <a:cs typeface="Arial"/>
              </a:defRPr>
            </a:lvl2pPr>
            <a:lvl3pPr algn="l">
              <a:defRPr sz="3300" b="1">
                <a:solidFill>
                  <a:srgbClr val="20262C"/>
                </a:solidFill>
                <a:latin typeface="Arial"/>
                <a:ea typeface="Arial"/>
                <a:cs typeface="Arial"/>
              </a:defRPr>
            </a:lvl3pPr>
            <a:lvl4pPr algn="l">
              <a:defRPr sz="3300" b="1">
                <a:solidFill>
                  <a:srgbClr val="20262C"/>
                </a:solidFill>
                <a:latin typeface="Arial"/>
                <a:ea typeface="Arial"/>
                <a:cs typeface="Arial"/>
              </a:defRPr>
            </a:lvl4pPr>
            <a:lvl5pPr algn="l">
              <a:defRPr sz="3300" b="1">
                <a:solidFill>
                  <a:srgbClr val="20262C"/>
                </a:solidFill>
                <a:latin typeface="Arial"/>
                <a:ea typeface="Arial"/>
                <a:cs typeface="Arial"/>
              </a:defRPr>
            </a:lvl5pPr>
            <a:lvl6pPr algn="l">
              <a:defRPr sz="3300" b="1">
                <a:solidFill>
                  <a:srgbClr val="20262C"/>
                </a:solidFill>
                <a:latin typeface="Arial"/>
                <a:ea typeface="Arial"/>
                <a:cs typeface="Arial"/>
              </a:defRPr>
            </a:lvl6pPr>
            <a:lvl7pPr algn="l">
              <a:defRPr sz="3300" b="1">
                <a:solidFill>
                  <a:srgbClr val="20262C"/>
                </a:solidFill>
                <a:latin typeface="Arial"/>
                <a:ea typeface="Arial"/>
                <a:cs typeface="Arial"/>
              </a:defRPr>
            </a:lvl7pPr>
            <a:lvl8pPr algn="l">
              <a:defRPr sz="3300" b="1">
                <a:solidFill>
                  <a:srgbClr val="20262C"/>
                </a:solidFill>
                <a:latin typeface="Arial"/>
                <a:ea typeface="Arial"/>
                <a:cs typeface="Arial"/>
              </a:defRPr>
            </a:lvl8pPr>
            <a:lvl9pPr algn="l">
              <a:defRPr sz="3300" b="1">
                <a:solidFill>
                  <a:srgbClr val="20262C"/>
                </a:solidFill>
                <a:latin typeface="Arial"/>
                <a:ea typeface="Arial"/>
                <a:cs typeface="Arial"/>
              </a:defRPr>
            </a:lvl9pPr>
          </a:lstStyle>
          <a:p xmlns:a="http://schemas.openxmlformats.org/drawingml/2006/main">
            <a:pPr algn="l">
              <a:defRPr sz="3300" b="1">
                <a:solidFill>
                  <a:srgbClr val="20262C"/>
                </a:solidFill>
                <a:latin typeface="Arial"/>
                <a:ea typeface="Arial"/>
                <a:cs typeface="Arial"/>
              </a:defRPr>
            </a:pPr>
            <a:r>
              <a:rPr sz="3300" b="1">
                <a:solidFill>
                  <a:srgbClr val="20262C"/>
                </a:solidFill>
                <a:latin typeface="Arial"/>
                <a:ea typeface="Arial"/>
                <a:cs typeface="Arial"/>
              </a:rPr>
              <a:t>HuaAn and ICBCUBS: document processing</a:t>
            </a:r>
          </a:p>
        </p:txBody>
      </p:sp>
      <p:sp>
        <p:nvSpPr>
          <p:cNvPr id="2" name="!!subtitle">
            <a:extLst xmlns:a="http://schemas.openxmlformats.org/drawingml/2006/main">
              <a:ext uri="{FF2B5EF4-FFF2-40B4-BE49-F238E27FC236}">
                <a16:creationId xmlns:a16="http://schemas.microsoft.com/office/drawing/2014/main" id="{447476D9-1BC6-4207-A5F9-2F3526558DA0}"/>
              </a:ext>
            </a:extLst>
          </p:cNvPr>
          <p:cNvSpPr>
            <a:spLocks xmlns:a="http://schemas.openxmlformats.org/drawingml/2006/main" noGrp="1"/>
          </p:cNvSpPr>
          <p:nvPr/>
        </p:nvSpPr>
        <p:spPr>
          <a:xfrm xmlns:a="http://schemas.openxmlformats.org/drawingml/2006/main">
            <a:off x="647700" y="1190625"/>
            <a:ext cx="139446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05A9C"/>
                </a:solidFill>
                <a:latin typeface="Arial"/>
                <a:ea typeface="Arial"/>
                <a:cs typeface="Arial"/>
              </a:defRPr>
            </a:defPPr>
            <a:lvl1pPr algn="l">
              <a:defRPr sz="1875" b="0">
                <a:solidFill>
                  <a:srgbClr val="005A9C"/>
                </a:solidFill>
                <a:latin typeface="Arial"/>
                <a:ea typeface="Arial"/>
                <a:cs typeface="Arial"/>
              </a:defRPr>
            </a:lvl1pPr>
            <a:lvl2pPr algn="l">
              <a:defRPr sz="1875" b="0">
                <a:solidFill>
                  <a:srgbClr val="005A9C"/>
                </a:solidFill>
                <a:latin typeface="Arial"/>
                <a:ea typeface="Arial"/>
                <a:cs typeface="Arial"/>
              </a:defRPr>
            </a:lvl2pPr>
            <a:lvl3pPr algn="l">
              <a:defRPr sz="1875" b="0">
                <a:solidFill>
                  <a:srgbClr val="005A9C"/>
                </a:solidFill>
                <a:latin typeface="Arial"/>
                <a:ea typeface="Arial"/>
                <a:cs typeface="Arial"/>
              </a:defRPr>
            </a:lvl3pPr>
            <a:lvl4pPr algn="l">
              <a:defRPr sz="1875" b="0">
                <a:solidFill>
                  <a:srgbClr val="005A9C"/>
                </a:solidFill>
                <a:latin typeface="Arial"/>
                <a:ea typeface="Arial"/>
                <a:cs typeface="Arial"/>
              </a:defRPr>
            </a:lvl4pPr>
            <a:lvl5pPr algn="l">
              <a:defRPr sz="1875" b="0">
                <a:solidFill>
                  <a:srgbClr val="005A9C"/>
                </a:solidFill>
                <a:latin typeface="Arial"/>
                <a:ea typeface="Arial"/>
                <a:cs typeface="Arial"/>
              </a:defRPr>
            </a:lvl5pPr>
            <a:lvl6pPr algn="l">
              <a:defRPr sz="1875" b="0">
                <a:solidFill>
                  <a:srgbClr val="005A9C"/>
                </a:solidFill>
                <a:latin typeface="Arial"/>
                <a:ea typeface="Arial"/>
                <a:cs typeface="Arial"/>
              </a:defRPr>
            </a:lvl6pPr>
            <a:lvl7pPr algn="l">
              <a:defRPr sz="1875" b="0">
                <a:solidFill>
                  <a:srgbClr val="005A9C"/>
                </a:solidFill>
                <a:latin typeface="Arial"/>
                <a:ea typeface="Arial"/>
                <a:cs typeface="Arial"/>
              </a:defRPr>
            </a:lvl7pPr>
            <a:lvl8pPr algn="l">
              <a:defRPr sz="1875" b="0">
                <a:solidFill>
                  <a:srgbClr val="005A9C"/>
                </a:solidFill>
                <a:latin typeface="Arial"/>
                <a:ea typeface="Arial"/>
                <a:cs typeface="Arial"/>
              </a:defRPr>
            </a:lvl8pPr>
            <a:lvl9pPr algn="l">
              <a:defRPr sz="1875" b="0">
                <a:solidFill>
                  <a:srgbClr val="005A9C"/>
                </a:solidFill>
                <a:latin typeface="Arial"/>
                <a:ea typeface="Arial"/>
                <a:cs typeface="Arial"/>
              </a:defRPr>
            </a:lvl9pPr>
          </a:lstStyle>
          <a:p xmlns:a="http://schemas.openxmlformats.org/drawingml/2006/main">
            <a:pPr algn="l">
              <a:defRPr sz="1875" b="0">
                <a:solidFill>
                  <a:srgbClr val="005A9C"/>
                </a:solidFill>
                <a:latin typeface="Arial"/>
                <a:ea typeface="Arial"/>
                <a:cs typeface="Arial"/>
              </a:defRPr>
            </a:pPr>
            <a:r>
              <a:rPr sz="1875" b="0">
                <a:solidFill>
                  <a:srgbClr val="005A9C"/>
                </a:solidFill>
                <a:latin typeface="Arial"/>
                <a:ea typeface="Arial"/>
                <a:cs typeface="Arial"/>
              </a:rPr>
              <a:t>Back office  /  Document processing  /  Peer practices</a:t>
            </a:r>
          </a:p>
        </p:txBody>
      </p:sp>
      <p:sp>
        <p:nvSpPr>
          <p:cNvPr id="3" name="!!heading.rule">
            <a:extLst xmlns:a="http://schemas.openxmlformats.org/drawingml/2006/main">
              <a:ext uri="{FF2B5EF4-FFF2-40B4-BE49-F238E27FC236}">
                <a16:creationId xmlns:a16="http://schemas.microsoft.com/office/drawing/2014/main" id="{8C7B4497-08B8-4D50-B6B1-93429D58A2AF}"/>
              </a:ext>
            </a:extLst>
          </p:cNvPr>
          <p:cNvSpPr>
            <a:spLocks xmlns:a="http://schemas.openxmlformats.org/drawingml/2006/main" noGrp="1"/>
          </p:cNvSpPr>
          <p:nvPr/>
        </p:nvSpPr>
        <p:spPr>
          <a:xfrm xmlns:a="http://schemas.openxmlformats.org/drawingml/2006/main" flipH="0" flipV="0">
            <a:off x="647700" y="1733550"/>
            <a:ext cx="13944600" cy="953"/>
          </a:xfrm>
          <a:prstGeom xmlns:a="http://schemas.openxmlformats.org/drawingml/2006/main" prst="line">
            <a:avLst/>
          </a:prstGeom>
          <a:noFill xmlns:a="http://schemas.openxmlformats.org/drawingml/2006/main"/>
          <a:ln xmlns:a="http://schemas.openxmlformats.org/drawingml/2006/main" w="11430">
            <a:solidFill>
              <a:srgbClr val="BCC6CF"/>
            </a:solidFill>
            <a:prstDash val="solid"/>
          </a:ln>
        </p:spPr>
      </p:sp>
      <p:sp>
        <p:nvSpPr>
          <p:cNvPr id="4" name="!!map.front">
            <a:extLst xmlns:a="http://schemas.openxmlformats.org/drawingml/2006/main">
              <a:ext uri="{FF2B5EF4-FFF2-40B4-BE49-F238E27FC236}">
                <a16:creationId xmlns:a16="http://schemas.microsoft.com/office/drawing/2014/main" id="{D4EACF21-5C99-4C90-BED1-91017DF6888E}"/>
              </a:ext>
            </a:extLst>
          </p:cNvPr>
          <p:cNvSpPr>
            <a:spLocks xmlns:a="http://schemas.openxmlformats.org/drawingml/2006/main" noGrp="1"/>
          </p:cNvSpPr>
          <p:nvPr/>
        </p:nvSpPr>
        <p:spPr>
          <a:xfrm xmlns:a="http://schemas.openxmlformats.org/drawingml/2006/main">
            <a:off x="647700" y="1990725"/>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5" name="!!nav.front">
            <ns0:hlinkClick xmlns:ns0="http://schemas.openxmlformats.org/drawingml/2006/main" xmlns:ns1="http://schemas.openxmlformats.org/officeDocument/2006/relationships" ns1:id="rIdNavSlide4" action="ppaction://hlinksldjump" tooltip="Slide 4: Preparing a company research assessment"/>
            <a:extLst xmlns:a="http://schemas.openxmlformats.org/drawingml/2006/main">
              <a:ext uri="{FF2B5EF4-FFF2-40B4-BE49-F238E27FC236}">
                <a16:creationId xmlns:a16="http://schemas.microsoft.com/office/drawing/2014/main" id="{F3FA73B3-7751-4245-8662-00131AA7AE06}"/>
              </a:ext>
            </a:extLst>
          </p:cNvPr>
          <p:cNvSpPr>
            <a:spLocks xmlns:a="http://schemas.openxmlformats.org/drawingml/2006/main" noGrp="1"/>
          </p:cNvSpPr>
          <p:nvPr/>
        </p:nvSpPr>
        <p:spPr>
          <a:xfrm xmlns:a="http://schemas.openxmlformats.org/drawingml/2006/main">
            <a:off x="647700" y="1990725"/>
            <a:ext cx="2609850" cy="409575"/>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005A9C"/>
                </a:solidFill>
                <a:latin typeface="Arial"/>
                <a:ea typeface="Arial"/>
                <a:cs typeface="Arial"/>
              </a:defRPr>
            </a:defPPr>
            <a:lvl1pPr algn="ctr">
              <a:defRPr sz="2025" b="1">
                <a:solidFill>
                  <a:srgbClr val="005A9C"/>
                </a:solidFill>
                <a:latin typeface="Arial"/>
                <a:ea typeface="Arial"/>
                <a:cs typeface="Arial"/>
              </a:defRPr>
            </a:lvl1pPr>
            <a:lvl2pPr algn="ctr">
              <a:defRPr sz="2025" b="1">
                <a:solidFill>
                  <a:srgbClr val="005A9C"/>
                </a:solidFill>
                <a:latin typeface="Arial"/>
                <a:ea typeface="Arial"/>
                <a:cs typeface="Arial"/>
              </a:defRPr>
            </a:lvl2pPr>
            <a:lvl3pPr algn="ctr">
              <a:defRPr sz="2025" b="1">
                <a:solidFill>
                  <a:srgbClr val="005A9C"/>
                </a:solidFill>
                <a:latin typeface="Arial"/>
                <a:ea typeface="Arial"/>
                <a:cs typeface="Arial"/>
              </a:defRPr>
            </a:lvl3pPr>
            <a:lvl4pPr algn="ctr">
              <a:defRPr sz="2025" b="1">
                <a:solidFill>
                  <a:srgbClr val="005A9C"/>
                </a:solidFill>
                <a:latin typeface="Arial"/>
                <a:ea typeface="Arial"/>
                <a:cs typeface="Arial"/>
              </a:defRPr>
            </a:lvl4pPr>
            <a:lvl5pPr algn="ctr">
              <a:defRPr sz="2025" b="1">
                <a:solidFill>
                  <a:srgbClr val="005A9C"/>
                </a:solidFill>
                <a:latin typeface="Arial"/>
                <a:ea typeface="Arial"/>
                <a:cs typeface="Arial"/>
              </a:defRPr>
            </a:lvl5pPr>
            <a:lvl6pPr algn="ctr">
              <a:defRPr sz="2025" b="1">
                <a:solidFill>
                  <a:srgbClr val="005A9C"/>
                </a:solidFill>
                <a:latin typeface="Arial"/>
                <a:ea typeface="Arial"/>
                <a:cs typeface="Arial"/>
              </a:defRPr>
            </a:lvl6pPr>
            <a:lvl7pPr algn="ctr">
              <a:defRPr sz="2025" b="1">
                <a:solidFill>
                  <a:srgbClr val="005A9C"/>
                </a:solidFill>
                <a:latin typeface="Arial"/>
                <a:ea typeface="Arial"/>
                <a:cs typeface="Arial"/>
              </a:defRPr>
            </a:lvl7pPr>
            <a:lvl8pPr algn="ctr">
              <a:defRPr sz="2025" b="1">
                <a:solidFill>
                  <a:srgbClr val="005A9C"/>
                </a:solidFill>
                <a:latin typeface="Arial"/>
                <a:ea typeface="Arial"/>
                <a:cs typeface="Arial"/>
              </a:defRPr>
            </a:lvl8pPr>
            <a:lvl9pPr algn="ctr">
              <a:defRPr sz="2025" b="1">
                <a:solidFill>
                  <a:srgbClr val="005A9C"/>
                </a:solidFill>
                <a:latin typeface="Arial"/>
                <a:ea typeface="Arial"/>
                <a:cs typeface="Arial"/>
              </a:defRPr>
            </a:lvl9pPr>
          </a:lstStyle>
          <a:p xmlns:a="http://schemas.openxmlformats.org/drawingml/2006/main">
            <a:pPr algn="ctr">
              <a:defRPr sz="2025" b="1">
                <a:solidFill>
                  <a:srgbClr val="005A9C"/>
                </a:solidFill>
                <a:latin typeface="Arial"/>
                <a:ea typeface="Arial"/>
                <a:cs typeface="Arial"/>
              </a:defRPr>
            </a:pPr>
            <a:r>
              <a:rPr sz="2025" b="1">
                <a:solidFill>
                  <a:srgbClr val="005A9C"/>
                </a:solidFill>
                <a:latin typeface="Arial"/>
                <a:ea typeface="Arial"/>
                <a:cs typeface="Arial"/>
              </a:rPr>
              <a:t>Front office</a:t>
            </a:r>
          </a:p>
        </p:txBody>
      </p:sp>
      <p:sp>
        <p:nvSpPr>
          <p:cNvPr id="6" name="!!task.research">
            <ns0:hlinkClick xmlns:ns0="http://schemas.openxmlformats.org/drawingml/2006/main" xmlns:ns1="http://schemas.openxmlformats.org/officeDocument/2006/relationships" ns1:id="rIdNavSlide4" action="ppaction://hlinksldjump" tooltip="Slide 4: Preparing a company research assessment"/>
            <a:extLst xmlns:a="http://schemas.openxmlformats.org/drawingml/2006/main">
              <a:ext uri="{FF2B5EF4-FFF2-40B4-BE49-F238E27FC236}">
                <a16:creationId xmlns:a16="http://schemas.microsoft.com/office/drawing/2014/main" id="{B6F5EA55-5E0C-484F-94F7-BC0F7FD7131B}"/>
              </a:ext>
            </a:extLst>
          </p:cNvPr>
          <p:cNvSpPr>
            <a:spLocks xmlns:a="http://schemas.openxmlformats.org/drawingml/2006/main" noGrp="1"/>
          </p:cNvSpPr>
          <p:nvPr/>
        </p:nvSpPr>
        <p:spPr>
          <a:xfrm xmlns:a="http://schemas.openxmlformats.org/drawingml/2006/main">
            <a:off x="762000" y="249555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Research</a:t>
            </a:r>
          </a:p>
        </p:txBody>
      </p:sp>
      <p:sp>
        <p:nvSpPr>
          <p:cNvPr id="7" name="!!task.trade">
            <ns0:hlinkClick xmlns:ns0="http://schemas.openxmlformats.org/drawingml/2006/main" xmlns:ns1="http://schemas.openxmlformats.org/officeDocument/2006/relationships" ns1:id="rIdNavSlide9" action="ppaction://hlinksldjump" tooltip="Slide 9: Preparing a bond quote request"/>
            <a:extLst xmlns:a="http://schemas.openxmlformats.org/drawingml/2006/main">
              <a:ext uri="{FF2B5EF4-FFF2-40B4-BE49-F238E27FC236}">
                <a16:creationId xmlns:a16="http://schemas.microsoft.com/office/drawing/2014/main" id="{F5785669-3FB8-49BB-9A8D-06B721130CB0}"/>
              </a:ext>
            </a:extLst>
          </p:cNvPr>
          <p:cNvSpPr>
            <a:spLocks xmlns:a="http://schemas.openxmlformats.org/drawingml/2006/main" noGrp="1"/>
          </p:cNvSpPr>
          <p:nvPr/>
        </p:nvSpPr>
        <p:spPr>
          <a:xfrm xmlns:a="http://schemas.openxmlformats.org/drawingml/2006/main">
            <a:off x="762000" y="280987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Trading support</a:t>
            </a:r>
          </a:p>
        </p:txBody>
      </p:sp>
      <p:sp>
        <p:nvSpPr>
          <p:cNvPr id="8" name="!!task.client">
            <ns0:hlinkClick xmlns:ns0="http://schemas.openxmlformats.org/drawingml/2006/main" xmlns:ns1="http://schemas.openxmlformats.org/officeDocument/2006/relationships" ns1:id="rIdNavSlide12" action="ppaction://hlinksldjump" tooltip="Slide 12: Preparing a quarterly client update"/>
            <a:extLst xmlns:a="http://schemas.openxmlformats.org/drawingml/2006/main">
              <a:ext uri="{FF2B5EF4-FFF2-40B4-BE49-F238E27FC236}">
                <a16:creationId xmlns:a16="http://schemas.microsoft.com/office/drawing/2014/main" id="{D54AF80F-125D-4FF1-8E7B-0C3CEA398819}"/>
              </a:ext>
            </a:extLst>
          </p:cNvPr>
          <p:cNvSpPr>
            <a:spLocks xmlns:a="http://schemas.openxmlformats.org/drawingml/2006/main" noGrp="1"/>
          </p:cNvSpPr>
          <p:nvPr/>
        </p:nvSpPr>
        <p:spPr>
          <a:xfrm xmlns:a="http://schemas.openxmlformats.org/drawingml/2006/main">
            <a:off x="762000" y="312420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Client materials</a:t>
            </a:r>
          </a:p>
        </p:txBody>
      </p:sp>
      <p:sp>
        <p:nvSpPr>
          <p:cNvPr id="9" name="!!map.middle">
            <a:extLst xmlns:a="http://schemas.openxmlformats.org/drawingml/2006/main">
              <a:ext uri="{FF2B5EF4-FFF2-40B4-BE49-F238E27FC236}">
                <a16:creationId xmlns:a16="http://schemas.microsoft.com/office/drawing/2014/main" id="{3E232674-E0FA-44E6-9B4C-4627FEB786D1}"/>
              </a:ext>
            </a:extLst>
          </p:cNvPr>
          <p:cNvSpPr>
            <a:spLocks xmlns:a="http://schemas.openxmlformats.org/drawingml/2006/main" noGrp="1"/>
          </p:cNvSpPr>
          <p:nvPr/>
        </p:nvSpPr>
        <p:spPr>
          <a:xfrm xmlns:a="http://schemas.openxmlformats.org/drawingml/2006/main">
            <a:off x="647700" y="3657600"/>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10" name="!!nav.middle">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F0E4031B-FB19-45D5-AEEF-09989ACED084}"/>
              </a:ext>
            </a:extLst>
          </p:cNvPr>
          <p:cNvSpPr>
            <a:spLocks xmlns:a="http://schemas.openxmlformats.org/drawingml/2006/main" noGrp="1"/>
          </p:cNvSpPr>
          <p:nvPr/>
        </p:nvSpPr>
        <p:spPr>
          <a:xfrm xmlns:a="http://schemas.openxmlformats.org/drawingml/2006/main">
            <a:off x="647700" y="3657600"/>
            <a:ext cx="2609850" cy="409575"/>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005A9C"/>
                </a:solidFill>
                <a:latin typeface="Arial"/>
                <a:ea typeface="Arial"/>
                <a:cs typeface="Arial"/>
              </a:defRPr>
            </a:defPPr>
            <a:lvl1pPr algn="ctr">
              <a:defRPr sz="2025" b="1">
                <a:solidFill>
                  <a:srgbClr val="005A9C"/>
                </a:solidFill>
                <a:latin typeface="Arial"/>
                <a:ea typeface="Arial"/>
                <a:cs typeface="Arial"/>
              </a:defRPr>
            </a:lvl1pPr>
            <a:lvl2pPr algn="ctr">
              <a:defRPr sz="2025" b="1">
                <a:solidFill>
                  <a:srgbClr val="005A9C"/>
                </a:solidFill>
                <a:latin typeface="Arial"/>
                <a:ea typeface="Arial"/>
                <a:cs typeface="Arial"/>
              </a:defRPr>
            </a:lvl2pPr>
            <a:lvl3pPr algn="ctr">
              <a:defRPr sz="2025" b="1">
                <a:solidFill>
                  <a:srgbClr val="005A9C"/>
                </a:solidFill>
                <a:latin typeface="Arial"/>
                <a:ea typeface="Arial"/>
                <a:cs typeface="Arial"/>
              </a:defRPr>
            </a:lvl3pPr>
            <a:lvl4pPr algn="ctr">
              <a:defRPr sz="2025" b="1">
                <a:solidFill>
                  <a:srgbClr val="005A9C"/>
                </a:solidFill>
                <a:latin typeface="Arial"/>
                <a:ea typeface="Arial"/>
                <a:cs typeface="Arial"/>
              </a:defRPr>
            </a:lvl4pPr>
            <a:lvl5pPr algn="ctr">
              <a:defRPr sz="2025" b="1">
                <a:solidFill>
                  <a:srgbClr val="005A9C"/>
                </a:solidFill>
                <a:latin typeface="Arial"/>
                <a:ea typeface="Arial"/>
                <a:cs typeface="Arial"/>
              </a:defRPr>
            </a:lvl5pPr>
            <a:lvl6pPr algn="ctr">
              <a:defRPr sz="2025" b="1">
                <a:solidFill>
                  <a:srgbClr val="005A9C"/>
                </a:solidFill>
                <a:latin typeface="Arial"/>
                <a:ea typeface="Arial"/>
                <a:cs typeface="Arial"/>
              </a:defRPr>
            </a:lvl6pPr>
            <a:lvl7pPr algn="ctr">
              <a:defRPr sz="2025" b="1">
                <a:solidFill>
                  <a:srgbClr val="005A9C"/>
                </a:solidFill>
                <a:latin typeface="Arial"/>
                <a:ea typeface="Arial"/>
                <a:cs typeface="Arial"/>
              </a:defRPr>
            </a:lvl7pPr>
            <a:lvl8pPr algn="ctr">
              <a:defRPr sz="2025" b="1">
                <a:solidFill>
                  <a:srgbClr val="005A9C"/>
                </a:solidFill>
                <a:latin typeface="Arial"/>
                <a:ea typeface="Arial"/>
                <a:cs typeface="Arial"/>
              </a:defRPr>
            </a:lvl8pPr>
            <a:lvl9pPr algn="ctr">
              <a:defRPr sz="2025" b="1">
                <a:solidFill>
                  <a:srgbClr val="005A9C"/>
                </a:solidFill>
                <a:latin typeface="Arial"/>
                <a:ea typeface="Arial"/>
                <a:cs typeface="Arial"/>
              </a:defRPr>
            </a:lvl9pPr>
          </a:lstStyle>
          <a:p xmlns:a="http://schemas.openxmlformats.org/drawingml/2006/main">
            <a:pPr algn="ctr">
              <a:defRPr sz="2025" b="1">
                <a:solidFill>
                  <a:srgbClr val="005A9C"/>
                </a:solidFill>
                <a:latin typeface="Arial"/>
                <a:ea typeface="Arial"/>
                <a:cs typeface="Arial"/>
              </a:defRPr>
            </a:pPr>
            <a:r>
              <a:rPr sz="2025" b="1">
                <a:solidFill>
                  <a:srgbClr val="005A9C"/>
                </a:solidFill>
                <a:latin typeface="Arial"/>
                <a:ea typeface="Arial"/>
                <a:cs typeface="Arial"/>
              </a:rPr>
              <a:t>Middle office</a:t>
            </a:r>
          </a:p>
        </p:txBody>
      </p:sp>
      <p:sp>
        <p:nvSpPr>
          <p:cNvPr id="11" name="!!task.review">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B10CE2BF-02BD-4EE7-8826-031919334B80}"/>
              </a:ext>
            </a:extLst>
          </p:cNvPr>
          <p:cNvSpPr>
            <a:spLocks xmlns:a="http://schemas.openxmlformats.org/drawingml/2006/main" noGrp="1"/>
          </p:cNvSpPr>
          <p:nvPr/>
        </p:nvSpPr>
        <p:spPr>
          <a:xfrm xmlns:a="http://schemas.openxmlformats.org/drawingml/2006/main">
            <a:off x="762000" y="416242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Content review</a:t>
            </a:r>
          </a:p>
        </p:txBody>
      </p:sp>
      <p:sp>
        <p:nvSpPr>
          <p:cNvPr id="12" name="!!task.risk">
            <ns0:hlinkClick xmlns:ns0="http://schemas.openxmlformats.org/drawingml/2006/main" xmlns:ns1="http://schemas.openxmlformats.org/officeDocument/2006/relationships" ns1:id="rIdNavSlide19" action="ppaction://hlinksldjump" tooltip="Slide 19: Investigating a risk alert"/>
            <a:extLst xmlns:a="http://schemas.openxmlformats.org/drawingml/2006/main">
              <a:ext uri="{FF2B5EF4-FFF2-40B4-BE49-F238E27FC236}">
                <a16:creationId xmlns:a16="http://schemas.microsoft.com/office/drawing/2014/main" id="{D7E70520-F157-4067-83EB-D1F378A7F5FC}"/>
              </a:ext>
            </a:extLst>
          </p:cNvPr>
          <p:cNvSpPr>
            <a:spLocks xmlns:a="http://schemas.openxmlformats.org/drawingml/2006/main" noGrp="1"/>
          </p:cNvSpPr>
          <p:nvPr/>
        </p:nvSpPr>
        <p:spPr>
          <a:xfrm xmlns:a="http://schemas.openxmlformats.org/drawingml/2006/main">
            <a:off x="762000" y="447675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Risk analysis</a:t>
            </a:r>
          </a:p>
        </p:txBody>
      </p:sp>
      <p:sp>
        <p:nvSpPr>
          <p:cNvPr id="13" name="!!map.back">
            <a:extLst xmlns:a="http://schemas.openxmlformats.org/drawingml/2006/main">
              <a:ext uri="{FF2B5EF4-FFF2-40B4-BE49-F238E27FC236}">
                <a16:creationId xmlns:a16="http://schemas.microsoft.com/office/drawing/2014/main" id="{AB029B66-AD6F-4392-B1D3-88AF19632943}"/>
              </a:ext>
            </a:extLst>
          </p:cNvPr>
          <p:cNvSpPr>
            <a:spLocks xmlns:a="http://schemas.openxmlformats.org/drawingml/2006/main" noGrp="1"/>
          </p:cNvSpPr>
          <p:nvPr/>
        </p:nvSpPr>
        <p:spPr>
          <a:xfrm xmlns:a="http://schemas.openxmlformats.org/drawingml/2006/main">
            <a:off x="647700" y="5324475"/>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14" name="!!nav.back">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4D2A17D1-0AC0-470A-9D7C-4645B3773507}"/>
              </a:ext>
            </a:extLst>
          </p:cNvPr>
          <p:cNvSpPr>
            <a:spLocks xmlns:a="http://schemas.openxmlformats.org/drawingml/2006/main" noGrp="1"/>
          </p:cNvSpPr>
          <p:nvPr/>
        </p:nvSpPr>
        <p:spPr>
          <a:xfrm xmlns:a="http://schemas.openxmlformats.org/drawingml/2006/main">
            <a:off x="647700" y="5324475"/>
            <a:ext cx="2609850" cy="409575"/>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FFFFFF"/>
                </a:solidFill>
                <a:latin typeface="Arial"/>
                <a:ea typeface="Arial"/>
                <a:cs typeface="Arial"/>
              </a:defRPr>
            </a:defPPr>
            <a:lvl1pPr algn="ctr">
              <a:defRPr sz="2025" b="1">
                <a:solidFill>
                  <a:srgbClr val="FFFFFF"/>
                </a:solidFill>
                <a:latin typeface="Arial"/>
                <a:ea typeface="Arial"/>
                <a:cs typeface="Arial"/>
              </a:defRPr>
            </a:lvl1pPr>
            <a:lvl2pPr algn="ctr">
              <a:defRPr sz="2025" b="1">
                <a:solidFill>
                  <a:srgbClr val="FFFFFF"/>
                </a:solidFill>
                <a:latin typeface="Arial"/>
                <a:ea typeface="Arial"/>
                <a:cs typeface="Arial"/>
              </a:defRPr>
            </a:lvl2pPr>
            <a:lvl3pPr algn="ctr">
              <a:defRPr sz="2025" b="1">
                <a:solidFill>
                  <a:srgbClr val="FFFFFF"/>
                </a:solidFill>
                <a:latin typeface="Arial"/>
                <a:ea typeface="Arial"/>
                <a:cs typeface="Arial"/>
              </a:defRPr>
            </a:lvl3pPr>
            <a:lvl4pPr algn="ctr">
              <a:defRPr sz="2025" b="1">
                <a:solidFill>
                  <a:srgbClr val="FFFFFF"/>
                </a:solidFill>
                <a:latin typeface="Arial"/>
                <a:ea typeface="Arial"/>
                <a:cs typeface="Arial"/>
              </a:defRPr>
            </a:lvl4pPr>
            <a:lvl5pPr algn="ctr">
              <a:defRPr sz="2025" b="1">
                <a:solidFill>
                  <a:srgbClr val="FFFFFF"/>
                </a:solidFill>
                <a:latin typeface="Arial"/>
                <a:ea typeface="Arial"/>
                <a:cs typeface="Arial"/>
              </a:defRPr>
            </a:lvl5pPr>
            <a:lvl6pPr algn="ctr">
              <a:defRPr sz="2025" b="1">
                <a:solidFill>
                  <a:srgbClr val="FFFFFF"/>
                </a:solidFill>
                <a:latin typeface="Arial"/>
                <a:ea typeface="Arial"/>
                <a:cs typeface="Arial"/>
              </a:defRPr>
            </a:lvl6pPr>
            <a:lvl7pPr algn="ctr">
              <a:defRPr sz="2025" b="1">
                <a:solidFill>
                  <a:srgbClr val="FFFFFF"/>
                </a:solidFill>
                <a:latin typeface="Arial"/>
                <a:ea typeface="Arial"/>
                <a:cs typeface="Arial"/>
              </a:defRPr>
            </a:lvl7pPr>
            <a:lvl8pPr algn="ctr">
              <a:defRPr sz="2025" b="1">
                <a:solidFill>
                  <a:srgbClr val="FFFFFF"/>
                </a:solidFill>
                <a:latin typeface="Arial"/>
                <a:ea typeface="Arial"/>
                <a:cs typeface="Arial"/>
              </a:defRPr>
            </a:lvl8pPr>
            <a:lvl9pPr algn="ctr">
              <a:defRPr sz="2025" b="1">
                <a:solidFill>
                  <a:srgbClr val="FFFFFF"/>
                </a:solidFill>
                <a:latin typeface="Arial"/>
                <a:ea typeface="Arial"/>
                <a:cs typeface="Arial"/>
              </a:defRPr>
            </a:lvl9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Back office</a:t>
            </a:r>
          </a:p>
        </p:txBody>
      </p:sp>
      <p:sp>
        <p:nvSpPr>
          <p:cNvPr id="15" name="!!task.files">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DE5B11CA-A8AE-4596-8F7E-33BFEBEAF8EC}"/>
              </a:ext>
            </a:extLst>
          </p:cNvPr>
          <p:cNvSpPr>
            <a:spLocks xmlns:a="http://schemas.openxmlformats.org/drawingml/2006/main" noGrp="1"/>
          </p:cNvSpPr>
          <p:nvPr/>
        </p:nvSpPr>
        <p:spPr>
          <a:xfrm xmlns:a="http://schemas.openxmlformats.org/drawingml/2006/main">
            <a:off x="762000" y="5829300"/>
            <a:ext cx="2381250" cy="304800"/>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575" b="1">
                <a:solidFill>
                  <a:srgbClr val="005A9C"/>
                </a:solidFill>
                <a:latin typeface="Arial"/>
                <a:ea typeface="Arial"/>
                <a:cs typeface="Arial"/>
              </a:defRPr>
            </a:defPPr>
            <a:lvl1pPr algn="ctr">
              <a:defRPr sz="1575" b="1">
                <a:solidFill>
                  <a:srgbClr val="005A9C"/>
                </a:solidFill>
                <a:latin typeface="Arial"/>
                <a:ea typeface="Arial"/>
                <a:cs typeface="Arial"/>
              </a:defRPr>
            </a:lvl1pPr>
            <a:lvl2pPr algn="ctr">
              <a:defRPr sz="1575" b="1">
                <a:solidFill>
                  <a:srgbClr val="005A9C"/>
                </a:solidFill>
                <a:latin typeface="Arial"/>
                <a:ea typeface="Arial"/>
                <a:cs typeface="Arial"/>
              </a:defRPr>
            </a:lvl2pPr>
            <a:lvl3pPr algn="ctr">
              <a:defRPr sz="1575" b="1">
                <a:solidFill>
                  <a:srgbClr val="005A9C"/>
                </a:solidFill>
                <a:latin typeface="Arial"/>
                <a:ea typeface="Arial"/>
                <a:cs typeface="Arial"/>
              </a:defRPr>
            </a:lvl3pPr>
            <a:lvl4pPr algn="ctr">
              <a:defRPr sz="1575" b="1">
                <a:solidFill>
                  <a:srgbClr val="005A9C"/>
                </a:solidFill>
                <a:latin typeface="Arial"/>
                <a:ea typeface="Arial"/>
                <a:cs typeface="Arial"/>
              </a:defRPr>
            </a:lvl4pPr>
            <a:lvl5pPr algn="ctr">
              <a:defRPr sz="1575" b="1">
                <a:solidFill>
                  <a:srgbClr val="005A9C"/>
                </a:solidFill>
                <a:latin typeface="Arial"/>
                <a:ea typeface="Arial"/>
                <a:cs typeface="Arial"/>
              </a:defRPr>
            </a:lvl5pPr>
            <a:lvl6pPr algn="ctr">
              <a:defRPr sz="1575" b="1">
                <a:solidFill>
                  <a:srgbClr val="005A9C"/>
                </a:solidFill>
                <a:latin typeface="Arial"/>
                <a:ea typeface="Arial"/>
                <a:cs typeface="Arial"/>
              </a:defRPr>
            </a:lvl6pPr>
            <a:lvl7pPr algn="ctr">
              <a:defRPr sz="1575" b="1">
                <a:solidFill>
                  <a:srgbClr val="005A9C"/>
                </a:solidFill>
                <a:latin typeface="Arial"/>
                <a:ea typeface="Arial"/>
                <a:cs typeface="Arial"/>
              </a:defRPr>
            </a:lvl7pPr>
            <a:lvl8pPr algn="ctr">
              <a:defRPr sz="1575" b="1">
                <a:solidFill>
                  <a:srgbClr val="005A9C"/>
                </a:solidFill>
                <a:latin typeface="Arial"/>
                <a:ea typeface="Arial"/>
                <a:cs typeface="Arial"/>
              </a:defRPr>
            </a:lvl8pPr>
            <a:lvl9pPr algn="ctr">
              <a:defRPr sz="1575" b="1">
                <a:solidFill>
                  <a:srgbClr val="005A9C"/>
                </a:solidFill>
                <a:latin typeface="Arial"/>
                <a:ea typeface="Arial"/>
                <a:cs typeface="Arial"/>
              </a:defRPr>
            </a:lvl9pPr>
          </a:lstStyle>
          <a:p xmlns:a="http://schemas.openxmlformats.org/drawingml/2006/main">
            <a:pPr algn="ctr">
              <a:defRPr sz="1575" b="1">
                <a:solidFill>
                  <a:srgbClr val="005A9C"/>
                </a:solidFill>
                <a:latin typeface="Arial"/>
                <a:ea typeface="Arial"/>
                <a:cs typeface="Arial"/>
              </a:defRPr>
            </a:pPr>
            <a:r>
              <a:rPr sz="1575" b="1">
                <a:solidFill>
                  <a:srgbClr val="005A9C"/>
                </a:solidFill>
                <a:latin typeface="Arial"/>
                <a:ea typeface="Arial"/>
                <a:cs typeface="Arial"/>
              </a:rPr>
              <a:t>Document processing</a:t>
            </a:r>
          </a:p>
        </p:txBody>
      </p:sp>
      <p:sp>
        <p:nvSpPr>
          <p:cNvPr id="16" name="!!task.dev">
            <ns0:hlinkClick xmlns:ns0="http://schemas.openxmlformats.org/drawingml/2006/main" xmlns:ns1="http://schemas.openxmlformats.org/officeDocument/2006/relationships" ns1:id="rIdNavSlide25" action="ppaction://hlinksldjump" tooltip="Slide 25: Turning a business request into a working tool"/>
            <a:extLst xmlns:a="http://schemas.openxmlformats.org/drawingml/2006/main">
              <a:ext uri="{FF2B5EF4-FFF2-40B4-BE49-F238E27FC236}">
                <a16:creationId xmlns:a16="http://schemas.microsoft.com/office/drawing/2014/main" id="{59DE5744-A560-472B-9D6D-26DA869F02DC}"/>
              </a:ext>
            </a:extLst>
          </p:cNvPr>
          <p:cNvSpPr>
            <a:spLocks xmlns:a="http://schemas.openxmlformats.org/drawingml/2006/main" noGrp="1"/>
          </p:cNvSpPr>
          <p:nvPr/>
        </p:nvSpPr>
        <p:spPr>
          <a:xfrm xmlns:a="http://schemas.openxmlformats.org/drawingml/2006/main">
            <a:off x="762000" y="614362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Tool development</a:t>
            </a:r>
          </a:p>
        </p:txBody>
      </p:sp>
      <p:sp>
        <p:nvSpPr>
          <p:cNvPr id="17" name="!!map.separator">
            <a:extLst xmlns:a="http://schemas.openxmlformats.org/drawingml/2006/main">
              <a:ext uri="{FF2B5EF4-FFF2-40B4-BE49-F238E27FC236}">
                <a16:creationId xmlns:a16="http://schemas.microsoft.com/office/drawing/2014/main" id="{2FCC8E6A-208D-4ED7-9C1A-35562B98B889}"/>
              </a:ext>
            </a:extLst>
          </p:cNvPr>
          <p:cNvSpPr>
            <a:spLocks xmlns:a="http://schemas.openxmlformats.org/drawingml/2006/main" noGrp="1"/>
          </p:cNvSpPr>
          <p:nvPr/>
        </p:nvSpPr>
        <p:spPr>
          <a:xfrm xmlns:a="http://schemas.openxmlformats.org/drawingml/2006/main" flipH="0" flipV="0">
            <a:off x="3600450" y="1990725"/>
            <a:ext cx="953" cy="5076825"/>
          </a:xfrm>
          <a:prstGeom xmlns:a="http://schemas.openxmlformats.org/drawingml/2006/main" prst="line">
            <a:avLst/>
          </a:prstGeom>
          <a:noFill xmlns:a="http://schemas.openxmlformats.org/drawingml/2006/main"/>
          <a:ln xmlns:a="http://schemas.openxmlformats.org/drawingml/2006/main" w="9525">
            <a:solidFill>
              <a:srgbClr val="BCC6CF"/>
            </a:solidFill>
            <a:prstDash val="solid"/>
          </a:ln>
        </p:spPr>
      </p:sp>
      <p:sp>
        <p:nvSpPr>
          <p:cNvPr id="18" name="!!example">
            <a:extLst xmlns:a="http://schemas.openxmlformats.org/drawingml/2006/main">
              <a:ext uri="{FF2B5EF4-FFF2-40B4-BE49-F238E27FC236}">
                <a16:creationId xmlns:a16="http://schemas.microsoft.com/office/drawing/2014/main" id="{D4B5A492-FA2F-43C8-A14B-00DD03163038}"/>
              </a:ext>
            </a:extLst>
          </p:cNvPr>
          <p:cNvSpPr>
            <a:spLocks xmlns:a="http://schemas.openxmlformats.org/drawingml/2006/main" noGrp="1"/>
          </p:cNvSpPr>
          <p:nvPr/>
        </p:nvSpPr>
        <p:spPr>
          <a:xfrm xmlns:a="http://schemas.openxmlformats.org/drawingml/2006/main">
            <a:off x="13906500" y="1238250"/>
            <a:ext cx="685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707C88"/>
                </a:solidFill>
                <a:latin typeface="Arial"/>
                <a:ea typeface="Arial"/>
                <a:cs typeface="Arial"/>
              </a:defRPr>
            </a:defPPr>
            <a:lvl1pPr algn="r">
              <a:defRPr sz="1350" b="0">
                <a:solidFill>
                  <a:srgbClr val="707C88"/>
                </a:solidFill>
                <a:latin typeface="Arial"/>
                <a:ea typeface="Arial"/>
                <a:cs typeface="Arial"/>
              </a:defRPr>
            </a:lvl1pPr>
            <a:lvl2pPr algn="r">
              <a:defRPr sz="1350" b="0">
                <a:solidFill>
                  <a:srgbClr val="707C88"/>
                </a:solidFill>
                <a:latin typeface="Arial"/>
                <a:ea typeface="Arial"/>
                <a:cs typeface="Arial"/>
              </a:defRPr>
            </a:lvl2pPr>
            <a:lvl3pPr algn="r">
              <a:defRPr sz="1350" b="0">
                <a:solidFill>
                  <a:srgbClr val="707C88"/>
                </a:solidFill>
                <a:latin typeface="Arial"/>
                <a:ea typeface="Arial"/>
                <a:cs typeface="Arial"/>
              </a:defRPr>
            </a:lvl3pPr>
            <a:lvl4pPr algn="r">
              <a:defRPr sz="1350" b="0">
                <a:solidFill>
                  <a:srgbClr val="707C88"/>
                </a:solidFill>
                <a:latin typeface="Arial"/>
                <a:ea typeface="Arial"/>
                <a:cs typeface="Arial"/>
              </a:defRPr>
            </a:lvl4pPr>
            <a:lvl5pPr algn="r">
              <a:defRPr sz="1350" b="0">
                <a:solidFill>
                  <a:srgbClr val="707C88"/>
                </a:solidFill>
                <a:latin typeface="Arial"/>
                <a:ea typeface="Arial"/>
                <a:cs typeface="Arial"/>
              </a:defRPr>
            </a:lvl5pPr>
            <a:lvl6pPr algn="r">
              <a:defRPr sz="1350" b="0">
                <a:solidFill>
                  <a:srgbClr val="707C88"/>
                </a:solidFill>
                <a:latin typeface="Arial"/>
                <a:ea typeface="Arial"/>
                <a:cs typeface="Arial"/>
              </a:defRPr>
            </a:lvl6pPr>
            <a:lvl7pPr algn="r">
              <a:defRPr sz="1350" b="0">
                <a:solidFill>
                  <a:srgbClr val="707C88"/>
                </a:solidFill>
                <a:latin typeface="Arial"/>
                <a:ea typeface="Arial"/>
                <a:cs typeface="Arial"/>
              </a:defRPr>
            </a:lvl7pPr>
            <a:lvl8pPr algn="r">
              <a:defRPr sz="1350" b="0">
                <a:solidFill>
                  <a:srgbClr val="707C88"/>
                </a:solidFill>
                <a:latin typeface="Arial"/>
                <a:ea typeface="Arial"/>
                <a:cs typeface="Arial"/>
              </a:defRPr>
            </a:lvl8pPr>
            <a:lvl9pPr algn="r">
              <a:defRPr sz="1350" b="0">
                <a:solidFill>
                  <a:srgbClr val="707C88"/>
                </a:solidFill>
                <a:latin typeface="Arial"/>
                <a:ea typeface="Arial"/>
                <a:cs typeface="Arial"/>
              </a:defRPr>
            </a:lvl9pPr>
          </a:lstStyle>
          <a:p xmlns:a="http://schemas.openxmlformats.org/drawingml/2006/main">
            <a:pPr algn="r">
              <a:defRPr sz="1350" b="0">
                <a:solidFill>
                  <a:srgbClr val="707C88"/>
                </a:solidFill>
                <a:latin typeface="Arial"/>
                <a:ea typeface="Arial"/>
                <a:cs typeface="Arial"/>
              </a:defRPr>
            </a:pPr>
            <a:r>
              <a:rPr sz="1350" b="0">
                <a:solidFill>
                  <a:srgbClr val="707C88"/>
                </a:solidFill>
                <a:latin typeface="Arial"/>
                <a:ea typeface="Arial"/>
                <a:cs typeface="Arial"/>
              </a:rPr>
              <a:t>Example</a:t>
            </a:r>
          </a:p>
        </p:txBody>
      </p:sp>
      <p:sp>
        <p:nvSpPr>
          <p:cNvPr id="19" name="!!nav.home">
            <ns0:hlinkClick xmlns:ns0="http://schemas.openxmlformats.org/drawingml/2006/main" xmlns:ns1="http://schemas.openxmlformats.org/officeDocument/2006/relationships" ns1:id="rIdNavSlide3" action="ppaction://hlinksldjump" tooltip="Slide 3: Seven workflows across the firm"/>
            <a:extLst xmlns:a="http://schemas.openxmlformats.org/drawingml/2006/main">
              <a:ext uri="{FF2B5EF4-FFF2-40B4-BE49-F238E27FC236}">
                <a16:creationId xmlns:a16="http://schemas.microsoft.com/office/drawing/2014/main" id="{8989D0CA-87E0-4EFD-B5D1-5C72B4C74E58}"/>
              </a:ext>
            </a:extLst>
          </p:cNvPr>
          <p:cNvSpPr>
            <a:spLocks xmlns:a="http://schemas.openxmlformats.org/drawingml/2006/main" noGrp="1"/>
          </p:cNvSpPr>
          <p:nvPr/>
        </p:nvSpPr>
        <p:spPr>
          <a:xfrm xmlns:a="http://schemas.openxmlformats.org/drawingml/2006/main">
            <a:off x="647700" y="7496175"/>
            <a:ext cx="26098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BCC6CF"/>
            </a:solidFill>
            <a:prstDash val="solid"/>
          </a:ln>
        </p:spPr>
        <p:txBody>
          <a:bodyPr xmlns:a="http://schemas.openxmlformats.org/drawingml/2006/main" wrap="square" lIns="114300" tIns="0" rIns="114300" bIns="0" anchor="ctr">
            <a:noAutofit/>
          </a:bodyPr>
          <a:lstStyle xmlns:a="http://schemas.openxmlformats.org/drawingml/2006/main">
            <a:defPPr algn="ctr">
              <a:defRPr sz="1800" b="1">
                <a:solidFill>
                  <a:srgbClr val="005A9C"/>
                </a:solidFill>
                <a:latin typeface="Arial"/>
                <a:ea typeface="Arial"/>
                <a:cs typeface="Arial"/>
              </a:defRPr>
            </a:defPPr>
            <a:lvl1pPr algn="ctr">
              <a:defRPr sz="1800" b="1">
                <a:solidFill>
                  <a:srgbClr val="005A9C"/>
                </a:solidFill>
                <a:latin typeface="Arial"/>
                <a:ea typeface="Arial"/>
                <a:cs typeface="Arial"/>
              </a:defRPr>
            </a:lvl1pPr>
            <a:lvl2pPr algn="ctr">
              <a:defRPr sz="1800" b="1">
                <a:solidFill>
                  <a:srgbClr val="005A9C"/>
                </a:solidFill>
                <a:latin typeface="Arial"/>
                <a:ea typeface="Arial"/>
                <a:cs typeface="Arial"/>
              </a:defRPr>
            </a:lvl2pPr>
            <a:lvl3pPr algn="ctr">
              <a:defRPr sz="1800" b="1">
                <a:solidFill>
                  <a:srgbClr val="005A9C"/>
                </a:solidFill>
                <a:latin typeface="Arial"/>
                <a:ea typeface="Arial"/>
                <a:cs typeface="Arial"/>
              </a:defRPr>
            </a:lvl3pPr>
            <a:lvl4pPr algn="ctr">
              <a:defRPr sz="1800" b="1">
                <a:solidFill>
                  <a:srgbClr val="005A9C"/>
                </a:solidFill>
                <a:latin typeface="Arial"/>
                <a:ea typeface="Arial"/>
                <a:cs typeface="Arial"/>
              </a:defRPr>
            </a:lvl4pPr>
            <a:lvl5pPr algn="ctr">
              <a:defRPr sz="1800" b="1">
                <a:solidFill>
                  <a:srgbClr val="005A9C"/>
                </a:solidFill>
                <a:latin typeface="Arial"/>
                <a:ea typeface="Arial"/>
                <a:cs typeface="Arial"/>
              </a:defRPr>
            </a:lvl5pPr>
            <a:lvl6pPr algn="ctr">
              <a:defRPr sz="1800" b="1">
                <a:solidFill>
                  <a:srgbClr val="005A9C"/>
                </a:solidFill>
                <a:latin typeface="Arial"/>
                <a:ea typeface="Arial"/>
                <a:cs typeface="Arial"/>
              </a:defRPr>
            </a:lvl6pPr>
            <a:lvl7pPr algn="ctr">
              <a:defRPr sz="1800" b="1">
                <a:solidFill>
                  <a:srgbClr val="005A9C"/>
                </a:solidFill>
                <a:latin typeface="Arial"/>
                <a:ea typeface="Arial"/>
                <a:cs typeface="Arial"/>
              </a:defRPr>
            </a:lvl7pPr>
            <a:lvl8pPr algn="ctr">
              <a:defRPr sz="1800" b="1">
                <a:solidFill>
                  <a:srgbClr val="005A9C"/>
                </a:solidFill>
                <a:latin typeface="Arial"/>
                <a:ea typeface="Arial"/>
                <a:cs typeface="Arial"/>
              </a:defRPr>
            </a:lvl8pPr>
            <a:lvl9pPr algn="ctr">
              <a:defRPr sz="1800" b="1">
                <a:solidFill>
                  <a:srgbClr val="005A9C"/>
                </a:solidFill>
                <a:latin typeface="Arial"/>
                <a:ea typeface="Arial"/>
                <a:cs typeface="Arial"/>
              </a:defRPr>
            </a:lvl9pPr>
          </a:lstStyle>
          <a:p xmlns:a="http://schemas.openxmlformats.org/drawingml/2006/main">
            <a:pPr algn="ctr">
              <a:defRPr sz="1800" b="1">
                <a:solidFill>
                  <a:srgbClr val="005A9C"/>
                </a:solidFill>
                <a:latin typeface="Arial"/>
                <a:ea typeface="Arial"/>
                <a:cs typeface="Arial"/>
              </a:defRPr>
            </a:pPr>
            <a:r>
              <a:rPr sz="1800" b="1">
                <a:solidFill>
                  <a:srgbClr val="005A9C"/>
                </a:solidFill>
                <a:latin typeface="Arial"/>
                <a:ea typeface="Arial"/>
                <a:cs typeface="Arial"/>
              </a:rPr>
              <a:t>Firm overview</a:t>
            </a:r>
          </a:p>
        </p:txBody>
      </p:sp>
      <p:sp>
        <p:nvSpPr>
          <p:cNvPr id="20" name="!!page">
            <a:extLst xmlns:a="http://schemas.openxmlformats.org/drawingml/2006/main">
              <a:ext uri="{FF2B5EF4-FFF2-40B4-BE49-F238E27FC236}">
                <a16:creationId xmlns:a16="http://schemas.microsoft.com/office/drawing/2014/main" id="{77E1D2C3-8E10-4258-AD0D-F0607375F988}"/>
              </a:ext>
            </a:extLst>
          </p:cNvPr>
          <p:cNvSpPr>
            <a:spLocks xmlns:a="http://schemas.openxmlformats.org/drawingml/2006/main" noGrp="1"/>
          </p:cNvSpPr>
          <p:nvPr/>
        </p:nvSpPr>
        <p:spPr>
          <a:xfrm xmlns:a="http://schemas.openxmlformats.org/drawingml/2006/main">
            <a:off x="11144250" y="7591425"/>
            <a:ext cx="904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650" b="0">
                <a:solidFill>
                  <a:srgbClr val="707C88"/>
                </a:solidFill>
                <a:latin typeface="Arial"/>
                <a:ea typeface="Arial"/>
                <a:cs typeface="Arial"/>
              </a:defRPr>
            </a:defPPr>
            <a:lvl1pPr algn="r">
              <a:defRPr sz="1650" b="0">
                <a:solidFill>
                  <a:srgbClr val="707C88"/>
                </a:solidFill>
                <a:latin typeface="Arial"/>
                <a:ea typeface="Arial"/>
                <a:cs typeface="Arial"/>
              </a:defRPr>
            </a:lvl1pPr>
            <a:lvl2pPr algn="r">
              <a:defRPr sz="1650" b="0">
                <a:solidFill>
                  <a:srgbClr val="707C88"/>
                </a:solidFill>
                <a:latin typeface="Arial"/>
                <a:ea typeface="Arial"/>
                <a:cs typeface="Arial"/>
              </a:defRPr>
            </a:lvl2pPr>
            <a:lvl3pPr algn="r">
              <a:defRPr sz="1650" b="0">
                <a:solidFill>
                  <a:srgbClr val="707C88"/>
                </a:solidFill>
                <a:latin typeface="Arial"/>
                <a:ea typeface="Arial"/>
                <a:cs typeface="Arial"/>
              </a:defRPr>
            </a:lvl3pPr>
            <a:lvl4pPr algn="r">
              <a:defRPr sz="1650" b="0">
                <a:solidFill>
                  <a:srgbClr val="707C88"/>
                </a:solidFill>
                <a:latin typeface="Arial"/>
                <a:ea typeface="Arial"/>
                <a:cs typeface="Arial"/>
              </a:defRPr>
            </a:lvl4pPr>
            <a:lvl5pPr algn="r">
              <a:defRPr sz="1650" b="0">
                <a:solidFill>
                  <a:srgbClr val="707C88"/>
                </a:solidFill>
                <a:latin typeface="Arial"/>
                <a:ea typeface="Arial"/>
                <a:cs typeface="Arial"/>
              </a:defRPr>
            </a:lvl5pPr>
            <a:lvl6pPr algn="r">
              <a:defRPr sz="1650" b="0">
                <a:solidFill>
                  <a:srgbClr val="707C88"/>
                </a:solidFill>
                <a:latin typeface="Arial"/>
                <a:ea typeface="Arial"/>
                <a:cs typeface="Arial"/>
              </a:defRPr>
            </a:lvl6pPr>
            <a:lvl7pPr algn="r">
              <a:defRPr sz="1650" b="0">
                <a:solidFill>
                  <a:srgbClr val="707C88"/>
                </a:solidFill>
                <a:latin typeface="Arial"/>
                <a:ea typeface="Arial"/>
                <a:cs typeface="Arial"/>
              </a:defRPr>
            </a:lvl7pPr>
            <a:lvl8pPr algn="r">
              <a:defRPr sz="1650" b="0">
                <a:solidFill>
                  <a:srgbClr val="707C88"/>
                </a:solidFill>
                <a:latin typeface="Arial"/>
                <a:ea typeface="Arial"/>
                <a:cs typeface="Arial"/>
              </a:defRPr>
            </a:lvl8pPr>
            <a:lvl9pPr algn="r">
              <a:defRPr sz="1650" b="0">
                <a:solidFill>
                  <a:srgbClr val="707C88"/>
                </a:solidFill>
                <a:latin typeface="Arial"/>
                <a:ea typeface="Arial"/>
                <a:cs typeface="Arial"/>
              </a:defRPr>
            </a:lvl9pPr>
          </a:lstStyle>
          <a:p xmlns:a="http://schemas.openxmlformats.org/drawingml/2006/main">
            <a:pPr algn="r">
              <a:defRPr sz="1650" b="0">
                <a:solidFill>
                  <a:srgbClr val="707C88"/>
                </a:solidFill>
                <a:latin typeface="Arial"/>
                <a:ea typeface="Arial"/>
                <a:cs typeface="Arial"/>
              </a:defRPr>
            </a:pPr>
            <a:r>
              <a:rPr sz="1650" b="0">
                <a:solidFill>
                  <a:srgbClr val="707C88"/>
                </a:solidFill>
                <a:latin typeface="Arial"/>
                <a:ea typeface="Arial"/>
                <a:cs typeface="Arial"/>
              </a:rPr>
              <a:t>23 / 33</a:t>
            </a:r>
          </a:p>
        </p:txBody>
      </p:sp>
      <p:sp>
        <p:nvSpPr>
          <p:cNvPr id="21" name="!!nav.prev">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F7C3F5FB-ED70-44B3-AE3F-6866016905FA}"/>
              </a:ext>
            </a:extLst>
          </p:cNvPr>
          <p:cNvSpPr>
            <a:spLocks xmlns:a="http://schemas.openxmlformats.org/drawingml/2006/main" noGrp="1"/>
          </p:cNvSpPr>
          <p:nvPr/>
        </p:nvSpPr>
        <p:spPr>
          <a:xfrm xmlns:a="http://schemas.openxmlformats.org/drawingml/2006/main">
            <a:off x="12287250" y="7496175"/>
            <a:ext cx="1047750" cy="4572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725" b="1">
                <a:solidFill>
                  <a:srgbClr val="005A9C"/>
                </a:solidFill>
                <a:latin typeface="Arial"/>
                <a:ea typeface="Arial"/>
                <a:cs typeface="Arial"/>
              </a:defRPr>
            </a:defPPr>
            <a:lvl1pPr algn="ctr">
              <a:defRPr sz="1725" b="1">
                <a:solidFill>
                  <a:srgbClr val="005A9C"/>
                </a:solidFill>
                <a:latin typeface="Arial"/>
                <a:ea typeface="Arial"/>
                <a:cs typeface="Arial"/>
              </a:defRPr>
            </a:lvl1pPr>
            <a:lvl2pPr algn="ctr">
              <a:defRPr sz="1725" b="1">
                <a:solidFill>
                  <a:srgbClr val="005A9C"/>
                </a:solidFill>
                <a:latin typeface="Arial"/>
                <a:ea typeface="Arial"/>
                <a:cs typeface="Arial"/>
              </a:defRPr>
            </a:lvl2pPr>
            <a:lvl3pPr algn="ctr">
              <a:defRPr sz="1725" b="1">
                <a:solidFill>
                  <a:srgbClr val="005A9C"/>
                </a:solidFill>
                <a:latin typeface="Arial"/>
                <a:ea typeface="Arial"/>
                <a:cs typeface="Arial"/>
              </a:defRPr>
            </a:lvl3pPr>
            <a:lvl4pPr algn="ctr">
              <a:defRPr sz="1725" b="1">
                <a:solidFill>
                  <a:srgbClr val="005A9C"/>
                </a:solidFill>
                <a:latin typeface="Arial"/>
                <a:ea typeface="Arial"/>
                <a:cs typeface="Arial"/>
              </a:defRPr>
            </a:lvl4pPr>
            <a:lvl5pPr algn="ctr">
              <a:defRPr sz="1725" b="1">
                <a:solidFill>
                  <a:srgbClr val="005A9C"/>
                </a:solidFill>
                <a:latin typeface="Arial"/>
                <a:ea typeface="Arial"/>
                <a:cs typeface="Arial"/>
              </a:defRPr>
            </a:lvl5pPr>
            <a:lvl6pPr algn="ctr">
              <a:defRPr sz="1725" b="1">
                <a:solidFill>
                  <a:srgbClr val="005A9C"/>
                </a:solidFill>
                <a:latin typeface="Arial"/>
                <a:ea typeface="Arial"/>
                <a:cs typeface="Arial"/>
              </a:defRPr>
            </a:lvl6pPr>
            <a:lvl7pPr algn="ctr">
              <a:defRPr sz="1725" b="1">
                <a:solidFill>
                  <a:srgbClr val="005A9C"/>
                </a:solidFill>
                <a:latin typeface="Arial"/>
                <a:ea typeface="Arial"/>
                <a:cs typeface="Arial"/>
              </a:defRPr>
            </a:lvl7pPr>
            <a:lvl8pPr algn="ctr">
              <a:defRPr sz="1725" b="1">
                <a:solidFill>
                  <a:srgbClr val="005A9C"/>
                </a:solidFill>
                <a:latin typeface="Arial"/>
                <a:ea typeface="Arial"/>
                <a:cs typeface="Arial"/>
              </a:defRPr>
            </a:lvl8pPr>
            <a:lvl9pPr algn="ctr">
              <a:defRPr sz="1725" b="1">
                <a:solidFill>
                  <a:srgbClr val="005A9C"/>
                </a:solidFill>
                <a:latin typeface="Arial"/>
                <a:ea typeface="Arial"/>
                <a:cs typeface="Arial"/>
              </a:defRPr>
            </a:lvl9pPr>
          </a:lstStyle>
          <a:p xmlns:a="http://schemas.openxmlformats.org/drawingml/2006/main">
            <a:pPr algn="ctr">
              <a:defRPr sz="1725" b="1">
                <a:solidFill>
                  <a:srgbClr val="005A9C"/>
                </a:solidFill>
                <a:latin typeface="Arial"/>
                <a:ea typeface="Arial"/>
                <a:cs typeface="Arial"/>
              </a:defRPr>
            </a:pPr>
            <a:r>
              <a:rPr sz="1725" b="1">
                <a:solidFill>
                  <a:srgbClr val="005A9C"/>
                </a:solidFill>
                <a:latin typeface="Arial"/>
                <a:ea typeface="Arial"/>
                <a:cs typeface="Arial"/>
              </a:rPr>
              <a:t>Back</a:t>
            </a:r>
          </a:p>
        </p:txBody>
      </p:sp>
      <p:sp>
        <p:nvSpPr>
          <p:cNvPr id="22" name="!!nav.next">
            <ns0:hlinkClick xmlns:ns0="http://schemas.openxmlformats.org/drawingml/2006/main" xmlns:ns1="http://schemas.openxmlformats.org/officeDocument/2006/relationships" ns1:id="rIdNavSlide24" action="ppaction://hlinksldjump" tooltip="Slide 24: Proposed document change analysis"/>
            <a:extLst xmlns:a="http://schemas.openxmlformats.org/drawingml/2006/main">
              <a:ext uri="{FF2B5EF4-FFF2-40B4-BE49-F238E27FC236}">
                <a16:creationId xmlns:a16="http://schemas.microsoft.com/office/drawing/2014/main" id="{C7482610-CF4C-42FB-B82C-3B2C3479DDAD}"/>
              </a:ext>
            </a:extLst>
          </p:cNvPr>
          <p:cNvSpPr>
            <a:spLocks xmlns:a="http://schemas.openxmlformats.org/drawingml/2006/main" noGrp="1"/>
          </p:cNvSpPr>
          <p:nvPr/>
        </p:nvSpPr>
        <p:spPr>
          <a:xfrm xmlns:a="http://schemas.openxmlformats.org/drawingml/2006/main">
            <a:off x="13506450" y="7496175"/>
            <a:ext cx="1085850" cy="45720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725" b="1">
                <a:solidFill>
                  <a:srgbClr val="FFFFFF"/>
                </a:solidFill>
                <a:latin typeface="Arial"/>
                <a:ea typeface="Arial"/>
                <a:cs typeface="Arial"/>
              </a:defRPr>
            </a:defPPr>
            <a:lvl1pPr algn="ctr">
              <a:defRPr sz="1725" b="1">
                <a:solidFill>
                  <a:srgbClr val="FFFFFF"/>
                </a:solidFill>
                <a:latin typeface="Arial"/>
                <a:ea typeface="Arial"/>
                <a:cs typeface="Arial"/>
              </a:defRPr>
            </a:lvl1pPr>
            <a:lvl2pPr algn="ctr">
              <a:defRPr sz="1725" b="1">
                <a:solidFill>
                  <a:srgbClr val="FFFFFF"/>
                </a:solidFill>
                <a:latin typeface="Arial"/>
                <a:ea typeface="Arial"/>
                <a:cs typeface="Arial"/>
              </a:defRPr>
            </a:lvl2pPr>
            <a:lvl3pPr algn="ctr">
              <a:defRPr sz="1725" b="1">
                <a:solidFill>
                  <a:srgbClr val="FFFFFF"/>
                </a:solidFill>
                <a:latin typeface="Arial"/>
                <a:ea typeface="Arial"/>
                <a:cs typeface="Arial"/>
              </a:defRPr>
            </a:lvl3pPr>
            <a:lvl4pPr algn="ctr">
              <a:defRPr sz="1725" b="1">
                <a:solidFill>
                  <a:srgbClr val="FFFFFF"/>
                </a:solidFill>
                <a:latin typeface="Arial"/>
                <a:ea typeface="Arial"/>
                <a:cs typeface="Arial"/>
              </a:defRPr>
            </a:lvl4pPr>
            <a:lvl5pPr algn="ctr">
              <a:defRPr sz="1725" b="1">
                <a:solidFill>
                  <a:srgbClr val="FFFFFF"/>
                </a:solidFill>
                <a:latin typeface="Arial"/>
                <a:ea typeface="Arial"/>
                <a:cs typeface="Arial"/>
              </a:defRPr>
            </a:lvl5pPr>
            <a:lvl6pPr algn="ctr">
              <a:defRPr sz="1725" b="1">
                <a:solidFill>
                  <a:srgbClr val="FFFFFF"/>
                </a:solidFill>
                <a:latin typeface="Arial"/>
                <a:ea typeface="Arial"/>
                <a:cs typeface="Arial"/>
              </a:defRPr>
            </a:lvl6pPr>
            <a:lvl7pPr algn="ctr">
              <a:defRPr sz="1725" b="1">
                <a:solidFill>
                  <a:srgbClr val="FFFFFF"/>
                </a:solidFill>
                <a:latin typeface="Arial"/>
                <a:ea typeface="Arial"/>
                <a:cs typeface="Arial"/>
              </a:defRPr>
            </a:lvl7pPr>
            <a:lvl8pPr algn="ctr">
              <a:defRPr sz="1725" b="1">
                <a:solidFill>
                  <a:srgbClr val="FFFFFF"/>
                </a:solidFill>
                <a:latin typeface="Arial"/>
                <a:ea typeface="Arial"/>
                <a:cs typeface="Arial"/>
              </a:defRPr>
            </a:lvl8pPr>
            <a:lvl9pPr algn="ctr">
              <a:defRPr sz="1725" b="1">
                <a:solidFill>
                  <a:srgbClr val="FFFFFF"/>
                </a:solidFill>
                <a:latin typeface="Arial"/>
                <a:ea typeface="Arial"/>
                <a:cs typeface="Arial"/>
              </a:defRPr>
            </a:lvl9pPr>
          </a:lstStyle>
          <a:p xmlns:a="http://schemas.openxmlformats.org/drawingml/2006/main">
            <a:pPr algn="ctr">
              <a:defRPr sz="1725" b="1">
                <a:solidFill>
                  <a:srgbClr val="FFFFFF"/>
                </a:solidFill>
                <a:latin typeface="Arial"/>
                <a:ea typeface="Arial"/>
                <a:cs typeface="Arial"/>
              </a:defRPr>
            </a:pPr>
            <a:r>
              <a:rPr sz="1725" b="1">
                <a:solidFill>
                  <a:srgbClr val="FFFFFF"/>
                </a:solidFill>
                <a:latin typeface="Arial"/>
                <a:ea typeface="Arial"/>
                <a:cs typeface="Arial"/>
              </a:rPr>
              <a:t>Next</a:t>
            </a:r>
          </a:p>
        </p:txBody>
      </p:sp>
      <p:sp>
        <p:nvSpPr>
          <p:cNvPr id="23" name="!!footer.rule">
            <a:extLst xmlns:a="http://schemas.openxmlformats.org/drawingml/2006/main">
              <a:ext uri="{FF2B5EF4-FFF2-40B4-BE49-F238E27FC236}">
                <a16:creationId xmlns:a16="http://schemas.microsoft.com/office/drawing/2014/main" id="{B8AD8EC1-1AFF-4636-8D95-DF98756CA913}"/>
              </a:ext>
            </a:extLst>
          </p:cNvPr>
          <p:cNvSpPr>
            <a:spLocks xmlns:a="http://schemas.openxmlformats.org/drawingml/2006/main" noGrp="1"/>
          </p:cNvSpPr>
          <p:nvPr/>
        </p:nvSpPr>
        <p:spPr>
          <a:xfrm xmlns:a="http://schemas.openxmlformats.org/drawingml/2006/main" flipH="0" flipV="0">
            <a:off x="647700" y="8134350"/>
            <a:ext cx="13944600" cy="953"/>
          </a:xfrm>
          <a:prstGeom xmlns:a="http://schemas.openxmlformats.org/drawingml/2006/main" prst="line">
            <a:avLst/>
          </a:prstGeom>
          <a:noFill xmlns:a="http://schemas.openxmlformats.org/drawingml/2006/main"/>
          <a:ln xmlns:a="http://schemas.openxmlformats.org/drawingml/2006/main" w="9525">
            <a:solidFill>
              <a:srgbClr val="BCC6CF"/>
            </a:solidFill>
            <a:prstDash val="solid"/>
          </a:ln>
        </p:spPr>
      </p:sp>
      <p:sp>
        <p:nvSpPr>
          <p:cNvPr id="24" name="!!source">
            <a:extLst xmlns:a="http://schemas.openxmlformats.org/drawingml/2006/main">
              <a:ext uri="{FF2B5EF4-FFF2-40B4-BE49-F238E27FC236}">
                <a16:creationId xmlns:a16="http://schemas.microsoft.com/office/drawing/2014/main" id="{34B9DC7B-8F76-4B83-BA6A-4C8A48A4F042}"/>
              </a:ext>
            </a:extLst>
          </p:cNvPr>
          <p:cNvSpPr>
            <a:spLocks xmlns:a="http://schemas.openxmlformats.org/drawingml/2006/main" noGrp="1"/>
          </p:cNvSpPr>
          <p:nvPr/>
        </p:nvSpPr>
        <p:spPr>
          <a:xfrm xmlns:a="http://schemas.openxmlformats.org/drawingml/2006/main">
            <a:off x="647700" y="8267700"/>
            <a:ext cx="13944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707C88"/>
                </a:solidFill>
                <a:latin typeface="Arial"/>
                <a:ea typeface="Arial"/>
                <a:cs typeface="Arial"/>
              </a:defRPr>
            </a:defPPr>
            <a:lvl1pPr algn="l">
              <a:defRPr sz="1050" b="0">
                <a:solidFill>
                  <a:srgbClr val="707C88"/>
                </a:solidFill>
                <a:latin typeface="Arial"/>
                <a:ea typeface="Arial"/>
                <a:cs typeface="Arial"/>
              </a:defRPr>
            </a:lvl1pPr>
            <a:lvl2pPr algn="l">
              <a:defRPr sz="1050" b="0">
                <a:solidFill>
                  <a:srgbClr val="707C88"/>
                </a:solidFill>
                <a:latin typeface="Arial"/>
                <a:ea typeface="Arial"/>
                <a:cs typeface="Arial"/>
              </a:defRPr>
            </a:lvl2pPr>
            <a:lvl3pPr algn="l">
              <a:defRPr sz="1050" b="0">
                <a:solidFill>
                  <a:srgbClr val="707C88"/>
                </a:solidFill>
                <a:latin typeface="Arial"/>
                <a:ea typeface="Arial"/>
                <a:cs typeface="Arial"/>
              </a:defRPr>
            </a:lvl3pPr>
            <a:lvl4pPr algn="l">
              <a:defRPr sz="1050" b="0">
                <a:solidFill>
                  <a:srgbClr val="707C88"/>
                </a:solidFill>
                <a:latin typeface="Arial"/>
                <a:ea typeface="Arial"/>
                <a:cs typeface="Arial"/>
              </a:defRPr>
            </a:lvl4pPr>
            <a:lvl5pPr algn="l">
              <a:defRPr sz="1050" b="0">
                <a:solidFill>
                  <a:srgbClr val="707C88"/>
                </a:solidFill>
                <a:latin typeface="Arial"/>
                <a:ea typeface="Arial"/>
                <a:cs typeface="Arial"/>
              </a:defRPr>
            </a:lvl5pPr>
            <a:lvl6pPr algn="l">
              <a:defRPr sz="1050" b="0">
                <a:solidFill>
                  <a:srgbClr val="707C88"/>
                </a:solidFill>
                <a:latin typeface="Arial"/>
                <a:ea typeface="Arial"/>
                <a:cs typeface="Arial"/>
              </a:defRPr>
            </a:lvl6pPr>
            <a:lvl7pPr algn="l">
              <a:defRPr sz="1050" b="0">
                <a:solidFill>
                  <a:srgbClr val="707C88"/>
                </a:solidFill>
                <a:latin typeface="Arial"/>
                <a:ea typeface="Arial"/>
                <a:cs typeface="Arial"/>
              </a:defRPr>
            </a:lvl7pPr>
            <a:lvl8pPr algn="l">
              <a:defRPr sz="1050" b="0">
                <a:solidFill>
                  <a:srgbClr val="707C88"/>
                </a:solidFill>
                <a:latin typeface="Arial"/>
                <a:ea typeface="Arial"/>
                <a:cs typeface="Arial"/>
              </a:defRPr>
            </a:lvl8pPr>
            <a:lvl9pPr algn="l">
              <a:defRPr sz="1050" b="0">
                <a:solidFill>
                  <a:srgbClr val="707C88"/>
                </a:solidFill>
                <a:latin typeface="Arial"/>
                <a:ea typeface="Arial"/>
                <a:cs typeface="Arial"/>
              </a:defRPr>
            </a:lvl9pPr>
          </a:lstStyle>
          <a:p xmlns:a="http://schemas.openxmlformats.org/drawingml/2006/main">
            <a:pPr algn="l">
              <a:defRPr sz="1050" b="0">
                <a:solidFill>
                  <a:srgbClr val="707C88"/>
                </a:solidFill>
                <a:latin typeface="Arial"/>
                <a:ea typeface="Arial"/>
                <a:cs typeface="Arial"/>
              </a:defRPr>
            </a:pPr>
            <a:r>
              <a:rPr sz="1050" b="0">
                <a:solidFill>
                  <a:srgbClr val="707C88"/>
                </a:solidFill>
                <a:latin typeface="Arial"/>
                <a:ea typeface="Arial"/>
                <a:cs typeface="Arial"/>
              </a:rPr>
              <a:t>Sources: HuaAn / CCF; ICBCUBS / AMAC</a:t>
            </a:r>
          </a:p>
        </p:txBody>
      </p:sp>
      <p:sp>
        <p:nvSpPr>
          <p:cNvPr id="25" name="!!ops.huaan">
            <a:extLst xmlns:a="http://schemas.openxmlformats.org/drawingml/2006/main">
              <a:ext uri="{FF2B5EF4-FFF2-40B4-BE49-F238E27FC236}">
                <a16:creationId xmlns:a16="http://schemas.microsoft.com/office/drawing/2014/main" id="{3CEC38FB-38BC-4C92-9D95-90E1B6D733FC}"/>
              </a:ext>
            </a:extLst>
          </p:cNvPr>
          <p:cNvSpPr>
            <a:spLocks xmlns:a="http://schemas.openxmlformats.org/drawingml/2006/main" noGrp="1"/>
          </p:cNvSpPr>
          <p:nvPr/>
        </p:nvSpPr>
        <p:spPr>
          <a:xfrm xmlns:a="http://schemas.openxmlformats.org/drawingml/2006/main">
            <a:off x="4057650" y="2171700"/>
            <a:ext cx="3352800" cy="45720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725" b="1">
                <a:solidFill>
                  <a:srgbClr val="FFFFFF"/>
                </a:solidFill>
                <a:latin typeface="Arial"/>
                <a:ea typeface="Arial"/>
                <a:cs typeface="Arial"/>
              </a:defRPr>
            </a:defPPr>
            <a:lvl1pPr algn="ctr">
              <a:defRPr sz="1725" b="1">
                <a:solidFill>
                  <a:srgbClr val="FFFFFF"/>
                </a:solidFill>
                <a:latin typeface="Arial"/>
                <a:ea typeface="Arial"/>
                <a:cs typeface="Arial"/>
              </a:defRPr>
            </a:lvl1pPr>
            <a:lvl2pPr algn="ctr">
              <a:defRPr sz="1725" b="1">
                <a:solidFill>
                  <a:srgbClr val="FFFFFF"/>
                </a:solidFill>
                <a:latin typeface="Arial"/>
                <a:ea typeface="Arial"/>
                <a:cs typeface="Arial"/>
              </a:defRPr>
            </a:lvl2pPr>
            <a:lvl3pPr algn="ctr">
              <a:defRPr sz="1725" b="1">
                <a:solidFill>
                  <a:srgbClr val="FFFFFF"/>
                </a:solidFill>
                <a:latin typeface="Arial"/>
                <a:ea typeface="Arial"/>
                <a:cs typeface="Arial"/>
              </a:defRPr>
            </a:lvl3pPr>
            <a:lvl4pPr algn="ctr">
              <a:defRPr sz="1725" b="1">
                <a:solidFill>
                  <a:srgbClr val="FFFFFF"/>
                </a:solidFill>
                <a:latin typeface="Arial"/>
                <a:ea typeface="Arial"/>
                <a:cs typeface="Arial"/>
              </a:defRPr>
            </a:lvl4pPr>
            <a:lvl5pPr algn="ctr">
              <a:defRPr sz="1725" b="1">
                <a:solidFill>
                  <a:srgbClr val="FFFFFF"/>
                </a:solidFill>
                <a:latin typeface="Arial"/>
                <a:ea typeface="Arial"/>
                <a:cs typeface="Arial"/>
              </a:defRPr>
            </a:lvl5pPr>
            <a:lvl6pPr algn="ctr">
              <a:defRPr sz="1725" b="1">
                <a:solidFill>
                  <a:srgbClr val="FFFFFF"/>
                </a:solidFill>
                <a:latin typeface="Arial"/>
                <a:ea typeface="Arial"/>
                <a:cs typeface="Arial"/>
              </a:defRPr>
            </a:lvl6pPr>
            <a:lvl7pPr algn="ctr">
              <a:defRPr sz="1725" b="1">
                <a:solidFill>
                  <a:srgbClr val="FFFFFF"/>
                </a:solidFill>
                <a:latin typeface="Arial"/>
                <a:ea typeface="Arial"/>
                <a:cs typeface="Arial"/>
              </a:defRPr>
            </a:lvl7pPr>
            <a:lvl8pPr algn="ctr">
              <a:defRPr sz="1725" b="1">
                <a:solidFill>
                  <a:srgbClr val="FFFFFF"/>
                </a:solidFill>
                <a:latin typeface="Arial"/>
                <a:ea typeface="Arial"/>
                <a:cs typeface="Arial"/>
              </a:defRPr>
            </a:lvl8pPr>
            <a:lvl9pPr algn="ctr">
              <a:defRPr sz="1725" b="1">
                <a:solidFill>
                  <a:srgbClr val="FFFFFF"/>
                </a:solidFill>
                <a:latin typeface="Arial"/>
                <a:ea typeface="Arial"/>
                <a:cs typeface="Arial"/>
              </a:defRPr>
            </a:lvl9pPr>
          </a:lstStyle>
          <a:p xmlns:a="http://schemas.openxmlformats.org/drawingml/2006/main">
            <a:pPr algn="ctr">
              <a:defRPr sz="1725" b="1">
                <a:solidFill>
                  <a:srgbClr val="FFFFFF"/>
                </a:solidFill>
                <a:latin typeface="Arial"/>
                <a:ea typeface="Arial"/>
                <a:cs typeface="Arial"/>
              </a:defRPr>
            </a:pPr>
            <a:r>
              <a:rPr sz="1725" b="1">
                <a:solidFill>
                  <a:srgbClr val="FFFFFF"/>
                </a:solidFill>
                <a:latin typeface="Arial"/>
                <a:ea typeface="Arial"/>
                <a:cs typeface="Arial"/>
              </a:rPr>
              <a:t>HuaAn: automated data entry</a:t>
            </a:r>
          </a:p>
        </p:txBody>
      </p:sp>
      <p:sp>
        <p:nvSpPr>
          <p:cNvPr id="26" name="!!ops.form">
            <a:extLst xmlns:a="http://schemas.openxmlformats.org/drawingml/2006/main">
              <a:ext uri="{FF2B5EF4-FFF2-40B4-BE49-F238E27FC236}">
                <a16:creationId xmlns:a16="http://schemas.microsoft.com/office/drawing/2014/main" id="{EE1502E7-C3E0-4890-AB30-7687CE2E1219}"/>
              </a:ext>
            </a:extLst>
          </p:cNvPr>
          <p:cNvSpPr>
            <a:spLocks xmlns:a="http://schemas.openxmlformats.org/drawingml/2006/main" noGrp="1"/>
          </p:cNvSpPr>
          <p:nvPr/>
        </p:nvSpPr>
        <p:spPr>
          <a:xfrm xmlns:a="http://schemas.openxmlformats.org/drawingml/2006/main">
            <a:off x="4057650" y="3028950"/>
            <a:ext cx="3352800" cy="224790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27" name="!!ops.form.role">
            <a:extLst xmlns:a="http://schemas.openxmlformats.org/drawingml/2006/main">
              <a:ext uri="{FF2B5EF4-FFF2-40B4-BE49-F238E27FC236}">
                <a16:creationId xmlns:a16="http://schemas.microsoft.com/office/drawing/2014/main" id="{7178A765-A7C9-4246-AAE3-EE683DC2B1EA}"/>
              </a:ext>
            </a:extLst>
          </p:cNvPr>
          <p:cNvSpPr>
            <a:spLocks xmlns:a="http://schemas.openxmlformats.org/drawingml/2006/main" noGrp="1"/>
          </p:cNvSpPr>
          <p:nvPr/>
        </p:nvSpPr>
        <p:spPr>
          <a:xfrm xmlns:a="http://schemas.openxmlformats.org/drawingml/2006/main">
            <a:off x="4248150" y="3171825"/>
            <a:ext cx="2971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62C"/>
                </a:solidFill>
                <a:latin typeface="Arial"/>
                <a:ea typeface="Arial"/>
                <a:cs typeface="Arial"/>
              </a:defRPr>
            </a:defPPr>
            <a:lvl1pPr algn="l">
              <a:defRPr sz="1800" b="1">
                <a:solidFill>
                  <a:srgbClr val="20262C"/>
                </a:solidFill>
                <a:latin typeface="Arial"/>
                <a:ea typeface="Arial"/>
                <a:cs typeface="Arial"/>
              </a:defRPr>
            </a:lvl1pPr>
            <a:lvl2pPr algn="l">
              <a:defRPr sz="1800" b="1">
                <a:solidFill>
                  <a:srgbClr val="20262C"/>
                </a:solidFill>
                <a:latin typeface="Arial"/>
                <a:ea typeface="Arial"/>
                <a:cs typeface="Arial"/>
              </a:defRPr>
            </a:lvl2pPr>
            <a:lvl3pPr algn="l">
              <a:defRPr sz="1800" b="1">
                <a:solidFill>
                  <a:srgbClr val="20262C"/>
                </a:solidFill>
                <a:latin typeface="Arial"/>
                <a:ea typeface="Arial"/>
                <a:cs typeface="Arial"/>
              </a:defRPr>
            </a:lvl3pPr>
            <a:lvl4pPr algn="l">
              <a:defRPr sz="1800" b="1">
                <a:solidFill>
                  <a:srgbClr val="20262C"/>
                </a:solidFill>
                <a:latin typeface="Arial"/>
                <a:ea typeface="Arial"/>
                <a:cs typeface="Arial"/>
              </a:defRPr>
            </a:lvl4pPr>
            <a:lvl5pPr algn="l">
              <a:defRPr sz="1800" b="1">
                <a:solidFill>
                  <a:srgbClr val="20262C"/>
                </a:solidFill>
                <a:latin typeface="Arial"/>
                <a:ea typeface="Arial"/>
                <a:cs typeface="Arial"/>
              </a:defRPr>
            </a:lvl5pPr>
            <a:lvl6pPr algn="l">
              <a:defRPr sz="1800" b="1">
                <a:solidFill>
                  <a:srgbClr val="20262C"/>
                </a:solidFill>
                <a:latin typeface="Arial"/>
                <a:ea typeface="Arial"/>
                <a:cs typeface="Arial"/>
              </a:defRPr>
            </a:lvl6pPr>
            <a:lvl7pPr algn="l">
              <a:defRPr sz="1800" b="1">
                <a:solidFill>
                  <a:srgbClr val="20262C"/>
                </a:solidFill>
                <a:latin typeface="Arial"/>
                <a:ea typeface="Arial"/>
                <a:cs typeface="Arial"/>
              </a:defRPr>
            </a:lvl7pPr>
            <a:lvl8pPr algn="l">
              <a:defRPr sz="1800" b="1">
                <a:solidFill>
                  <a:srgbClr val="20262C"/>
                </a:solidFill>
                <a:latin typeface="Arial"/>
                <a:ea typeface="Arial"/>
                <a:cs typeface="Arial"/>
              </a:defRPr>
            </a:lvl8pPr>
            <a:lvl9pPr algn="l">
              <a:defRPr sz="1800" b="1">
                <a:solidFill>
                  <a:srgbClr val="20262C"/>
                </a:solidFill>
                <a:latin typeface="Arial"/>
                <a:ea typeface="Arial"/>
                <a:cs typeface="Arial"/>
              </a:defRPr>
            </a:lvl9pPr>
          </a:lstStyle>
          <a:p xmlns:a="http://schemas.openxmlformats.org/drawingml/2006/main">
            <a:pPr algn="l">
              <a:defRPr sz="1800" b="1">
                <a:solidFill>
                  <a:srgbClr val="20262C"/>
                </a:solidFill>
                <a:latin typeface="Arial"/>
                <a:ea typeface="Arial"/>
                <a:cs typeface="Arial"/>
              </a:defRPr>
            </a:pPr>
            <a:r>
              <a:rPr sz="1800" b="1">
                <a:solidFill>
                  <a:srgbClr val="20262C"/>
                </a:solidFill>
                <a:latin typeface="Arial"/>
                <a:ea typeface="Arial"/>
                <a:cs typeface="Arial"/>
              </a:rPr>
              <a:t>Read faxes and forms</a:t>
            </a:r>
          </a:p>
        </p:txBody>
      </p:sp>
      <p:sp>
        <p:nvSpPr>
          <p:cNvPr id="28" name="!!ops.form.body">
            <a:extLst xmlns:a="http://schemas.openxmlformats.org/drawingml/2006/main">
              <a:ext uri="{FF2B5EF4-FFF2-40B4-BE49-F238E27FC236}">
                <a16:creationId xmlns:a16="http://schemas.microsoft.com/office/drawing/2014/main" id="{B178384D-2C3C-4B2A-9772-5016CBD10882}"/>
              </a:ext>
            </a:extLst>
          </p:cNvPr>
          <p:cNvSpPr>
            <a:spLocks xmlns:a="http://schemas.openxmlformats.org/drawingml/2006/main" noGrp="1"/>
          </p:cNvSpPr>
          <p:nvPr/>
        </p:nvSpPr>
        <p:spPr>
          <a:xfrm xmlns:a="http://schemas.openxmlformats.org/drawingml/2006/main">
            <a:off x="4248150" y="3609975"/>
            <a:ext cx="297180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20262C"/>
                </a:solidFill>
                <a:latin typeface="Arial"/>
                <a:ea typeface="Arial"/>
                <a:cs typeface="Arial"/>
              </a:defRPr>
            </a:defPPr>
            <a:lvl1pPr algn="l">
              <a:defRPr sz="2100" b="0">
                <a:solidFill>
                  <a:srgbClr val="20262C"/>
                </a:solidFill>
                <a:latin typeface="Arial"/>
                <a:ea typeface="Arial"/>
                <a:cs typeface="Arial"/>
              </a:defRPr>
            </a:lvl1pPr>
            <a:lvl2pPr algn="l">
              <a:defRPr sz="2100" b="0">
                <a:solidFill>
                  <a:srgbClr val="20262C"/>
                </a:solidFill>
                <a:latin typeface="Arial"/>
                <a:ea typeface="Arial"/>
                <a:cs typeface="Arial"/>
              </a:defRPr>
            </a:lvl2pPr>
            <a:lvl3pPr algn="l">
              <a:defRPr sz="2100" b="0">
                <a:solidFill>
                  <a:srgbClr val="20262C"/>
                </a:solidFill>
                <a:latin typeface="Arial"/>
                <a:ea typeface="Arial"/>
                <a:cs typeface="Arial"/>
              </a:defRPr>
            </a:lvl3pPr>
            <a:lvl4pPr algn="l">
              <a:defRPr sz="2100" b="0">
                <a:solidFill>
                  <a:srgbClr val="20262C"/>
                </a:solidFill>
                <a:latin typeface="Arial"/>
                <a:ea typeface="Arial"/>
                <a:cs typeface="Arial"/>
              </a:defRPr>
            </a:lvl4pPr>
            <a:lvl5pPr algn="l">
              <a:defRPr sz="2100" b="0">
                <a:solidFill>
                  <a:srgbClr val="20262C"/>
                </a:solidFill>
                <a:latin typeface="Arial"/>
                <a:ea typeface="Arial"/>
                <a:cs typeface="Arial"/>
              </a:defRPr>
            </a:lvl5pPr>
            <a:lvl6pPr algn="l">
              <a:defRPr sz="2100" b="0">
                <a:solidFill>
                  <a:srgbClr val="20262C"/>
                </a:solidFill>
                <a:latin typeface="Arial"/>
                <a:ea typeface="Arial"/>
                <a:cs typeface="Arial"/>
              </a:defRPr>
            </a:lvl6pPr>
            <a:lvl7pPr algn="l">
              <a:defRPr sz="2100" b="0">
                <a:solidFill>
                  <a:srgbClr val="20262C"/>
                </a:solidFill>
                <a:latin typeface="Arial"/>
                <a:ea typeface="Arial"/>
                <a:cs typeface="Arial"/>
              </a:defRPr>
            </a:lvl7pPr>
            <a:lvl8pPr algn="l">
              <a:defRPr sz="2100" b="0">
                <a:solidFill>
                  <a:srgbClr val="20262C"/>
                </a:solidFill>
                <a:latin typeface="Arial"/>
                <a:ea typeface="Arial"/>
                <a:cs typeface="Arial"/>
              </a:defRPr>
            </a:lvl8pPr>
            <a:lvl9pPr algn="l">
              <a:defRPr sz="2100" b="0">
                <a:solidFill>
                  <a:srgbClr val="20262C"/>
                </a:solidFill>
                <a:latin typeface="Arial"/>
                <a:ea typeface="Arial"/>
                <a:cs typeface="Arial"/>
              </a:defRPr>
            </a:lvl9pPr>
          </a:lstStyle>
          <a:p xmlns:a="http://schemas.openxmlformats.org/drawingml/2006/main">
            <a:pPr algn="l">
              <a:defRPr sz="2100" b="0">
                <a:solidFill>
                  <a:srgbClr val="20262C"/>
                </a:solidFill>
                <a:latin typeface="Arial"/>
                <a:ea typeface="Arial"/>
                <a:cs typeface="Arial"/>
              </a:defRPr>
            </a:pPr>
            <a:r>
              <a:rPr sz="2100" b="0">
                <a:solidFill>
                  <a:srgbClr val="20262C"/>
                </a:solidFill>
                <a:latin typeface="Arial"/>
                <a:ea typeface="Arial"/>
                <a:cs typeface="Arial"/>
              </a:rPr>
              <a:t>Recognize document content</a:t>
            </a:r>
          </a:p>
          <a:p xmlns:a="http://schemas.openxmlformats.org/drawingml/2006/main">
            <a:pPr algn="l">
              <a:defRPr sz="2100" b="0">
                <a:solidFill>
                  <a:srgbClr val="20262C"/>
                </a:solidFill>
                <a:latin typeface="Arial"/>
                <a:ea typeface="Arial"/>
                <a:cs typeface="Arial"/>
              </a:defRPr>
            </a:pPr>
            <a:r>
              <a:rPr sz="2100" b="0">
                <a:solidFill>
                  <a:srgbClr val="20262C"/>
                </a:solidFill>
                <a:latin typeface="Arial"/>
                <a:ea typeface="Arial"/>
                <a:cs typeface="Arial"/>
              </a:rPr>
              <a:t>Extract business fields</a:t>
            </a:r>
          </a:p>
          <a:p xmlns:a="http://schemas.openxmlformats.org/drawingml/2006/main">
            <a:pPr algn="l">
              <a:defRPr sz="2100" b="0">
                <a:solidFill>
                  <a:srgbClr val="20262C"/>
                </a:solidFill>
                <a:latin typeface="Arial"/>
                <a:ea typeface="Arial"/>
                <a:cs typeface="Arial"/>
              </a:defRPr>
            </a:pPr>
            <a:r>
              <a:rPr sz="2100" b="0">
                <a:solidFill>
                  <a:srgbClr val="20262C"/>
                </a:solidFill>
                <a:latin typeface="Arial"/>
                <a:ea typeface="Arial"/>
                <a:cs typeface="Arial"/>
              </a:rPr>
              <a:t>Support counter-service entry</a:t>
            </a:r>
          </a:p>
        </p:txBody>
      </p:sp>
      <p:sp>
        <p:nvSpPr>
          <p:cNvPr id="29" name="!!ops.stat">
            <a:extLst xmlns:a="http://schemas.openxmlformats.org/drawingml/2006/main">
              <a:ext uri="{FF2B5EF4-FFF2-40B4-BE49-F238E27FC236}">
                <a16:creationId xmlns:a16="http://schemas.microsoft.com/office/drawing/2014/main" id="{EFCF2066-EBAC-47A4-8273-15828CFB4E8A}"/>
              </a:ext>
            </a:extLst>
          </p:cNvPr>
          <p:cNvSpPr>
            <a:spLocks xmlns:a="http://schemas.openxmlformats.org/drawingml/2006/main" noGrp="1"/>
          </p:cNvSpPr>
          <p:nvPr/>
        </p:nvSpPr>
        <p:spPr>
          <a:xfrm xmlns:a="http://schemas.openxmlformats.org/drawingml/2006/main">
            <a:off x="4057650" y="5800725"/>
            <a:ext cx="335280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005A9C"/>
                </a:solidFill>
                <a:latin typeface="Arial"/>
                <a:ea typeface="Arial"/>
                <a:cs typeface="Arial"/>
              </a:defRPr>
            </a:defPPr>
            <a:lvl1pPr algn="l">
              <a:defRPr sz="1875" b="1">
                <a:solidFill>
                  <a:srgbClr val="005A9C"/>
                </a:solidFill>
                <a:latin typeface="Arial"/>
                <a:ea typeface="Arial"/>
                <a:cs typeface="Arial"/>
              </a:defRPr>
            </a:lvl1pPr>
            <a:lvl2pPr algn="l">
              <a:defRPr sz="1875" b="1">
                <a:solidFill>
                  <a:srgbClr val="005A9C"/>
                </a:solidFill>
                <a:latin typeface="Arial"/>
                <a:ea typeface="Arial"/>
                <a:cs typeface="Arial"/>
              </a:defRPr>
            </a:lvl2pPr>
            <a:lvl3pPr algn="l">
              <a:defRPr sz="1875" b="1">
                <a:solidFill>
                  <a:srgbClr val="005A9C"/>
                </a:solidFill>
                <a:latin typeface="Arial"/>
                <a:ea typeface="Arial"/>
                <a:cs typeface="Arial"/>
              </a:defRPr>
            </a:lvl3pPr>
            <a:lvl4pPr algn="l">
              <a:defRPr sz="1875" b="1">
                <a:solidFill>
                  <a:srgbClr val="005A9C"/>
                </a:solidFill>
                <a:latin typeface="Arial"/>
                <a:ea typeface="Arial"/>
                <a:cs typeface="Arial"/>
              </a:defRPr>
            </a:lvl4pPr>
            <a:lvl5pPr algn="l">
              <a:defRPr sz="1875" b="1">
                <a:solidFill>
                  <a:srgbClr val="005A9C"/>
                </a:solidFill>
                <a:latin typeface="Arial"/>
                <a:ea typeface="Arial"/>
                <a:cs typeface="Arial"/>
              </a:defRPr>
            </a:lvl5pPr>
            <a:lvl6pPr algn="l">
              <a:defRPr sz="1875" b="1">
                <a:solidFill>
                  <a:srgbClr val="005A9C"/>
                </a:solidFill>
                <a:latin typeface="Arial"/>
                <a:ea typeface="Arial"/>
                <a:cs typeface="Arial"/>
              </a:defRPr>
            </a:lvl6pPr>
            <a:lvl7pPr algn="l">
              <a:defRPr sz="1875" b="1">
                <a:solidFill>
                  <a:srgbClr val="005A9C"/>
                </a:solidFill>
                <a:latin typeface="Arial"/>
                <a:ea typeface="Arial"/>
                <a:cs typeface="Arial"/>
              </a:defRPr>
            </a:lvl7pPr>
            <a:lvl8pPr algn="l">
              <a:defRPr sz="1875" b="1">
                <a:solidFill>
                  <a:srgbClr val="005A9C"/>
                </a:solidFill>
                <a:latin typeface="Arial"/>
                <a:ea typeface="Arial"/>
                <a:cs typeface="Arial"/>
              </a:defRPr>
            </a:lvl8pPr>
            <a:lvl9pPr algn="l">
              <a:defRPr sz="1875" b="1">
                <a:solidFill>
                  <a:srgbClr val="005A9C"/>
                </a:solidFill>
                <a:latin typeface="Arial"/>
                <a:ea typeface="Arial"/>
                <a:cs typeface="Arial"/>
              </a:defRPr>
            </a:lvl9pPr>
          </a:lstStyle>
          <a:p xmlns:a="http://schemas.openxmlformats.org/drawingml/2006/main">
            <a:pPr algn="l">
              <a:defRPr sz="1875" b="1">
                <a:solidFill>
                  <a:srgbClr val="005A9C"/>
                </a:solidFill>
                <a:latin typeface="Arial"/>
                <a:ea typeface="Arial"/>
                <a:cs typeface="Arial"/>
              </a:defRPr>
            </a:pPr>
            <a:r>
              <a:rPr sz="1875" b="1">
                <a:solidFill>
                  <a:srgbClr val="005A9C"/>
                </a:solidFill>
                <a:latin typeface="Arial"/>
                <a:ea typeface="Arial"/>
                <a:cs typeface="Arial"/>
              </a:rPr>
              <a:t>HuaAn reports that over 80%</a:t>
            </a:r>
          </a:p>
          <a:p xmlns:a="http://schemas.openxmlformats.org/drawingml/2006/main">
            <a:pPr algn="l">
              <a:defRPr sz="1875" b="1">
                <a:solidFill>
                  <a:srgbClr val="005A9C"/>
                </a:solidFill>
                <a:latin typeface="Arial"/>
                <a:ea typeface="Arial"/>
                <a:cs typeface="Arial"/>
              </a:defRPr>
            </a:pPr>
            <a:r>
              <a:rPr sz="1875" b="1">
                <a:solidFill>
                  <a:srgbClr val="005A9C"/>
                </a:solidFill>
                <a:latin typeface="Arial"/>
                <a:ea typeface="Arial"/>
                <a:cs typeface="Arial"/>
              </a:rPr>
              <a:t>of counter-service faxes use</a:t>
            </a:r>
          </a:p>
          <a:p xmlns:a="http://schemas.openxmlformats.org/drawingml/2006/main">
            <a:pPr algn="l">
              <a:defRPr sz="1875" b="1">
                <a:solidFill>
                  <a:srgbClr val="005A9C"/>
                </a:solidFill>
                <a:latin typeface="Arial"/>
                <a:ea typeface="Arial"/>
                <a:cs typeface="Arial"/>
              </a:defRPr>
            </a:pPr>
            <a:r>
              <a:rPr sz="1875" b="1">
                <a:solidFill>
                  <a:srgbClr val="005A9C"/>
                </a:solidFill>
                <a:latin typeface="Arial"/>
                <a:ea typeface="Arial"/>
                <a:cs typeface="Arial"/>
              </a:rPr>
              <a:t>automated data entry</a:t>
            </a:r>
          </a:p>
        </p:txBody>
      </p:sp>
      <p:sp>
        <p:nvSpPr>
          <p:cNvPr id="30" name="!!ops.icbc">
            <a:extLst xmlns:a="http://schemas.openxmlformats.org/drawingml/2006/main">
              <a:ext uri="{FF2B5EF4-FFF2-40B4-BE49-F238E27FC236}">
                <a16:creationId xmlns:a16="http://schemas.microsoft.com/office/drawing/2014/main" id="{593997A1-A01E-4378-8CC8-1F174FAEADFB}"/>
              </a:ext>
            </a:extLst>
          </p:cNvPr>
          <p:cNvSpPr>
            <a:spLocks xmlns:a="http://schemas.openxmlformats.org/drawingml/2006/main" noGrp="1"/>
          </p:cNvSpPr>
          <p:nvPr/>
        </p:nvSpPr>
        <p:spPr>
          <a:xfrm xmlns:a="http://schemas.openxmlformats.org/drawingml/2006/main">
            <a:off x="7829550" y="2171700"/>
            <a:ext cx="6762750" cy="45720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FFFFFF"/>
                </a:solidFill>
                <a:latin typeface="Arial"/>
                <a:ea typeface="Arial"/>
                <a:cs typeface="Arial"/>
              </a:defRPr>
            </a:defPPr>
            <a:lvl1pPr algn="ctr">
              <a:defRPr sz="2025" b="1">
                <a:solidFill>
                  <a:srgbClr val="FFFFFF"/>
                </a:solidFill>
                <a:latin typeface="Arial"/>
                <a:ea typeface="Arial"/>
                <a:cs typeface="Arial"/>
              </a:defRPr>
            </a:lvl1pPr>
            <a:lvl2pPr algn="ctr">
              <a:defRPr sz="2025" b="1">
                <a:solidFill>
                  <a:srgbClr val="FFFFFF"/>
                </a:solidFill>
                <a:latin typeface="Arial"/>
                <a:ea typeface="Arial"/>
                <a:cs typeface="Arial"/>
              </a:defRPr>
            </a:lvl2pPr>
            <a:lvl3pPr algn="ctr">
              <a:defRPr sz="2025" b="1">
                <a:solidFill>
                  <a:srgbClr val="FFFFFF"/>
                </a:solidFill>
                <a:latin typeface="Arial"/>
                <a:ea typeface="Arial"/>
                <a:cs typeface="Arial"/>
              </a:defRPr>
            </a:lvl3pPr>
            <a:lvl4pPr algn="ctr">
              <a:defRPr sz="2025" b="1">
                <a:solidFill>
                  <a:srgbClr val="FFFFFF"/>
                </a:solidFill>
                <a:latin typeface="Arial"/>
                <a:ea typeface="Arial"/>
                <a:cs typeface="Arial"/>
              </a:defRPr>
            </a:lvl4pPr>
            <a:lvl5pPr algn="ctr">
              <a:defRPr sz="2025" b="1">
                <a:solidFill>
                  <a:srgbClr val="FFFFFF"/>
                </a:solidFill>
                <a:latin typeface="Arial"/>
                <a:ea typeface="Arial"/>
                <a:cs typeface="Arial"/>
              </a:defRPr>
            </a:lvl5pPr>
            <a:lvl6pPr algn="ctr">
              <a:defRPr sz="2025" b="1">
                <a:solidFill>
                  <a:srgbClr val="FFFFFF"/>
                </a:solidFill>
                <a:latin typeface="Arial"/>
                <a:ea typeface="Arial"/>
                <a:cs typeface="Arial"/>
              </a:defRPr>
            </a:lvl6pPr>
            <a:lvl7pPr algn="ctr">
              <a:defRPr sz="2025" b="1">
                <a:solidFill>
                  <a:srgbClr val="FFFFFF"/>
                </a:solidFill>
                <a:latin typeface="Arial"/>
                <a:ea typeface="Arial"/>
                <a:cs typeface="Arial"/>
              </a:defRPr>
            </a:lvl7pPr>
            <a:lvl8pPr algn="ctr">
              <a:defRPr sz="2025" b="1">
                <a:solidFill>
                  <a:srgbClr val="FFFFFF"/>
                </a:solidFill>
                <a:latin typeface="Arial"/>
                <a:ea typeface="Arial"/>
                <a:cs typeface="Arial"/>
              </a:defRPr>
            </a:lvl8pPr>
            <a:lvl9pPr algn="ctr">
              <a:defRPr sz="2025" b="1">
                <a:solidFill>
                  <a:srgbClr val="FFFFFF"/>
                </a:solidFill>
                <a:latin typeface="Arial"/>
                <a:ea typeface="Arial"/>
                <a:cs typeface="Arial"/>
              </a:defRPr>
            </a:lvl9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ICBCUBS: document comparison</a:t>
            </a:r>
          </a:p>
        </p:txBody>
      </p:sp>
      <p:sp>
        <p:nvSpPr>
          <p:cNvPr id="31" name="!!ops.formats">
            <a:extLst xmlns:a="http://schemas.openxmlformats.org/drawingml/2006/main">
              <a:ext uri="{FF2B5EF4-FFF2-40B4-BE49-F238E27FC236}">
                <a16:creationId xmlns:a16="http://schemas.microsoft.com/office/drawing/2014/main" id="{D1D30DE6-62FA-437D-A875-4380CE483C41}"/>
              </a:ext>
            </a:extLst>
          </p:cNvPr>
          <p:cNvSpPr>
            <a:spLocks xmlns:a="http://schemas.openxmlformats.org/drawingml/2006/main" noGrp="1"/>
          </p:cNvSpPr>
          <p:nvPr/>
        </p:nvSpPr>
        <p:spPr>
          <a:xfrm xmlns:a="http://schemas.openxmlformats.org/drawingml/2006/main">
            <a:off x="7829550" y="2952750"/>
            <a:ext cx="6762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707C88"/>
                </a:solidFill>
                <a:latin typeface="Arial"/>
                <a:ea typeface="Arial"/>
                <a:cs typeface="Arial"/>
              </a:defRPr>
            </a:defPPr>
            <a:lvl1pPr algn="l">
              <a:defRPr sz="1950" b="0">
                <a:solidFill>
                  <a:srgbClr val="707C88"/>
                </a:solidFill>
                <a:latin typeface="Arial"/>
                <a:ea typeface="Arial"/>
                <a:cs typeface="Arial"/>
              </a:defRPr>
            </a:lvl1pPr>
            <a:lvl2pPr algn="l">
              <a:defRPr sz="1950" b="0">
                <a:solidFill>
                  <a:srgbClr val="707C88"/>
                </a:solidFill>
                <a:latin typeface="Arial"/>
                <a:ea typeface="Arial"/>
                <a:cs typeface="Arial"/>
              </a:defRPr>
            </a:lvl2pPr>
            <a:lvl3pPr algn="l">
              <a:defRPr sz="1950" b="0">
                <a:solidFill>
                  <a:srgbClr val="707C88"/>
                </a:solidFill>
                <a:latin typeface="Arial"/>
                <a:ea typeface="Arial"/>
                <a:cs typeface="Arial"/>
              </a:defRPr>
            </a:lvl3pPr>
            <a:lvl4pPr algn="l">
              <a:defRPr sz="1950" b="0">
                <a:solidFill>
                  <a:srgbClr val="707C88"/>
                </a:solidFill>
                <a:latin typeface="Arial"/>
                <a:ea typeface="Arial"/>
                <a:cs typeface="Arial"/>
              </a:defRPr>
            </a:lvl4pPr>
            <a:lvl5pPr algn="l">
              <a:defRPr sz="1950" b="0">
                <a:solidFill>
                  <a:srgbClr val="707C88"/>
                </a:solidFill>
                <a:latin typeface="Arial"/>
                <a:ea typeface="Arial"/>
                <a:cs typeface="Arial"/>
              </a:defRPr>
            </a:lvl5pPr>
            <a:lvl6pPr algn="l">
              <a:defRPr sz="1950" b="0">
                <a:solidFill>
                  <a:srgbClr val="707C88"/>
                </a:solidFill>
                <a:latin typeface="Arial"/>
                <a:ea typeface="Arial"/>
                <a:cs typeface="Arial"/>
              </a:defRPr>
            </a:lvl6pPr>
            <a:lvl7pPr algn="l">
              <a:defRPr sz="1950" b="0">
                <a:solidFill>
                  <a:srgbClr val="707C88"/>
                </a:solidFill>
                <a:latin typeface="Arial"/>
                <a:ea typeface="Arial"/>
                <a:cs typeface="Arial"/>
              </a:defRPr>
            </a:lvl7pPr>
            <a:lvl8pPr algn="l">
              <a:defRPr sz="1950" b="0">
                <a:solidFill>
                  <a:srgbClr val="707C88"/>
                </a:solidFill>
                <a:latin typeface="Arial"/>
                <a:ea typeface="Arial"/>
                <a:cs typeface="Arial"/>
              </a:defRPr>
            </a:lvl8pPr>
            <a:lvl9pPr algn="l">
              <a:defRPr sz="1950" b="0">
                <a:solidFill>
                  <a:srgbClr val="707C88"/>
                </a:solidFill>
                <a:latin typeface="Arial"/>
                <a:ea typeface="Arial"/>
                <a:cs typeface="Arial"/>
              </a:defRPr>
            </a:lvl9pPr>
          </a:lstStyle>
          <a:p xmlns:a="http://schemas.openxmlformats.org/drawingml/2006/main">
            <a:pPr algn="l">
              <a:defRPr sz="1950" b="0">
                <a:solidFill>
                  <a:srgbClr val="707C88"/>
                </a:solidFill>
                <a:latin typeface="Arial"/>
                <a:ea typeface="Arial"/>
                <a:cs typeface="Arial"/>
              </a:defRPr>
            </a:pPr>
            <a:r>
              <a:rPr sz="1950" b="0">
                <a:solidFill>
                  <a:srgbClr val="707C88"/>
                </a:solidFill>
                <a:latin typeface="Arial"/>
                <a:ea typeface="Arial"/>
                <a:cs typeface="Arial"/>
              </a:rPr>
              <a:t>PDF, Word and scanned documents</a:t>
            </a:r>
          </a:p>
        </p:txBody>
      </p:sp>
      <p:sp>
        <p:nvSpPr>
          <p:cNvPr id="32" name="!!ops.compare.read">
            <a:extLst xmlns:a="http://schemas.openxmlformats.org/drawingml/2006/main">
              <a:ext uri="{FF2B5EF4-FFF2-40B4-BE49-F238E27FC236}">
                <a16:creationId xmlns:a16="http://schemas.microsoft.com/office/drawing/2014/main" id="{E584B84F-467C-4BD4-B77D-13837C56637F}"/>
              </a:ext>
            </a:extLst>
          </p:cNvPr>
          <p:cNvSpPr>
            <a:spLocks xmlns:a="http://schemas.openxmlformats.org/drawingml/2006/main" noGrp="1"/>
          </p:cNvSpPr>
          <p:nvPr/>
        </p:nvSpPr>
        <p:spPr>
          <a:xfrm xmlns:a="http://schemas.openxmlformats.org/drawingml/2006/main">
            <a:off x="7829550" y="3467100"/>
            <a:ext cx="6762750" cy="657225"/>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20262C"/>
                </a:solidFill>
                <a:latin typeface="Arial"/>
                <a:ea typeface="Arial"/>
                <a:cs typeface="Arial"/>
              </a:defRPr>
            </a:defPPr>
            <a:lvl1pPr algn="ctr">
              <a:defRPr sz="2025" b="1">
                <a:solidFill>
                  <a:srgbClr val="20262C"/>
                </a:solidFill>
                <a:latin typeface="Arial"/>
                <a:ea typeface="Arial"/>
                <a:cs typeface="Arial"/>
              </a:defRPr>
            </a:lvl1pPr>
            <a:lvl2pPr algn="ctr">
              <a:defRPr sz="2025" b="1">
                <a:solidFill>
                  <a:srgbClr val="20262C"/>
                </a:solidFill>
                <a:latin typeface="Arial"/>
                <a:ea typeface="Arial"/>
                <a:cs typeface="Arial"/>
              </a:defRPr>
            </a:lvl2pPr>
            <a:lvl3pPr algn="ctr">
              <a:defRPr sz="2025" b="1">
                <a:solidFill>
                  <a:srgbClr val="20262C"/>
                </a:solidFill>
                <a:latin typeface="Arial"/>
                <a:ea typeface="Arial"/>
                <a:cs typeface="Arial"/>
              </a:defRPr>
            </a:lvl3pPr>
            <a:lvl4pPr algn="ctr">
              <a:defRPr sz="2025" b="1">
                <a:solidFill>
                  <a:srgbClr val="20262C"/>
                </a:solidFill>
                <a:latin typeface="Arial"/>
                <a:ea typeface="Arial"/>
                <a:cs typeface="Arial"/>
              </a:defRPr>
            </a:lvl4pPr>
            <a:lvl5pPr algn="ctr">
              <a:defRPr sz="2025" b="1">
                <a:solidFill>
                  <a:srgbClr val="20262C"/>
                </a:solidFill>
                <a:latin typeface="Arial"/>
                <a:ea typeface="Arial"/>
                <a:cs typeface="Arial"/>
              </a:defRPr>
            </a:lvl5pPr>
            <a:lvl6pPr algn="ctr">
              <a:defRPr sz="2025" b="1">
                <a:solidFill>
                  <a:srgbClr val="20262C"/>
                </a:solidFill>
                <a:latin typeface="Arial"/>
                <a:ea typeface="Arial"/>
                <a:cs typeface="Arial"/>
              </a:defRPr>
            </a:lvl6pPr>
            <a:lvl7pPr algn="ctr">
              <a:defRPr sz="2025" b="1">
                <a:solidFill>
                  <a:srgbClr val="20262C"/>
                </a:solidFill>
                <a:latin typeface="Arial"/>
                <a:ea typeface="Arial"/>
                <a:cs typeface="Arial"/>
              </a:defRPr>
            </a:lvl7pPr>
            <a:lvl8pPr algn="ctr">
              <a:defRPr sz="2025" b="1">
                <a:solidFill>
                  <a:srgbClr val="20262C"/>
                </a:solidFill>
                <a:latin typeface="Arial"/>
                <a:ea typeface="Arial"/>
                <a:cs typeface="Arial"/>
              </a:defRPr>
            </a:lvl8pPr>
            <a:lvl9pPr algn="ctr">
              <a:defRPr sz="2025" b="1">
                <a:solidFill>
                  <a:srgbClr val="20262C"/>
                </a:solidFill>
                <a:latin typeface="Arial"/>
                <a:ea typeface="Arial"/>
                <a:cs typeface="Arial"/>
              </a:defRPr>
            </a:lvl9pPr>
          </a:lstStyle>
          <a:p xmlns:a="http://schemas.openxmlformats.org/drawingml/2006/main">
            <a:pPr algn="ctr">
              <a:defRPr sz="2025" b="1">
                <a:solidFill>
                  <a:srgbClr val="20262C"/>
                </a:solidFill>
                <a:latin typeface="Arial"/>
                <a:ea typeface="Arial"/>
                <a:cs typeface="Arial"/>
              </a:defRPr>
            </a:pPr>
            <a:r>
              <a:rPr sz="2025" b="1">
                <a:solidFill>
                  <a:srgbClr val="20262C"/>
                </a:solidFill>
                <a:latin typeface="Arial"/>
                <a:ea typeface="Arial"/>
                <a:cs typeface="Arial"/>
              </a:rPr>
              <a:t>The model reads the content and compares versions</a:t>
            </a:r>
          </a:p>
        </p:txBody>
      </p:sp>
      <p:sp>
        <p:nvSpPr>
          <p:cNvPr id="33" name="!!ops.compare.old.label">
            <a:extLst xmlns:a="http://schemas.openxmlformats.org/drawingml/2006/main">
              <a:ext uri="{FF2B5EF4-FFF2-40B4-BE49-F238E27FC236}">
                <a16:creationId xmlns:a16="http://schemas.microsoft.com/office/drawing/2014/main" id="{986E339A-0E4C-418C-B1AB-52FBCC929AA7}"/>
              </a:ext>
            </a:extLst>
          </p:cNvPr>
          <p:cNvSpPr>
            <a:spLocks xmlns:a="http://schemas.openxmlformats.org/drawingml/2006/main" noGrp="1"/>
          </p:cNvSpPr>
          <p:nvPr/>
        </p:nvSpPr>
        <p:spPr>
          <a:xfrm xmlns:a="http://schemas.openxmlformats.org/drawingml/2006/main">
            <a:off x="7829550" y="4476750"/>
            <a:ext cx="676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7363A6"/>
                </a:solidFill>
                <a:latin typeface="Arial"/>
                <a:ea typeface="Arial"/>
                <a:cs typeface="Arial"/>
              </a:defRPr>
            </a:defPPr>
            <a:lvl1pPr algn="l">
              <a:defRPr sz="1800" b="1">
                <a:solidFill>
                  <a:srgbClr val="7363A6"/>
                </a:solidFill>
                <a:latin typeface="Arial"/>
                <a:ea typeface="Arial"/>
                <a:cs typeface="Arial"/>
              </a:defRPr>
            </a:lvl1pPr>
            <a:lvl2pPr algn="l">
              <a:defRPr sz="1800" b="1">
                <a:solidFill>
                  <a:srgbClr val="7363A6"/>
                </a:solidFill>
                <a:latin typeface="Arial"/>
                <a:ea typeface="Arial"/>
                <a:cs typeface="Arial"/>
              </a:defRPr>
            </a:lvl2pPr>
            <a:lvl3pPr algn="l">
              <a:defRPr sz="1800" b="1">
                <a:solidFill>
                  <a:srgbClr val="7363A6"/>
                </a:solidFill>
                <a:latin typeface="Arial"/>
                <a:ea typeface="Arial"/>
                <a:cs typeface="Arial"/>
              </a:defRPr>
            </a:lvl3pPr>
            <a:lvl4pPr algn="l">
              <a:defRPr sz="1800" b="1">
                <a:solidFill>
                  <a:srgbClr val="7363A6"/>
                </a:solidFill>
                <a:latin typeface="Arial"/>
                <a:ea typeface="Arial"/>
                <a:cs typeface="Arial"/>
              </a:defRPr>
            </a:lvl4pPr>
            <a:lvl5pPr algn="l">
              <a:defRPr sz="1800" b="1">
                <a:solidFill>
                  <a:srgbClr val="7363A6"/>
                </a:solidFill>
                <a:latin typeface="Arial"/>
                <a:ea typeface="Arial"/>
                <a:cs typeface="Arial"/>
              </a:defRPr>
            </a:lvl5pPr>
            <a:lvl6pPr algn="l">
              <a:defRPr sz="1800" b="1">
                <a:solidFill>
                  <a:srgbClr val="7363A6"/>
                </a:solidFill>
                <a:latin typeface="Arial"/>
                <a:ea typeface="Arial"/>
                <a:cs typeface="Arial"/>
              </a:defRPr>
            </a:lvl6pPr>
            <a:lvl7pPr algn="l">
              <a:defRPr sz="1800" b="1">
                <a:solidFill>
                  <a:srgbClr val="7363A6"/>
                </a:solidFill>
                <a:latin typeface="Arial"/>
                <a:ea typeface="Arial"/>
                <a:cs typeface="Arial"/>
              </a:defRPr>
            </a:lvl7pPr>
            <a:lvl8pPr algn="l">
              <a:defRPr sz="1800" b="1">
                <a:solidFill>
                  <a:srgbClr val="7363A6"/>
                </a:solidFill>
                <a:latin typeface="Arial"/>
                <a:ea typeface="Arial"/>
                <a:cs typeface="Arial"/>
              </a:defRPr>
            </a:lvl8pPr>
            <a:lvl9pPr algn="l">
              <a:defRPr sz="1800" b="1">
                <a:solidFill>
                  <a:srgbClr val="7363A6"/>
                </a:solidFill>
                <a:latin typeface="Arial"/>
                <a:ea typeface="Arial"/>
                <a:cs typeface="Arial"/>
              </a:defRPr>
            </a:lvl9pPr>
          </a:lstStyle>
          <a:p xmlns:a="http://schemas.openxmlformats.org/drawingml/2006/main">
            <a:pPr algn="l">
              <a:defRPr sz="1800" b="1">
                <a:solidFill>
                  <a:srgbClr val="7363A6"/>
                </a:solidFill>
                <a:latin typeface="Arial"/>
                <a:ea typeface="Arial"/>
                <a:cs typeface="Arial"/>
              </a:defRPr>
            </a:pPr>
            <a:r>
              <a:rPr sz="1800" b="1">
                <a:solidFill>
                  <a:srgbClr val="7363A6"/>
                </a:solidFill>
                <a:latin typeface="Arial"/>
                <a:ea typeface="Arial"/>
                <a:cs typeface="Arial"/>
              </a:rPr>
              <a:t>V1 view</a:t>
            </a:r>
          </a:p>
        </p:txBody>
      </p:sp>
      <p:sp>
        <p:nvSpPr>
          <p:cNvPr id="34" name="!!ops.compare.old.text">
            <a:extLst xmlns:a="http://schemas.openxmlformats.org/drawingml/2006/main">
              <a:ext uri="{FF2B5EF4-FFF2-40B4-BE49-F238E27FC236}">
                <a16:creationId xmlns:a16="http://schemas.microsoft.com/office/drawing/2014/main" id="{676E8588-453F-4B99-9043-FF4E810BF421}"/>
              </a:ext>
            </a:extLst>
          </p:cNvPr>
          <p:cNvSpPr>
            <a:spLocks xmlns:a="http://schemas.openxmlformats.org/drawingml/2006/main" noGrp="1"/>
          </p:cNvSpPr>
          <p:nvPr/>
        </p:nvSpPr>
        <p:spPr>
          <a:xfrm xmlns:a="http://schemas.openxmlformats.org/drawingml/2006/main">
            <a:off x="7829550" y="4886325"/>
            <a:ext cx="6762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0262C"/>
                </a:solidFill>
                <a:latin typeface="Arial"/>
                <a:ea typeface="Arial"/>
                <a:cs typeface="Arial"/>
              </a:defRPr>
            </a:defPPr>
            <a:lvl1pPr algn="l">
              <a:defRPr sz="1950" b="0">
                <a:solidFill>
                  <a:srgbClr val="20262C"/>
                </a:solidFill>
                <a:latin typeface="Arial"/>
                <a:ea typeface="Arial"/>
                <a:cs typeface="Arial"/>
              </a:defRPr>
            </a:lvl1pPr>
            <a:lvl2pPr algn="l">
              <a:defRPr sz="1950" b="0">
                <a:solidFill>
                  <a:srgbClr val="20262C"/>
                </a:solidFill>
                <a:latin typeface="Arial"/>
                <a:ea typeface="Arial"/>
                <a:cs typeface="Arial"/>
              </a:defRPr>
            </a:lvl2pPr>
            <a:lvl3pPr algn="l">
              <a:defRPr sz="1950" b="0">
                <a:solidFill>
                  <a:srgbClr val="20262C"/>
                </a:solidFill>
                <a:latin typeface="Arial"/>
                <a:ea typeface="Arial"/>
                <a:cs typeface="Arial"/>
              </a:defRPr>
            </a:lvl3pPr>
            <a:lvl4pPr algn="l">
              <a:defRPr sz="1950" b="0">
                <a:solidFill>
                  <a:srgbClr val="20262C"/>
                </a:solidFill>
                <a:latin typeface="Arial"/>
                <a:ea typeface="Arial"/>
                <a:cs typeface="Arial"/>
              </a:defRPr>
            </a:lvl4pPr>
            <a:lvl5pPr algn="l">
              <a:defRPr sz="1950" b="0">
                <a:solidFill>
                  <a:srgbClr val="20262C"/>
                </a:solidFill>
                <a:latin typeface="Arial"/>
                <a:ea typeface="Arial"/>
                <a:cs typeface="Arial"/>
              </a:defRPr>
            </a:lvl5pPr>
            <a:lvl6pPr algn="l">
              <a:defRPr sz="1950" b="0">
                <a:solidFill>
                  <a:srgbClr val="20262C"/>
                </a:solidFill>
                <a:latin typeface="Arial"/>
                <a:ea typeface="Arial"/>
                <a:cs typeface="Arial"/>
              </a:defRPr>
            </a:lvl6pPr>
            <a:lvl7pPr algn="l">
              <a:defRPr sz="1950" b="0">
                <a:solidFill>
                  <a:srgbClr val="20262C"/>
                </a:solidFill>
                <a:latin typeface="Arial"/>
                <a:ea typeface="Arial"/>
                <a:cs typeface="Arial"/>
              </a:defRPr>
            </a:lvl7pPr>
            <a:lvl8pPr algn="l">
              <a:defRPr sz="1950" b="0">
                <a:solidFill>
                  <a:srgbClr val="20262C"/>
                </a:solidFill>
                <a:latin typeface="Arial"/>
                <a:ea typeface="Arial"/>
                <a:cs typeface="Arial"/>
              </a:defRPr>
            </a:lvl8pPr>
            <a:lvl9pPr algn="l">
              <a:defRPr sz="1950" b="0">
                <a:solidFill>
                  <a:srgbClr val="20262C"/>
                </a:solidFill>
                <a:latin typeface="Arial"/>
                <a:ea typeface="Arial"/>
                <a:cs typeface="Arial"/>
              </a:defRPr>
            </a:lvl9pPr>
          </a:lstStyle>
          <a:p xmlns:a="http://schemas.openxmlformats.org/drawingml/2006/main">
            <a:pPr algn="l">
              <a:defRPr sz="1950" b="0">
                <a:solidFill>
                  <a:srgbClr val="20262C"/>
                </a:solidFill>
                <a:latin typeface="Arial"/>
                <a:ea typeface="Arial"/>
                <a:cs typeface="Arial"/>
              </a:defRPr>
            </a:pPr>
            <a:r>
              <a:rPr sz="1950" b="0">
                <a:solidFill>
                  <a:srgbClr val="20262C"/>
                </a:solidFill>
                <a:latin typeface="Arial"/>
                <a:ea typeface="Arial"/>
                <a:cs typeface="Arial"/>
              </a:rPr>
              <a:t>Volume growth drove Company A's revenue.</a:t>
            </a:r>
          </a:p>
          <a:p xmlns:a="http://schemas.openxmlformats.org/drawingml/2006/main">
            <a:pPr algn="l">
              <a:defRPr sz="1950" b="0">
                <a:solidFill>
                  <a:srgbClr val="20262C"/>
                </a:solidFill>
                <a:latin typeface="Arial"/>
                <a:ea typeface="Arial"/>
                <a:cs typeface="Arial"/>
              </a:defRPr>
            </a:pPr>
            <a:r>
              <a:rPr sz="1950" b="0">
                <a:solidFill>
                  <a:srgbClr val="20262C"/>
                </a:solidFill>
                <a:latin typeface="Arial"/>
                <a:ea typeface="Arial"/>
                <a:cs typeface="Arial"/>
              </a:rPr>
              <a:t>Monitor raw-material costs.</a:t>
            </a:r>
          </a:p>
        </p:txBody>
      </p:sp>
      <p:sp>
        <p:nvSpPr>
          <p:cNvPr id="35" name="!!ops.compare.new.label">
            <a:extLst xmlns:a="http://schemas.openxmlformats.org/drawingml/2006/main">
              <a:ext uri="{FF2B5EF4-FFF2-40B4-BE49-F238E27FC236}">
                <a16:creationId xmlns:a16="http://schemas.microsoft.com/office/drawing/2014/main" id="{56723667-46FF-43C1-9069-F3C2229FA791}"/>
              </a:ext>
            </a:extLst>
          </p:cNvPr>
          <p:cNvSpPr>
            <a:spLocks xmlns:a="http://schemas.openxmlformats.org/drawingml/2006/main" noGrp="1"/>
          </p:cNvSpPr>
          <p:nvPr/>
        </p:nvSpPr>
        <p:spPr>
          <a:xfrm xmlns:a="http://schemas.openxmlformats.org/drawingml/2006/main">
            <a:off x="7829550" y="5705475"/>
            <a:ext cx="676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7363A6"/>
                </a:solidFill>
                <a:latin typeface="Arial"/>
                <a:ea typeface="Arial"/>
                <a:cs typeface="Arial"/>
              </a:defRPr>
            </a:defPPr>
            <a:lvl1pPr algn="l">
              <a:defRPr sz="1800" b="1">
                <a:solidFill>
                  <a:srgbClr val="7363A6"/>
                </a:solidFill>
                <a:latin typeface="Arial"/>
                <a:ea typeface="Arial"/>
                <a:cs typeface="Arial"/>
              </a:defRPr>
            </a:lvl1pPr>
            <a:lvl2pPr algn="l">
              <a:defRPr sz="1800" b="1">
                <a:solidFill>
                  <a:srgbClr val="7363A6"/>
                </a:solidFill>
                <a:latin typeface="Arial"/>
                <a:ea typeface="Arial"/>
                <a:cs typeface="Arial"/>
              </a:defRPr>
            </a:lvl2pPr>
            <a:lvl3pPr algn="l">
              <a:defRPr sz="1800" b="1">
                <a:solidFill>
                  <a:srgbClr val="7363A6"/>
                </a:solidFill>
                <a:latin typeface="Arial"/>
                <a:ea typeface="Arial"/>
                <a:cs typeface="Arial"/>
              </a:defRPr>
            </a:lvl3pPr>
            <a:lvl4pPr algn="l">
              <a:defRPr sz="1800" b="1">
                <a:solidFill>
                  <a:srgbClr val="7363A6"/>
                </a:solidFill>
                <a:latin typeface="Arial"/>
                <a:ea typeface="Arial"/>
                <a:cs typeface="Arial"/>
              </a:defRPr>
            </a:lvl4pPr>
            <a:lvl5pPr algn="l">
              <a:defRPr sz="1800" b="1">
                <a:solidFill>
                  <a:srgbClr val="7363A6"/>
                </a:solidFill>
                <a:latin typeface="Arial"/>
                <a:ea typeface="Arial"/>
                <a:cs typeface="Arial"/>
              </a:defRPr>
            </a:lvl5pPr>
            <a:lvl6pPr algn="l">
              <a:defRPr sz="1800" b="1">
                <a:solidFill>
                  <a:srgbClr val="7363A6"/>
                </a:solidFill>
                <a:latin typeface="Arial"/>
                <a:ea typeface="Arial"/>
                <a:cs typeface="Arial"/>
              </a:defRPr>
            </a:lvl6pPr>
            <a:lvl7pPr algn="l">
              <a:defRPr sz="1800" b="1">
                <a:solidFill>
                  <a:srgbClr val="7363A6"/>
                </a:solidFill>
                <a:latin typeface="Arial"/>
                <a:ea typeface="Arial"/>
                <a:cs typeface="Arial"/>
              </a:defRPr>
            </a:lvl7pPr>
            <a:lvl8pPr algn="l">
              <a:defRPr sz="1800" b="1">
                <a:solidFill>
                  <a:srgbClr val="7363A6"/>
                </a:solidFill>
                <a:latin typeface="Arial"/>
                <a:ea typeface="Arial"/>
                <a:cs typeface="Arial"/>
              </a:defRPr>
            </a:lvl8pPr>
            <a:lvl9pPr algn="l">
              <a:defRPr sz="1800" b="1">
                <a:solidFill>
                  <a:srgbClr val="7363A6"/>
                </a:solidFill>
                <a:latin typeface="Arial"/>
                <a:ea typeface="Arial"/>
                <a:cs typeface="Arial"/>
              </a:defRPr>
            </a:lvl9pPr>
          </a:lstStyle>
          <a:p xmlns:a="http://schemas.openxmlformats.org/drawingml/2006/main">
            <a:pPr algn="l">
              <a:defRPr sz="1800" b="1">
                <a:solidFill>
                  <a:srgbClr val="7363A6"/>
                </a:solidFill>
                <a:latin typeface="Arial"/>
                <a:ea typeface="Arial"/>
                <a:cs typeface="Arial"/>
              </a:defRPr>
            </a:pPr>
            <a:r>
              <a:rPr sz="1800" b="1">
                <a:solidFill>
                  <a:srgbClr val="7363A6"/>
                </a:solidFill>
                <a:latin typeface="Arial"/>
                <a:ea typeface="Arial"/>
                <a:cs typeface="Arial"/>
              </a:rPr>
              <a:t>V2 view: new wording highlighted</a:t>
            </a:r>
          </a:p>
        </p:txBody>
      </p:sp>
      <p:sp>
        <p:nvSpPr>
          <p:cNvPr id="36" name="!!ops.compare.mark.driver">
            <a:extLst xmlns:a="http://schemas.openxmlformats.org/drawingml/2006/main">
              <a:ext uri="{FF2B5EF4-FFF2-40B4-BE49-F238E27FC236}">
                <a16:creationId xmlns:a16="http://schemas.microsoft.com/office/drawing/2014/main" id="{772144E4-8AFC-43E0-883B-3C79F5136A73}"/>
              </a:ext>
            </a:extLst>
          </p:cNvPr>
          <p:cNvSpPr>
            <a:spLocks xmlns:a="http://schemas.openxmlformats.org/drawingml/2006/main" noGrp="1"/>
          </p:cNvSpPr>
          <p:nvPr/>
        </p:nvSpPr>
        <p:spPr>
          <a:xfrm xmlns:a="http://schemas.openxmlformats.org/drawingml/2006/main">
            <a:off x="11572429" y="6105525"/>
            <a:ext cx="1905000" cy="295275"/>
          </a:xfrm>
          <a:prstGeom xmlns:a="http://schemas.openxmlformats.org/drawingml/2006/main" prst="rect">
            <a:avLst/>
          </a:prstGeom>
          <a:solidFill xmlns:a="http://schemas.openxmlformats.org/drawingml/2006/main">
            <a:srgbClr val="FFF0BE"/>
          </a:solidFill>
          <a:ln xmlns:a="http://schemas.openxmlformats.org/drawingml/2006/main" w="0">
            <a:noFill/>
            <a:prstDash val="solid"/>
          </a:ln>
        </p:spPr>
      </p:sp>
      <p:sp>
        <p:nvSpPr>
          <p:cNvPr id="37" name="!!ops.compare.mark.watch">
            <a:extLst xmlns:a="http://schemas.openxmlformats.org/drawingml/2006/main">
              <a:ext uri="{FF2B5EF4-FFF2-40B4-BE49-F238E27FC236}">
                <a16:creationId xmlns:a16="http://schemas.microsoft.com/office/drawing/2014/main" id="{809C5E6D-5523-4586-B123-A58634A7C809}"/>
              </a:ext>
            </a:extLst>
          </p:cNvPr>
          <p:cNvSpPr>
            <a:spLocks xmlns:a="http://schemas.openxmlformats.org/drawingml/2006/main" noGrp="1"/>
          </p:cNvSpPr>
          <p:nvPr/>
        </p:nvSpPr>
        <p:spPr>
          <a:xfrm xmlns:a="http://schemas.openxmlformats.org/drawingml/2006/main">
            <a:off x="9515475" y="6448425"/>
            <a:ext cx="2085975" cy="295275"/>
          </a:xfrm>
          <a:prstGeom xmlns:a="http://schemas.openxmlformats.org/drawingml/2006/main" prst="rect">
            <a:avLst/>
          </a:prstGeom>
          <a:solidFill xmlns:a="http://schemas.openxmlformats.org/drawingml/2006/main">
            <a:srgbClr val="FFF0BE"/>
          </a:solidFill>
          <a:ln xmlns:a="http://schemas.openxmlformats.org/drawingml/2006/main" w="0">
            <a:noFill/>
            <a:prstDash val="solid"/>
          </a:ln>
        </p:spPr>
      </p:sp>
      <p:sp>
        <p:nvSpPr>
          <p:cNvPr id="38" name="!!ops.compare.new.line1">
            <a:extLst xmlns:a="http://schemas.openxmlformats.org/drawingml/2006/main">
              <a:ext uri="{FF2B5EF4-FFF2-40B4-BE49-F238E27FC236}">
                <a16:creationId xmlns:a16="http://schemas.microsoft.com/office/drawing/2014/main" id="{574290A3-38A6-4D48-829A-F08DB0B7AF92}"/>
              </a:ext>
            </a:extLst>
          </p:cNvPr>
          <p:cNvSpPr>
            <a:spLocks xmlns:a="http://schemas.openxmlformats.org/drawingml/2006/main" noGrp="1"/>
          </p:cNvSpPr>
          <p:nvPr/>
        </p:nvSpPr>
        <p:spPr>
          <a:xfrm xmlns:a="http://schemas.openxmlformats.org/drawingml/2006/main">
            <a:off x="7829550" y="6105525"/>
            <a:ext cx="6762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0262C"/>
                </a:solidFill>
                <a:latin typeface="Arial"/>
                <a:ea typeface="Arial"/>
                <a:cs typeface="Arial"/>
              </a:defRPr>
            </a:defPPr>
            <a:lvl1pPr algn="l">
              <a:defRPr sz="1800" b="0">
                <a:solidFill>
                  <a:srgbClr val="20262C"/>
                </a:solidFill>
                <a:latin typeface="Arial"/>
                <a:ea typeface="Arial"/>
                <a:cs typeface="Arial"/>
              </a:defRPr>
            </a:lvl1pPr>
            <a:lvl2pPr algn="l">
              <a:defRPr sz="1800" b="0">
                <a:solidFill>
                  <a:srgbClr val="20262C"/>
                </a:solidFill>
                <a:latin typeface="Arial"/>
                <a:ea typeface="Arial"/>
                <a:cs typeface="Arial"/>
              </a:defRPr>
            </a:lvl2pPr>
            <a:lvl3pPr algn="l">
              <a:defRPr sz="1800" b="0">
                <a:solidFill>
                  <a:srgbClr val="20262C"/>
                </a:solidFill>
                <a:latin typeface="Arial"/>
                <a:ea typeface="Arial"/>
                <a:cs typeface="Arial"/>
              </a:defRPr>
            </a:lvl3pPr>
            <a:lvl4pPr algn="l">
              <a:defRPr sz="1800" b="0">
                <a:solidFill>
                  <a:srgbClr val="20262C"/>
                </a:solidFill>
                <a:latin typeface="Arial"/>
                <a:ea typeface="Arial"/>
                <a:cs typeface="Arial"/>
              </a:defRPr>
            </a:lvl4pPr>
            <a:lvl5pPr algn="l">
              <a:defRPr sz="1800" b="0">
                <a:solidFill>
                  <a:srgbClr val="20262C"/>
                </a:solidFill>
                <a:latin typeface="Arial"/>
                <a:ea typeface="Arial"/>
                <a:cs typeface="Arial"/>
              </a:defRPr>
            </a:lvl5pPr>
            <a:lvl6pPr algn="l">
              <a:defRPr sz="1800" b="0">
                <a:solidFill>
                  <a:srgbClr val="20262C"/>
                </a:solidFill>
                <a:latin typeface="Arial"/>
                <a:ea typeface="Arial"/>
                <a:cs typeface="Arial"/>
              </a:defRPr>
            </a:lvl6pPr>
            <a:lvl7pPr algn="l">
              <a:defRPr sz="1800" b="0">
                <a:solidFill>
                  <a:srgbClr val="20262C"/>
                </a:solidFill>
                <a:latin typeface="Arial"/>
                <a:ea typeface="Arial"/>
                <a:cs typeface="Arial"/>
              </a:defRPr>
            </a:lvl7pPr>
            <a:lvl8pPr algn="l">
              <a:defRPr sz="1800" b="0">
                <a:solidFill>
                  <a:srgbClr val="20262C"/>
                </a:solidFill>
                <a:latin typeface="Arial"/>
                <a:ea typeface="Arial"/>
                <a:cs typeface="Arial"/>
              </a:defRPr>
            </a:lvl8pPr>
            <a:lvl9pPr algn="l">
              <a:defRPr sz="1800" b="0">
                <a:solidFill>
                  <a:srgbClr val="20262C"/>
                </a:solidFill>
                <a:latin typeface="Arial"/>
                <a:ea typeface="Arial"/>
                <a:cs typeface="Arial"/>
              </a:defRPr>
            </a:lvl9pPr>
          </a:lstStyle>
          <a:p xmlns:a="http://schemas.openxmlformats.org/drawingml/2006/main">
            <a:pPr algn="l">
              <a:defRPr sz="1800" b="0">
                <a:solidFill>
                  <a:srgbClr val="20262C"/>
                </a:solidFill>
                <a:latin typeface="Arial"/>
                <a:ea typeface="Arial"/>
                <a:cs typeface="Arial"/>
              </a:defRPr>
            </a:pPr>
            <a:r>
              <a:rPr sz="1800" b="0">
                <a:solidFill>
                  <a:srgbClr val="20262C"/>
                </a:solidFill>
                <a:latin typeface="Arial"/>
                <a:ea typeface="Arial"/>
                <a:cs typeface="Arial"/>
              </a:rPr>
              <a:t>Company A’s volume growth reflects channel restocking.</a:t>
            </a:r>
          </a:p>
        </p:txBody>
      </p:sp>
      <p:sp>
        <p:nvSpPr>
          <p:cNvPr id="39" name="!!ops.compare.new.line2">
            <a:extLst xmlns:a="http://schemas.openxmlformats.org/drawingml/2006/main">
              <a:ext uri="{FF2B5EF4-FFF2-40B4-BE49-F238E27FC236}">
                <a16:creationId xmlns:a16="http://schemas.microsoft.com/office/drawing/2014/main" id="{BB56F424-7C24-4942-A95E-8AEE31498B3F}"/>
              </a:ext>
            </a:extLst>
          </p:cNvPr>
          <p:cNvSpPr>
            <a:spLocks xmlns:a="http://schemas.openxmlformats.org/drawingml/2006/main" noGrp="1"/>
          </p:cNvSpPr>
          <p:nvPr/>
        </p:nvSpPr>
        <p:spPr>
          <a:xfrm xmlns:a="http://schemas.openxmlformats.org/drawingml/2006/main">
            <a:off x="7829550" y="6448425"/>
            <a:ext cx="676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0262C"/>
                </a:solidFill>
                <a:latin typeface="Arial"/>
                <a:ea typeface="Arial"/>
                <a:cs typeface="Arial"/>
              </a:defRPr>
            </a:defPPr>
            <a:lvl1pPr algn="l">
              <a:defRPr sz="1800" b="0">
                <a:solidFill>
                  <a:srgbClr val="20262C"/>
                </a:solidFill>
                <a:latin typeface="Arial"/>
                <a:ea typeface="Arial"/>
                <a:cs typeface="Arial"/>
              </a:defRPr>
            </a:lvl1pPr>
            <a:lvl2pPr algn="l">
              <a:defRPr sz="1800" b="0">
                <a:solidFill>
                  <a:srgbClr val="20262C"/>
                </a:solidFill>
                <a:latin typeface="Arial"/>
                <a:ea typeface="Arial"/>
                <a:cs typeface="Arial"/>
              </a:defRPr>
            </a:lvl2pPr>
            <a:lvl3pPr algn="l">
              <a:defRPr sz="1800" b="0">
                <a:solidFill>
                  <a:srgbClr val="20262C"/>
                </a:solidFill>
                <a:latin typeface="Arial"/>
                <a:ea typeface="Arial"/>
                <a:cs typeface="Arial"/>
              </a:defRPr>
            </a:lvl3pPr>
            <a:lvl4pPr algn="l">
              <a:defRPr sz="1800" b="0">
                <a:solidFill>
                  <a:srgbClr val="20262C"/>
                </a:solidFill>
                <a:latin typeface="Arial"/>
                <a:ea typeface="Arial"/>
                <a:cs typeface="Arial"/>
              </a:defRPr>
            </a:lvl4pPr>
            <a:lvl5pPr algn="l">
              <a:defRPr sz="1800" b="0">
                <a:solidFill>
                  <a:srgbClr val="20262C"/>
                </a:solidFill>
                <a:latin typeface="Arial"/>
                <a:ea typeface="Arial"/>
                <a:cs typeface="Arial"/>
              </a:defRPr>
            </a:lvl5pPr>
            <a:lvl6pPr algn="l">
              <a:defRPr sz="1800" b="0">
                <a:solidFill>
                  <a:srgbClr val="20262C"/>
                </a:solidFill>
                <a:latin typeface="Arial"/>
                <a:ea typeface="Arial"/>
                <a:cs typeface="Arial"/>
              </a:defRPr>
            </a:lvl6pPr>
            <a:lvl7pPr algn="l">
              <a:defRPr sz="1800" b="0">
                <a:solidFill>
                  <a:srgbClr val="20262C"/>
                </a:solidFill>
                <a:latin typeface="Arial"/>
                <a:ea typeface="Arial"/>
                <a:cs typeface="Arial"/>
              </a:defRPr>
            </a:lvl7pPr>
            <a:lvl8pPr algn="l">
              <a:defRPr sz="1800" b="0">
                <a:solidFill>
                  <a:srgbClr val="20262C"/>
                </a:solidFill>
                <a:latin typeface="Arial"/>
                <a:ea typeface="Arial"/>
                <a:cs typeface="Arial"/>
              </a:defRPr>
            </a:lvl8pPr>
            <a:lvl9pPr algn="l">
              <a:defRPr sz="1800" b="0">
                <a:solidFill>
                  <a:srgbClr val="20262C"/>
                </a:solidFill>
                <a:latin typeface="Arial"/>
                <a:ea typeface="Arial"/>
                <a:cs typeface="Arial"/>
              </a:defRPr>
            </a:lvl9pPr>
          </a:lstStyle>
          <a:p xmlns:a="http://schemas.openxmlformats.org/drawingml/2006/main">
            <a:pPr algn="l">
              <a:defRPr sz="1800" b="0">
                <a:solidFill>
                  <a:srgbClr val="20262C"/>
                </a:solidFill>
                <a:latin typeface="Arial"/>
                <a:ea typeface="Arial"/>
                <a:cs typeface="Arial"/>
              </a:defRPr>
            </a:pPr>
            <a:r>
              <a:rPr sz="1800" b="0">
                <a:solidFill>
                  <a:srgbClr val="20262C"/>
                </a:solidFill>
                <a:latin typeface="Arial"/>
                <a:ea typeface="Arial"/>
                <a:cs typeface="Arial"/>
              </a:rPr>
              <a:t>Monitor whether restocking continues</a:t>
            </a:r>
          </a:p>
          <a:p xmlns:a="http://schemas.openxmlformats.org/drawingml/2006/main">
            <a:pPr algn="l">
              <a:defRPr sz="1800" b="0">
                <a:solidFill>
                  <a:srgbClr val="20262C"/>
                </a:solidFill>
                <a:latin typeface="Arial"/>
                <a:ea typeface="Arial"/>
                <a:cs typeface="Arial"/>
              </a:defRPr>
            </a:pPr>
            <a:r>
              <a:rPr sz="1800" b="0">
                <a:solidFill>
                  <a:srgbClr val="20262C"/>
                </a:solidFill>
                <a:latin typeface="Arial"/>
                <a:ea typeface="Arial"/>
                <a:cs typeface="Arial"/>
              </a:rPr>
              <a:t>and track raw-material costs.</a:t>
            </a:r>
          </a:p>
        </p:txBody>
      </p:sp>
      <p:sp>
        <p:nvSpPr>
          <p:cNvPr id="40" name="!!ops.compare.functions">
            <a:extLst xmlns:a="http://schemas.openxmlformats.org/drawingml/2006/main">
              <a:ext uri="{FF2B5EF4-FFF2-40B4-BE49-F238E27FC236}">
                <a16:creationId xmlns:a16="http://schemas.microsoft.com/office/drawing/2014/main" id="{0BF240F5-7515-4D82-BA9F-CF5A23E1AEE6}"/>
              </a:ext>
            </a:extLst>
          </p:cNvPr>
          <p:cNvSpPr>
            <a:spLocks xmlns:a="http://schemas.openxmlformats.org/drawingml/2006/main" noGrp="1"/>
          </p:cNvSpPr>
          <p:nvPr/>
        </p:nvSpPr>
        <p:spPr>
          <a:xfrm xmlns:a="http://schemas.openxmlformats.org/drawingml/2006/main">
            <a:off x="7829550" y="7124700"/>
            <a:ext cx="676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5A9C"/>
                </a:solidFill>
                <a:latin typeface="Arial"/>
                <a:ea typeface="Arial"/>
                <a:cs typeface="Arial"/>
              </a:defRPr>
            </a:defPPr>
            <a:lvl1pPr algn="l">
              <a:defRPr sz="1800" b="1">
                <a:solidFill>
                  <a:srgbClr val="005A9C"/>
                </a:solidFill>
                <a:latin typeface="Arial"/>
                <a:ea typeface="Arial"/>
                <a:cs typeface="Arial"/>
              </a:defRPr>
            </a:lvl1pPr>
            <a:lvl2pPr algn="l">
              <a:defRPr sz="1800" b="1">
                <a:solidFill>
                  <a:srgbClr val="005A9C"/>
                </a:solidFill>
                <a:latin typeface="Arial"/>
                <a:ea typeface="Arial"/>
                <a:cs typeface="Arial"/>
              </a:defRPr>
            </a:lvl2pPr>
            <a:lvl3pPr algn="l">
              <a:defRPr sz="1800" b="1">
                <a:solidFill>
                  <a:srgbClr val="005A9C"/>
                </a:solidFill>
                <a:latin typeface="Arial"/>
                <a:ea typeface="Arial"/>
                <a:cs typeface="Arial"/>
              </a:defRPr>
            </a:lvl3pPr>
            <a:lvl4pPr algn="l">
              <a:defRPr sz="1800" b="1">
                <a:solidFill>
                  <a:srgbClr val="005A9C"/>
                </a:solidFill>
                <a:latin typeface="Arial"/>
                <a:ea typeface="Arial"/>
                <a:cs typeface="Arial"/>
              </a:defRPr>
            </a:lvl4pPr>
            <a:lvl5pPr algn="l">
              <a:defRPr sz="1800" b="1">
                <a:solidFill>
                  <a:srgbClr val="005A9C"/>
                </a:solidFill>
                <a:latin typeface="Arial"/>
                <a:ea typeface="Arial"/>
                <a:cs typeface="Arial"/>
              </a:defRPr>
            </a:lvl5pPr>
            <a:lvl6pPr algn="l">
              <a:defRPr sz="1800" b="1">
                <a:solidFill>
                  <a:srgbClr val="005A9C"/>
                </a:solidFill>
                <a:latin typeface="Arial"/>
                <a:ea typeface="Arial"/>
                <a:cs typeface="Arial"/>
              </a:defRPr>
            </a:lvl6pPr>
            <a:lvl7pPr algn="l">
              <a:defRPr sz="1800" b="1">
                <a:solidFill>
                  <a:srgbClr val="005A9C"/>
                </a:solidFill>
                <a:latin typeface="Arial"/>
                <a:ea typeface="Arial"/>
                <a:cs typeface="Arial"/>
              </a:defRPr>
            </a:lvl7pPr>
            <a:lvl8pPr algn="l">
              <a:defRPr sz="1800" b="1">
                <a:solidFill>
                  <a:srgbClr val="005A9C"/>
                </a:solidFill>
                <a:latin typeface="Arial"/>
                <a:ea typeface="Arial"/>
                <a:cs typeface="Arial"/>
              </a:defRPr>
            </a:lvl8pPr>
            <a:lvl9pPr algn="l">
              <a:defRPr sz="1800" b="1">
                <a:solidFill>
                  <a:srgbClr val="005A9C"/>
                </a:solidFill>
                <a:latin typeface="Arial"/>
                <a:ea typeface="Arial"/>
                <a:cs typeface="Arial"/>
              </a:defRPr>
            </a:lvl9pPr>
          </a:lstStyle>
          <a:p xmlns:a="http://schemas.openxmlformats.org/drawingml/2006/main">
            <a:pPr algn="l">
              <a:defRPr sz="1800" b="1">
                <a:solidFill>
                  <a:srgbClr val="005A9C"/>
                </a:solidFill>
                <a:latin typeface="Arial"/>
                <a:ea typeface="Arial"/>
                <a:cs typeface="Arial"/>
              </a:defRPr>
            </a:pPr>
            <a:r>
              <a:rPr sz="1800" b="1">
                <a:solidFill>
                  <a:srgbClr val="005A9C"/>
                </a:solidFill>
                <a:latin typeface="Arial"/>
                <a:ea typeface="Arial"/>
                <a:cs typeface="Arial"/>
              </a:rPr>
              <a:t>Visual differences, typo detection and export</a:t>
            </a:r>
          </a:p>
        </p:txBody>
      </p:sp>
      <p:sp>
        <p:nvSpPr>
          <p:cNvPr id="42" name="!!story.header.client.bar">
            <a:extLst xmlns:a="http://schemas.openxmlformats.org/drawingml/2006/main">
              <a:ext uri="{FF2B5EF4-FFF2-40B4-BE49-F238E27FC236}">
                <a16:creationId xmlns:a16="http://schemas.microsoft.com/office/drawing/2014/main" id="{1210809B-3703-498A-8E32-D1F654EFEF48}"/>
              </a:ext>
            </a:extLst>
          </p:cNvPr>
          <p:cNvSpPr>
            <a:spLocks xmlns:a="http://schemas.openxmlformats.org/drawingml/2006/main" noGrp="1"/>
          </p:cNvSpPr>
          <p:nvPr/>
        </p:nvSpPr>
        <p:spPr>
          <a:xfrm xmlns:a="http://schemas.openxmlformats.org/drawingml/2006/main">
            <a:off x="10668000" y="1257300"/>
            <a:ext cx="47625" cy="238125"/>
          </a:xfrm>
          <a:prstGeom xmlns:a="http://schemas.openxmlformats.org/drawingml/2006/main" prst="rect">
            <a:avLst/>
          </a:prstGeom>
          <a:solidFill xmlns:a="http://schemas.openxmlformats.org/drawingml/2006/main">
            <a:srgbClr val="7363A6"/>
          </a:solidFill>
          <a:ln xmlns:a="http://schemas.openxmlformats.org/drawingml/2006/main" w="0">
            <a:noFill/>
          </a:ln>
        </p:spPr>
      </p:sp>
      <p:sp>
        <p:nvSpPr>
          <p:cNvPr id="43" name="!!story.header.client.name">
            <a:extLst xmlns:a="http://schemas.openxmlformats.org/drawingml/2006/main">
              <a:ext uri="{FF2B5EF4-FFF2-40B4-BE49-F238E27FC236}">
                <a16:creationId xmlns:a16="http://schemas.microsoft.com/office/drawing/2014/main" id="{9D4AE7A4-8BFD-48A6-A7F3-B73B7C98F682}"/>
              </a:ext>
            </a:extLst>
          </p:cNvPr>
          <p:cNvSpPr>
            <a:spLocks xmlns:a="http://schemas.openxmlformats.org/drawingml/2006/main" noGrp="1"/>
          </p:cNvSpPr>
          <p:nvPr/>
        </p:nvSpPr>
        <p:spPr>
          <a:xfrm xmlns:a="http://schemas.openxmlformats.org/drawingml/2006/main">
            <a:off x="10801350" y="1190625"/>
            <a:ext cx="152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7363A6"/>
                </a:solidFill>
                <a:latin typeface="Arial"/>
                <a:ea typeface="Arial"/>
                <a:cs typeface="Arial"/>
              </a:defRPr>
            </a:defPPr>
            <a:lvl1pPr algn="l">
              <a:defRPr sz="1800" b="1">
                <a:solidFill>
                  <a:srgbClr val="7363A6"/>
                </a:solidFill>
                <a:latin typeface="Arial"/>
                <a:ea typeface="Arial"/>
                <a:cs typeface="Arial"/>
              </a:defRPr>
            </a:lvl1pPr>
            <a:lvl2pPr algn="l">
              <a:defRPr sz="1800" b="1">
                <a:solidFill>
                  <a:srgbClr val="7363A6"/>
                </a:solidFill>
                <a:latin typeface="Arial"/>
                <a:ea typeface="Arial"/>
                <a:cs typeface="Arial"/>
              </a:defRPr>
            </a:lvl2pPr>
            <a:lvl3pPr algn="l">
              <a:defRPr sz="1800" b="1">
                <a:solidFill>
                  <a:srgbClr val="7363A6"/>
                </a:solidFill>
                <a:latin typeface="Arial"/>
                <a:ea typeface="Arial"/>
                <a:cs typeface="Arial"/>
              </a:defRPr>
            </a:lvl3pPr>
            <a:lvl4pPr algn="l">
              <a:defRPr sz="1800" b="1">
                <a:solidFill>
                  <a:srgbClr val="7363A6"/>
                </a:solidFill>
                <a:latin typeface="Arial"/>
                <a:ea typeface="Arial"/>
                <a:cs typeface="Arial"/>
              </a:defRPr>
            </a:lvl4pPr>
            <a:lvl5pPr algn="l">
              <a:defRPr sz="1800" b="1">
                <a:solidFill>
                  <a:srgbClr val="7363A6"/>
                </a:solidFill>
                <a:latin typeface="Arial"/>
                <a:ea typeface="Arial"/>
                <a:cs typeface="Arial"/>
              </a:defRPr>
            </a:lvl5pPr>
            <a:lvl6pPr algn="l">
              <a:defRPr sz="1800" b="1">
                <a:solidFill>
                  <a:srgbClr val="7363A6"/>
                </a:solidFill>
                <a:latin typeface="Arial"/>
                <a:ea typeface="Arial"/>
                <a:cs typeface="Arial"/>
              </a:defRPr>
            </a:lvl6pPr>
            <a:lvl7pPr algn="l">
              <a:defRPr sz="1800" b="1">
                <a:solidFill>
                  <a:srgbClr val="7363A6"/>
                </a:solidFill>
                <a:latin typeface="Arial"/>
                <a:ea typeface="Arial"/>
                <a:cs typeface="Arial"/>
              </a:defRPr>
            </a:lvl7pPr>
            <a:lvl8pPr algn="l">
              <a:defRPr sz="1800" b="1">
                <a:solidFill>
                  <a:srgbClr val="7363A6"/>
                </a:solidFill>
                <a:latin typeface="Arial"/>
                <a:ea typeface="Arial"/>
                <a:cs typeface="Arial"/>
              </a:defRPr>
            </a:lvl8pPr>
            <a:lvl9pPr algn="l">
              <a:defRPr sz="1800" b="1">
                <a:solidFill>
                  <a:srgbClr val="7363A6"/>
                </a:solidFill>
                <a:latin typeface="Arial"/>
                <a:ea typeface="Arial"/>
                <a:cs typeface="Arial"/>
              </a:defRPr>
            </a:lvl9pPr>
          </a:lstStyle>
          <a:p xmlns:a="http://schemas.openxmlformats.org/drawingml/2006/main">
            <a:pPr algn="l">
              <a:defRPr sz="1800" b="1">
                <a:solidFill>
                  <a:srgbClr val="7363A6"/>
                </a:solidFill>
                <a:latin typeface="Arial"/>
                <a:ea typeface="Arial"/>
                <a:cs typeface="Arial"/>
              </a:defRPr>
            </a:pPr>
            <a:r>
              <a:rPr sz="1800" b="1">
                <a:solidFill>
                  <a:srgbClr val="7363A6"/>
                </a:solidFill>
                <a:latin typeface="Arial"/>
                <a:ea typeface="Arial"/>
                <a:cs typeface="Arial"/>
              </a:rPr>
              <a:t>Client update</a:t>
            </a:r>
          </a:p>
        </p:txBody>
      </p:sp>
      <p:sp>
        <p:nvSpPr>
          <p:cNvPr id="44" name="!!story.header.client.qualifier">
            <a:extLst xmlns:a="http://schemas.openxmlformats.org/drawingml/2006/main">
              <a:ext uri="{FF2B5EF4-FFF2-40B4-BE49-F238E27FC236}">
                <a16:creationId xmlns:a16="http://schemas.microsoft.com/office/drawing/2014/main" id="{B4FA947F-4560-4DA0-9CFC-5F6086A6A813}"/>
              </a:ext>
            </a:extLst>
          </p:cNvPr>
          <p:cNvSpPr>
            <a:spLocks xmlns:a="http://schemas.openxmlformats.org/drawingml/2006/main" noGrp="1"/>
          </p:cNvSpPr>
          <p:nvPr/>
        </p:nvSpPr>
        <p:spPr>
          <a:xfrm xmlns:a="http://schemas.openxmlformats.org/drawingml/2006/main">
            <a:off x="12430125" y="1238250"/>
            <a:ext cx="14001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707C88"/>
                </a:solidFill>
                <a:latin typeface="Arial"/>
                <a:ea typeface="Arial"/>
                <a:cs typeface="Arial"/>
              </a:defRPr>
            </a:defPPr>
            <a:lvl1pPr algn="l">
              <a:defRPr sz="1500" b="0">
                <a:solidFill>
                  <a:srgbClr val="707C88"/>
                </a:solidFill>
                <a:latin typeface="Arial"/>
                <a:ea typeface="Arial"/>
                <a:cs typeface="Arial"/>
              </a:defRPr>
            </a:lvl1pPr>
            <a:lvl2pPr algn="l">
              <a:defRPr sz="1500" b="0">
                <a:solidFill>
                  <a:srgbClr val="707C88"/>
                </a:solidFill>
                <a:latin typeface="Arial"/>
                <a:ea typeface="Arial"/>
                <a:cs typeface="Arial"/>
              </a:defRPr>
            </a:lvl2pPr>
            <a:lvl3pPr algn="l">
              <a:defRPr sz="1500" b="0">
                <a:solidFill>
                  <a:srgbClr val="707C88"/>
                </a:solidFill>
                <a:latin typeface="Arial"/>
                <a:ea typeface="Arial"/>
                <a:cs typeface="Arial"/>
              </a:defRPr>
            </a:lvl3pPr>
            <a:lvl4pPr algn="l">
              <a:defRPr sz="1500" b="0">
                <a:solidFill>
                  <a:srgbClr val="707C88"/>
                </a:solidFill>
                <a:latin typeface="Arial"/>
                <a:ea typeface="Arial"/>
                <a:cs typeface="Arial"/>
              </a:defRPr>
            </a:lvl4pPr>
            <a:lvl5pPr algn="l">
              <a:defRPr sz="1500" b="0">
                <a:solidFill>
                  <a:srgbClr val="707C88"/>
                </a:solidFill>
                <a:latin typeface="Arial"/>
                <a:ea typeface="Arial"/>
                <a:cs typeface="Arial"/>
              </a:defRPr>
            </a:lvl5pPr>
            <a:lvl6pPr algn="l">
              <a:defRPr sz="1500" b="0">
                <a:solidFill>
                  <a:srgbClr val="707C88"/>
                </a:solidFill>
                <a:latin typeface="Arial"/>
                <a:ea typeface="Arial"/>
                <a:cs typeface="Arial"/>
              </a:defRPr>
            </a:lvl6pPr>
            <a:lvl7pPr algn="l">
              <a:defRPr sz="1500" b="0">
                <a:solidFill>
                  <a:srgbClr val="707C88"/>
                </a:solidFill>
                <a:latin typeface="Arial"/>
                <a:ea typeface="Arial"/>
                <a:cs typeface="Arial"/>
              </a:defRPr>
            </a:lvl7pPr>
            <a:lvl8pPr algn="l">
              <a:defRPr sz="1500" b="0">
                <a:solidFill>
                  <a:srgbClr val="707C88"/>
                </a:solidFill>
                <a:latin typeface="Arial"/>
                <a:ea typeface="Arial"/>
                <a:cs typeface="Arial"/>
              </a:defRPr>
            </a:lvl8pPr>
            <a:lvl9pPr algn="l">
              <a:defRPr sz="1500" b="0">
                <a:solidFill>
                  <a:srgbClr val="707C88"/>
                </a:solidFill>
                <a:latin typeface="Arial"/>
                <a:ea typeface="Arial"/>
                <a:cs typeface="Arial"/>
              </a:defRPr>
            </a:lvl9pPr>
          </a:lstStyle>
          <a:p xmlns:a="http://schemas.openxmlformats.org/drawingml/2006/main">
            <a:pPr algn="l">
              <a:defRPr sz="1500" b="0">
                <a:solidFill>
                  <a:srgbClr val="707C88"/>
                </a:solidFill>
                <a:latin typeface="Arial"/>
                <a:ea typeface="Arial"/>
                <a:cs typeface="Arial"/>
              </a:defRPr>
            </a:pPr>
            <a:r>
              <a:rPr sz="1500" b="0">
                <a:solidFill>
                  <a:srgbClr val="707C88"/>
                </a:solidFill>
                <a:latin typeface="Arial"/>
                <a:ea typeface="Arial"/>
                <a:cs typeface="Arial"/>
              </a:rPr>
              <a:t>Version check</a:t>
            </a:r>
          </a:p>
        </p:txBody>
      </p:sp>
      <p:sp>
        <p:nvSpPr>
          <p:cNvPr id="45" name="!!story.client.version.v1">
            <a:extLst xmlns:a="http://schemas.openxmlformats.org/drawingml/2006/main">
              <a:ext uri="{FF2B5EF4-FFF2-40B4-BE49-F238E27FC236}">
                <a16:creationId xmlns:a16="http://schemas.microsoft.com/office/drawing/2014/main" id="{F3D4F9D3-A210-4E5C-A674-AC7F38D628A1}"/>
              </a:ext>
            </a:extLst>
          </p:cNvPr>
          <p:cNvSpPr>
            <a:spLocks xmlns:a="http://schemas.openxmlformats.org/drawingml/2006/main" noGrp="1"/>
          </p:cNvSpPr>
          <p:nvPr/>
        </p:nvSpPr>
        <p:spPr>
          <a:xfrm xmlns:a="http://schemas.openxmlformats.org/drawingml/2006/main">
            <a:off x="7715250" y="4476750"/>
            <a:ext cx="57150" cy="1057275"/>
          </a:xfrm>
          <a:prstGeom xmlns:a="http://schemas.openxmlformats.org/drawingml/2006/main" prst="rect">
            <a:avLst/>
          </a:prstGeom>
          <a:solidFill xmlns:a="http://schemas.openxmlformats.org/drawingml/2006/main">
            <a:srgbClr val="7363A6"/>
          </a:solidFill>
          <a:ln xmlns:a="http://schemas.openxmlformats.org/drawingml/2006/main" w="0">
            <a:noFill/>
          </a:ln>
        </p:spPr>
      </p:sp>
      <p:sp>
        <p:nvSpPr>
          <p:cNvPr id="46" name="!!story.client.version.v2">
            <a:extLst xmlns:a="http://schemas.openxmlformats.org/drawingml/2006/main">
              <a:ext uri="{FF2B5EF4-FFF2-40B4-BE49-F238E27FC236}">
                <a16:creationId xmlns:a16="http://schemas.microsoft.com/office/drawing/2014/main" id="{D6FEB944-0A1C-4FC8-8752-3A87AD19F835}"/>
              </a:ext>
            </a:extLst>
          </p:cNvPr>
          <p:cNvSpPr>
            <a:spLocks xmlns:a="http://schemas.openxmlformats.org/drawingml/2006/main" noGrp="1"/>
          </p:cNvSpPr>
          <p:nvPr/>
        </p:nvSpPr>
        <p:spPr>
          <a:xfrm xmlns:a="http://schemas.openxmlformats.org/drawingml/2006/main">
            <a:off x="7715250" y="5705475"/>
            <a:ext cx="57150" cy="1314450"/>
          </a:xfrm>
          <a:prstGeom xmlns:a="http://schemas.openxmlformats.org/drawingml/2006/main" prst="rect">
            <a:avLst/>
          </a:prstGeom>
          <a:solidFill xmlns:a="http://schemas.openxmlformats.org/drawingml/2006/main">
            <a:srgbClr val="7363A6"/>
          </a:solidFill>
          <a:ln xmlns:a="http://schemas.openxmlformats.org/drawingml/2006/main" w="0">
            <a:noFill/>
          </a:ln>
        </p:spPr>
      </p:sp>
    </p:spTree>
    <p:extLst>
      <p:ext uri="{BB962C8B-B14F-4D97-AF65-F5344CB8AC3E}">
        <p14:creationId xmlns:p14="http://schemas.microsoft.com/office/powerpoint/2010/main" val="1578717658"/>
      </p:ext>
    </p:extLst>
  </p:cSld>
  <mc:AlternateContent xmlns:mc="http://schemas.openxmlformats.org/markup-compatibility/2006">
    <mc:Choice xmlns:p159="http://schemas.microsoft.com/office/powerpoint/2015/09/main" Requires="p159">
      <p:transition xmlns:p14="http://schemas.microsoft.com/office/powerpoint/2010/main" spd="med" advClick="1" p14:dur="700">
        <p159:morph option="byObject"/>
      </p:transition>
    </mc:Choice>
    <mc:Fallback>
      <p:transition spd="fast" advClick="1">
        <p:fade/>
      </p:transition>
    </mc:Fallback>
  </mc:AlternateContent>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7" name="!!heading">
            <a:extLst xmlns:a="http://schemas.openxmlformats.org/drawingml/2006/main">
              <a:ext uri="{FF2B5EF4-FFF2-40B4-BE49-F238E27FC236}">
                <a16:creationId xmlns:a16="http://schemas.microsoft.com/office/drawing/2014/main" id="{CBBD1C9C-C6D4-42B2-A4FB-88F28CBCC301}"/>
              </a:ext>
            </a:extLst>
          </p:cNvPr>
          <p:cNvSpPr>
            <a:spLocks xmlns:a="http://schemas.openxmlformats.org/drawingml/2006/main" noGrp="1"/>
          </p:cNvSpPr>
          <p:nvPr/>
        </p:nvSpPr>
        <p:spPr>
          <a:xfrm xmlns:a="http://schemas.openxmlformats.org/drawingml/2006/main">
            <a:off x="647700" y="428625"/>
            <a:ext cx="13944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0262C"/>
                </a:solidFill>
                <a:latin typeface="Arial"/>
                <a:ea typeface="Arial"/>
                <a:cs typeface="Arial"/>
              </a:defRPr>
            </a:defPPr>
            <a:lvl1pPr algn="l">
              <a:defRPr sz="3300" b="1">
                <a:solidFill>
                  <a:srgbClr val="20262C"/>
                </a:solidFill>
                <a:latin typeface="Arial"/>
                <a:ea typeface="Arial"/>
                <a:cs typeface="Arial"/>
              </a:defRPr>
            </a:lvl1pPr>
            <a:lvl2pPr algn="l">
              <a:defRPr sz="3300" b="1">
                <a:solidFill>
                  <a:srgbClr val="20262C"/>
                </a:solidFill>
                <a:latin typeface="Arial"/>
                <a:ea typeface="Arial"/>
                <a:cs typeface="Arial"/>
              </a:defRPr>
            </a:lvl2pPr>
            <a:lvl3pPr algn="l">
              <a:defRPr sz="3300" b="1">
                <a:solidFill>
                  <a:srgbClr val="20262C"/>
                </a:solidFill>
                <a:latin typeface="Arial"/>
                <a:ea typeface="Arial"/>
                <a:cs typeface="Arial"/>
              </a:defRPr>
            </a:lvl3pPr>
            <a:lvl4pPr algn="l">
              <a:defRPr sz="3300" b="1">
                <a:solidFill>
                  <a:srgbClr val="20262C"/>
                </a:solidFill>
                <a:latin typeface="Arial"/>
                <a:ea typeface="Arial"/>
                <a:cs typeface="Arial"/>
              </a:defRPr>
            </a:lvl4pPr>
            <a:lvl5pPr algn="l">
              <a:defRPr sz="3300" b="1">
                <a:solidFill>
                  <a:srgbClr val="20262C"/>
                </a:solidFill>
                <a:latin typeface="Arial"/>
                <a:ea typeface="Arial"/>
                <a:cs typeface="Arial"/>
              </a:defRPr>
            </a:lvl5pPr>
            <a:lvl6pPr algn="l">
              <a:defRPr sz="3300" b="1">
                <a:solidFill>
                  <a:srgbClr val="20262C"/>
                </a:solidFill>
                <a:latin typeface="Arial"/>
                <a:ea typeface="Arial"/>
                <a:cs typeface="Arial"/>
              </a:defRPr>
            </a:lvl6pPr>
            <a:lvl7pPr algn="l">
              <a:defRPr sz="3300" b="1">
                <a:solidFill>
                  <a:srgbClr val="20262C"/>
                </a:solidFill>
                <a:latin typeface="Arial"/>
                <a:ea typeface="Arial"/>
                <a:cs typeface="Arial"/>
              </a:defRPr>
            </a:lvl7pPr>
            <a:lvl8pPr algn="l">
              <a:defRPr sz="3300" b="1">
                <a:solidFill>
                  <a:srgbClr val="20262C"/>
                </a:solidFill>
                <a:latin typeface="Arial"/>
                <a:ea typeface="Arial"/>
                <a:cs typeface="Arial"/>
              </a:defRPr>
            </a:lvl8pPr>
            <a:lvl9pPr algn="l">
              <a:defRPr sz="3300" b="1">
                <a:solidFill>
                  <a:srgbClr val="20262C"/>
                </a:solidFill>
                <a:latin typeface="Arial"/>
                <a:ea typeface="Arial"/>
                <a:cs typeface="Arial"/>
              </a:defRPr>
            </a:lvl9pPr>
          </a:lstStyle>
          <a:p xmlns:a="http://schemas.openxmlformats.org/drawingml/2006/main">
            <a:pPr algn="l">
              <a:defRPr sz="3300" b="1">
                <a:solidFill>
                  <a:srgbClr val="20262C"/>
                </a:solidFill>
                <a:latin typeface="Arial"/>
                <a:ea typeface="Arial"/>
                <a:cs typeface="Arial"/>
              </a:defRPr>
            </a:pPr>
            <a:r>
              <a:rPr sz="3300" b="1">
                <a:solidFill>
                  <a:srgbClr val="20262C"/>
                </a:solidFill>
                <a:latin typeface="Arial"/>
                <a:ea typeface="Arial"/>
                <a:cs typeface="Arial"/>
              </a:rPr>
              <a:t>Proposed document change analysis</a:t>
            </a:r>
          </a:p>
        </p:txBody>
      </p:sp>
      <p:sp>
        <p:nvSpPr>
          <p:cNvPr id="2" name="!!subtitle">
            <a:extLst xmlns:a="http://schemas.openxmlformats.org/drawingml/2006/main">
              <a:ext uri="{FF2B5EF4-FFF2-40B4-BE49-F238E27FC236}">
                <a16:creationId xmlns:a16="http://schemas.microsoft.com/office/drawing/2014/main" id="{C39496C2-930C-48A9-8F13-1F7B425F9038}"/>
              </a:ext>
            </a:extLst>
          </p:cNvPr>
          <p:cNvSpPr>
            <a:spLocks xmlns:a="http://schemas.openxmlformats.org/drawingml/2006/main" noGrp="1"/>
          </p:cNvSpPr>
          <p:nvPr/>
        </p:nvSpPr>
        <p:spPr>
          <a:xfrm xmlns:a="http://schemas.openxmlformats.org/drawingml/2006/main">
            <a:off x="647700" y="1190625"/>
            <a:ext cx="139446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05A9C"/>
                </a:solidFill>
                <a:latin typeface="Arial"/>
                <a:ea typeface="Arial"/>
                <a:cs typeface="Arial"/>
              </a:defRPr>
            </a:defPPr>
            <a:lvl1pPr algn="l">
              <a:defRPr sz="1875" b="0">
                <a:solidFill>
                  <a:srgbClr val="005A9C"/>
                </a:solidFill>
                <a:latin typeface="Arial"/>
                <a:ea typeface="Arial"/>
                <a:cs typeface="Arial"/>
              </a:defRPr>
            </a:lvl1pPr>
            <a:lvl2pPr algn="l">
              <a:defRPr sz="1875" b="0">
                <a:solidFill>
                  <a:srgbClr val="005A9C"/>
                </a:solidFill>
                <a:latin typeface="Arial"/>
                <a:ea typeface="Arial"/>
                <a:cs typeface="Arial"/>
              </a:defRPr>
            </a:lvl2pPr>
            <a:lvl3pPr algn="l">
              <a:defRPr sz="1875" b="0">
                <a:solidFill>
                  <a:srgbClr val="005A9C"/>
                </a:solidFill>
                <a:latin typeface="Arial"/>
                <a:ea typeface="Arial"/>
                <a:cs typeface="Arial"/>
              </a:defRPr>
            </a:lvl3pPr>
            <a:lvl4pPr algn="l">
              <a:defRPr sz="1875" b="0">
                <a:solidFill>
                  <a:srgbClr val="005A9C"/>
                </a:solidFill>
                <a:latin typeface="Arial"/>
                <a:ea typeface="Arial"/>
                <a:cs typeface="Arial"/>
              </a:defRPr>
            </a:lvl4pPr>
            <a:lvl5pPr algn="l">
              <a:defRPr sz="1875" b="0">
                <a:solidFill>
                  <a:srgbClr val="005A9C"/>
                </a:solidFill>
                <a:latin typeface="Arial"/>
                <a:ea typeface="Arial"/>
                <a:cs typeface="Arial"/>
              </a:defRPr>
            </a:lvl5pPr>
            <a:lvl6pPr algn="l">
              <a:defRPr sz="1875" b="0">
                <a:solidFill>
                  <a:srgbClr val="005A9C"/>
                </a:solidFill>
                <a:latin typeface="Arial"/>
                <a:ea typeface="Arial"/>
                <a:cs typeface="Arial"/>
              </a:defRPr>
            </a:lvl6pPr>
            <a:lvl7pPr algn="l">
              <a:defRPr sz="1875" b="0">
                <a:solidFill>
                  <a:srgbClr val="005A9C"/>
                </a:solidFill>
                <a:latin typeface="Arial"/>
                <a:ea typeface="Arial"/>
                <a:cs typeface="Arial"/>
              </a:defRPr>
            </a:lvl7pPr>
            <a:lvl8pPr algn="l">
              <a:defRPr sz="1875" b="0">
                <a:solidFill>
                  <a:srgbClr val="005A9C"/>
                </a:solidFill>
                <a:latin typeface="Arial"/>
                <a:ea typeface="Arial"/>
                <a:cs typeface="Arial"/>
              </a:defRPr>
            </a:lvl8pPr>
            <a:lvl9pPr algn="l">
              <a:defRPr sz="1875" b="0">
                <a:solidFill>
                  <a:srgbClr val="005A9C"/>
                </a:solidFill>
                <a:latin typeface="Arial"/>
                <a:ea typeface="Arial"/>
                <a:cs typeface="Arial"/>
              </a:defRPr>
            </a:lvl9pPr>
          </a:lstStyle>
          <a:p xmlns:a="http://schemas.openxmlformats.org/drawingml/2006/main">
            <a:pPr algn="l">
              <a:defRPr sz="1875" b="0">
                <a:solidFill>
                  <a:srgbClr val="005A9C"/>
                </a:solidFill>
                <a:latin typeface="Arial"/>
                <a:ea typeface="Arial"/>
                <a:cs typeface="Arial"/>
              </a:defRPr>
            </a:pPr>
            <a:r>
              <a:rPr sz="1875" b="0">
                <a:solidFill>
                  <a:srgbClr val="005A9C"/>
                </a:solidFill>
                <a:latin typeface="Arial"/>
                <a:ea typeface="Arial"/>
                <a:cs typeface="Arial"/>
              </a:rPr>
              <a:t>Back office  /  Document processing  /  Proposed approach</a:t>
            </a:r>
          </a:p>
        </p:txBody>
      </p:sp>
      <p:sp>
        <p:nvSpPr>
          <p:cNvPr id="3" name="!!heading.rule">
            <a:extLst xmlns:a="http://schemas.openxmlformats.org/drawingml/2006/main">
              <a:ext uri="{FF2B5EF4-FFF2-40B4-BE49-F238E27FC236}">
                <a16:creationId xmlns:a16="http://schemas.microsoft.com/office/drawing/2014/main" id="{22C7181D-A441-4CD1-9DFE-87F8C5FAACC0}"/>
              </a:ext>
            </a:extLst>
          </p:cNvPr>
          <p:cNvSpPr>
            <a:spLocks xmlns:a="http://schemas.openxmlformats.org/drawingml/2006/main" noGrp="1"/>
          </p:cNvSpPr>
          <p:nvPr/>
        </p:nvSpPr>
        <p:spPr>
          <a:xfrm xmlns:a="http://schemas.openxmlformats.org/drawingml/2006/main" flipH="0" flipV="0">
            <a:off x="647700" y="1733550"/>
            <a:ext cx="13944600" cy="953"/>
          </a:xfrm>
          <a:prstGeom xmlns:a="http://schemas.openxmlformats.org/drawingml/2006/main" prst="line">
            <a:avLst/>
          </a:prstGeom>
          <a:noFill xmlns:a="http://schemas.openxmlformats.org/drawingml/2006/main"/>
          <a:ln xmlns:a="http://schemas.openxmlformats.org/drawingml/2006/main" w="11430">
            <a:solidFill>
              <a:srgbClr val="BCC6CF"/>
            </a:solidFill>
            <a:prstDash val="solid"/>
          </a:ln>
        </p:spPr>
      </p:sp>
      <p:sp>
        <p:nvSpPr>
          <p:cNvPr id="4" name="!!map.front">
            <a:extLst xmlns:a="http://schemas.openxmlformats.org/drawingml/2006/main">
              <a:ext uri="{FF2B5EF4-FFF2-40B4-BE49-F238E27FC236}">
                <a16:creationId xmlns:a16="http://schemas.microsoft.com/office/drawing/2014/main" id="{82805F1F-5CCA-4942-AB3C-324207A6BB2D}"/>
              </a:ext>
            </a:extLst>
          </p:cNvPr>
          <p:cNvSpPr>
            <a:spLocks xmlns:a="http://schemas.openxmlformats.org/drawingml/2006/main" noGrp="1"/>
          </p:cNvSpPr>
          <p:nvPr/>
        </p:nvSpPr>
        <p:spPr>
          <a:xfrm xmlns:a="http://schemas.openxmlformats.org/drawingml/2006/main">
            <a:off x="647700" y="1990725"/>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5" name="!!nav.front">
            <ns0:hlinkClick xmlns:ns0="http://schemas.openxmlformats.org/drawingml/2006/main" xmlns:ns1="http://schemas.openxmlformats.org/officeDocument/2006/relationships" ns1:id="rIdNavSlide4" action="ppaction://hlinksldjump" tooltip="Slide 4: Preparing a company research assessment"/>
            <a:extLst xmlns:a="http://schemas.openxmlformats.org/drawingml/2006/main">
              <a:ext uri="{FF2B5EF4-FFF2-40B4-BE49-F238E27FC236}">
                <a16:creationId xmlns:a16="http://schemas.microsoft.com/office/drawing/2014/main" id="{A16903C6-705F-41C6-BC8C-A86EA6992988}"/>
              </a:ext>
            </a:extLst>
          </p:cNvPr>
          <p:cNvSpPr>
            <a:spLocks xmlns:a="http://schemas.openxmlformats.org/drawingml/2006/main" noGrp="1"/>
          </p:cNvSpPr>
          <p:nvPr/>
        </p:nvSpPr>
        <p:spPr>
          <a:xfrm xmlns:a="http://schemas.openxmlformats.org/drawingml/2006/main">
            <a:off x="647700" y="1990725"/>
            <a:ext cx="2609850" cy="409575"/>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005A9C"/>
                </a:solidFill>
                <a:latin typeface="Arial"/>
                <a:ea typeface="Arial"/>
                <a:cs typeface="Arial"/>
              </a:defRPr>
            </a:defPPr>
            <a:lvl1pPr algn="ctr">
              <a:defRPr sz="2025" b="1">
                <a:solidFill>
                  <a:srgbClr val="005A9C"/>
                </a:solidFill>
                <a:latin typeface="Arial"/>
                <a:ea typeface="Arial"/>
                <a:cs typeface="Arial"/>
              </a:defRPr>
            </a:lvl1pPr>
            <a:lvl2pPr algn="ctr">
              <a:defRPr sz="2025" b="1">
                <a:solidFill>
                  <a:srgbClr val="005A9C"/>
                </a:solidFill>
                <a:latin typeface="Arial"/>
                <a:ea typeface="Arial"/>
                <a:cs typeface="Arial"/>
              </a:defRPr>
            </a:lvl2pPr>
            <a:lvl3pPr algn="ctr">
              <a:defRPr sz="2025" b="1">
                <a:solidFill>
                  <a:srgbClr val="005A9C"/>
                </a:solidFill>
                <a:latin typeface="Arial"/>
                <a:ea typeface="Arial"/>
                <a:cs typeface="Arial"/>
              </a:defRPr>
            </a:lvl3pPr>
            <a:lvl4pPr algn="ctr">
              <a:defRPr sz="2025" b="1">
                <a:solidFill>
                  <a:srgbClr val="005A9C"/>
                </a:solidFill>
                <a:latin typeface="Arial"/>
                <a:ea typeface="Arial"/>
                <a:cs typeface="Arial"/>
              </a:defRPr>
            </a:lvl4pPr>
            <a:lvl5pPr algn="ctr">
              <a:defRPr sz="2025" b="1">
                <a:solidFill>
                  <a:srgbClr val="005A9C"/>
                </a:solidFill>
                <a:latin typeface="Arial"/>
                <a:ea typeface="Arial"/>
                <a:cs typeface="Arial"/>
              </a:defRPr>
            </a:lvl5pPr>
            <a:lvl6pPr algn="ctr">
              <a:defRPr sz="2025" b="1">
                <a:solidFill>
                  <a:srgbClr val="005A9C"/>
                </a:solidFill>
                <a:latin typeface="Arial"/>
                <a:ea typeface="Arial"/>
                <a:cs typeface="Arial"/>
              </a:defRPr>
            </a:lvl6pPr>
            <a:lvl7pPr algn="ctr">
              <a:defRPr sz="2025" b="1">
                <a:solidFill>
                  <a:srgbClr val="005A9C"/>
                </a:solidFill>
                <a:latin typeface="Arial"/>
                <a:ea typeface="Arial"/>
                <a:cs typeface="Arial"/>
              </a:defRPr>
            </a:lvl7pPr>
            <a:lvl8pPr algn="ctr">
              <a:defRPr sz="2025" b="1">
                <a:solidFill>
                  <a:srgbClr val="005A9C"/>
                </a:solidFill>
                <a:latin typeface="Arial"/>
                <a:ea typeface="Arial"/>
                <a:cs typeface="Arial"/>
              </a:defRPr>
            </a:lvl8pPr>
            <a:lvl9pPr algn="ctr">
              <a:defRPr sz="2025" b="1">
                <a:solidFill>
                  <a:srgbClr val="005A9C"/>
                </a:solidFill>
                <a:latin typeface="Arial"/>
                <a:ea typeface="Arial"/>
                <a:cs typeface="Arial"/>
              </a:defRPr>
            </a:lvl9pPr>
          </a:lstStyle>
          <a:p xmlns:a="http://schemas.openxmlformats.org/drawingml/2006/main">
            <a:pPr algn="ctr">
              <a:defRPr sz="2025" b="1">
                <a:solidFill>
                  <a:srgbClr val="005A9C"/>
                </a:solidFill>
                <a:latin typeface="Arial"/>
                <a:ea typeface="Arial"/>
                <a:cs typeface="Arial"/>
              </a:defRPr>
            </a:pPr>
            <a:r>
              <a:rPr sz="2025" b="1">
                <a:solidFill>
                  <a:srgbClr val="005A9C"/>
                </a:solidFill>
                <a:latin typeface="Arial"/>
                <a:ea typeface="Arial"/>
                <a:cs typeface="Arial"/>
              </a:rPr>
              <a:t>Front office</a:t>
            </a:r>
          </a:p>
        </p:txBody>
      </p:sp>
      <p:sp>
        <p:nvSpPr>
          <p:cNvPr id="6" name="!!task.research">
            <ns0:hlinkClick xmlns:ns0="http://schemas.openxmlformats.org/drawingml/2006/main" xmlns:ns1="http://schemas.openxmlformats.org/officeDocument/2006/relationships" ns1:id="rIdNavSlide4" action="ppaction://hlinksldjump" tooltip="Slide 4: Preparing a company research assessment"/>
            <a:extLst xmlns:a="http://schemas.openxmlformats.org/drawingml/2006/main">
              <a:ext uri="{FF2B5EF4-FFF2-40B4-BE49-F238E27FC236}">
                <a16:creationId xmlns:a16="http://schemas.microsoft.com/office/drawing/2014/main" id="{A9115185-12B3-4356-B53D-47CEFD7AA533}"/>
              </a:ext>
            </a:extLst>
          </p:cNvPr>
          <p:cNvSpPr>
            <a:spLocks xmlns:a="http://schemas.openxmlformats.org/drawingml/2006/main" noGrp="1"/>
          </p:cNvSpPr>
          <p:nvPr/>
        </p:nvSpPr>
        <p:spPr>
          <a:xfrm xmlns:a="http://schemas.openxmlformats.org/drawingml/2006/main">
            <a:off x="762000" y="249555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Research</a:t>
            </a:r>
          </a:p>
        </p:txBody>
      </p:sp>
      <p:sp>
        <p:nvSpPr>
          <p:cNvPr id="7" name="!!task.trade">
            <ns0:hlinkClick xmlns:ns0="http://schemas.openxmlformats.org/drawingml/2006/main" xmlns:ns1="http://schemas.openxmlformats.org/officeDocument/2006/relationships" ns1:id="rIdNavSlide9" action="ppaction://hlinksldjump" tooltip="Slide 9: Preparing a bond quote request"/>
            <a:extLst xmlns:a="http://schemas.openxmlformats.org/drawingml/2006/main">
              <a:ext uri="{FF2B5EF4-FFF2-40B4-BE49-F238E27FC236}">
                <a16:creationId xmlns:a16="http://schemas.microsoft.com/office/drawing/2014/main" id="{93A52876-DB4E-4B66-B79B-84F1C8087F0A}"/>
              </a:ext>
            </a:extLst>
          </p:cNvPr>
          <p:cNvSpPr>
            <a:spLocks xmlns:a="http://schemas.openxmlformats.org/drawingml/2006/main" noGrp="1"/>
          </p:cNvSpPr>
          <p:nvPr/>
        </p:nvSpPr>
        <p:spPr>
          <a:xfrm xmlns:a="http://schemas.openxmlformats.org/drawingml/2006/main">
            <a:off x="762000" y="280987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Trading support</a:t>
            </a:r>
          </a:p>
        </p:txBody>
      </p:sp>
      <p:sp>
        <p:nvSpPr>
          <p:cNvPr id="8" name="!!task.client">
            <ns0:hlinkClick xmlns:ns0="http://schemas.openxmlformats.org/drawingml/2006/main" xmlns:ns1="http://schemas.openxmlformats.org/officeDocument/2006/relationships" ns1:id="rIdNavSlide12" action="ppaction://hlinksldjump" tooltip="Slide 12: Preparing a quarterly client update"/>
            <a:extLst xmlns:a="http://schemas.openxmlformats.org/drawingml/2006/main">
              <a:ext uri="{FF2B5EF4-FFF2-40B4-BE49-F238E27FC236}">
                <a16:creationId xmlns:a16="http://schemas.microsoft.com/office/drawing/2014/main" id="{16FC10A8-F05C-4937-B22C-01E84F726EF0}"/>
              </a:ext>
            </a:extLst>
          </p:cNvPr>
          <p:cNvSpPr>
            <a:spLocks xmlns:a="http://schemas.openxmlformats.org/drawingml/2006/main" noGrp="1"/>
          </p:cNvSpPr>
          <p:nvPr/>
        </p:nvSpPr>
        <p:spPr>
          <a:xfrm xmlns:a="http://schemas.openxmlformats.org/drawingml/2006/main">
            <a:off x="762000" y="312420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Client materials</a:t>
            </a:r>
          </a:p>
        </p:txBody>
      </p:sp>
      <p:sp>
        <p:nvSpPr>
          <p:cNvPr id="9" name="!!map.middle">
            <a:extLst xmlns:a="http://schemas.openxmlformats.org/drawingml/2006/main">
              <a:ext uri="{FF2B5EF4-FFF2-40B4-BE49-F238E27FC236}">
                <a16:creationId xmlns:a16="http://schemas.microsoft.com/office/drawing/2014/main" id="{BA35048C-E58F-455E-8A34-5DED49F3B09B}"/>
              </a:ext>
            </a:extLst>
          </p:cNvPr>
          <p:cNvSpPr>
            <a:spLocks xmlns:a="http://schemas.openxmlformats.org/drawingml/2006/main" noGrp="1"/>
          </p:cNvSpPr>
          <p:nvPr/>
        </p:nvSpPr>
        <p:spPr>
          <a:xfrm xmlns:a="http://schemas.openxmlformats.org/drawingml/2006/main">
            <a:off x="647700" y="3657600"/>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10" name="!!nav.middle">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7CEC692B-CC55-4639-8F55-993E69437BBC}"/>
              </a:ext>
            </a:extLst>
          </p:cNvPr>
          <p:cNvSpPr>
            <a:spLocks xmlns:a="http://schemas.openxmlformats.org/drawingml/2006/main" noGrp="1"/>
          </p:cNvSpPr>
          <p:nvPr/>
        </p:nvSpPr>
        <p:spPr>
          <a:xfrm xmlns:a="http://schemas.openxmlformats.org/drawingml/2006/main">
            <a:off x="647700" y="3657600"/>
            <a:ext cx="2609850" cy="409575"/>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005A9C"/>
                </a:solidFill>
                <a:latin typeface="Arial"/>
                <a:ea typeface="Arial"/>
                <a:cs typeface="Arial"/>
              </a:defRPr>
            </a:defPPr>
            <a:lvl1pPr algn="ctr">
              <a:defRPr sz="2025" b="1">
                <a:solidFill>
                  <a:srgbClr val="005A9C"/>
                </a:solidFill>
                <a:latin typeface="Arial"/>
                <a:ea typeface="Arial"/>
                <a:cs typeface="Arial"/>
              </a:defRPr>
            </a:lvl1pPr>
            <a:lvl2pPr algn="ctr">
              <a:defRPr sz="2025" b="1">
                <a:solidFill>
                  <a:srgbClr val="005A9C"/>
                </a:solidFill>
                <a:latin typeface="Arial"/>
                <a:ea typeface="Arial"/>
                <a:cs typeface="Arial"/>
              </a:defRPr>
            </a:lvl2pPr>
            <a:lvl3pPr algn="ctr">
              <a:defRPr sz="2025" b="1">
                <a:solidFill>
                  <a:srgbClr val="005A9C"/>
                </a:solidFill>
                <a:latin typeface="Arial"/>
                <a:ea typeface="Arial"/>
                <a:cs typeface="Arial"/>
              </a:defRPr>
            </a:lvl3pPr>
            <a:lvl4pPr algn="ctr">
              <a:defRPr sz="2025" b="1">
                <a:solidFill>
                  <a:srgbClr val="005A9C"/>
                </a:solidFill>
                <a:latin typeface="Arial"/>
                <a:ea typeface="Arial"/>
                <a:cs typeface="Arial"/>
              </a:defRPr>
            </a:lvl4pPr>
            <a:lvl5pPr algn="ctr">
              <a:defRPr sz="2025" b="1">
                <a:solidFill>
                  <a:srgbClr val="005A9C"/>
                </a:solidFill>
                <a:latin typeface="Arial"/>
                <a:ea typeface="Arial"/>
                <a:cs typeface="Arial"/>
              </a:defRPr>
            </a:lvl5pPr>
            <a:lvl6pPr algn="ctr">
              <a:defRPr sz="2025" b="1">
                <a:solidFill>
                  <a:srgbClr val="005A9C"/>
                </a:solidFill>
                <a:latin typeface="Arial"/>
                <a:ea typeface="Arial"/>
                <a:cs typeface="Arial"/>
              </a:defRPr>
            </a:lvl6pPr>
            <a:lvl7pPr algn="ctr">
              <a:defRPr sz="2025" b="1">
                <a:solidFill>
                  <a:srgbClr val="005A9C"/>
                </a:solidFill>
                <a:latin typeface="Arial"/>
                <a:ea typeface="Arial"/>
                <a:cs typeface="Arial"/>
              </a:defRPr>
            </a:lvl7pPr>
            <a:lvl8pPr algn="ctr">
              <a:defRPr sz="2025" b="1">
                <a:solidFill>
                  <a:srgbClr val="005A9C"/>
                </a:solidFill>
                <a:latin typeface="Arial"/>
                <a:ea typeface="Arial"/>
                <a:cs typeface="Arial"/>
              </a:defRPr>
            </a:lvl8pPr>
            <a:lvl9pPr algn="ctr">
              <a:defRPr sz="2025" b="1">
                <a:solidFill>
                  <a:srgbClr val="005A9C"/>
                </a:solidFill>
                <a:latin typeface="Arial"/>
                <a:ea typeface="Arial"/>
                <a:cs typeface="Arial"/>
              </a:defRPr>
            </a:lvl9pPr>
          </a:lstStyle>
          <a:p xmlns:a="http://schemas.openxmlformats.org/drawingml/2006/main">
            <a:pPr algn="ctr">
              <a:defRPr sz="2025" b="1">
                <a:solidFill>
                  <a:srgbClr val="005A9C"/>
                </a:solidFill>
                <a:latin typeface="Arial"/>
                <a:ea typeface="Arial"/>
                <a:cs typeface="Arial"/>
              </a:defRPr>
            </a:pPr>
            <a:r>
              <a:rPr sz="2025" b="1">
                <a:solidFill>
                  <a:srgbClr val="005A9C"/>
                </a:solidFill>
                <a:latin typeface="Arial"/>
                <a:ea typeface="Arial"/>
                <a:cs typeface="Arial"/>
              </a:rPr>
              <a:t>Middle office</a:t>
            </a:r>
          </a:p>
        </p:txBody>
      </p:sp>
      <p:sp>
        <p:nvSpPr>
          <p:cNvPr id="11" name="!!task.review">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97D4A25F-FC73-49FD-B0FC-AD9B8F8C2FB8}"/>
              </a:ext>
            </a:extLst>
          </p:cNvPr>
          <p:cNvSpPr>
            <a:spLocks xmlns:a="http://schemas.openxmlformats.org/drawingml/2006/main" noGrp="1"/>
          </p:cNvSpPr>
          <p:nvPr/>
        </p:nvSpPr>
        <p:spPr>
          <a:xfrm xmlns:a="http://schemas.openxmlformats.org/drawingml/2006/main">
            <a:off x="762000" y="416242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Content review</a:t>
            </a:r>
          </a:p>
        </p:txBody>
      </p:sp>
      <p:sp>
        <p:nvSpPr>
          <p:cNvPr id="12" name="!!task.risk">
            <ns0:hlinkClick xmlns:ns0="http://schemas.openxmlformats.org/drawingml/2006/main" xmlns:ns1="http://schemas.openxmlformats.org/officeDocument/2006/relationships" ns1:id="rIdNavSlide19" action="ppaction://hlinksldjump" tooltip="Slide 19: Investigating a risk alert"/>
            <a:extLst xmlns:a="http://schemas.openxmlformats.org/drawingml/2006/main">
              <a:ext uri="{FF2B5EF4-FFF2-40B4-BE49-F238E27FC236}">
                <a16:creationId xmlns:a16="http://schemas.microsoft.com/office/drawing/2014/main" id="{F2D58618-F917-4BDF-9532-FDF0F0969689}"/>
              </a:ext>
            </a:extLst>
          </p:cNvPr>
          <p:cNvSpPr>
            <a:spLocks xmlns:a="http://schemas.openxmlformats.org/drawingml/2006/main" noGrp="1"/>
          </p:cNvSpPr>
          <p:nvPr/>
        </p:nvSpPr>
        <p:spPr>
          <a:xfrm xmlns:a="http://schemas.openxmlformats.org/drawingml/2006/main">
            <a:off x="762000" y="447675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Risk analysis</a:t>
            </a:r>
          </a:p>
        </p:txBody>
      </p:sp>
      <p:sp>
        <p:nvSpPr>
          <p:cNvPr id="13" name="!!map.back">
            <a:extLst xmlns:a="http://schemas.openxmlformats.org/drawingml/2006/main">
              <a:ext uri="{FF2B5EF4-FFF2-40B4-BE49-F238E27FC236}">
                <a16:creationId xmlns:a16="http://schemas.microsoft.com/office/drawing/2014/main" id="{8C42D647-5578-490A-B4E3-1E1A1AE13D43}"/>
              </a:ext>
            </a:extLst>
          </p:cNvPr>
          <p:cNvSpPr>
            <a:spLocks xmlns:a="http://schemas.openxmlformats.org/drawingml/2006/main" noGrp="1"/>
          </p:cNvSpPr>
          <p:nvPr/>
        </p:nvSpPr>
        <p:spPr>
          <a:xfrm xmlns:a="http://schemas.openxmlformats.org/drawingml/2006/main">
            <a:off x="647700" y="5324475"/>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14" name="!!nav.back">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6ECFE5AA-47C3-4715-9445-71F07EFA96BE}"/>
              </a:ext>
            </a:extLst>
          </p:cNvPr>
          <p:cNvSpPr>
            <a:spLocks xmlns:a="http://schemas.openxmlformats.org/drawingml/2006/main" noGrp="1"/>
          </p:cNvSpPr>
          <p:nvPr/>
        </p:nvSpPr>
        <p:spPr>
          <a:xfrm xmlns:a="http://schemas.openxmlformats.org/drawingml/2006/main">
            <a:off x="647700" y="5324475"/>
            <a:ext cx="2609850" cy="409575"/>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FFFFFF"/>
                </a:solidFill>
                <a:latin typeface="Arial"/>
                <a:ea typeface="Arial"/>
                <a:cs typeface="Arial"/>
              </a:defRPr>
            </a:defPPr>
            <a:lvl1pPr algn="ctr">
              <a:defRPr sz="2025" b="1">
                <a:solidFill>
                  <a:srgbClr val="FFFFFF"/>
                </a:solidFill>
                <a:latin typeface="Arial"/>
                <a:ea typeface="Arial"/>
                <a:cs typeface="Arial"/>
              </a:defRPr>
            </a:lvl1pPr>
            <a:lvl2pPr algn="ctr">
              <a:defRPr sz="2025" b="1">
                <a:solidFill>
                  <a:srgbClr val="FFFFFF"/>
                </a:solidFill>
                <a:latin typeface="Arial"/>
                <a:ea typeface="Arial"/>
                <a:cs typeface="Arial"/>
              </a:defRPr>
            </a:lvl2pPr>
            <a:lvl3pPr algn="ctr">
              <a:defRPr sz="2025" b="1">
                <a:solidFill>
                  <a:srgbClr val="FFFFFF"/>
                </a:solidFill>
                <a:latin typeface="Arial"/>
                <a:ea typeface="Arial"/>
                <a:cs typeface="Arial"/>
              </a:defRPr>
            </a:lvl3pPr>
            <a:lvl4pPr algn="ctr">
              <a:defRPr sz="2025" b="1">
                <a:solidFill>
                  <a:srgbClr val="FFFFFF"/>
                </a:solidFill>
                <a:latin typeface="Arial"/>
                <a:ea typeface="Arial"/>
                <a:cs typeface="Arial"/>
              </a:defRPr>
            </a:lvl4pPr>
            <a:lvl5pPr algn="ctr">
              <a:defRPr sz="2025" b="1">
                <a:solidFill>
                  <a:srgbClr val="FFFFFF"/>
                </a:solidFill>
                <a:latin typeface="Arial"/>
                <a:ea typeface="Arial"/>
                <a:cs typeface="Arial"/>
              </a:defRPr>
            </a:lvl5pPr>
            <a:lvl6pPr algn="ctr">
              <a:defRPr sz="2025" b="1">
                <a:solidFill>
                  <a:srgbClr val="FFFFFF"/>
                </a:solidFill>
                <a:latin typeface="Arial"/>
                <a:ea typeface="Arial"/>
                <a:cs typeface="Arial"/>
              </a:defRPr>
            </a:lvl6pPr>
            <a:lvl7pPr algn="ctr">
              <a:defRPr sz="2025" b="1">
                <a:solidFill>
                  <a:srgbClr val="FFFFFF"/>
                </a:solidFill>
                <a:latin typeface="Arial"/>
                <a:ea typeface="Arial"/>
                <a:cs typeface="Arial"/>
              </a:defRPr>
            </a:lvl7pPr>
            <a:lvl8pPr algn="ctr">
              <a:defRPr sz="2025" b="1">
                <a:solidFill>
                  <a:srgbClr val="FFFFFF"/>
                </a:solidFill>
                <a:latin typeface="Arial"/>
                <a:ea typeface="Arial"/>
                <a:cs typeface="Arial"/>
              </a:defRPr>
            </a:lvl8pPr>
            <a:lvl9pPr algn="ctr">
              <a:defRPr sz="2025" b="1">
                <a:solidFill>
                  <a:srgbClr val="FFFFFF"/>
                </a:solidFill>
                <a:latin typeface="Arial"/>
                <a:ea typeface="Arial"/>
                <a:cs typeface="Arial"/>
              </a:defRPr>
            </a:lvl9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Back office</a:t>
            </a:r>
          </a:p>
        </p:txBody>
      </p:sp>
      <p:sp>
        <p:nvSpPr>
          <p:cNvPr id="15" name="!!task.files">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B98C9E7B-1727-46D0-BD5E-31704B63EA05}"/>
              </a:ext>
            </a:extLst>
          </p:cNvPr>
          <p:cNvSpPr>
            <a:spLocks xmlns:a="http://schemas.openxmlformats.org/drawingml/2006/main" noGrp="1"/>
          </p:cNvSpPr>
          <p:nvPr/>
        </p:nvSpPr>
        <p:spPr>
          <a:xfrm xmlns:a="http://schemas.openxmlformats.org/drawingml/2006/main">
            <a:off x="762000" y="5829300"/>
            <a:ext cx="2381250" cy="304800"/>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575" b="1">
                <a:solidFill>
                  <a:srgbClr val="005A9C"/>
                </a:solidFill>
                <a:latin typeface="Arial"/>
                <a:ea typeface="Arial"/>
                <a:cs typeface="Arial"/>
              </a:defRPr>
            </a:defPPr>
            <a:lvl1pPr algn="ctr">
              <a:defRPr sz="1575" b="1">
                <a:solidFill>
                  <a:srgbClr val="005A9C"/>
                </a:solidFill>
                <a:latin typeface="Arial"/>
                <a:ea typeface="Arial"/>
                <a:cs typeface="Arial"/>
              </a:defRPr>
            </a:lvl1pPr>
            <a:lvl2pPr algn="ctr">
              <a:defRPr sz="1575" b="1">
                <a:solidFill>
                  <a:srgbClr val="005A9C"/>
                </a:solidFill>
                <a:latin typeface="Arial"/>
                <a:ea typeface="Arial"/>
                <a:cs typeface="Arial"/>
              </a:defRPr>
            </a:lvl2pPr>
            <a:lvl3pPr algn="ctr">
              <a:defRPr sz="1575" b="1">
                <a:solidFill>
                  <a:srgbClr val="005A9C"/>
                </a:solidFill>
                <a:latin typeface="Arial"/>
                <a:ea typeface="Arial"/>
                <a:cs typeface="Arial"/>
              </a:defRPr>
            </a:lvl3pPr>
            <a:lvl4pPr algn="ctr">
              <a:defRPr sz="1575" b="1">
                <a:solidFill>
                  <a:srgbClr val="005A9C"/>
                </a:solidFill>
                <a:latin typeface="Arial"/>
                <a:ea typeface="Arial"/>
                <a:cs typeface="Arial"/>
              </a:defRPr>
            </a:lvl4pPr>
            <a:lvl5pPr algn="ctr">
              <a:defRPr sz="1575" b="1">
                <a:solidFill>
                  <a:srgbClr val="005A9C"/>
                </a:solidFill>
                <a:latin typeface="Arial"/>
                <a:ea typeface="Arial"/>
                <a:cs typeface="Arial"/>
              </a:defRPr>
            </a:lvl5pPr>
            <a:lvl6pPr algn="ctr">
              <a:defRPr sz="1575" b="1">
                <a:solidFill>
                  <a:srgbClr val="005A9C"/>
                </a:solidFill>
                <a:latin typeface="Arial"/>
                <a:ea typeface="Arial"/>
                <a:cs typeface="Arial"/>
              </a:defRPr>
            </a:lvl6pPr>
            <a:lvl7pPr algn="ctr">
              <a:defRPr sz="1575" b="1">
                <a:solidFill>
                  <a:srgbClr val="005A9C"/>
                </a:solidFill>
                <a:latin typeface="Arial"/>
                <a:ea typeface="Arial"/>
                <a:cs typeface="Arial"/>
              </a:defRPr>
            </a:lvl7pPr>
            <a:lvl8pPr algn="ctr">
              <a:defRPr sz="1575" b="1">
                <a:solidFill>
                  <a:srgbClr val="005A9C"/>
                </a:solidFill>
                <a:latin typeface="Arial"/>
                <a:ea typeface="Arial"/>
                <a:cs typeface="Arial"/>
              </a:defRPr>
            </a:lvl8pPr>
            <a:lvl9pPr algn="ctr">
              <a:defRPr sz="1575" b="1">
                <a:solidFill>
                  <a:srgbClr val="005A9C"/>
                </a:solidFill>
                <a:latin typeface="Arial"/>
                <a:ea typeface="Arial"/>
                <a:cs typeface="Arial"/>
              </a:defRPr>
            </a:lvl9pPr>
          </a:lstStyle>
          <a:p xmlns:a="http://schemas.openxmlformats.org/drawingml/2006/main">
            <a:pPr algn="ctr">
              <a:defRPr sz="1575" b="1">
                <a:solidFill>
                  <a:srgbClr val="005A9C"/>
                </a:solidFill>
                <a:latin typeface="Arial"/>
                <a:ea typeface="Arial"/>
                <a:cs typeface="Arial"/>
              </a:defRPr>
            </a:pPr>
            <a:r>
              <a:rPr sz="1575" b="1">
                <a:solidFill>
                  <a:srgbClr val="005A9C"/>
                </a:solidFill>
                <a:latin typeface="Arial"/>
                <a:ea typeface="Arial"/>
                <a:cs typeface="Arial"/>
              </a:rPr>
              <a:t>Document processing</a:t>
            </a:r>
          </a:p>
        </p:txBody>
      </p:sp>
      <p:sp>
        <p:nvSpPr>
          <p:cNvPr id="16" name="!!task.dev">
            <ns0:hlinkClick xmlns:ns0="http://schemas.openxmlformats.org/drawingml/2006/main" xmlns:ns1="http://schemas.openxmlformats.org/officeDocument/2006/relationships" ns1:id="rIdNavSlide25" action="ppaction://hlinksldjump" tooltip="Slide 25: Turning a business request into a working tool"/>
            <a:extLst xmlns:a="http://schemas.openxmlformats.org/drawingml/2006/main">
              <a:ext uri="{FF2B5EF4-FFF2-40B4-BE49-F238E27FC236}">
                <a16:creationId xmlns:a16="http://schemas.microsoft.com/office/drawing/2014/main" id="{67D4A4AF-40AF-4EC1-A0C3-AC3136F0626A}"/>
              </a:ext>
            </a:extLst>
          </p:cNvPr>
          <p:cNvSpPr>
            <a:spLocks xmlns:a="http://schemas.openxmlformats.org/drawingml/2006/main" noGrp="1"/>
          </p:cNvSpPr>
          <p:nvPr/>
        </p:nvSpPr>
        <p:spPr>
          <a:xfrm xmlns:a="http://schemas.openxmlformats.org/drawingml/2006/main">
            <a:off x="762000" y="614362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Tool development</a:t>
            </a:r>
          </a:p>
        </p:txBody>
      </p:sp>
      <p:sp>
        <p:nvSpPr>
          <p:cNvPr id="17" name="!!map.separator">
            <a:extLst xmlns:a="http://schemas.openxmlformats.org/drawingml/2006/main">
              <a:ext uri="{FF2B5EF4-FFF2-40B4-BE49-F238E27FC236}">
                <a16:creationId xmlns:a16="http://schemas.microsoft.com/office/drawing/2014/main" id="{7F090356-1492-4BCB-8D83-0DC938B119FC}"/>
              </a:ext>
            </a:extLst>
          </p:cNvPr>
          <p:cNvSpPr>
            <a:spLocks xmlns:a="http://schemas.openxmlformats.org/drawingml/2006/main" noGrp="1"/>
          </p:cNvSpPr>
          <p:nvPr/>
        </p:nvSpPr>
        <p:spPr>
          <a:xfrm xmlns:a="http://schemas.openxmlformats.org/drawingml/2006/main" flipH="0" flipV="0">
            <a:off x="3600450" y="1990725"/>
            <a:ext cx="953" cy="5076825"/>
          </a:xfrm>
          <a:prstGeom xmlns:a="http://schemas.openxmlformats.org/drawingml/2006/main" prst="line">
            <a:avLst/>
          </a:prstGeom>
          <a:noFill xmlns:a="http://schemas.openxmlformats.org/drawingml/2006/main"/>
          <a:ln xmlns:a="http://schemas.openxmlformats.org/drawingml/2006/main" w="9525">
            <a:solidFill>
              <a:srgbClr val="BCC6CF"/>
            </a:solidFill>
            <a:prstDash val="solid"/>
          </a:ln>
        </p:spPr>
      </p:sp>
      <p:sp>
        <p:nvSpPr>
          <p:cNvPr id="18" name="!!example">
            <a:extLst xmlns:a="http://schemas.openxmlformats.org/drawingml/2006/main">
              <a:ext uri="{FF2B5EF4-FFF2-40B4-BE49-F238E27FC236}">
                <a16:creationId xmlns:a16="http://schemas.microsoft.com/office/drawing/2014/main" id="{383997ED-8E30-469C-9EA2-855BD97AED41}"/>
              </a:ext>
            </a:extLst>
          </p:cNvPr>
          <p:cNvSpPr>
            <a:spLocks xmlns:a="http://schemas.openxmlformats.org/drawingml/2006/main" noGrp="1"/>
          </p:cNvSpPr>
          <p:nvPr/>
        </p:nvSpPr>
        <p:spPr>
          <a:xfrm xmlns:a="http://schemas.openxmlformats.org/drawingml/2006/main">
            <a:off x="13906500" y="1238250"/>
            <a:ext cx="685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707C88"/>
                </a:solidFill>
                <a:latin typeface="Arial"/>
                <a:ea typeface="Arial"/>
                <a:cs typeface="Arial"/>
              </a:defRPr>
            </a:defPPr>
            <a:lvl1pPr algn="r">
              <a:defRPr sz="1350" b="0">
                <a:solidFill>
                  <a:srgbClr val="707C88"/>
                </a:solidFill>
                <a:latin typeface="Arial"/>
                <a:ea typeface="Arial"/>
                <a:cs typeface="Arial"/>
              </a:defRPr>
            </a:lvl1pPr>
            <a:lvl2pPr algn="r">
              <a:defRPr sz="1350" b="0">
                <a:solidFill>
                  <a:srgbClr val="707C88"/>
                </a:solidFill>
                <a:latin typeface="Arial"/>
                <a:ea typeface="Arial"/>
                <a:cs typeface="Arial"/>
              </a:defRPr>
            </a:lvl2pPr>
            <a:lvl3pPr algn="r">
              <a:defRPr sz="1350" b="0">
                <a:solidFill>
                  <a:srgbClr val="707C88"/>
                </a:solidFill>
                <a:latin typeface="Arial"/>
                <a:ea typeface="Arial"/>
                <a:cs typeface="Arial"/>
              </a:defRPr>
            </a:lvl3pPr>
            <a:lvl4pPr algn="r">
              <a:defRPr sz="1350" b="0">
                <a:solidFill>
                  <a:srgbClr val="707C88"/>
                </a:solidFill>
                <a:latin typeface="Arial"/>
                <a:ea typeface="Arial"/>
                <a:cs typeface="Arial"/>
              </a:defRPr>
            </a:lvl4pPr>
            <a:lvl5pPr algn="r">
              <a:defRPr sz="1350" b="0">
                <a:solidFill>
                  <a:srgbClr val="707C88"/>
                </a:solidFill>
                <a:latin typeface="Arial"/>
                <a:ea typeface="Arial"/>
                <a:cs typeface="Arial"/>
              </a:defRPr>
            </a:lvl5pPr>
            <a:lvl6pPr algn="r">
              <a:defRPr sz="1350" b="0">
                <a:solidFill>
                  <a:srgbClr val="707C88"/>
                </a:solidFill>
                <a:latin typeface="Arial"/>
                <a:ea typeface="Arial"/>
                <a:cs typeface="Arial"/>
              </a:defRPr>
            </a:lvl6pPr>
            <a:lvl7pPr algn="r">
              <a:defRPr sz="1350" b="0">
                <a:solidFill>
                  <a:srgbClr val="707C88"/>
                </a:solidFill>
                <a:latin typeface="Arial"/>
                <a:ea typeface="Arial"/>
                <a:cs typeface="Arial"/>
              </a:defRPr>
            </a:lvl7pPr>
            <a:lvl8pPr algn="r">
              <a:defRPr sz="1350" b="0">
                <a:solidFill>
                  <a:srgbClr val="707C88"/>
                </a:solidFill>
                <a:latin typeface="Arial"/>
                <a:ea typeface="Arial"/>
                <a:cs typeface="Arial"/>
              </a:defRPr>
            </a:lvl8pPr>
            <a:lvl9pPr algn="r">
              <a:defRPr sz="1350" b="0">
                <a:solidFill>
                  <a:srgbClr val="707C88"/>
                </a:solidFill>
                <a:latin typeface="Arial"/>
                <a:ea typeface="Arial"/>
                <a:cs typeface="Arial"/>
              </a:defRPr>
            </a:lvl9pPr>
          </a:lstStyle>
          <a:p xmlns:a="http://schemas.openxmlformats.org/drawingml/2006/main">
            <a:pPr algn="r">
              <a:defRPr sz="1350" b="0">
                <a:solidFill>
                  <a:srgbClr val="707C88"/>
                </a:solidFill>
                <a:latin typeface="Arial"/>
                <a:ea typeface="Arial"/>
                <a:cs typeface="Arial"/>
              </a:defRPr>
            </a:pPr>
            <a:r>
              <a:rPr sz="1350" b="0">
                <a:solidFill>
                  <a:srgbClr val="707C88"/>
                </a:solidFill>
                <a:latin typeface="Arial"/>
                <a:ea typeface="Arial"/>
                <a:cs typeface="Arial"/>
              </a:rPr>
              <a:t>Example</a:t>
            </a:r>
          </a:p>
        </p:txBody>
      </p:sp>
      <p:sp>
        <p:nvSpPr>
          <p:cNvPr id="19" name="!!nav.home">
            <ns0:hlinkClick xmlns:ns0="http://schemas.openxmlformats.org/drawingml/2006/main" xmlns:ns1="http://schemas.openxmlformats.org/officeDocument/2006/relationships" ns1:id="rIdNavSlide3" action="ppaction://hlinksldjump" tooltip="Slide 3: Seven workflows across the firm"/>
            <a:extLst xmlns:a="http://schemas.openxmlformats.org/drawingml/2006/main">
              <a:ext uri="{FF2B5EF4-FFF2-40B4-BE49-F238E27FC236}">
                <a16:creationId xmlns:a16="http://schemas.microsoft.com/office/drawing/2014/main" id="{F30C3851-1E02-46B3-9E1C-5BCB79963ED7}"/>
              </a:ext>
            </a:extLst>
          </p:cNvPr>
          <p:cNvSpPr>
            <a:spLocks xmlns:a="http://schemas.openxmlformats.org/drawingml/2006/main" noGrp="1"/>
          </p:cNvSpPr>
          <p:nvPr/>
        </p:nvSpPr>
        <p:spPr>
          <a:xfrm xmlns:a="http://schemas.openxmlformats.org/drawingml/2006/main">
            <a:off x="647700" y="7496175"/>
            <a:ext cx="26098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BCC6CF"/>
            </a:solidFill>
            <a:prstDash val="solid"/>
          </a:ln>
        </p:spPr>
        <p:txBody>
          <a:bodyPr xmlns:a="http://schemas.openxmlformats.org/drawingml/2006/main" wrap="square" lIns="114300" tIns="0" rIns="114300" bIns="0" anchor="ctr">
            <a:noAutofit/>
          </a:bodyPr>
          <a:lstStyle xmlns:a="http://schemas.openxmlformats.org/drawingml/2006/main">
            <a:defPPr algn="ctr">
              <a:defRPr sz="1800" b="1">
                <a:solidFill>
                  <a:srgbClr val="005A9C"/>
                </a:solidFill>
                <a:latin typeface="Arial"/>
                <a:ea typeface="Arial"/>
                <a:cs typeface="Arial"/>
              </a:defRPr>
            </a:defPPr>
            <a:lvl1pPr algn="ctr">
              <a:defRPr sz="1800" b="1">
                <a:solidFill>
                  <a:srgbClr val="005A9C"/>
                </a:solidFill>
                <a:latin typeface="Arial"/>
                <a:ea typeface="Arial"/>
                <a:cs typeface="Arial"/>
              </a:defRPr>
            </a:lvl1pPr>
            <a:lvl2pPr algn="ctr">
              <a:defRPr sz="1800" b="1">
                <a:solidFill>
                  <a:srgbClr val="005A9C"/>
                </a:solidFill>
                <a:latin typeface="Arial"/>
                <a:ea typeface="Arial"/>
                <a:cs typeface="Arial"/>
              </a:defRPr>
            </a:lvl2pPr>
            <a:lvl3pPr algn="ctr">
              <a:defRPr sz="1800" b="1">
                <a:solidFill>
                  <a:srgbClr val="005A9C"/>
                </a:solidFill>
                <a:latin typeface="Arial"/>
                <a:ea typeface="Arial"/>
                <a:cs typeface="Arial"/>
              </a:defRPr>
            </a:lvl3pPr>
            <a:lvl4pPr algn="ctr">
              <a:defRPr sz="1800" b="1">
                <a:solidFill>
                  <a:srgbClr val="005A9C"/>
                </a:solidFill>
                <a:latin typeface="Arial"/>
                <a:ea typeface="Arial"/>
                <a:cs typeface="Arial"/>
              </a:defRPr>
            </a:lvl4pPr>
            <a:lvl5pPr algn="ctr">
              <a:defRPr sz="1800" b="1">
                <a:solidFill>
                  <a:srgbClr val="005A9C"/>
                </a:solidFill>
                <a:latin typeface="Arial"/>
                <a:ea typeface="Arial"/>
                <a:cs typeface="Arial"/>
              </a:defRPr>
            </a:lvl5pPr>
            <a:lvl6pPr algn="ctr">
              <a:defRPr sz="1800" b="1">
                <a:solidFill>
                  <a:srgbClr val="005A9C"/>
                </a:solidFill>
                <a:latin typeface="Arial"/>
                <a:ea typeface="Arial"/>
                <a:cs typeface="Arial"/>
              </a:defRPr>
            </a:lvl6pPr>
            <a:lvl7pPr algn="ctr">
              <a:defRPr sz="1800" b="1">
                <a:solidFill>
                  <a:srgbClr val="005A9C"/>
                </a:solidFill>
                <a:latin typeface="Arial"/>
                <a:ea typeface="Arial"/>
                <a:cs typeface="Arial"/>
              </a:defRPr>
            </a:lvl7pPr>
            <a:lvl8pPr algn="ctr">
              <a:defRPr sz="1800" b="1">
                <a:solidFill>
                  <a:srgbClr val="005A9C"/>
                </a:solidFill>
                <a:latin typeface="Arial"/>
                <a:ea typeface="Arial"/>
                <a:cs typeface="Arial"/>
              </a:defRPr>
            </a:lvl8pPr>
            <a:lvl9pPr algn="ctr">
              <a:defRPr sz="1800" b="1">
                <a:solidFill>
                  <a:srgbClr val="005A9C"/>
                </a:solidFill>
                <a:latin typeface="Arial"/>
                <a:ea typeface="Arial"/>
                <a:cs typeface="Arial"/>
              </a:defRPr>
            </a:lvl9pPr>
          </a:lstStyle>
          <a:p xmlns:a="http://schemas.openxmlformats.org/drawingml/2006/main">
            <a:pPr algn="ctr">
              <a:defRPr sz="1800" b="1">
                <a:solidFill>
                  <a:srgbClr val="005A9C"/>
                </a:solidFill>
                <a:latin typeface="Arial"/>
                <a:ea typeface="Arial"/>
                <a:cs typeface="Arial"/>
              </a:defRPr>
            </a:pPr>
            <a:r>
              <a:rPr sz="1800" b="1">
                <a:solidFill>
                  <a:srgbClr val="005A9C"/>
                </a:solidFill>
                <a:latin typeface="Arial"/>
                <a:ea typeface="Arial"/>
                <a:cs typeface="Arial"/>
              </a:rPr>
              <a:t>Firm overview</a:t>
            </a:r>
          </a:p>
        </p:txBody>
      </p:sp>
      <p:sp>
        <p:nvSpPr>
          <p:cNvPr id="20" name="!!page">
            <a:extLst xmlns:a="http://schemas.openxmlformats.org/drawingml/2006/main">
              <a:ext uri="{FF2B5EF4-FFF2-40B4-BE49-F238E27FC236}">
                <a16:creationId xmlns:a16="http://schemas.microsoft.com/office/drawing/2014/main" id="{CD3ED5FD-71A5-44BE-BA21-EFFCAC385883}"/>
              </a:ext>
            </a:extLst>
          </p:cNvPr>
          <p:cNvSpPr>
            <a:spLocks xmlns:a="http://schemas.openxmlformats.org/drawingml/2006/main" noGrp="1"/>
          </p:cNvSpPr>
          <p:nvPr/>
        </p:nvSpPr>
        <p:spPr>
          <a:xfrm xmlns:a="http://schemas.openxmlformats.org/drawingml/2006/main">
            <a:off x="11144250" y="7591425"/>
            <a:ext cx="904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650" b="0">
                <a:solidFill>
                  <a:srgbClr val="707C88"/>
                </a:solidFill>
                <a:latin typeface="Arial"/>
                <a:ea typeface="Arial"/>
                <a:cs typeface="Arial"/>
              </a:defRPr>
            </a:defPPr>
            <a:lvl1pPr algn="r">
              <a:defRPr sz="1650" b="0">
                <a:solidFill>
                  <a:srgbClr val="707C88"/>
                </a:solidFill>
                <a:latin typeface="Arial"/>
                <a:ea typeface="Arial"/>
                <a:cs typeface="Arial"/>
              </a:defRPr>
            </a:lvl1pPr>
            <a:lvl2pPr algn="r">
              <a:defRPr sz="1650" b="0">
                <a:solidFill>
                  <a:srgbClr val="707C88"/>
                </a:solidFill>
                <a:latin typeface="Arial"/>
                <a:ea typeface="Arial"/>
                <a:cs typeface="Arial"/>
              </a:defRPr>
            </a:lvl2pPr>
            <a:lvl3pPr algn="r">
              <a:defRPr sz="1650" b="0">
                <a:solidFill>
                  <a:srgbClr val="707C88"/>
                </a:solidFill>
                <a:latin typeface="Arial"/>
                <a:ea typeface="Arial"/>
                <a:cs typeface="Arial"/>
              </a:defRPr>
            </a:lvl3pPr>
            <a:lvl4pPr algn="r">
              <a:defRPr sz="1650" b="0">
                <a:solidFill>
                  <a:srgbClr val="707C88"/>
                </a:solidFill>
                <a:latin typeface="Arial"/>
                <a:ea typeface="Arial"/>
                <a:cs typeface="Arial"/>
              </a:defRPr>
            </a:lvl4pPr>
            <a:lvl5pPr algn="r">
              <a:defRPr sz="1650" b="0">
                <a:solidFill>
                  <a:srgbClr val="707C88"/>
                </a:solidFill>
                <a:latin typeface="Arial"/>
                <a:ea typeface="Arial"/>
                <a:cs typeface="Arial"/>
              </a:defRPr>
            </a:lvl5pPr>
            <a:lvl6pPr algn="r">
              <a:defRPr sz="1650" b="0">
                <a:solidFill>
                  <a:srgbClr val="707C88"/>
                </a:solidFill>
                <a:latin typeface="Arial"/>
                <a:ea typeface="Arial"/>
                <a:cs typeface="Arial"/>
              </a:defRPr>
            </a:lvl6pPr>
            <a:lvl7pPr algn="r">
              <a:defRPr sz="1650" b="0">
                <a:solidFill>
                  <a:srgbClr val="707C88"/>
                </a:solidFill>
                <a:latin typeface="Arial"/>
                <a:ea typeface="Arial"/>
                <a:cs typeface="Arial"/>
              </a:defRPr>
            </a:lvl7pPr>
            <a:lvl8pPr algn="r">
              <a:defRPr sz="1650" b="0">
                <a:solidFill>
                  <a:srgbClr val="707C88"/>
                </a:solidFill>
                <a:latin typeface="Arial"/>
                <a:ea typeface="Arial"/>
                <a:cs typeface="Arial"/>
              </a:defRPr>
            </a:lvl8pPr>
            <a:lvl9pPr algn="r">
              <a:defRPr sz="1650" b="0">
                <a:solidFill>
                  <a:srgbClr val="707C88"/>
                </a:solidFill>
                <a:latin typeface="Arial"/>
                <a:ea typeface="Arial"/>
                <a:cs typeface="Arial"/>
              </a:defRPr>
            </a:lvl9pPr>
          </a:lstStyle>
          <a:p xmlns:a="http://schemas.openxmlformats.org/drawingml/2006/main">
            <a:pPr algn="r">
              <a:defRPr sz="1650" b="0">
                <a:solidFill>
                  <a:srgbClr val="707C88"/>
                </a:solidFill>
                <a:latin typeface="Arial"/>
                <a:ea typeface="Arial"/>
                <a:cs typeface="Arial"/>
              </a:defRPr>
            </a:pPr>
            <a:r>
              <a:rPr sz="1650" b="0">
                <a:solidFill>
                  <a:srgbClr val="707C88"/>
                </a:solidFill>
                <a:latin typeface="Arial"/>
                <a:ea typeface="Arial"/>
                <a:cs typeface="Arial"/>
              </a:rPr>
              <a:t>24 / 33</a:t>
            </a:r>
          </a:p>
        </p:txBody>
      </p:sp>
      <p:sp>
        <p:nvSpPr>
          <p:cNvPr id="21" name="!!nav.prev">
            <ns0:hlinkClick xmlns:ns0="http://schemas.openxmlformats.org/drawingml/2006/main" xmlns:ns1="http://schemas.openxmlformats.org/officeDocument/2006/relationships" ns1:id="rIdNavSlide23" action="ppaction://hlinksldjump" tooltip="Slide 23: HuaAn and ICBCUBS: document processing"/>
            <a:extLst xmlns:a="http://schemas.openxmlformats.org/drawingml/2006/main">
              <a:ext uri="{FF2B5EF4-FFF2-40B4-BE49-F238E27FC236}">
                <a16:creationId xmlns:a16="http://schemas.microsoft.com/office/drawing/2014/main" id="{03ACA6FE-6E92-469E-8FE5-4B34F63818FA}"/>
              </a:ext>
            </a:extLst>
          </p:cNvPr>
          <p:cNvSpPr>
            <a:spLocks xmlns:a="http://schemas.openxmlformats.org/drawingml/2006/main" noGrp="1"/>
          </p:cNvSpPr>
          <p:nvPr/>
        </p:nvSpPr>
        <p:spPr>
          <a:xfrm xmlns:a="http://schemas.openxmlformats.org/drawingml/2006/main">
            <a:off x="12287250" y="7496175"/>
            <a:ext cx="1047750" cy="4572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725" b="1">
                <a:solidFill>
                  <a:srgbClr val="005A9C"/>
                </a:solidFill>
                <a:latin typeface="Arial"/>
                <a:ea typeface="Arial"/>
                <a:cs typeface="Arial"/>
              </a:defRPr>
            </a:defPPr>
            <a:lvl1pPr algn="ctr">
              <a:defRPr sz="1725" b="1">
                <a:solidFill>
                  <a:srgbClr val="005A9C"/>
                </a:solidFill>
                <a:latin typeface="Arial"/>
                <a:ea typeface="Arial"/>
                <a:cs typeface="Arial"/>
              </a:defRPr>
            </a:lvl1pPr>
            <a:lvl2pPr algn="ctr">
              <a:defRPr sz="1725" b="1">
                <a:solidFill>
                  <a:srgbClr val="005A9C"/>
                </a:solidFill>
                <a:latin typeface="Arial"/>
                <a:ea typeface="Arial"/>
                <a:cs typeface="Arial"/>
              </a:defRPr>
            </a:lvl2pPr>
            <a:lvl3pPr algn="ctr">
              <a:defRPr sz="1725" b="1">
                <a:solidFill>
                  <a:srgbClr val="005A9C"/>
                </a:solidFill>
                <a:latin typeface="Arial"/>
                <a:ea typeface="Arial"/>
                <a:cs typeface="Arial"/>
              </a:defRPr>
            </a:lvl3pPr>
            <a:lvl4pPr algn="ctr">
              <a:defRPr sz="1725" b="1">
                <a:solidFill>
                  <a:srgbClr val="005A9C"/>
                </a:solidFill>
                <a:latin typeface="Arial"/>
                <a:ea typeface="Arial"/>
                <a:cs typeface="Arial"/>
              </a:defRPr>
            </a:lvl4pPr>
            <a:lvl5pPr algn="ctr">
              <a:defRPr sz="1725" b="1">
                <a:solidFill>
                  <a:srgbClr val="005A9C"/>
                </a:solidFill>
                <a:latin typeface="Arial"/>
                <a:ea typeface="Arial"/>
                <a:cs typeface="Arial"/>
              </a:defRPr>
            </a:lvl5pPr>
            <a:lvl6pPr algn="ctr">
              <a:defRPr sz="1725" b="1">
                <a:solidFill>
                  <a:srgbClr val="005A9C"/>
                </a:solidFill>
                <a:latin typeface="Arial"/>
                <a:ea typeface="Arial"/>
                <a:cs typeface="Arial"/>
              </a:defRPr>
            </a:lvl6pPr>
            <a:lvl7pPr algn="ctr">
              <a:defRPr sz="1725" b="1">
                <a:solidFill>
                  <a:srgbClr val="005A9C"/>
                </a:solidFill>
                <a:latin typeface="Arial"/>
                <a:ea typeface="Arial"/>
                <a:cs typeface="Arial"/>
              </a:defRPr>
            </a:lvl7pPr>
            <a:lvl8pPr algn="ctr">
              <a:defRPr sz="1725" b="1">
                <a:solidFill>
                  <a:srgbClr val="005A9C"/>
                </a:solidFill>
                <a:latin typeface="Arial"/>
                <a:ea typeface="Arial"/>
                <a:cs typeface="Arial"/>
              </a:defRPr>
            </a:lvl8pPr>
            <a:lvl9pPr algn="ctr">
              <a:defRPr sz="1725" b="1">
                <a:solidFill>
                  <a:srgbClr val="005A9C"/>
                </a:solidFill>
                <a:latin typeface="Arial"/>
                <a:ea typeface="Arial"/>
                <a:cs typeface="Arial"/>
              </a:defRPr>
            </a:lvl9pPr>
          </a:lstStyle>
          <a:p xmlns:a="http://schemas.openxmlformats.org/drawingml/2006/main">
            <a:pPr algn="ctr">
              <a:defRPr sz="1725" b="1">
                <a:solidFill>
                  <a:srgbClr val="005A9C"/>
                </a:solidFill>
                <a:latin typeface="Arial"/>
                <a:ea typeface="Arial"/>
                <a:cs typeface="Arial"/>
              </a:defRPr>
            </a:pPr>
            <a:r>
              <a:rPr sz="1725" b="1">
                <a:solidFill>
                  <a:srgbClr val="005A9C"/>
                </a:solidFill>
                <a:latin typeface="Arial"/>
                <a:ea typeface="Arial"/>
                <a:cs typeface="Arial"/>
              </a:rPr>
              <a:t>Back</a:t>
            </a:r>
          </a:p>
        </p:txBody>
      </p:sp>
      <p:sp>
        <p:nvSpPr>
          <p:cNvPr id="22" name="!!nav.next">
            <ns0:hlinkClick xmlns:ns0="http://schemas.openxmlformats.org/drawingml/2006/main" xmlns:ns1="http://schemas.openxmlformats.org/officeDocument/2006/relationships" ns1:id="rIdNavSlide25" action="ppaction://hlinksldjump" tooltip="Slide 25: Turning a business request into a working tool"/>
            <a:extLst xmlns:a="http://schemas.openxmlformats.org/drawingml/2006/main">
              <a:ext uri="{FF2B5EF4-FFF2-40B4-BE49-F238E27FC236}">
                <a16:creationId xmlns:a16="http://schemas.microsoft.com/office/drawing/2014/main" id="{45171D0C-0565-483B-A8A5-779042FF18B5}"/>
              </a:ext>
            </a:extLst>
          </p:cNvPr>
          <p:cNvSpPr>
            <a:spLocks xmlns:a="http://schemas.openxmlformats.org/drawingml/2006/main" noGrp="1"/>
          </p:cNvSpPr>
          <p:nvPr/>
        </p:nvSpPr>
        <p:spPr>
          <a:xfrm xmlns:a="http://schemas.openxmlformats.org/drawingml/2006/main">
            <a:off x="13506450" y="7496175"/>
            <a:ext cx="1085850" cy="45720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725" b="1">
                <a:solidFill>
                  <a:srgbClr val="FFFFFF"/>
                </a:solidFill>
                <a:latin typeface="Arial"/>
                <a:ea typeface="Arial"/>
                <a:cs typeface="Arial"/>
              </a:defRPr>
            </a:defPPr>
            <a:lvl1pPr algn="ctr">
              <a:defRPr sz="1725" b="1">
                <a:solidFill>
                  <a:srgbClr val="FFFFFF"/>
                </a:solidFill>
                <a:latin typeface="Arial"/>
                <a:ea typeface="Arial"/>
                <a:cs typeface="Arial"/>
              </a:defRPr>
            </a:lvl1pPr>
            <a:lvl2pPr algn="ctr">
              <a:defRPr sz="1725" b="1">
                <a:solidFill>
                  <a:srgbClr val="FFFFFF"/>
                </a:solidFill>
                <a:latin typeface="Arial"/>
                <a:ea typeface="Arial"/>
                <a:cs typeface="Arial"/>
              </a:defRPr>
            </a:lvl2pPr>
            <a:lvl3pPr algn="ctr">
              <a:defRPr sz="1725" b="1">
                <a:solidFill>
                  <a:srgbClr val="FFFFFF"/>
                </a:solidFill>
                <a:latin typeface="Arial"/>
                <a:ea typeface="Arial"/>
                <a:cs typeface="Arial"/>
              </a:defRPr>
            </a:lvl3pPr>
            <a:lvl4pPr algn="ctr">
              <a:defRPr sz="1725" b="1">
                <a:solidFill>
                  <a:srgbClr val="FFFFFF"/>
                </a:solidFill>
                <a:latin typeface="Arial"/>
                <a:ea typeface="Arial"/>
                <a:cs typeface="Arial"/>
              </a:defRPr>
            </a:lvl4pPr>
            <a:lvl5pPr algn="ctr">
              <a:defRPr sz="1725" b="1">
                <a:solidFill>
                  <a:srgbClr val="FFFFFF"/>
                </a:solidFill>
                <a:latin typeface="Arial"/>
                <a:ea typeface="Arial"/>
                <a:cs typeface="Arial"/>
              </a:defRPr>
            </a:lvl5pPr>
            <a:lvl6pPr algn="ctr">
              <a:defRPr sz="1725" b="1">
                <a:solidFill>
                  <a:srgbClr val="FFFFFF"/>
                </a:solidFill>
                <a:latin typeface="Arial"/>
                <a:ea typeface="Arial"/>
                <a:cs typeface="Arial"/>
              </a:defRPr>
            </a:lvl6pPr>
            <a:lvl7pPr algn="ctr">
              <a:defRPr sz="1725" b="1">
                <a:solidFill>
                  <a:srgbClr val="FFFFFF"/>
                </a:solidFill>
                <a:latin typeface="Arial"/>
                <a:ea typeface="Arial"/>
                <a:cs typeface="Arial"/>
              </a:defRPr>
            </a:lvl7pPr>
            <a:lvl8pPr algn="ctr">
              <a:defRPr sz="1725" b="1">
                <a:solidFill>
                  <a:srgbClr val="FFFFFF"/>
                </a:solidFill>
                <a:latin typeface="Arial"/>
                <a:ea typeface="Arial"/>
                <a:cs typeface="Arial"/>
              </a:defRPr>
            </a:lvl8pPr>
            <a:lvl9pPr algn="ctr">
              <a:defRPr sz="1725" b="1">
                <a:solidFill>
                  <a:srgbClr val="FFFFFF"/>
                </a:solidFill>
                <a:latin typeface="Arial"/>
                <a:ea typeface="Arial"/>
                <a:cs typeface="Arial"/>
              </a:defRPr>
            </a:lvl9pPr>
          </a:lstStyle>
          <a:p xmlns:a="http://schemas.openxmlformats.org/drawingml/2006/main">
            <a:pPr algn="ctr">
              <a:defRPr sz="1725" b="1">
                <a:solidFill>
                  <a:srgbClr val="FFFFFF"/>
                </a:solidFill>
                <a:latin typeface="Arial"/>
                <a:ea typeface="Arial"/>
                <a:cs typeface="Arial"/>
              </a:defRPr>
            </a:pPr>
            <a:r>
              <a:rPr sz="1725" b="1">
                <a:solidFill>
                  <a:srgbClr val="FFFFFF"/>
                </a:solidFill>
                <a:latin typeface="Arial"/>
                <a:ea typeface="Arial"/>
                <a:cs typeface="Arial"/>
              </a:rPr>
              <a:t>Next</a:t>
            </a:r>
          </a:p>
        </p:txBody>
      </p:sp>
      <p:sp>
        <p:nvSpPr>
          <p:cNvPr id="23" name="!!footer.rule">
            <a:extLst xmlns:a="http://schemas.openxmlformats.org/drawingml/2006/main">
              <a:ext uri="{FF2B5EF4-FFF2-40B4-BE49-F238E27FC236}">
                <a16:creationId xmlns:a16="http://schemas.microsoft.com/office/drawing/2014/main" id="{FC0D393F-0B12-47F3-8C43-CD2C156B48D2}"/>
              </a:ext>
            </a:extLst>
          </p:cNvPr>
          <p:cNvSpPr>
            <a:spLocks xmlns:a="http://schemas.openxmlformats.org/drawingml/2006/main" noGrp="1"/>
          </p:cNvSpPr>
          <p:nvPr/>
        </p:nvSpPr>
        <p:spPr>
          <a:xfrm xmlns:a="http://schemas.openxmlformats.org/drawingml/2006/main" flipH="0" flipV="0">
            <a:off x="647700" y="8134350"/>
            <a:ext cx="13944600" cy="953"/>
          </a:xfrm>
          <a:prstGeom xmlns:a="http://schemas.openxmlformats.org/drawingml/2006/main" prst="line">
            <a:avLst/>
          </a:prstGeom>
          <a:noFill xmlns:a="http://schemas.openxmlformats.org/drawingml/2006/main"/>
          <a:ln xmlns:a="http://schemas.openxmlformats.org/drawingml/2006/main" w="9525">
            <a:solidFill>
              <a:srgbClr val="BCC6CF"/>
            </a:solidFill>
            <a:prstDash val="solid"/>
          </a:ln>
        </p:spPr>
      </p:sp>
      <p:sp>
        <p:nvSpPr>
          <p:cNvPr id="24" name="!!source">
            <a:extLst xmlns:a="http://schemas.openxmlformats.org/drawingml/2006/main">
              <a:ext uri="{FF2B5EF4-FFF2-40B4-BE49-F238E27FC236}">
                <a16:creationId xmlns:a16="http://schemas.microsoft.com/office/drawing/2014/main" id="{79B26A0F-6B9B-4A57-83DF-BEF17F2FE442}"/>
              </a:ext>
            </a:extLst>
          </p:cNvPr>
          <p:cNvSpPr>
            <a:spLocks xmlns:a="http://schemas.openxmlformats.org/drawingml/2006/main" noGrp="1"/>
          </p:cNvSpPr>
          <p:nvPr/>
        </p:nvSpPr>
        <p:spPr>
          <a:xfrm xmlns:a="http://schemas.openxmlformats.org/drawingml/2006/main">
            <a:off x="647700" y="8267700"/>
            <a:ext cx="13944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707C88"/>
                </a:solidFill>
                <a:latin typeface="Arial"/>
                <a:ea typeface="Arial"/>
                <a:cs typeface="Arial"/>
              </a:defRPr>
            </a:defPPr>
            <a:lvl1pPr algn="l">
              <a:defRPr sz="1050" b="0">
                <a:solidFill>
                  <a:srgbClr val="707C88"/>
                </a:solidFill>
                <a:latin typeface="Arial"/>
                <a:ea typeface="Arial"/>
                <a:cs typeface="Arial"/>
              </a:defRPr>
            </a:lvl1pPr>
            <a:lvl2pPr algn="l">
              <a:defRPr sz="1050" b="0">
                <a:solidFill>
                  <a:srgbClr val="707C88"/>
                </a:solidFill>
                <a:latin typeface="Arial"/>
                <a:ea typeface="Arial"/>
                <a:cs typeface="Arial"/>
              </a:defRPr>
            </a:lvl2pPr>
            <a:lvl3pPr algn="l">
              <a:defRPr sz="1050" b="0">
                <a:solidFill>
                  <a:srgbClr val="707C88"/>
                </a:solidFill>
                <a:latin typeface="Arial"/>
                <a:ea typeface="Arial"/>
                <a:cs typeface="Arial"/>
              </a:defRPr>
            </a:lvl3pPr>
            <a:lvl4pPr algn="l">
              <a:defRPr sz="1050" b="0">
                <a:solidFill>
                  <a:srgbClr val="707C88"/>
                </a:solidFill>
                <a:latin typeface="Arial"/>
                <a:ea typeface="Arial"/>
                <a:cs typeface="Arial"/>
              </a:defRPr>
            </a:lvl4pPr>
            <a:lvl5pPr algn="l">
              <a:defRPr sz="1050" b="0">
                <a:solidFill>
                  <a:srgbClr val="707C88"/>
                </a:solidFill>
                <a:latin typeface="Arial"/>
                <a:ea typeface="Arial"/>
                <a:cs typeface="Arial"/>
              </a:defRPr>
            </a:lvl5pPr>
            <a:lvl6pPr algn="l">
              <a:defRPr sz="1050" b="0">
                <a:solidFill>
                  <a:srgbClr val="707C88"/>
                </a:solidFill>
                <a:latin typeface="Arial"/>
                <a:ea typeface="Arial"/>
                <a:cs typeface="Arial"/>
              </a:defRPr>
            </a:lvl6pPr>
            <a:lvl7pPr algn="l">
              <a:defRPr sz="1050" b="0">
                <a:solidFill>
                  <a:srgbClr val="707C88"/>
                </a:solidFill>
                <a:latin typeface="Arial"/>
                <a:ea typeface="Arial"/>
                <a:cs typeface="Arial"/>
              </a:defRPr>
            </a:lvl7pPr>
            <a:lvl8pPr algn="l">
              <a:defRPr sz="1050" b="0">
                <a:solidFill>
                  <a:srgbClr val="707C88"/>
                </a:solidFill>
                <a:latin typeface="Arial"/>
                <a:ea typeface="Arial"/>
                <a:cs typeface="Arial"/>
              </a:defRPr>
            </a:lvl8pPr>
            <a:lvl9pPr algn="l">
              <a:defRPr sz="1050" b="0">
                <a:solidFill>
                  <a:srgbClr val="707C88"/>
                </a:solidFill>
                <a:latin typeface="Arial"/>
                <a:ea typeface="Arial"/>
                <a:cs typeface="Arial"/>
              </a:defRPr>
            </a:lvl9pPr>
          </a:lstStyle>
          <a:p xmlns:a="http://schemas.openxmlformats.org/drawingml/2006/main">
            <a:pPr algn="l">
              <a:defRPr sz="1050" b="0">
                <a:solidFill>
                  <a:srgbClr val="707C88"/>
                </a:solidFill>
                <a:latin typeface="Arial"/>
                <a:ea typeface="Arial"/>
                <a:cs typeface="Arial"/>
              </a:defRPr>
            </a:pPr>
            <a:r>
              <a:rPr sz="1050" b="0">
                <a:solidFill>
                  <a:srgbClr val="707C88"/>
                </a:solidFill>
                <a:latin typeface="Arial"/>
                <a:ea typeface="Arial"/>
                <a:cs typeface="Arial"/>
              </a:rPr>
              <a:t>Sources: HuaAn; ICBCUBS; Bosera</a:t>
            </a:r>
          </a:p>
        </p:txBody>
      </p:sp>
      <p:sp>
        <p:nvSpPr>
          <p:cNvPr id="25" name="!!ops.inputs">
            <a:extLst xmlns:a="http://schemas.openxmlformats.org/drawingml/2006/main">
              <a:ext uri="{FF2B5EF4-FFF2-40B4-BE49-F238E27FC236}">
                <a16:creationId xmlns:a16="http://schemas.microsoft.com/office/drawing/2014/main" id="{57D5B8B8-B8C2-4299-93B3-EF9159846995}"/>
              </a:ext>
            </a:extLst>
          </p:cNvPr>
          <p:cNvSpPr>
            <a:spLocks xmlns:a="http://schemas.openxmlformats.org/drawingml/2006/main" noGrp="1"/>
          </p:cNvSpPr>
          <p:nvPr/>
        </p:nvSpPr>
        <p:spPr>
          <a:xfrm xmlns:a="http://schemas.openxmlformats.org/drawingml/2006/main">
            <a:off x="4057650" y="2333625"/>
            <a:ext cx="4991100" cy="1057275"/>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26" name="!!ops.inputs.role">
            <a:extLst xmlns:a="http://schemas.openxmlformats.org/drawingml/2006/main">
              <a:ext uri="{FF2B5EF4-FFF2-40B4-BE49-F238E27FC236}">
                <a16:creationId xmlns:a16="http://schemas.microsoft.com/office/drawing/2014/main" id="{DC77312F-218C-4822-952B-EBF0813515EA}"/>
              </a:ext>
            </a:extLst>
          </p:cNvPr>
          <p:cNvSpPr>
            <a:spLocks xmlns:a="http://schemas.openxmlformats.org/drawingml/2006/main" noGrp="1"/>
          </p:cNvSpPr>
          <p:nvPr/>
        </p:nvSpPr>
        <p:spPr>
          <a:xfrm xmlns:a="http://schemas.openxmlformats.org/drawingml/2006/main">
            <a:off x="4248150" y="2476500"/>
            <a:ext cx="4610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62C"/>
                </a:solidFill>
                <a:latin typeface="Arial"/>
                <a:ea typeface="Arial"/>
                <a:cs typeface="Arial"/>
              </a:defRPr>
            </a:defPPr>
            <a:lvl1pPr algn="l">
              <a:defRPr sz="1800" b="1">
                <a:solidFill>
                  <a:srgbClr val="20262C"/>
                </a:solidFill>
                <a:latin typeface="Arial"/>
                <a:ea typeface="Arial"/>
                <a:cs typeface="Arial"/>
              </a:defRPr>
            </a:lvl1pPr>
            <a:lvl2pPr algn="l">
              <a:defRPr sz="1800" b="1">
                <a:solidFill>
                  <a:srgbClr val="20262C"/>
                </a:solidFill>
                <a:latin typeface="Arial"/>
                <a:ea typeface="Arial"/>
                <a:cs typeface="Arial"/>
              </a:defRPr>
            </a:lvl2pPr>
            <a:lvl3pPr algn="l">
              <a:defRPr sz="1800" b="1">
                <a:solidFill>
                  <a:srgbClr val="20262C"/>
                </a:solidFill>
                <a:latin typeface="Arial"/>
                <a:ea typeface="Arial"/>
                <a:cs typeface="Arial"/>
              </a:defRPr>
            </a:lvl3pPr>
            <a:lvl4pPr algn="l">
              <a:defRPr sz="1800" b="1">
                <a:solidFill>
                  <a:srgbClr val="20262C"/>
                </a:solidFill>
                <a:latin typeface="Arial"/>
                <a:ea typeface="Arial"/>
                <a:cs typeface="Arial"/>
              </a:defRPr>
            </a:lvl4pPr>
            <a:lvl5pPr algn="l">
              <a:defRPr sz="1800" b="1">
                <a:solidFill>
                  <a:srgbClr val="20262C"/>
                </a:solidFill>
                <a:latin typeface="Arial"/>
                <a:ea typeface="Arial"/>
                <a:cs typeface="Arial"/>
              </a:defRPr>
            </a:lvl5pPr>
            <a:lvl6pPr algn="l">
              <a:defRPr sz="1800" b="1">
                <a:solidFill>
                  <a:srgbClr val="20262C"/>
                </a:solidFill>
                <a:latin typeface="Arial"/>
                <a:ea typeface="Arial"/>
                <a:cs typeface="Arial"/>
              </a:defRPr>
            </a:lvl6pPr>
            <a:lvl7pPr algn="l">
              <a:defRPr sz="1800" b="1">
                <a:solidFill>
                  <a:srgbClr val="20262C"/>
                </a:solidFill>
                <a:latin typeface="Arial"/>
                <a:ea typeface="Arial"/>
                <a:cs typeface="Arial"/>
              </a:defRPr>
            </a:lvl7pPr>
            <a:lvl8pPr algn="l">
              <a:defRPr sz="1800" b="1">
                <a:solidFill>
                  <a:srgbClr val="20262C"/>
                </a:solidFill>
                <a:latin typeface="Arial"/>
                <a:ea typeface="Arial"/>
                <a:cs typeface="Arial"/>
              </a:defRPr>
            </a:lvl8pPr>
            <a:lvl9pPr algn="l">
              <a:defRPr sz="1800" b="1">
                <a:solidFill>
                  <a:srgbClr val="20262C"/>
                </a:solidFill>
                <a:latin typeface="Arial"/>
                <a:ea typeface="Arial"/>
                <a:cs typeface="Arial"/>
              </a:defRPr>
            </a:lvl9pPr>
          </a:lstStyle>
          <a:p xmlns:a="http://schemas.openxmlformats.org/drawingml/2006/main">
            <a:pPr algn="l">
              <a:defRPr sz="1800" b="1">
                <a:solidFill>
                  <a:srgbClr val="20262C"/>
                </a:solidFill>
                <a:latin typeface="Arial"/>
                <a:ea typeface="Arial"/>
                <a:cs typeface="Arial"/>
              </a:defRPr>
            </a:pPr>
            <a:r>
              <a:rPr sz="1800" b="1">
                <a:solidFill>
                  <a:srgbClr val="20262C"/>
                </a:solidFill>
                <a:latin typeface="Arial"/>
                <a:ea typeface="Arial"/>
                <a:cs typeface="Arial"/>
              </a:rPr>
              <a:t>Operations supplies both versions</a:t>
            </a:r>
          </a:p>
        </p:txBody>
      </p:sp>
      <p:sp>
        <p:nvSpPr>
          <p:cNvPr id="27" name="!!ops.inputs.body">
            <a:extLst xmlns:a="http://schemas.openxmlformats.org/drawingml/2006/main">
              <a:ext uri="{FF2B5EF4-FFF2-40B4-BE49-F238E27FC236}">
                <a16:creationId xmlns:a16="http://schemas.microsoft.com/office/drawing/2014/main" id="{659FBC1E-0540-4E26-8942-AD81EC11C646}"/>
              </a:ext>
            </a:extLst>
          </p:cNvPr>
          <p:cNvSpPr>
            <a:spLocks xmlns:a="http://schemas.openxmlformats.org/drawingml/2006/main" noGrp="1"/>
          </p:cNvSpPr>
          <p:nvPr/>
        </p:nvSpPr>
        <p:spPr>
          <a:xfrm xmlns:a="http://schemas.openxmlformats.org/drawingml/2006/main">
            <a:off x="4248150" y="2914650"/>
            <a:ext cx="46101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0262C"/>
                </a:solidFill>
                <a:latin typeface="Arial"/>
                <a:ea typeface="Arial"/>
                <a:cs typeface="Arial"/>
              </a:defRPr>
            </a:defPPr>
            <a:lvl1pPr algn="l">
              <a:defRPr sz="1875" b="0">
                <a:solidFill>
                  <a:srgbClr val="20262C"/>
                </a:solidFill>
                <a:latin typeface="Arial"/>
                <a:ea typeface="Arial"/>
                <a:cs typeface="Arial"/>
              </a:defRPr>
            </a:lvl1pPr>
            <a:lvl2pPr algn="l">
              <a:defRPr sz="1875" b="0">
                <a:solidFill>
                  <a:srgbClr val="20262C"/>
                </a:solidFill>
                <a:latin typeface="Arial"/>
                <a:ea typeface="Arial"/>
                <a:cs typeface="Arial"/>
              </a:defRPr>
            </a:lvl2pPr>
            <a:lvl3pPr algn="l">
              <a:defRPr sz="1875" b="0">
                <a:solidFill>
                  <a:srgbClr val="20262C"/>
                </a:solidFill>
                <a:latin typeface="Arial"/>
                <a:ea typeface="Arial"/>
                <a:cs typeface="Arial"/>
              </a:defRPr>
            </a:lvl3pPr>
            <a:lvl4pPr algn="l">
              <a:defRPr sz="1875" b="0">
                <a:solidFill>
                  <a:srgbClr val="20262C"/>
                </a:solidFill>
                <a:latin typeface="Arial"/>
                <a:ea typeface="Arial"/>
                <a:cs typeface="Arial"/>
              </a:defRPr>
            </a:lvl4pPr>
            <a:lvl5pPr algn="l">
              <a:defRPr sz="1875" b="0">
                <a:solidFill>
                  <a:srgbClr val="20262C"/>
                </a:solidFill>
                <a:latin typeface="Arial"/>
                <a:ea typeface="Arial"/>
                <a:cs typeface="Arial"/>
              </a:defRPr>
            </a:lvl5pPr>
            <a:lvl6pPr algn="l">
              <a:defRPr sz="1875" b="0">
                <a:solidFill>
                  <a:srgbClr val="20262C"/>
                </a:solidFill>
                <a:latin typeface="Arial"/>
                <a:ea typeface="Arial"/>
                <a:cs typeface="Arial"/>
              </a:defRPr>
            </a:lvl6pPr>
            <a:lvl7pPr algn="l">
              <a:defRPr sz="1875" b="0">
                <a:solidFill>
                  <a:srgbClr val="20262C"/>
                </a:solidFill>
                <a:latin typeface="Arial"/>
                <a:ea typeface="Arial"/>
                <a:cs typeface="Arial"/>
              </a:defRPr>
            </a:lvl7pPr>
            <a:lvl8pPr algn="l">
              <a:defRPr sz="1875" b="0">
                <a:solidFill>
                  <a:srgbClr val="20262C"/>
                </a:solidFill>
                <a:latin typeface="Arial"/>
                <a:ea typeface="Arial"/>
                <a:cs typeface="Arial"/>
              </a:defRPr>
            </a:lvl8pPr>
            <a:lvl9pPr algn="l">
              <a:defRPr sz="1875" b="0">
                <a:solidFill>
                  <a:srgbClr val="20262C"/>
                </a:solidFill>
                <a:latin typeface="Arial"/>
                <a:ea typeface="Arial"/>
                <a:cs typeface="Arial"/>
              </a:defRPr>
            </a:lvl9pPr>
          </a:lstStyle>
          <a:p xmlns:a="http://schemas.openxmlformats.org/drawingml/2006/main">
            <a:pPr algn="l">
              <a:defRPr sz="1875" b="0">
                <a:solidFill>
                  <a:srgbClr val="20262C"/>
                </a:solidFill>
                <a:latin typeface="Arial"/>
                <a:ea typeface="Arial"/>
                <a:cs typeface="Arial"/>
              </a:defRPr>
            </a:pPr>
            <a:r>
              <a:rPr sz="1875" b="0">
                <a:solidFill>
                  <a:srgbClr val="20262C"/>
                </a:solidFill>
                <a:latin typeface="Arial"/>
                <a:ea typeface="Arial"/>
                <a:cs typeface="Arial"/>
              </a:rPr>
              <a:t>Quarterly client update V1 / V2</a:t>
            </a:r>
          </a:p>
        </p:txBody>
      </p:sp>
      <p:sp>
        <p:nvSpPr>
          <p:cNvPr id="28" name="!!ops.tool">
            <a:extLst xmlns:a="http://schemas.openxmlformats.org/drawingml/2006/main">
              <a:ext uri="{FF2B5EF4-FFF2-40B4-BE49-F238E27FC236}">
                <a16:creationId xmlns:a16="http://schemas.microsoft.com/office/drawing/2014/main" id="{4295338E-07B5-48B5-9120-A8B2A5C2C106}"/>
              </a:ext>
            </a:extLst>
          </p:cNvPr>
          <p:cNvSpPr>
            <a:spLocks xmlns:a="http://schemas.openxmlformats.org/drawingml/2006/main" noGrp="1"/>
          </p:cNvSpPr>
          <p:nvPr/>
        </p:nvSpPr>
        <p:spPr>
          <a:xfrm xmlns:a="http://schemas.openxmlformats.org/drawingml/2006/main">
            <a:off x="4057650" y="3629025"/>
            <a:ext cx="4991100" cy="106680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29" name="!!ops.tool.role">
            <a:extLst xmlns:a="http://schemas.openxmlformats.org/drawingml/2006/main">
              <a:ext uri="{FF2B5EF4-FFF2-40B4-BE49-F238E27FC236}">
                <a16:creationId xmlns:a16="http://schemas.microsoft.com/office/drawing/2014/main" id="{9AF683A4-FF4D-45BB-BF35-6CF3ABCDACE3}"/>
              </a:ext>
            </a:extLst>
          </p:cNvPr>
          <p:cNvSpPr>
            <a:spLocks xmlns:a="http://schemas.openxmlformats.org/drawingml/2006/main" noGrp="1"/>
          </p:cNvSpPr>
          <p:nvPr/>
        </p:nvSpPr>
        <p:spPr>
          <a:xfrm xmlns:a="http://schemas.openxmlformats.org/drawingml/2006/main">
            <a:off x="4248150" y="3771900"/>
            <a:ext cx="4610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62C"/>
                </a:solidFill>
                <a:latin typeface="Arial"/>
                <a:ea typeface="Arial"/>
                <a:cs typeface="Arial"/>
              </a:defRPr>
            </a:defPPr>
            <a:lvl1pPr algn="l">
              <a:defRPr sz="1800" b="1">
                <a:solidFill>
                  <a:srgbClr val="20262C"/>
                </a:solidFill>
                <a:latin typeface="Arial"/>
                <a:ea typeface="Arial"/>
                <a:cs typeface="Arial"/>
              </a:defRPr>
            </a:lvl1pPr>
            <a:lvl2pPr algn="l">
              <a:defRPr sz="1800" b="1">
                <a:solidFill>
                  <a:srgbClr val="20262C"/>
                </a:solidFill>
                <a:latin typeface="Arial"/>
                <a:ea typeface="Arial"/>
                <a:cs typeface="Arial"/>
              </a:defRPr>
            </a:lvl2pPr>
            <a:lvl3pPr algn="l">
              <a:defRPr sz="1800" b="1">
                <a:solidFill>
                  <a:srgbClr val="20262C"/>
                </a:solidFill>
                <a:latin typeface="Arial"/>
                <a:ea typeface="Arial"/>
                <a:cs typeface="Arial"/>
              </a:defRPr>
            </a:lvl3pPr>
            <a:lvl4pPr algn="l">
              <a:defRPr sz="1800" b="1">
                <a:solidFill>
                  <a:srgbClr val="20262C"/>
                </a:solidFill>
                <a:latin typeface="Arial"/>
                <a:ea typeface="Arial"/>
                <a:cs typeface="Arial"/>
              </a:defRPr>
            </a:lvl4pPr>
            <a:lvl5pPr algn="l">
              <a:defRPr sz="1800" b="1">
                <a:solidFill>
                  <a:srgbClr val="20262C"/>
                </a:solidFill>
                <a:latin typeface="Arial"/>
                <a:ea typeface="Arial"/>
                <a:cs typeface="Arial"/>
              </a:defRPr>
            </a:lvl5pPr>
            <a:lvl6pPr algn="l">
              <a:defRPr sz="1800" b="1">
                <a:solidFill>
                  <a:srgbClr val="20262C"/>
                </a:solidFill>
                <a:latin typeface="Arial"/>
                <a:ea typeface="Arial"/>
                <a:cs typeface="Arial"/>
              </a:defRPr>
            </a:lvl6pPr>
            <a:lvl7pPr algn="l">
              <a:defRPr sz="1800" b="1">
                <a:solidFill>
                  <a:srgbClr val="20262C"/>
                </a:solidFill>
                <a:latin typeface="Arial"/>
                <a:ea typeface="Arial"/>
                <a:cs typeface="Arial"/>
              </a:defRPr>
            </a:lvl7pPr>
            <a:lvl8pPr algn="l">
              <a:defRPr sz="1800" b="1">
                <a:solidFill>
                  <a:srgbClr val="20262C"/>
                </a:solidFill>
                <a:latin typeface="Arial"/>
                <a:ea typeface="Arial"/>
                <a:cs typeface="Arial"/>
              </a:defRPr>
            </a:lvl8pPr>
            <a:lvl9pPr algn="l">
              <a:defRPr sz="1800" b="1">
                <a:solidFill>
                  <a:srgbClr val="20262C"/>
                </a:solidFill>
                <a:latin typeface="Arial"/>
                <a:ea typeface="Arial"/>
                <a:cs typeface="Arial"/>
              </a:defRPr>
            </a:lvl9pPr>
          </a:lstStyle>
          <a:p xmlns:a="http://schemas.openxmlformats.org/drawingml/2006/main">
            <a:pPr algn="l">
              <a:defRPr sz="1800" b="1">
                <a:solidFill>
                  <a:srgbClr val="20262C"/>
                </a:solidFill>
                <a:latin typeface="Arial"/>
                <a:ea typeface="Arial"/>
                <a:cs typeface="Arial"/>
              </a:defRPr>
            </a:pPr>
            <a:r>
              <a:rPr sz="1800" b="1">
                <a:solidFill>
                  <a:srgbClr val="20262C"/>
                </a:solidFill>
                <a:latin typeface="Arial"/>
                <a:ea typeface="Arial"/>
                <a:cs typeface="Arial"/>
              </a:rPr>
              <a:t>File tools align passages</a:t>
            </a:r>
          </a:p>
        </p:txBody>
      </p:sp>
      <p:sp>
        <p:nvSpPr>
          <p:cNvPr id="30" name="!!ops.tool.body">
            <a:extLst xmlns:a="http://schemas.openxmlformats.org/drawingml/2006/main">
              <a:ext uri="{FF2B5EF4-FFF2-40B4-BE49-F238E27FC236}">
                <a16:creationId xmlns:a16="http://schemas.microsoft.com/office/drawing/2014/main" id="{E49A39EC-32BD-49D5-8A46-97F5880D360A}"/>
              </a:ext>
            </a:extLst>
          </p:cNvPr>
          <p:cNvSpPr>
            <a:spLocks xmlns:a="http://schemas.openxmlformats.org/drawingml/2006/main" noGrp="1"/>
          </p:cNvSpPr>
          <p:nvPr/>
        </p:nvSpPr>
        <p:spPr>
          <a:xfrm xmlns:a="http://schemas.openxmlformats.org/drawingml/2006/main">
            <a:off x="4248150" y="4210050"/>
            <a:ext cx="46101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0262C"/>
                </a:solidFill>
                <a:latin typeface="Arial"/>
                <a:ea typeface="Arial"/>
                <a:cs typeface="Arial"/>
              </a:defRPr>
            </a:defPPr>
            <a:lvl1pPr algn="l">
              <a:defRPr sz="1875" b="0">
                <a:solidFill>
                  <a:srgbClr val="20262C"/>
                </a:solidFill>
                <a:latin typeface="Arial"/>
                <a:ea typeface="Arial"/>
                <a:cs typeface="Arial"/>
              </a:defRPr>
            </a:lvl1pPr>
            <a:lvl2pPr algn="l">
              <a:defRPr sz="1875" b="0">
                <a:solidFill>
                  <a:srgbClr val="20262C"/>
                </a:solidFill>
                <a:latin typeface="Arial"/>
                <a:ea typeface="Arial"/>
                <a:cs typeface="Arial"/>
              </a:defRPr>
            </a:lvl2pPr>
            <a:lvl3pPr algn="l">
              <a:defRPr sz="1875" b="0">
                <a:solidFill>
                  <a:srgbClr val="20262C"/>
                </a:solidFill>
                <a:latin typeface="Arial"/>
                <a:ea typeface="Arial"/>
                <a:cs typeface="Arial"/>
              </a:defRPr>
            </a:lvl3pPr>
            <a:lvl4pPr algn="l">
              <a:defRPr sz="1875" b="0">
                <a:solidFill>
                  <a:srgbClr val="20262C"/>
                </a:solidFill>
                <a:latin typeface="Arial"/>
                <a:ea typeface="Arial"/>
                <a:cs typeface="Arial"/>
              </a:defRPr>
            </a:lvl4pPr>
            <a:lvl5pPr algn="l">
              <a:defRPr sz="1875" b="0">
                <a:solidFill>
                  <a:srgbClr val="20262C"/>
                </a:solidFill>
                <a:latin typeface="Arial"/>
                <a:ea typeface="Arial"/>
                <a:cs typeface="Arial"/>
              </a:defRPr>
            </a:lvl5pPr>
            <a:lvl6pPr algn="l">
              <a:defRPr sz="1875" b="0">
                <a:solidFill>
                  <a:srgbClr val="20262C"/>
                </a:solidFill>
                <a:latin typeface="Arial"/>
                <a:ea typeface="Arial"/>
                <a:cs typeface="Arial"/>
              </a:defRPr>
            </a:lvl6pPr>
            <a:lvl7pPr algn="l">
              <a:defRPr sz="1875" b="0">
                <a:solidFill>
                  <a:srgbClr val="20262C"/>
                </a:solidFill>
                <a:latin typeface="Arial"/>
                <a:ea typeface="Arial"/>
                <a:cs typeface="Arial"/>
              </a:defRPr>
            </a:lvl7pPr>
            <a:lvl8pPr algn="l">
              <a:defRPr sz="1875" b="0">
                <a:solidFill>
                  <a:srgbClr val="20262C"/>
                </a:solidFill>
                <a:latin typeface="Arial"/>
                <a:ea typeface="Arial"/>
                <a:cs typeface="Arial"/>
              </a:defRPr>
            </a:lvl8pPr>
            <a:lvl9pPr algn="l">
              <a:defRPr sz="1875" b="0">
                <a:solidFill>
                  <a:srgbClr val="20262C"/>
                </a:solidFill>
                <a:latin typeface="Arial"/>
                <a:ea typeface="Arial"/>
                <a:cs typeface="Arial"/>
              </a:defRPr>
            </a:lvl9pPr>
          </a:lstStyle>
          <a:p xmlns:a="http://schemas.openxmlformats.org/drawingml/2006/main">
            <a:pPr algn="l">
              <a:defRPr sz="1875" b="0">
                <a:solidFill>
                  <a:srgbClr val="20262C"/>
                </a:solidFill>
                <a:latin typeface="Arial"/>
                <a:ea typeface="Arial"/>
                <a:cs typeface="Arial"/>
              </a:defRPr>
            </a:pPr>
            <a:r>
              <a:rPr sz="1875" b="0">
                <a:solidFill>
                  <a:srgbClr val="20262C"/>
                </a:solidFill>
                <a:latin typeface="Arial"/>
                <a:ea typeface="Arial"/>
                <a:cs typeface="Arial"/>
              </a:rPr>
              <a:t>Locate name, period and wording changes</a:t>
            </a:r>
          </a:p>
        </p:txBody>
      </p:sp>
      <p:sp>
        <p:nvSpPr>
          <p:cNvPr id="31" name="!!ops.llm">
            <a:extLst xmlns:a="http://schemas.openxmlformats.org/drawingml/2006/main">
              <a:ext uri="{FF2B5EF4-FFF2-40B4-BE49-F238E27FC236}">
                <a16:creationId xmlns:a16="http://schemas.microsoft.com/office/drawing/2014/main" id="{6FB77086-29D8-4BD0-82DD-3AB4554D1582}"/>
              </a:ext>
            </a:extLst>
          </p:cNvPr>
          <p:cNvSpPr>
            <a:spLocks xmlns:a="http://schemas.openxmlformats.org/drawingml/2006/main" noGrp="1"/>
          </p:cNvSpPr>
          <p:nvPr/>
        </p:nvSpPr>
        <p:spPr>
          <a:xfrm xmlns:a="http://schemas.openxmlformats.org/drawingml/2006/main">
            <a:off x="4057650" y="4933950"/>
            <a:ext cx="4991100" cy="1743075"/>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32" name="!!ops.llm.role">
            <a:extLst xmlns:a="http://schemas.openxmlformats.org/drawingml/2006/main">
              <a:ext uri="{FF2B5EF4-FFF2-40B4-BE49-F238E27FC236}">
                <a16:creationId xmlns:a16="http://schemas.microsoft.com/office/drawing/2014/main" id="{334D2AB8-9E04-4CBA-ABB9-BE47413F9CAF}"/>
              </a:ext>
            </a:extLst>
          </p:cNvPr>
          <p:cNvSpPr>
            <a:spLocks xmlns:a="http://schemas.openxmlformats.org/drawingml/2006/main" noGrp="1"/>
          </p:cNvSpPr>
          <p:nvPr/>
        </p:nvSpPr>
        <p:spPr>
          <a:xfrm xmlns:a="http://schemas.openxmlformats.org/drawingml/2006/main">
            <a:off x="4248150" y="5076825"/>
            <a:ext cx="4610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62C"/>
                </a:solidFill>
                <a:latin typeface="Arial"/>
                <a:ea typeface="Arial"/>
                <a:cs typeface="Arial"/>
              </a:defRPr>
            </a:defPPr>
            <a:lvl1pPr algn="l">
              <a:defRPr sz="1800" b="1">
                <a:solidFill>
                  <a:srgbClr val="20262C"/>
                </a:solidFill>
                <a:latin typeface="Arial"/>
                <a:ea typeface="Arial"/>
                <a:cs typeface="Arial"/>
              </a:defRPr>
            </a:lvl1pPr>
            <a:lvl2pPr algn="l">
              <a:defRPr sz="1800" b="1">
                <a:solidFill>
                  <a:srgbClr val="20262C"/>
                </a:solidFill>
                <a:latin typeface="Arial"/>
                <a:ea typeface="Arial"/>
                <a:cs typeface="Arial"/>
              </a:defRPr>
            </a:lvl2pPr>
            <a:lvl3pPr algn="l">
              <a:defRPr sz="1800" b="1">
                <a:solidFill>
                  <a:srgbClr val="20262C"/>
                </a:solidFill>
                <a:latin typeface="Arial"/>
                <a:ea typeface="Arial"/>
                <a:cs typeface="Arial"/>
              </a:defRPr>
            </a:lvl3pPr>
            <a:lvl4pPr algn="l">
              <a:defRPr sz="1800" b="1">
                <a:solidFill>
                  <a:srgbClr val="20262C"/>
                </a:solidFill>
                <a:latin typeface="Arial"/>
                <a:ea typeface="Arial"/>
                <a:cs typeface="Arial"/>
              </a:defRPr>
            </a:lvl4pPr>
            <a:lvl5pPr algn="l">
              <a:defRPr sz="1800" b="1">
                <a:solidFill>
                  <a:srgbClr val="20262C"/>
                </a:solidFill>
                <a:latin typeface="Arial"/>
                <a:ea typeface="Arial"/>
                <a:cs typeface="Arial"/>
              </a:defRPr>
            </a:lvl5pPr>
            <a:lvl6pPr algn="l">
              <a:defRPr sz="1800" b="1">
                <a:solidFill>
                  <a:srgbClr val="20262C"/>
                </a:solidFill>
                <a:latin typeface="Arial"/>
                <a:ea typeface="Arial"/>
                <a:cs typeface="Arial"/>
              </a:defRPr>
            </a:lvl6pPr>
            <a:lvl7pPr algn="l">
              <a:defRPr sz="1800" b="1">
                <a:solidFill>
                  <a:srgbClr val="20262C"/>
                </a:solidFill>
                <a:latin typeface="Arial"/>
                <a:ea typeface="Arial"/>
                <a:cs typeface="Arial"/>
              </a:defRPr>
            </a:lvl7pPr>
            <a:lvl8pPr algn="l">
              <a:defRPr sz="1800" b="1">
                <a:solidFill>
                  <a:srgbClr val="20262C"/>
                </a:solidFill>
                <a:latin typeface="Arial"/>
                <a:ea typeface="Arial"/>
                <a:cs typeface="Arial"/>
              </a:defRPr>
            </a:lvl8pPr>
            <a:lvl9pPr algn="l">
              <a:defRPr sz="1800" b="1">
                <a:solidFill>
                  <a:srgbClr val="20262C"/>
                </a:solidFill>
                <a:latin typeface="Arial"/>
                <a:ea typeface="Arial"/>
                <a:cs typeface="Arial"/>
              </a:defRPr>
            </a:lvl9pPr>
          </a:lstStyle>
          <a:p xmlns:a="http://schemas.openxmlformats.org/drawingml/2006/main">
            <a:pPr algn="l">
              <a:defRPr sz="1800" b="1">
                <a:solidFill>
                  <a:srgbClr val="20262C"/>
                </a:solidFill>
                <a:latin typeface="Arial"/>
                <a:ea typeface="Arial"/>
                <a:cs typeface="Arial"/>
              </a:defRPr>
            </a:pPr>
            <a:r>
              <a:rPr sz="1800" b="1">
                <a:solidFill>
                  <a:srgbClr val="20262C"/>
                </a:solidFill>
                <a:latin typeface="Arial"/>
                <a:ea typeface="Arial"/>
                <a:cs typeface="Arial"/>
              </a:rPr>
              <a:t>LLM explains what changed</a:t>
            </a:r>
          </a:p>
        </p:txBody>
      </p:sp>
      <p:sp>
        <p:nvSpPr>
          <p:cNvPr id="33" name="!!ops.llm.body">
            <a:extLst xmlns:a="http://schemas.openxmlformats.org/drawingml/2006/main">
              <a:ext uri="{FF2B5EF4-FFF2-40B4-BE49-F238E27FC236}">
                <a16:creationId xmlns:a16="http://schemas.microsoft.com/office/drawing/2014/main" id="{74C738CD-BBCF-421A-8367-14154DCCF46E}"/>
              </a:ext>
            </a:extLst>
          </p:cNvPr>
          <p:cNvSpPr>
            <a:spLocks xmlns:a="http://schemas.openxmlformats.org/drawingml/2006/main" noGrp="1"/>
          </p:cNvSpPr>
          <p:nvPr/>
        </p:nvSpPr>
        <p:spPr>
          <a:xfrm xmlns:a="http://schemas.openxmlformats.org/drawingml/2006/main">
            <a:off x="4248150" y="5514975"/>
            <a:ext cx="46101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0262C"/>
                </a:solidFill>
                <a:latin typeface="Arial"/>
                <a:ea typeface="Arial"/>
                <a:cs typeface="Arial"/>
              </a:defRPr>
            </a:defPPr>
            <a:lvl1pPr algn="l">
              <a:defRPr sz="1875" b="0">
                <a:solidFill>
                  <a:srgbClr val="20262C"/>
                </a:solidFill>
                <a:latin typeface="Arial"/>
                <a:ea typeface="Arial"/>
                <a:cs typeface="Arial"/>
              </a:defRPr>
            </a:lvl1pPr>
            <a:lvl2pPr algn="l">
              <a:defRPr sz="1875" b="0">
                <a:solidFill>
                  <a:srgbClr val="20262C"/>
                </a:solidFill>
                <a:latin typeface="Arial"/>
                <a:ea typeface="Arial"/>
                <a:cs typeface="Arial"/>
              </a:defRPr>
            </a:lvl2pPr>
            <a:lvl3pPr algn="l">
              <a:defRPr sz="1875" b="0">
                <a:solidFill>
                  <a:srgbClr val="20262C"/>
                </a:solidFill>
                <a:latin typeface="Arial"/>
                <a:ea typeface="Arial"/>
                <a:cs typeface="Arial"/>
              </a:defRPr>
            </a:lvl3pPr>
            <a:lvl4pPr algn="l">
              <a:defRPr sz="1875" b="0">
                <a:solidFill>
                  <a:srgbClr val="20262C"/>
                </a:solidFill>
                <a:latin typeface="Arial"/>
                <a:ea typeface="Arial"/>
                <a:cs typeface="Arial"/>
              </a:defRPr>
            </a:lvl4pPr>
            <a:lvl5pPr algn="l">
              <a:defRPr sz="1875" b="0">
                <a:solidFill>
                  <a:srgbClr val="20262C"/>
                </a:solidFill>
                <a:latin typeface="Arial"/>
                <a:ea typeface="Arial"/>
                <a:cs typeface="Arial"/>
              </a:defRPr>
            </a:lvl5pPr>
            <a:lvl6pPr algn="l">
              <a:defRPr sz="1875" b="0">
                <a:solidFill>
                  <a:srgbClr val="20262C"/>
                </a:solidFill>
                <a:latin typeface="Arial"/>
                <a:ea typeface="Arial"/>
                <a:cs typeface="Arial"/>
              </a:defRPr>
            </a:lvl6pPr>
            <a:lvl7pPr algn="l">
              <a:defRPr sz="1875" b="0">
                <a:solidFill>
                  <a:srgbClr val="20262C"/>
                </a:solidFill>
                <a:latin typeface="Arial"/>
                <a:ea typeface="Arial"/>
                <a:cs typeface="Arial"/>
              </a:defRPr>
            </a:lvl7pPr>
            <a:lvl8pPr algn="l">
              <a:defRPr sz="1875" b="0">
                <a:solidFill>
                  <a:srgbClr val="20262C"/>
                </a:solidFill>
                <a:latin typeface="Arial"/>
                <a:ea typeface="Arial"/>
                <a:cs typeface="Arial"/>
              </a:defRPr>
            </a:lvl8pPr>
            <a:lvl9pPr algn="l">
              <a:defRPr sz="1875" b="0">
                <a:solidFill>
                  <a:srgbClr val="20262C"/>
                </a:solidFill>
                <a:latin typeface="Arial"/>
                <a:ea typeface="Arial"/>
                <a:cs typeface="Arial"/>
              </a:defRPr>
            </a:lvl9pPr>
          </a:lstStyle>
          <a:p xmlns:a="http://schemas.openxmlformats.org/drawingml/2006/main">
            <a:pPr algn="l">
              <a:defRPr sz="1875" b="0">
                <a:solidFill>
                  <a:srgbClr val="20262C"/>
                </a:solidFill>
                <a:latin typeface="Arial"/>
                <a:ea typeface="Arial"/>
                <a:cs typeface="Arial"/>
              </a:defRPr>
            </a:pPr>
            <a:r>
              <a:rPr sz="1875" b="0">
                <a:solidFill>
                  <a:srgbClr val="20262C"/>
                </a:solidFill>
                <a:latin typeface="Arial"/>
                <a:ea typeface="Arial"/>
                <a:cs typeface="Arial"/>
              </a:rPr>
              <a:t>Separate new and retained information</a:t>
            </a:r>
          </a:p>
          <a:p xmlns:a="http://schemas.openxmlformats.org/drawingml/2006/main">
            <a:pPr algn="l">
              <a:defRPr sz="1875" b="0">
                <a:solidFill>
                  <a:srgbClr val="20262C"/>
                </a:solidFill>
                <a:latin typeface="Arial"/>
                <a:ea typeface="Arial"/>
                <a:cs typeface="Arial"/>
              </a:defRPr>
            </a:pPr>
            <a:r>
              <a:rPr sz="1875" b="0">
                <a:solidFill>
                  <a:srgbClr val="20262C"/>
                </a:solidFill>
                <a:latin typeface="Arial"/>
                <a:ea typeface="Arial"/>
                <a:cs typeface="Arial"/>
              </a:rPr>
              <a:t>Explain the change in meaning</a:t>
            </a:r>
          </a:p>
          <a:p xmlns:a="http://schemas.openxmlformats.org/drawingml/2006/main">
            <a:pPr algn="l">
              <a:defRPr sz="1875" b="0">
                <a:solidFill>
                  <a:srgbClr val="20262C"/>
                </a:solidFill>
                <a:latin typeface="Arial"/>
                <a:ea typeface="Arial"/>
                <a:cs typeface="Arial"/>
              </a:defRPr>
            </a:pPr>
            <a:r>
              <a:rPr sz="1875" b="0">
                <a:solidFill>
                  <a:srgbClr val="20262C"/>
                </a:solidFill>
                <a:latin typeface="Arial"/>
                <a:ea typeface="Arial"/>
                <a:cs typeface="Arial"/>
              </a:rPr>
              <a:t>Identify related materials to update</a:t>
            </a:r>
          </a:p>
        </p:txBody>
      </p:sp>
      <p:sp>
        <p:nvSpPr>
          <p:cNvPr id="34" name="!!changeLog">
            <a:extLst xmlns:a="http://schemas.openxmlformats.org/drawingml/2006/main">
              <a:ext uri="{FF2B5EF4-FFF2-40B4-BE49-F238E27FC236}">
                <a16:creationId xmlns:a16="http://schemas.microsoft.com/office/drawing/2014/main" id="{85E3D0E6-6AE3-4A4F-B0B7-31DB8715FE9C}"/>
              </a:ext>
            </a:extLst>
          </p:cNvPr>
          <p:cNvSpPr>
            <a:spLocks xmlns:a="http://schemas.openxmlformats.org/drawingml/2006/main" noGrp="1"/>
          </p:cNvSpPr>
          <p:nvPr/>
        </p:nvSpPr>
        <p:spPr>
          <a:xfrm xmlns:a="http://schemas.openxmlformats.org/drawingml/2006/main">
            <a:off x="9601200" y="2333625"/>
            <a:ext cx="4991100" cy="4857750"/>
          </a:xfrm>
          <a:prstGeom xmlns:a="http://schemas.openxmlformats.org/drawingml/2006/main" prst="rect">
            <a:avLst/>
          </a:prstGeom>
          <a:solidFill xmlns:a="http://schemas.openxmlformats.org/drawingml/2006/main">
            <a:srgbClr val="FFFFFF"/>
          </a:solidFill>
          <a:ln xmlns:a="http://schemas.openxmlformats.org/drawingml/2006/main" w="9525">
            <a:solidFill>
              <a:srgbClr val="7363A6"/>
            </a:solidFill>
            <a:prstDash val="solid"/>
          </a:ln>
        </p:spPr>
      </p:sp>
      <p:sp>
        <p:nvSpPr>
          <p:cNvPr id="35" name="!!changeLog.title">
            <a:extLst xmlns:a="http://schemas.openxmlformats.org/drawingml/2006/main">
              <a:ext uri="{FF2B5EF4-FFF2-40B4-BE49-F238E27FC236}">
                <a16:creationId xmlns:a16="http://schemas.microsoft.com/office/drawing/2014/main" id="{141E896C-A35D-4A7D-95CD-765A4A6A0DE2}"/>
              </a:ext>
            </a:extLst>
          </p:cNvPr>
          <p:cNvSpPr>
            <a:spLocks xmlns:a="http://schemas.openxmlformats.org/drawingml/2006/main" noGrp="1"/>
          </p:cNvSpPr>
          <p:nvPr/>
        </p:nvSpPr>
        <p:spPr>
          <a:xfrm xmlns:a="http://schemas.openxmlformats.org/drawingml/2006/main">
            <a:off x="9839325" y="2533650"/>
            <a:ext cx="45148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7363A6"/>
                </a:solidFill>
                <a:latin typeface="Arial"/>
                <a:ea typeface="Arial"/>
                <a:cs typeface="Arial"/>
              </a:defRPr>
            </a:defPPr>
            <a:lvl1pPr algn="l">
              <a:defRPr sz="2175" b="1">
                <a:solidFill>
                  <a:srgbClr val="7363A6"/>
                </a:solidFill>
                <a:latin typeface="Arial"/>
                <a:ea typeface="Arial"/>
                <a:cs typeface="Arial"/>
              </a:defRPr>
            </a:lvl1pPr>
            <a:lvl2pPr algn="l">
              <a:defRPr sz="2175" b="1">
                <a:solidFill>
                  <a:srgbClr val="7363A6"/>
                </a:solidFill>
                <a:latin typeface="Arial"/>
                <a:ea typeface="Arial"/>
                <a:cs typeface="Arial"/>
              </a:defRPr>
            </a:lvl2pPr>
            <a:lvl3pPr algn="l">
              <a:defRPr sz="2175" b="1">
                <a:solidFill>
                  <a:srgbClr val="7363A6"/>
                </a:solidFill>
                <a:latin typeface="Arial"/>
                <a:ea typeface="Arial"/>
                <a:cs typeface="Arial"/>
              </a:defRPr>
            </a:lvl3pPr>
            <a:lvl4pPr algn="l">
              <a:defRPr sz="2175" b="1">
                <a:solidFill>
                  <a:srgbClr val="7363A6"/>
                </a:solidFill>
                <a:latin typeface="Arial"/>
                <a:ea typeface="Arial"/>
                <a:cs typeface="Arial"/>
              </a:defRPr>
            </a:lvl4pPr>
            <a:lvl5pPr algn="l">
              <a:defRPr sz="2175" b="1">
                <a:solidFill>
                  <a:srgbClr val="7363A6"/>
                </a:solidFill>
                <a:latin typeface="Arial"/>
                <a:ea typeface="Arial"/>
                <a:cs typeface="Arial"/>
              </a:defRPr>
            </a:lvl5pPr>
            <a:lvl6pPr algn="l">
              <a:defRPr sz="2175" b="1">
                <a:solidFill>
                  <a:srgbClr val="7363A6"/>
                </a:solidFill>
                <a:latin typeface="Arial"/>
                <a:ea typeface="Arial"/>
                <a:cs typeface="Arial"/>
              </a:defRPr>
            </a:lvl6pPr>
            <a:lvl7pPr algn="l">
              <a:defRPr sz="2175" b="1">
                <a:solidFill>
                  <a:srgbClr val="7363A6"/>
                </a:solidFill>
                <a:latin typeface="Arial"/>
                <a:ea typeface="Arial"/>
                <a:cs typeface="Arial"/>
              </a:defRPr>
            </a:lvl7pPr>
            <a:lvl8pPr algn="l">
              <a:defRPr sz="2175" b="1">
                <a:solidFill>
                  <a:srgbClr val="7363A6"/>
                </a:solidFill>
                <a:latin typeface="Arial"/>
                <a:ea typeface="Arial"/>
                <a:cs typeface="Arial"/>
              </a:defRPr>
            </a:lvl8pPr>
            <a:lvl9pPr algn="l">
              <a:defRPr sz="2175" b="1">
                <a:solidFill>
                  <a:srgbClr val="7363A6"/>
                </a:solidFill>
                <a:latin typeface="Arial"/>
                <a:ea typeface="Arial"/>
                <a:cs typeface="Arial"/>
              </a:defRPr>
            </a:lvl9pPr>
          </a:lstStyle>
          <a:p xmlns:a="http://schemas.openxmlformats.org/drawingml/2006/main">
            <a:pPr algn="l">
              <a:defRPr sz="2175" b="1">
                <a:solidFill>
                  <a:srgbClr val="7363A6"/>
                </a:solidFill>
                <a:latin typeface="Arial"/>
                <a:ea typeface="Arial"/>
                <a:cs typeface="Arial"/>
              </a:defRPr>
            </a:pPr>
            <a:r>
              <a:rPr sz="2175" b="1">
                <a:solidFill>
                  <a:srgbClr val="7363A6"/>
                </a:solidFill>
                <a:latin typeface="Arial"/>
                <a:ea typeface="Arial"/>
                <a:cs typeface="Arial"/>
              </a:rPr>
              <a:t>Client update change log</a:t>
            </a:r>
          </a:p>
        </p:txBody>
      </p:sp>
      <p:sp>
        <p:nvSpPr>
          <p:cNvPr id="36" name="!!changeLog.object">
            <a:extLst xmlns:a="http://schemas.openxmlformats.org/drawingml/2006/main">
              <a:ext uri="{FF2B5EF4-FFF2-40B4-BE49-F238E27FC236}">
                <a16:creationId xmlns:a16="http://schemas.microsoft.com/office/drawing/2014/main" id="{52767102-A047-4F95-86CC-0F1F9FFDB542}"/>
              </a:ext>
            </a:extLst>
          </p:cNvPr>
          <p:cNvSpPr>
            <a:spLocks xmlns:a="http://schemas.openxmlformats.org/drawingml/2006/main" noGrp="1"/>
          </p:cNvSpPr>
          <p:nvPr/>
        </p:nvSpPr>
        <p:spPr>
          <a:xfrm xmlns:a="http://schemas.openxmlformats.org/drawingml/2006/main">
            <a:off x="9839325" y="3000375"/>
            <a:ext cx="45148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707C88"/>
                </a:solidFill>
                <a:latin typeface="Arial"/>
                <a:ea typeface="Arial"/>
                <a:cs typeface="Arial"/>
              </a:defRPr>
            </a:defPPr>
            <a:lvl1pPr algn="l">
              <a:defRPr sz="1650" b="0">
                <a:solidFill>
                  <a:srgbClr val="707C88"/>
                </a:solidFill>
                <a:latin typeface="Arial"/>
                <a:ea typeface="Arial"/>
                <a:cs typeface="Arial"/>
              </a:defRPr>
            </a:lvl1pPr>
            <a:lvl2pPr algn="l">
              <a:defRPr sz="1650" b="0">
                <a:solidFill>
                  <a:srgbClr val="707C88"/>
                </a:solidFill>
                <a:latin typeface="Arial"/>
                <a:ea typeface="Arial"/>
                <a:cs typeface="Arial"/>
              </a:defRPr>
            </a:lvl2pPr>
            <a:lvl3pPr algn="l">
              <a:defRPr sz="1650" b="0">
                <a:solidFill>
                  <a:srgbClr val="707C88"/>
                </a:solidFill>
                <a:latin typeface="Arial"/>
                <a:ea typeface="Arial"/>
                <a:cs typeface="Arial"/>
              </a:defRPr>
            </a:lvl3pPr>
            <a:lvl4pPr algn="l">
              <a:defRPr sz="1650" b="0">
                <a:solidFill>
                  <a:srgbClr val="707C88"/>
                </a:solidFill>
                <a:latin typeface="Arial"/>
                <a:ea typeface="Arial"/>
                <a:cs typeface="Arial"/>
              </a:defRPr>
            </a:lvl4pPr>
            <a:lvl5pPr algn="l">
              <a:defRPr sz="1650" b="0">
                <a:solidFill>
                  <a:srgbClr val="707C88"/>
                </a:solidFill>
                <a:latin typeface="Arial"/>
                <a:ea typeface="Arial"/>
                <a:cs typeface="Arial"/>
              </a:defRPr>
            </a:lvl5pPr>
            <a:lvl6pPr algn="l">
              <a:defRPr sz="1650" b="0">
                <a:solidFill>
                  <a:srgbClr val="707C88"/>
                </a:solidFill>
                <a:latin typeface="Arial"/>
                <a:ea typeface="Arial"/>
                <a:cs typeface="Arial"/>
              </a:defRPr>
            </a:lvl6pPr>
            <a:lvl7pPr algn="l">
              <a:defRPr sz="1650" b="0">
                <a:solidFill>
                  <a:srgbClr val="707C88"/>
                </a:solidFill>
                <a:latin typeface="Arial"/>
                <a:ea typeface="Arial"/>
                <a:cs typeface="Arial"/>
              </a:defRPr>
            </a:lvl7pPr>
            <a:lvl8pPr algn="l">
              <a:defRPr sz="1650" b="0">
                <a:solidFill>
                  <a:srgbClr val="707C88"/>
                </a:solidFill>
                <a:latin typeface="Arial"/>
                <a:ea typeface="Arial"/>
                <a:cs typeface="Arial"/>
              </a:defRPr>
            </a:lvl8pPr>
            <a:lvl9pPr algn="l">
              <a:defRPr sz="1650" b="0">
                <a:solidFill>
                  <a:srgbClr val="707C88"/>
                </a:solidFill>
                <a:latin typeface="Arial"/>
                <a:ea typeface="Arial"/>
                <a:cs typeface="Arial"/>
              </a:defRPr>
            </a:lvl9pPr>
          </a:lstStyle>
          <a:p xmlns:a="http://schemas.openxmlformats.org/drawingml/2006/main">
            <a:pPr algn="l">
              <a:defRPr sz="1650" b="0">
                <a:solidFill>
                  <a:srgbClr val="707C88"/>
                </a:solidFill>
                <a:latin typeface="Arial"/>
                <a:ea typeface="Arial"/>
                <a:cs typeface="Arial"/>
              </a:defRPr>
            </a:pPr>
            <a:r>
              <a:rPr sz="1650" b="0">
                <a:solidFill>
                  <a:srgbClr val="707C88"/>
                </a:solidFill>
                <a:latin typeface="Arial"/>
                <a:ea typeface="Arial"/>
                <a:cs typeface="Arial"/>
              </a:rPr>
              <a:t>Quarterly client update V1 / V2</a:t>
            </a:r>
          </a:p>
        </p:txBody>
      </p:sp>
      <p:sp>
        <p:nvSpPr>
          <p:cNvPr id="37" name="!!changeLog.rule">
            <a:extLst xmlns:a="http://schemas.openxmlformats.org/drawingml/2006/main">
              <a:ext uri="{FF2B5EF4-FFF2-40B4-BE49-F238E27FC236}">
                <a16:creationId xmlns:a16="http://schemas.microsoft.com/office/drawing/2014/main" id="{AB36DF35-CC06-4FF4-8810-C2FF658E9181}"/>
              </a:ext>
            </a:extLst>
          </p:cNvPr>
          <p:cNvSpPr>
            <a:spLocks xmlns:a="http://schemas.openxmlformats.org/drawingml/2006/main" noGrp="1"/>
          </p:cNvSpPr>
          <p:nvPr/>
        </p:nvSpPr>
        <p:spPr>
          <a:xfrm xmlns:a="http://schemas.openxmlformats.org/drawingml/2006/main" flipH="0" flipV="0">
            <a:off x="9839325" y="3495675"/>
            <a:ext cx="4514850" cy="953"/>
          </a:xfrm>
          <a:prstGeom xmlns:a="http://schemas.openxmlformats.org/drawingml/2006/main" prst="line">
            <a:avLst/>
          </a:prstGeom>
          <a:noFill xmlns:a="http://schemas.openxmlformats.org/drawingml/2006/main"/>
          <a:ln xmlns:a="http://schemas.openxmlformats.org/drawingml/2006/main" w="14288">
            <a:solidFill>
              <a:srgbClr val="7363A6"/>
            </a:solidFill>
            <a:prstDash val="solid"/>
          </a:ln>
        </p:spPr>
      </p:sp>
      <p:sp>
        <p:nvSpPr>
          <p:cNvPr id="38" name="!!changeLog.driver.label">
            <a:extLst xmlns:a="http://schemas.openxmlformats.org/drawingml/2006/main">
              <a:ext uri="{FF2B5EF4-FFF2-40B4-BE49-F238E27FC236}">
                <a16:creationId xmlns:a16="http://schemas.microsoft.com/office/drawing/2014/main" id="{F2F6EE79-1EBB-48CB-8BC6-4FD9DBEB991A}"/>
              </a:ext>
            </a:extLst>
          </p:cNvPr>
          <p:cNvSpPr>
            <a:spLocks xmlns:a="http://schemas.openxmlformats.org/drawingml/2006/main" noGrp="1"/>
          </p:cNvSpPr>
          <p:nvPr/>
        </p:nvSpPr>
        <p:spPr>
          <a:xfrm xmlns:a="http://schemas.openxmlformats.org/drawingml/2006/main">
            <a:off x="9839325" y="3724275"/>
            <a:ext cx="45148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005A9C"/>
                </a:solidFill>
                <a:latin typeface="Arial"/>
                <a:ea typeface="Arial"/>
                <a:cs typeface="Arial"/>
              </a:defRPr>
            </a:defPPr>
            <a:lvl1pPr algn="l">
              <a:defRPr sz="1875" b="1">
                <a:solidFill>
                  <a:srgbClr val="005A9C"/>
                </a:solidFill>
                <a:latin typeface="Arial"/>
                <a:ea typeface="Arial"/>
                <a:cs typeface="Arial"/>
              </a:defRPr>
            </a:lvl1pPr>
            <a:lvl2pPr algn="l">
              <a:defRPr sz="1875" b="1">
                <a:solidFill>
                  <a:srgbClr val="005A9C"/>
                </a:solidFill>
                <a:latin typeface="Arial"/>
                <a:ea typeface="Arial"/>
                <a:cs typeface="Arial"/>
              </a:defRPr>
            </a:lvl2pPr>
            <a:lvl3pPr algn="l">
              <a:defRPr sz="1875" b="1">
                <a:solidFill>
                  <a:srgbClr val="005A9C"/>
                </a:solidFill>
                <a:latin typeface="Arial"/>
                <a:ea typeface="Arial"/>
                <a:cs typeface="Arial"/>
              </a:defRPr>
            </a:lvl3pPr>
            <a:lvl4pPr algn="l">
              <a:defRPr sz="1875" b="1">
                <a:solidFill>
                  <a:srgbClr val="005A9C"/>
                </a:solidFill>
                <a:latin typeface="Arial"/>
                <a:ea typeface="Arial"/>
                <a:cs typeface="Arial"/>
              </a:defRPr>
            </a:lvl4pPr>
            <a:lvl5pPr algn="l">
              <a:defRPr sz="1875" b="1">
                <a:solidFill>
                  <a:srgbClr val="005A9C"/>
                </a:solidFill>
                <a:latin typeface="Arial"/>
                <a:ea typeface="Arial"/>
                <a:cs typeface="Arial"/>
              </a:defRPr>
            </a:lvl5pPr>
            <a:lvl6pPr algn="l">
              <a:defRPr sz="1875" b="1">
                <a:solidFill>
                  <a:srgbClr val="005A9C"/>
                </a:solidFill>
                <a:latin typeface="Arial"/>
                <a:ea typeface="Arial"/>
                <a:cs typeface="Arial"/>
              </a:defRPr>
            </a:lvl6pPr>
            <a:lvl7pPr algn="l">
              <a:defRPr sz="1875" b="1">
                <a:solidFill>
                  <a:srgbClr val="005A9C"/>
                </a:solidFill>
                <a:latin typeface="Arial"/>
                <a:ea typeface="Arial"/>
                <a:cs typeface="Arial"/>
              </a:defRPr>
            </a:lvl7pPr>
            <a:lvl8pPr algn="l">
              <a:defRPr sz="1875" b="1">
                <a:solidFill>
                  <a:srgbClr val="005A9C"/>
                </a:solidFill>
                <a:latin typeface="Arial"/>
                <a:ea typeface="Arial"/>
                <a:cs typeface="Arial"/>
              </a:defRPr>
            </a:lvl8pPr>
            <a:lvl9pPr algn="l">
              <a:defRPr sz="1875" b="1">
                <a:solidFill>
                  <a:srgbClr val="005A9C"/>
                </a:solidFill>
                <a:latin typeface="Arial"/>
                <a:ea typeface="Arial"/>
                <a:cs typeface="Arial"/>
              </a:defRPr>
            </a:lvl9pPr>
          </a:lstStyle>
          <a:p xmlns:a="http://schemas.openxmlformats.org/drawingml/2006/main">
            <a:pPr algn="l">
              <a:defRPr sz="1875" b="1">
                <a:solidFill>
                  <a:srgbClr val="005A9C"/>
                </a:solidFill>
                <a:latin typeface="Arial"/>
                <a:ea typeface="Arial"/>
                <a:cs typeface="Arial"/>
              </a:defRPr>
            </a:pPr>
            <a:r>
              <a:rPr sz="1875" b="1">
                <a:solidFill>
                  <a:srgbClr val="005A9C"/>
                </a:solidFill>
                <a:latin typeface="Arial"/>
                <a:ea typeface="Arial"/>
                <a:cs typeface="Arial"/>
              </a:rPr>
              <a:t>Added business driver</a:t>
            </a:r>
          </a:p>
        </p:txBody>
      </p:sp>
      <p:sp>
        <p:nvSpPr>
          <p:cNvPr id="39" name="!!changeLog.driver.body">
            <a:extLst xmlns:a="http://schemas.openxmlformats.org/drawingml/2006/main">
              <a:ext uri="{FF2B5EF4-FFF2-40B4-BE49-F238E27FC236}">
                <a16:creationId xmlns:a16="http://schemas.microsoft.com/office/drawing/2014/main" id="{DE5E6EA9-D7E8-4F90-8305-4EB949D30C9E}"/>
              </a:ext>
            </a:extLst>
          </p:cNvPr>
          <p:cNvSpPr>
            <a:spLocks xmlns:a="http://schemas.openxmlformats.org/drawingml/2006/main" noGrp="1"/>
          </p:cNvSpPr>
          <p:nvPr/>
        </p:nvSpPr>
        <p:spPr>
          <a:xfrm xmlns:a="http://schemas.openxmlformats.org/drawingml/2006/main">
            <a:off x="9839325" y="4133850"/>
            <a:ext cx="4514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0262C"/>
                </a:solidFill>
                <a:latin typeface="Arial"/>
                <a:ea typeface="Arial"/>
                <a:cs typeface="Arial"/>
              </a:defRPr>
            </a:defPPr>
            <a:lvl1pPr algn="l">
              <a:defRPr sz="1875" b="0">
                <a:solidFill>
                  <a:srgbClr val="20262C"/>
                </a:solidFill>
                <a:latin typeface="Arial"/>
                <a:ea typeface="Arial"/>
                <a:cs typeface="Arial"/>
              </a:defRPr>
            </a:lvl1pPr>
            <a:lvl2pPr algn="l">
              <a:defRPr sz="1875" b="0">
                <a:solidFill>
                  <a:srgbClr val="20262C"/>
                </a:solidFill>
                <a:latin typeface="Arial"/>
                <a:ea typeface="Arial"/>
                <a:cs typeface="Arial"/>
              </a:defRPr>
            </a:lvl2pPr>
            <a:lvl3pPr algn="l">
              <a:defRPr sz="1875" b="0">
                <a:solidFill>
                  <a:srgbClr val="20262C"/>
                </a:solidFill>
                <a:latin typeface="Arial"/>
                <a:ea typeface="Arial"/>
                <a:cs typeface="Arial"/>
              </a:defRPr>
            </a:lvl3pPr>
            <a:lvl4pPr algn="l">
              <a:defRPr sz="1875" b="0">
                <a:solidFill>
                  <a:srgbClr val="20262C"/>
                </a:solidFill>
                <a:latin typeface="Arial"/>
                <a:ea typeface="Arial"/>
                <a:cs typeface="Arial"/>
              </a:defRPr>
            </a:lvl4pPr>
            <a:lvl5pPr algn="l">
              <a:defRPr sz="1875" b="0">
                <a:solidFill>
                  <a:srgbClr val="20262C"/>
                </a:solidFill>
                <a:latin typeface="Arial"/>
                <a:ea typeface="Arial"/>
                <a:cs typeface="Arial"/>
              </a:defRPr>
            </a:lvl5pPr>
            <a:lvl6pPr algn="l">
              <a:defRPr sz="1875" b="0">
                <a:solidFill>
                  <a:srgbClr val="20262C"/>
                </a:solidFill>
                <a:latin typeface="Arial"/>
                <a:ea typeface="Arial"/>
                <a:cs typeface="Arial"/>
              </a:defRPr>
            </a:lvl6pPr>
            <a:lvl7pPr algn="l">
              <a:defRPr sz="1875" b="0">
                <a:solidFill>
                  <a:srgbClr val="20262C"/>
                </a:solidFill>
                <a:latin typeface="Arial"/>
                <a:ea typeface="Arial"/>
                <a:cs typeface="Arial"/>
              </a:defRPr>
            </a:lvl7pPr>
            <a:lvl8pPr algn="l">
              <a:defRPr sz="1875" b="0">
                <a:solidFill>
                  <a:srgbClr val="20262C"/>
                </a:solidFill>
                <a:latin typeface="Arial"/>
                <a:ea typeface="Arial"/>
                <a:cs typeface="Arial"/>
              </a:defRPr>
            </a:lvl8pPr>
            <a:lvl9pPr algn="l">
              <a:defRPr sz="1875" b="0">
                <a:solidFill>
                  <a:srgbClr val="20262C"/>
                </a:solidFill>
                <a:latin typeface="Arial"/>
                <a:ea typeface="Arial"/>
                <a:cs typeface="Arial"/>
              </a:defRPr>
            </a:lvl9pPr>
          </a:lstStyle>
          <a:p xmlns:a="http://schemas.openxmlformats.org/drawingml/2006/main">
            <a:pPr algn="l">
              <a:defRPr sz="1875" b="0">
                <a:solidFill>
                  <a:srgbClr val="20262C"/>
                </a:solidFill>
                <a:latin typeface="Arial"/>
                <a:ea typeface="Arial"/>
                <a:cs typeface="Arial"/>
              </a:defRPr>
            </a:pPr>
            <a:r>
              <a:rPr sz="1875" b="0">
                <a:solidFill>
                  <a:srgbClr val="20262C"/>
                </a:solidFill>
                <a:latin typeface="Arial"/>
                <a:ea typeface="Arial"/>
                <a:cs typeface="Arial"/>
              </a:rPr>
              <a:t>Channel restocking supported volume growth</a:t>
            </a:r>
          </a:p>
        </p:txBody>
      </p:sp>
      <p:sp>
        <p:nvSpPr>
          <p:cNvPr id="40" name="!!changeLog.watch.label">
            <a:extLst xmlns:a="http://schemas.openxmlformats.org/drawingml/2006/main">
              <a:ext uri="{FF2B5EF4-FFF2-40B4-BE49-F238E27FC236}">
                <a16:creationId xmlns:a16="http://schemas.microsoft.com/office/drawing/2014/main" id="{CB64F829-6AD5-4D85-A387-133338E47938}"/>
              </a:ext>
            </a:extLst>
          </p:cNvPr>
          <p:cNvSpPr>
            <a:spLocks xmlns:a="http://schemas.openxmlformats.org/drawingml/2006/main" noGrp="1"/>
          </p:cNvSpPr>
          <p:nvPr/>
        </p:nvSpPr>
        <p:spPr>
          <a:xfrm xmlns:a="http://schemas.openxmlformats.org/drawingml/2006/main">
            <a:off x="9839325" y="4819650"/>
            <a:ext cx="45148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005A9C"/>
                </a:solidFill>
                <a:latin typeface="Arial"/>
                <a:ea typeface="Arial"/>
                <a:cs typeface="Arial"/>
              </a:defRPr>
            </a:defPPr>
            <a:lvl1pPr algn="l">
              <a:defRPr sz="1875" b="1">
                <a:solidFill>
                  <a:srgbClr val="005A9C"/>
                </a:solidFill>
                <a:latin typeface="Arial"/>
                <a:ea typeface="Arial"/>
                <a:cs typeface="Arial"/>
              </a:defRPr>
            </a:lvl1pPr>
            <a:lvl2pPr algn="l">
              <a:defRPr sz="1875" b="1">
                <a:solidFill>
                  <a:srgbClr val="005A9C"/>
                </a:solidFill>
                <a:latin typeface="Arial"/>
                <a:ea typeface="Arial"/>
                <a:cs typeface="Arial"/>
              </a:defRPr>
            </a:lvl2pPr>
            <a:lvl3pPr algn="l">
              <a:defRPr sz="1875" b="1">
                <a:solidFill>
                  <a:srgbClr val="005A9C"/>
                </a:solidFill>
                <a:latin typeface="Arial"/>
                <a:ea typeface="Arial"/>
                <a:cs typeface="Arial"/>
              </a:defRPr>
            </a:lvl3pPr>
            <a:lvl4pPr algn="l">
              <a:defRPr sz="1875" b="1">
                <a:solidFill>
                  <a:srgbClr val="005A9C"/>
                </a:solidFill>
                <a:latin typeface="Arial"/>
                <a:ea typeface="Arial"/>
                <a:cs typeface="Arial"/>
              </a:defRPr>
            </a:lvl4pPr>
            <a:lvl5pPr algn="l">
              <a:defRPr sz="1875" b="1">
                <a:solidFill>
                  <a:srgbClr val="005A9C"/>
                </a:solidFill>
                <a:latin typeface="Arial"/>
                <a:ea typeface="Arial"/>
                <a:cs typeface="Arial"/>
              </a:defRPr>
            </a:lvl5pPr>
            <a:lvl6pPr algn="l">
              <a:defRPr sz="1875" b="1">
                <a:solidFill>
                  <a:srgbClr val="005A9C"/>
                </a:solidFill>
                <a:latin typeface="Arial"/>
                <a:ea typeface="Arial"/>
                <a:cs typeface="Arial"/>
              </a:defRPr>
            </a:lvl6pPr>
            <a:lvl7pPr algn="l">
              <a:defRPr sz="1875" b="1">
                <a:solidFill>
                  <a:srgbClr val="005A9C"/>
                </a:solidFill>
                <a:latin typeface="Arial"/>
                <a:ea typeface="Arial"/>
                <a:cs typeface="Arial"/>
              </a:defRPr>
            </a:lvl7pPr>
            <a:lvl8pPr algn="l">
              <a:defRPr sz="1875" b="1">
                <a:solidFill>
                  <a:srgbClr val="005A9C"/>
                </a:solidFill>
                <a:latin typeface="Arial"/>
                <a:ea typeface="Arial"/>
                <a:cs typeface="Arial"/>
              </a:defRPr>
            </a:lvl8pPr>
            <a:lvl9pPr algn="l">
              <a:defRPr sz="1875" b="1">
                <a:solidFill>
                  <a:srgbClr val="005A9C"/>
                </a:solidFill>
                <a:latin typeface="Arial"/>
                <a:ea typeface="Arial"/>
                <a:cs typeface="Arial"/>
              </a:defRPr>
            </a:lvl9pPr>
          </a:lstStyle>
          <a:p xmlns:a="http://schemas.openxmlformats.org/drawingml/2006/main">
            <a:pPr algn="l">
              <a:defRPr sz="1875" b="1">
                <a:solidFill>
                  <a:srgbClr val="005A9C"/>
                </a:solidFill>
                <a:latin typeface="Arial"/>
                <a:ea typeface="Arial"/>
                <a:cs typeface="Arial"/>
              </a:defRPr>
            </a:pPr>
            <a:r>
              <a:rPr sz="1875" b="1">
                <a:solidFill>
                  <a:srgbClr val="005A9C"/>
                </a:solidFill>
                <a:latin typeface="Arial"/>
                <a:ea typeface="Arial"/>
                <a:cs typeface="Arial"/>
              </a:rPr>
              <a:t>Updated monitoring priorities</a:t>
            </a:r>
          </a:p>
        </p:txBody>
      </p:sp>
      <p:sp>
        <p:nvSpPr>
          <p:cNvPr id="41" name="!!changeLog.watch.body">
            <a:extLst xmlns:a="http://schemas.openxmlformats.org/drawingml/2006/main">
              <a:ext uri="{FF2B5EF4-FFF2-40B4-BE49-F238E27FC236}">
                <a16:creationId xmlns:a16="http://schemas.microsoft.com/office/drawing/2014/main" id="{E3F35A79-CBC4-420F-B062-D6AD53571600}"/>
              </a:ext>
            </a:extLst>
          </p:cNvPr>
          <p:cNvSpPr>
            <a:spLocks xmlns:a="http://schemas.openxmlformats.org/drawingml/2006/main" noGrp="1"/>
          </p:cNvSpPr>
          <p:nvPr/>
        </p:nvSpPr>
        <p:spPr>
          <a:xfrm xmlns:a="http://schemas.openxmlformats.org/drawingml/2006/main">
            <a:off x="9839325" y="5229225"/>
            <a:ext cx="4514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0262C"/>
                </a:solidFill>
                <a:latin typeface="Arial"/>
                <a:ea typeface="Arial"/>
                <a:cs typeface="Arial"/>
              </a:defRPr>
            </a:defPPr>
            <a:lvl1pPr algn="l">
              <a:defRPr sz="1875" b="0">
                <a:solidFill>
                  <a:srgbClr val="20262C"/>
                </a:solidFill>
                <a:latin typeface="Arial"/>
                <a:ea typeface="Arial"/>
                <a:cs typeface="Arial"/>
              </a:defRPr>
            </a:lvl1pPr>
            <a:lvl2pPr algn="l">
              <a:defRPr sz="1875" b="0">
                <a:solidFill>
                  <a:srgbClr val="20262C"/>
                </a:solidFill>
                <a:latin typeface="Arial"/>
                <a:ea typeface="Arial"/>
                <a:cs typeface="Arial"/>
              </a:defRPr>
            </a:lvl2pPr>
            <a:lvl3pPr algn="l">
              <a:defRPr sz="1875" b="0">
                <a:solidFill>
                  <a:srgbClr val="20262C"/>
                </a:solidFill>
                <a:latin typeface="Arial"/>
                <a:ea typeface="Arial"/>
                <a:cs typeface="Arial"/>
              </a:defRPr>
            </a:lvl3pPr>
            <a:lvl4pPr algn="l">
              <a:defRPr sz="1875" b="0">
                <a:solidFill>
                  <a:srgbClr val="20262C"/>
                </a:solidFill>
                <a:latin typeface="Arial"/>
                <a:ea typeface="Arial"/>
                <a:cs typeface="Arial"/>
              </a:defRPr>
            </a:lvl4pPr>
            <a:lvl5pPr algn="l">
              <a:defRPr sz="1875" b="0">
                <a:solidFill>
                  <a:srgbClr val="20262C"/>
                </a:solidFill>
                <a:latin typeface="Arial"/>
                <a:ea typeface="Arial"/>
                <a:cs typeface="Arial"/>
              </a:defRPr>
            </a:lvl5pPr>
            <a:lvl6pPr algn="l">
              <a:defRPr sz="1875" b="0">
                <a:solidFill>
                  <a:srgbClr val="20262C"/>
                </a:solidFill>
                <a:latin typeface="Arial"/>
                <a:ea typeface="Arial"/>
                <a:cs typeface="Arial"/>
              </a:defRPr>
            </a:lvl6pPr>
            <a:lvl7pPr algn="l">
              <a:defRPr sz="1875" b="0">
                <a:solidFill>
                  <a:srgbClr val="20262C"/>
                </a:solidFill>
                <a:latin typeface="Arial"/>
                <a:ea typeface="Arial"/>
                <a:cs typeface="Arial"/>
              </a:defRPr>
            </a:lvl7pPr>
            <a:lvl8pPr algn="l">
              <a:defRPr sz="1875" b="0">
                <a:solidFill>
                  <a:srgbClr val="20262C"/>
                </a:solidFill>
                <a:latin typeface="Arial"/>
                <a:ea typeface="Arial"/>
                <a:cs typeface="Arial"/>
              </a:defRPr>
            </a:lvl8pPr>
            <a:lvl9pPr algn="l">
              <a:defRPr sz="1875" b="0">
                <a:solidFill>
                  <a:srgbClr val="20262C"/>
                </a:solidFill>
                <a:latin typeface="Arial"/>
                <a:ea typeface="Arial"/>
                <a:cs typeface="Arial"/>
              </a:defRPr>
            </a:lvl9pPr>
          </a:lstStyle>
          <a:p xmlns:a="http://schemas.openxmlformats.org/drawingml/2006/main">
            <a:pPr algn="l">
              <a:defRPr sz="1875" b="0">
                <a:solidFill>
                  <a:srgbClr val="20262C"/>
                </a:solidFill>
                <a:latin typeface="Arial"/>
                <a:ea typeface="Arial"/>
                <a:cs typeface="Arial"/>
              </a:defRPr>
            </a:pPr>
            <a:r>
              <a:rPr sz="1875" b="0">
                <a:solidFill>
                  <a:srgbClr val="20262C"/>
                </a:solidFill>
                <a:latin typeface="Arial"/>
                <a:ea typeface="Arial"/>
                <a:cs typeface="Arial"/>
              </a:rPr>
              <a:t>Track how long restocking lasts.</a:t>
            </a:r>
          </a:p>
          <a:p xmlns:a="http://schemas.openxmlformats.org/drawingml/2006/main">
            <a:pPr algn="l">
              <a:defRPr sz="1875" b="0">
                <a:solidFill>
                  <a:srgbClr val="20262C"/>
                </a:solidFill>
                <a:latin typeface="Arial"/>
                <a:ea typeface="Arial"/>
                <a:cs typeface="Arial"/>
              </a:defRPr>
            </a:pPr>
            <a:r>
              <a:rPr sz="1875" b="0">
                <a:solidFill>
                  <a:srgbClr val="20262C"/>
                </a:solidFill>
                <a:latin typeface="Arial"/>
                <a:ea typeface="Arial"/>
                <a:cs typeface="Arial"/>
              </a:rPr>
              <a:t>Keep monitoring raw-material costs.</a:t>
            </a:r>
          </a:p>
        </p:txBody>
      </p:sp>
      <p:sp>
        <p:nvSpPr>
          <p:cNvPr id="42" name="!!changeLog.sync.label">
            <a:extLst xmlns:a="http://schemas.openxmlformats.org/drawingml/2006/main">
              <a:ext uri="{FF2B5EF4-FFF2-40B4-BE49-F238E27FC236}">
                <a16:creationId xmlns:a16="http://schemas.microsoft.com/office/drawing/2014/main" id="{4151ADCD-FB89-4116-B0FF-7BE1A09B5225}"/>
              </a:ext>
            </a:extLst>
          </p:cNvPr>
          <p:cNvSpPr>
            <a:spLocks xmlns:a="http://schemas.openxmlformats.org/drawingml/2006/main" noGrp="1"/>
          </p:cNvSpPr>
          <p:nvPr/>
        </p:nvSpPr>
        <p:spPr>
          <a:xfrm xmlns:a="http://schemas.openxmlformats.org/drawingml/2006/main">
            <a:off x="9839325" y="5915025"/>
            <a:ext cx="45148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005A9C"/>
                </a:solidFill>
                <a:latin typeface="Arial"/>
                <a:ea typeface="Arial"/>
                <a:cs typeface="Arial"/>
              </a:defRPr>
            </a:defPPr>
            <a:lvl1pPr algn="l">
              <a:defRPr sz="1875" b="1">
                <a:solidFill>
                  <a:srgbClr val="005A9C"/>
                </a:solidFill>
                <a:latin typeface="Arial"/>
                <a:ea typeface="Arial"/>
                <a:cs typeface="Arial"/>
              </a:defRPr>
            </a:lvl1pPr>
            <a:lvl2pPr algn="l">
              <a:defRPr sz="1875" b="1">
                <a:solidFill>
                  <a:srgbClr val="005A9C"/>
                </a:solidFill>
                <a:latin typeface="Arial"/>
                <a:ea typeface="Arial"/>
                <a:cs typeface="Arial"/>
              </a:defRPr>
            </a:lvl2pPr>
            <a:lvl3pPr algn="l">
              <a:defRPr sz="1875" b="1">
                <a:solidFill>
                  <a:srgbClr val="005A9C"/>
                </a:solidFill>
                <a:latin typeface="Arial"/>
                <a:ea typeface="Arial"/>
                <a:cs typeface="Arial"/>
              </a:defRPr>
            </a:lvl3pPr>
            <a:lvl4pPr algn="l">
              <a:defRPr sz="1875" b="1">
                <a:solidFill>
                  <a:srgbClr val="005A9C"/>
                </a:solidFill>
                <a:latin typeface="Arial"/>
                <a:ea typeface="Arial"/>
                <a:cs typeface="Arial"/>
              </a:defRPr>
            </a:lvl4pPr>
            <a:lvl5pPr algn="l">
              <a:defRPr sz="1875" b="1">
                <a:solidFill>
                  <a:srgbClr val="005A9C"/>
                </a:solidFill>
                <a:latin typeface="Arial"/>
                <a:ea typeface="Arial"/>
                <a:cs typeface="Arial"/>
              </a:defRPr>
            </a:lvl5pPr>
            <a:lvl6pPr algn="l">
              <a:defRPr sz="1875" b="1">
                <a:solidFill>
                  <a:srgbClr val="005A9C"/>
                </a:solidFill>
                <a:latin typeface="Arial"/>
                <a:ea typeface="Arial"/>
                <a:cs typeface="Arial"/>
              </a:defRPr>
            </a:lvl6pPr>
            <a:lvl7pPr algn="l">
              <a:defRPr sz="1875" b="1">
                <a:solidFill>
                  <a:srgbClr val="005A9C"/>
                </a:solidFill>
                <a:latin typeface="Arial"/>
                <a:ea typeface="Arial"/>
                <a:cs typeface="Arial"/>
              </a:defRPr>
            </a:lvl7pPr>
            <a:lvl8pPr algn="l">
              <a:defRPr sz="1875" b="1">
                <a:solidFill>
                  <a:srgbClr val="005A9C"/>
                </a:solidFill>
                <a:latin typeface="Arial"/>
                <a:ea typeface="Arial"/>
                <a:cs typeface="Arial"/>
              </a:defRPr>
            </a:lvl8pPr>
            <a:lvl9pPr algn="l">
              <a:defRPr sz="1875" b="1">
                <a:solidFill>
                  <a:srgbClr val="005A9C"/>
                </a:solidFill>
                <a:latin typeface="Arial"/>
                <a:ea typeface="Arial"/>
                <a:cs typeface="Arial"/>
              </a:defRPr>
            </a:lvl9pPr>
          </a:lstStyle>
          <a:p xmlns:a="http://schemas.openxmlformats.org/drawingml/2006/main">
            <a:pPr algn="l">
              <a:defRPr sz="1875" b="1">
                <a:solidFill>
                  <a:srgbClr val="005A9C"/>
                </a:solidFill>
                <a:latin typeface="Arial"/>
                <a:ea typeface="Arial"/>
                <a:cs typeface="Arial"/>
              </a:defRPr>
            </a:pPr>
            <a:r>
              <a:rPr sz="1875" b="1">
                <a:solidFill>
                  <a:srgbClr val="005A9C"/>
                </a:solidFill>
                <a:latin typeface="Arial"/>
                <a:ea typeface="Arial"/>
                <a:cs typeface="Arial"/>
              </a:rPr>
              <a:t>Related content to update</a:t>
            </a:r>
          </a:p>
        </p:txBody>
      </p:sp>
      <p:sp>
        <p:nvSpPr>
          <p:cNvPr id="43" name="!!changeLog.sync.body">
            <a:extLst xmlns:a="http://schemas.openxmlformats.org/drawingml/2006/main">
              <a:ext uri="{FF2B5EF4-FFF2-40B4-BE49-F238E27FC236}">
                <a16:creationId xmlns:a16="http://schemas.microsoft.com/office/drawing/2014/main" id="{72070AF6-B479-40D1-93FB-6900598BCD6F}"/>
              </a:ext>
            </a:extLst>
          </p:cNvPr>
          <p:cNvSpPr>
            <a:spLocks xmlns:a="http://schemas.openxmlformats.org/drawingml/2006/main" noGrp="1"/>
          </p:cNvSpPr>
          <p:nvPr/>
        </p:nvSpPr>
        <p:spPr>
          <a:xfrm xmlns:a="http://schemas.openxmlformats.org/drawingml/2006/main">
            <a:off x="9839325" y="6324600"/>
            <a:ext cx="4514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0262C"/>
                </a:solidFill>
                <a:latin typeface="Arial"/>
                <a:ea typeface="Arial"/>
                <a:cs typeface="Arial"/>
              </a:defRPr>
            </a:defPPr>
            <a:lvl1pPr algn="l">
              <a:defRPr sz="1875" b="0">
                <a:solidFill>
                  <a:srgbClr val="20262C"/>
                </a:solidFill>
                <a:latin typeface="Arial"/>
                <a:ea typeface="Arial"/>
                <a:cs typeface="Arial"/>
              </a:defRPr>
            </a:lvl1pPr>
            <a:lvl2pPr algn="l">
              <a:defRPr sz="1875" b="0">
                <a:solidFill>
                  <a:srgbClr val="20262C"/>
                </a:solidFill>
                <a:latin typeface="Arial"/>
                <a:ea typeface="Arial"/>
                <a:cs typeface="Arial"/>
              </a:defRPr>
            </a:lvl2pPr>
            <a:lvl3pPr algn="l">
              <a:defRPr sz="1875" b="0">
                <a:solidFill>
                  <a:srgbClr val="20262C"/>
                </a:solidFill>
                <a:latin typeface="Arial"/>
                <a:ea typeface="Arial"/>
                <a:cs typeface="Arial"/>
              </a:defRPr>
            </a:lvl3pPr>
            <a:lvl4pPr algn="l">
              <a:defRPr sz="1875" b="0">
                <a:solidFill>
                  <a:srgbClr val="20262C"/>
                </a:solidFill>
                <a:latin typeface="Arial"/>
                <a:ea typeface="Arial"/>
                <a:cs typeface="Arial"/>
              </a:defRPr>
            </a:lvl4pPr>
            <a:lvl5pPr algn="l">
              <a:defRPr sz="1875" b="0">
                <a:solidFill>
                  <a:srgbClr val="20262C"/>
                </a:solidFill>
                <a:latin typeface="Arial"/>
                <a:ea typeface="Arial"/>
                <a:cs typeface="Arial"/>
              </a:defRPr>
            </a:lvl5pPr>
            <a:lvl6pPr algn="l">
              <a:defRPr sz="1875" b="0">
                <a:solidFill>
                  <a:srgbClr val="20262C"/>
                </a:solidFill>
                <a:latin typeface="Arial"/>
                <a:ea typeface="Arial"/>
                <a:cs typeface="Arial"/>
              </a:defRPr>
            </a:lvl6pPr>
            <a:lvl7pPr algn="l">
              <a:defRPr sz="1875" b="0">
                <a:solidFill>
                  <a:srgbClr val="20262C"/>
                </a:solidFill>
                <a:latin typeface="Arial"/>
                <a:ea typeface="Arial"/>
                <a:cs typeface="Arial"/>
              </a:defRPr>
            </a:lvl7pPr>
            <a:lvl8pPr algn="l">
              <a:defRPr sz="1875" b="0">
                <a:solidFill>
                  <a:srgbClr val="20262C"/>
                </a:solidFill>
                <a:latin typeface="Arial"/>
                <a:ea typeface="Arial"/>
                <a:cs typeface="Arial"/>
              </a:defRPr>
            </a:lvl8pPr>
            <a:lvl9pPr algn="l">
              <a:defRPr sz="1875" b="0">
                <a:solidFill>
                  <a:srgbClr val="20262C"/>
                </a:solidFill>
                <a:latin typeface="Arial"/>
                <a:ea typeface="Arial"/>
                <a:cs typeface="Arial"/>
              </a:defRPr>
            </a:lvl9pPr>
          </a:lstStyle>
          <a:p xmlns:a="http://schemas.openxmlformats.org/drawingml/2006/main">
            <a:pPr algn="l">
              <a:defRPr sz="1875" b="0">
                <a:solidFill>
                  <a:srgbClr val="20262C"/>
                </a:solidFill>
                <a:latin typeface="Arial"/>
                <a:ea typeface="Arial"/>
                <a:cs typeface="Arial"/>
              </a:defRPr>
            </a:pPr>
            <a:r>
              <a:rPr sz="1875" b="0">
                <a:solidFill>
                  <a:srgbClr val="20262C"/>
                </a:solidFill>
                <a:latin typeface="Arial"/>
                <a:ea typeface="Arial"/>
                <a:cs typeface="Arial"/>
              </a:rPr>
              <a:t>The same view in other client updates</a:t>
            </a:r>
          </a:p>
          <a:p xmlns:a="http://schemas.openxmlformats.org/drawingml/2006/main">
            <a:pPr algn="l">
              <a:defRPr sz="1875" b="0">
                <a:solidFill>
                  <a:srgbClr val="20262C"/>
                </a:solidFill>
                <a:latin typeface="Arial"/>
                <a:ea typeface="Arial"/>
                <a:cs typeface="Arial"/>
              </a:defRPr>
            </a:pPr>
            <a:r>
              <a:rPr sz="1875" b="0">
                <a:solidFill>
                  <a:srgbClr val="20262C"/>
                </a:solidFill>
                <a:latin typeface="Arial"/>
                <a:ea typeface="Arial"/>
                <a:cs typeface="Arial"/>
              </a:rPr>
              <a:t>and product Q&amp;A</a:t>
            </a:r>
          </a:p>
        </p:txBody>
      </p:sp>
      <p:sp>
        <p:nvSpPr>
          <p:cNvPr id="44" name="!!ops.explain.toLog.line">
            <a:extLst xmlns:a="http://schemas.openxmlformats.org/drawingml/2006/main">
              <a:ext uri="{FF2B5EF4-FFF2-40B4-BE49-F238E27FC236}">
                <a16:creationId xmlns:a16="http://schemas.microsoft.com/office/drawing/2014/main" id="{0B334D18-C02C-4F00-99BC-7A31CFA4781D}"/>
              </a:ext>
            </a:extLst>
          </p:cNvPr>
          <p:cNvSpPr>
            <a:spLocks xmlns:a="http://schemas.openxmlformats.org/drawingml/2006/main" noGrp="1"/>
          </p:cNvSpPr>
          <p:nvPr/>
        </p:nvSpPr>
        <p:spPr>
          <a:xfrm xmlns:a="http://schemas.openxmlformats.org/drawingml/2006/main" flipH="0" flipV="0">
            <a:off x="9153525" y="5800725"/>
            <a:ext cx="352425" cy="953"/>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45" name="!!ops.explain.toLog.tip">
            <a:extLst xmlns:a="http://schemas.openxmlformats.org/drawingml/2006/main">
              <a:ext uri="{FF2B5EF4-FFF2-40B4-BE49-F238E27FC236}">
                <a16:creationId xmlns:a16="http://schemas.microsoft.com/office/drawing/2014/main" id="{54DB42DC-0351-4AC6-801D-AE4E51565BB0}"/>
              </a:ext>
            </a:extLst>
          </p:cNvPr>
          <p:cNvSpPr>
            <a:spLocks xmlns:a="http://schemas.openxmlformats.org/drawingml/2006/main" noGrp="1"/>
          </p:cNvSpPr>
          <p:nvPr/>
        </p:nvSpPr>
        <p:spPr>
          <a:xfrm xmlns:a="http://schemas.openxmlformats.org/drawingml/2006/main" rot="5400000">
            <a:off x="9448800" y="5743575"/>
            <a:ext cx="114300" cy="11430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46" name="!!ops.user">
            <a:extLst xmlns:a="http://schemas.openxmlformats.org/drawingml/2006/main">
              <a:ext uri="{FF2B5EF4-FFF2-40B4-BE49-F238E27FC236}">
                <a16:creationId xmlns:a16="http://schemas.microsoft.com/office/drawing/2014/main" id="{AF807AF5-6724-41D8-85E7-7FA3D52CDF78}"/>
              </a:ext>
            </a:extLst>
          </p:cNvPr>
          <p:cNvSpPr>
            <a:spLocks xmlns:a="http://schemas.openxmlformats.org/drawingml/2006/main" noGrp="1"/>
          </p:cNvSpPr>
          <p:nvPr/>
        </p:nvSpPr>
        <p:spPr>
          <a:xfrm xmlns:a="http://schemas.openxmlformats.org/drawingml/2006/main">
            <a:off x="4057650" y="7181850"/>
            <a:ext cx="105346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0262C"/>
                </a:solidFill>
                <a:latin typeface="Arial"/>
                <a:ea typeface="Arial"/>
                <a:cs typeface="Arial"/>
              </a:defRPr>
            </a:defPPr>
            <a:lvl1pPr algn="l">
              <a:defRPr sz="1875" b="0">
                <a:solidFill>
                  <a:srgbClr val="20262C"/>
                </a:solidFill>
                <a:latin typeface="Arial"/>
                <a:ea typeface="Arial"/>
                <a:cs typeface="Arial"/>
              </a:defRPr>
            </a:lvl1pPr>
            <a:lvl2pPr algn="l">
              <a:defRPr sz="1875" b="0">
                <a:solidFill>
                  <a:srgbClr val="20262C"/>
                </a:solidFill>
                <a:latin typeface="Arial"/>
                <a:ea typeface="Arial"/>
                <a:cs typeface="Arial"/>
              </a:defRPr>
            </a:lvl2pPr>
            <a:lvl3pPr algn="l">
              <a:defRPr sz="1875" b="0">
                <a:solidFill>
                  <a:srgbClr val="20262C"/>
                </a:solidFill>
                <a:latin typeface="Arial"/>
                <a:ea typeface="Arial"/>
                <a:cs typeface="Arial"/>
              </a:defRPr>
            </a:lvl3pPr>
            <a:lvl4pPr algn="l">
              <a:defRPr sz="1875" b="0">
                <a:solidFill>
                  <a:srgbClr val="20262C"/>
                </a:solidFill>
                <a:latin typeface="Arial"/>
                <a:ea typeface="Arial"/>
                <a:cs typeface="Arial"/>
              </a:defRPr>
            </a:lvl4pPr>
            <a:lvl5pPr algn="l">
              <a:defRPr sz="1875" b="0">
                <a:solidFill>
                  <a:srgbClr val="20262C"/>
                </a:solidFill>
                <a:latin typeface="Arial"/>
                <a:ea typeface="Arial"/>
                <a:cs typeface="Arial"/>
              </a:defRPr>
            </a:lvl5pPr>
            <a:lvl6pPr algn="l">
              <a:defRPr sz="1875" b="0">
                <a:solidFill>
                  <a:srgbClr val="20262C"/>
                </a:solidFill>
                <a:latin typeface="Arial"/>
                <a:ea typeface="Arial"/>
                <a:cs typeface="Arial"/>
              </a:defRPr>
            </a:lvl6pPr>
            <a:lvl7pPr algn="l">
              <a:defRPr sz="1875" b="0">
                <a:solidFill>
                  <a:srgbClr val="20262C"/>
                </a:solidFill>
                <a:latin typeface="Arial"/>
                <a:ea typeface="Arial"/>
                <a:cs typeface="Arial"/>
              </a:defRPr>
            </a:lvl7pPr>
            <a:lvl8pPr algn="l">
              <a:defRPr sz="1875" b="0">
                <a:solidFill>
                  <a:srgbClr val="20262C"/>
                </a:solidFill>
                <a:latin typeface="Arial"/>
                <a:ea typeface="Arial"/>
                <a:cs typeface="Arial"/>
              </a:defRPr>
            </a:lvl8pPr>
            <a:lvl9pPr algn="l">
              <a:defRPr sz="1875" b="0">
                <a:solidFill>
                  <a:srgbClr val="20262C"/>
                </a:solidFill>
                <a:latin typeface="Arial"/>
                <a:ea typeface="Arial"/>
                <a:cs typeface="Arial"/>
              </a:defRPr>
            </a:lvl9pPr>
          </a:lstStyle>
          <a:p xmlns:a="http://schemas.openxmlformats.org/drawingml/2006/main">
            <a:pPr algn="l">
              <a:defRPr sz="1875" b="0">
                <a:solidFill>
                  <a:srgbClr val="20262C"/>
                </a:solidFill>
                <a:latin typeface="Arial"/>
                <a:ea typeface="Arial"/>
                <a:cs typeface="Arial"/>
              </a:defRPr>
            </a:pPr>
            <a:r>
              <a:rPr sz="1875" b="0">
                <a:solidFill>
                  <a:srgbClr val="20262C"/>
                </a:solidFill>
                <a:latin typeface="Arial"/>
                <a:ea typeface="Arial"/>
                <a:cs typeface="Arial"/>
              </a:rPr>
              <a:t>Operations checks the change log, retains it with V2 and updates related materials</a:t>
            </a:r>
          </a:p>
        </p:txBody>
      </p:sp>
      <p:sp>
        <p:nvSpPr>
          <p:cNvPr id="48" name="!!story.header.client.bar">
            <a:extLst xmlns:a="http://schemas.openxmlformats.org/drawingml/2006/main">
              <a:ext uri="{FF2B5EF4-FFF2-40B4-BE49-F238E27FC236}">
                <a16:creationId xmlns:a16="http://schemas.microsoft.com/office/drawing/2014/main" id="{18A37915-010C-426E-899A-69DB7D922B39}"/>
              </a:ext>
            </a:extLst>
          </p:cNvPr>
          <p:cNvSpPr>
            <a:spLocks xmlns:a="http://schemas.openxmlformats.org/drawingml/2006/main" noGrp="1"/>
          </p:cNvSpPr>
          <p:nvPr/>
        </p:nvSpPr>
        <p:spPr>
          <a:xfrm xmlns:a="http://schemas.openxmlformats.org/drawingml/2006/main">
            <a:off x="10668000" y="1257300"/>
            <a:ext cx="47625" cy="238125"/>
          </a:xfrm>
          <a:prstGeom xmlns:a="http://schemas.openxmlformats.org/drawingml/2006/main" prst="rect">
            <a:avLst/>
          </a:prstGeom>
          <a:solidFill xmlns:a="http://schemas.openxmlformats.org/drawingml/2006/main">
            <a:srgbClr val="7363A6"/>
          </a:solidFill>
          <a:ln xmlns:a="http://schemas.openxmlformats.org/drawingml/2006/main" w="0">
            <a:noFill/>
          </a:ln>
        </p:spPr>
      </p:sp>
      <p:sp>
        <p:nvSpPr>
          <p:cNvPr id="49" name="!!story.header.client.name">
            <a:extLst xmlns:a="http://schemas.openxmlformats.org/drawingml/2006/main">
              <a:ext uri="{FF2B5EF4-FFF2-40B4-BE49-F238E27FC236}">
                <a16:creationId xmlns:a16="http://schemas.microsoft.com/office/drawing/2014/main" id="{A2E6E625-E086-48A4-957C-7F2635EE8E6F}"/>
              </a:ext>
            </a:extLst>
          </p:cNvPr>
          <p:cNvSpPr>
            <a:spLocks xmlns:a="http://schemas.openxmlformats.org/drawingml/2006/main" noGrp="1"/>
          </p:cNvSpPr>
          <p:nvPr/>
        </p:nvSpPr>
        <p:spPr>
          <a:xfrm xmlns:a="http://schemas.openxmlformats.org/drawingml/2006/main">
            <a:off x="10801350" y="1190625"/>
            <a:ext cx="152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7363A6"/>
                </a:solidFill>
                <a:latin typeface="Arial"/>
                <a:ea typeface="Arial"/>
                <a:cs typeface="Arial"/>
              </a:defRPr>
            </a:defPPr>
            <a:lvl1pPr algn="l">
              <a:defRPr sz="1800" b="1">
                <a:solidFill>
                  <a:srgbClr val="7363A6"/>
                </a:solidFill>
                <a:latin typeface="Arial"/>
                <a:ea typeface="Arial"/>
                <a:cs typeface="Arial"/>
              </a:defRPr>
            </a:lvl1pPr>
            <a:lvl2pPr algn="l">
              <a:defRPr sz="1800" b="1">
                <a:solidFill>
                  <a:srgbClr val="7363A6"/>
                </a:solidFill>
                <a:latin typeface="Arial"/>
                <a:ea typeface="Arial"/>
                <a:cs typeface="Arial"/>
              </a:defRPr>
            </a:lvl2pPr>
            <a:lvl3pPr algn="l">
              <a:defRPr sz="1800" b="1">
                <a:solidFill>
                  <a:srgbClr val="7363A6"/>
                </a:solidFill>
                <a:latin typeface="Arial"/>
                <a:ea typeface="Arial"/>
                <a:cs typeface="Arial"/>
              </a:defRPr>
            </a:lvl3pPr>
            <a:lvl4pPr algn="l">
              <a:defRPr sz="1800" b="1">
                <a:solidFill>
                  <a:srgbClr val="7363A6"/>
                </a:solidFill>
                <a:latin typeface="Arial"/>
                <a:ea typeface="Arial"/>
                <a:cs typeface="Arial"/>
              </a:defRPr>
            </a:lvl4pPr>
            <a:lvl5pPr algn="l">
              <a:defRPr sz="1800" b="1">
                <a:solidFill>
                  <a:srgbClr val="7363A6"/>
                </a:solidFill>
                <a:latin typeface="Arial"/>
                <a:ea typeface="Arial"/>
                <a:cs typeface="Arial"/>
              </a:defRPr>
            </a:lvl5pPr>
            <a:lvl6pPr algn="l">
              <a:defRPr sz="1800" b="1">
                <a:solidFill>
                  <a:srgbClr val="7363A6"/>
                </a:solidFill>
                <a:latin typeface="Arial"/>
                <a:ea typeface="Arial"/>
                <a:cs typeface="Arial"/>
              </a:defRPr>
            </a:lvl6pPr>
            <a:lvl7pPr algn="l">
              <a:defRPr sz="1800" b="1">
                <a:solidFill>
                  <a:srgbClr val="7363A6"/>
                </a:solidFill>
                <a:latin typeface="Arial"/>
                <a:ea typeface="Arial"/>
                <a:cs typeface="Arial"/>
              </a:defRPr>
            </a:lvl7pPr>
            <a:lvl8pPr algn="l">
              <a:defRPr sz="1800" b="1">
                <a:solidFill>
                  <a:srgbClr val="7363A6"/>
                </a:solidFill>
                <a:latin typeface="Arial"/>
                <a:ea typeface="Arial"/>
                <a:cs typeface="Arial"/>
              </a:defRPr>
            </a:lvl8pPr>
            <a:lvl9pPr algn="l">
              <a:defRPr sz="1800" b="1">
                <a:solidFill>
                  <a:srgbClr val="7363A6"/>
                </a:solidFill>
                <a:latin typeface="Arial"/>
                <a:ea typeface="Arial"/>
                <a:cs typeface="Arial"/>
              </a:defRPr>
            </a:lvl9pPr>
          </a:lstStyle>
          <a:p xmlns:a="http://schemas.openxmlformats.org/drawingml/2006/main">
            <a:pPr algn="l">
              <a:defRPr sz="1800" b="1">
                <a:solidFill>
                  <a:srgbClr val="7363A6"/>
                </a:solidFill>
                <a:latin typeface="Arial"/>
                <a:ea typeface="Arial"/>
                <a:cs typeface="Arial"/>
              </a:defRPr>
            </a:pPr>
            <a:r>
              <a:rPr sz="1800" b="1">
                <a:solidFill>
                  <a:srgbClr val="7363A6"/>
                </a:solidFill>
                <a:latin typeface="Arial"/>
                <a:ea typeface="Arial"/>
                <a:cs typeface="Arial"/>
              </a:rPr>
              <a:t>Client update</a:t>
            </a:r>
          </a:p>
        </p:txBody>
      </p:sp>
      <p:sp>
        <p:nvSpPr>
          <p:cNvPr id="50" name="!!story.header.client.qualifier">
            <a:extLst xmlns:a="http://schemas.openxmlformats.org/drawingml/2006/main">
              <a:ext uri="{FF2B5EF4-FFF2-40B4-BE49-F238E27FC236}">
                <a16:creationId xmlns:a16="http://schemas.microsoft.com/office/drawing/2014/main" id="{A96AC531-FE4C-4362-917D-DA7BAC94916D}"/>
              </a:ext>
            </a:extLst>
          </p:cNvPr>
          <p:cNvSpPr>
            <a:spLocks xmlns:a="http://schemas.openxmlformats.org/drawingml/2006/main" noGrp="1"/>
          </p:cNvSpPr>
          <p:nvPr/>
        </p:nvSpPr>
        <p:spPr>
          <a:xfrm xmlns:a="http://schemas.openxmlformats.org/drawingml/2006/main">
            <a:off x="12430125" y="1238250"/>
            <a:ext cx="14001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707C88"/>
                </a:solidFill>
                <a:latin typeface="Arial"/>
                <a:ea typeface="Arial"/>
                <a:cs typeface="Arial"/>
              </a:defRPr>
            </a:defPPr>
            <a:lvl1pPr algn="l">
              <a:defRPr sz="1500" b="0">
                <a:solidFill>
                  <a:srgbClr val="707C88"/>
                </a:solidFill>
                <a:latin typeface="Arial"/>
                <a:ea typeface="Arial"/>
                <a:cs typeface="Arial"/>
              </a:defRPr>
            </a:lvl1pPr>
            <a:lvl2pPr algn="l">
              <a:defRPr sz="1500" b="0">
                <a:solidFill>
                  <a:srgbClr val="707C88"/>
                </a:solidFill>
                <a:latin typeface="Arial"/>
                <a:ea typeface="Arial"/>
                <a:cs typeface="Arial"/>
              </a:defRPr>
            </a:lvl2pPr>
            <a:lvl3pPr algn="l">
              <a:defRPr sz="1500" b="0">
                <a:solidFill>
                  <a:srgbClr val="707C88"/>
                </a:solidFill>
                <a:latin typeface="Arial"/>
                <a:ea typeface="Arial"/>
                <a:cs typeface="Arial"/>
              </a:defRPr>
            </a:lvl3pPr>
            <a:lvl4pPr algn="l">
              <a:defRPr sz="1500" b="0">
                <a:solidFill>
                  <a:srgbClr val="707C88"/>
                </a:solidFill>
                <a:latin typeface="Arial"/>
                <a:ea typeface="Arial"/>
                <a:cs typeface="Arial"/>
              </a:defRPr>
            </a:lvl4pPr>
            <a:lvl5pPr algn="l">
              <a:defRPr sz="1500" b="0">
                <a:solidFill>
                  <a:srgbClr val="707C88"/>
                </a:solidFill>
                <a:latin typeface="Arial"/>
                <a:ea typeface="Arial"/>
                <a:cs typeface="Arial"/>
              </a:defRPr>
            </a:lvl5pPr>
            <a:lvl6pPr algn="l">
              <a:defRPr sz="1500" b="0">
                <a:solidFill>
                  <a:srgbClr val="707C88"/>
                </a:solidFill>
                <a:latin typeface="Arial"/>
                <a:ea typeface="Arial"/>
                <a:cs typeface="Arial"/>
              </a:defRPr>
            </a:lvl6pPr>
            <a:lvl7pPr algn="l">
              <a:defRPr sz="1500" b="0">
                <a:solidFill>
                  <a:srgbClr val="707C88"/>
                </a:solidFill>
                <a:latin typeface="Arial"/>
                <a:ea typeface="Arial"/>
                <a:cs typeface="Arial"/>
              </a:defRPr>
            </a:lvl7pPr>
            <a:lvl8pPr algn="l">
              <a:defRPr sz="1500" b="0">
                <a:solidFill>
                  <a:srgbClr val="707C88"/>
                </a:solidFill>
                <a:latin typeface="Arial"/>
                <a:ea typeface="Arial"/>
                <a:cs typeface="Arial"/>
              </a:defRPr>
            </a:lvl8pPr>
            <a:lvl9pPr algn="l">
              <a:defRPr sz="1500" b="0">
                <a:solidFill>
                  <a:srgbClr val="707C88"/>
                </a:solidFill>
                <a:latin typeface="Arial"/>
                <a:ea typeface="Arial"/>
                <a:cs typeface="Arial"/>
              </a:defRPr>
            </a:lvl9pPr>
          </a:lstStyle>
          <a:p xmlns:a="http://schemas.openxmlformats.org/drawingml/2006/main">
            <a:pPr algn="l">
              <a:defRPr sz="1500" b="0">
                <a:solidFill>
                  <a:srgbClr val="707C88"/>
                </a:solidFill>
                <a:latin typeface="Arial"/>
                <a:ea typeface="Arial"/>
                <a:cs typeface="Arial"/>
              </a:defRPr>
            </a:pPr>
            <a:r>
              <a:rPr sz="1500" b="0">
                <a:solidFill>
                  <a:srgbClr val="707C88"/>
                </a:solidFill>
                <a:latin typeface="Arial"/>
                <a:ea typeface="Arial"/>
                <a:cs typeface="Arial"/>
              </a:rPr>
              <a:t>Change log</a:t>
            </a:r>
          </a:p>
        </p:txBody>
      </p:sp>
      <p:sp>
        <p:nvSpPr>
          <p:cNvPr id="51" name="!!story.client.input.record">
            <a:extLst xmlns:a="http://schemas.openxmlformats.org/drawingml/2006/main">
              <a:ext uri="{FF2B5EF4-FFF2-40B4-BE49-F238E27FC236}">
                <a16:creationId xmlns:a16="http://schemas.microsoft.com/office/drawing/2014/main" id="{230A8737-7943-4B93-A908-563FD8139A02}"/>
              </a:ext>
            </a:extLst>
          </p:cNvPr>
          <p:cNvSpPr>
            <a:spLocks xmlns:a="http://schemas.openxmlformats.org/drawingml/2006/main" noGrp="1"/>
          </p:cNvSpPr>
          <p:nvPr/>
        </p:nvSpPr>
        <p:spPr>
          <a:xfrm xmlns:a="http://schemas.openxmlformats.org/drawingml/2006/main">
            <a:off x="4152900" y="2924175"/>
            <a:ext cx="38100" cy="304800"/>
          </a:xfrm>
          <a:prstGeom xmlns:a="http://schemas.openxmlformats.org/drawingml/2006/main" prst="rect">
            <a:avLst/>
          </a:prstGeom>
          <a:solidFill xmlns:a="http://schemas.openxmlformats.org/drawingml/2006/main">
            <a:srgbClr val="7363A6"/>
          </a:solidFill>
          <a:ln xmlns:a="http://schemas.openxmlformats.org/drawingml/2006/main" w="0">
            <a:noFill/>
          </a:ln>
        </p:spPr>
      </p:sp>
      <p:sp>
        <p:nvSpPr>
          <p:cNvPr id="52" name="!!story.client.change.explanation">
            <a:extLst xmlns:a="http://schemas.openxmlformats.org/drawingml/2006/main">
              <a:ext uri="{FF2B5EF4-FFF2-40B4-BE49-F238E27FC236}">
                <a16:creationId xmlns:a16="http://schemas.microsoft.com/office/drawing/2014/main" id="{554FAC92-06D9-4676-9865-B94C6F4E9147}"/>
              </a:ext>
            </a:extLst>
          </p:cNvPr>
          <p:cNvSpPr>
            <a:spLocks xmlns:a="http://schemas.openxmlformats.org/drawingml/2006/main" noGrp="1"/>
          </p:cNvSpPr>
          <p:nvPr/>
        </p:nvSpPr>
        <p:spPr>
          <a:xfrm xmlns:a="http://schemas.openxmlformats.org/drawingml/2006/main">
            <a:off x="9544050" y="2333625"/>
            <a:ext cx="57150" cy="4857750"/>
          </a:xfrm>
          <a:prstGeom xmlns:a="http://schemas.openxmlformats.org/drawingml/2006/main" prst="rect">
            <a:avLst/>
          </a:prstGeom>
          <a:solidFill xmlns:a="http://schemas.openxmlformats.org/drawingml/2006/main">
            <a:srgbClr val="7363A6"/>
          </a:solidFill>
          <a:ln xmlns:a="http://schemas.openxmlformats.org/drawingml/2006/main" w="0">
            <a:noFill/>
          </a:ln>
        </p:spPr>
      </p:sp>
    </p:spTree>
    <p:extLst>
      <p:ext uri="{BB962C8B-B14F-4D97-AF65-F5344CB8AC3E}">
        <p14:creationId xmlns:p14="http://schemas.microsoft.com/office/powerpoint/2010/main" val="2051925719"/>
      </p:ext>
    </p:extLst>
  </p:cSld>
  <mc:AlternateContent xmlns:mc="http://schemas.openxmlformats.org/markup-compatibility/2006">
    <mc:Choice xmlns:p159="http://schemas.microsoft.com/office/powerpoint/2015/09/main" Requires="p159">
      <p:transition xmlns:p14="http://schemas.microsoft.com/office/powerpoint/2010/main" spd="med" advClick="1" p14:dur="700">
        <p159:morph option="byObject"/>
      </p:transition>
    </mc:Choice>
    <mc:Fallback>
      <p:transition spd="fast" advClick="1">
        <p:fade/>
      </p:transition>
    </mc:Fallback>
  </mc:AlternateContent>
  <p:timing>
    <p:tnLst>
      <p:par>
        <p:cTn id="1" dur="indefinite" restart="never" nodeType="tmRoot">
          <p:childTnLst>
            <p:seq concurrent="1" nextAc="seek">
              <p:cTn id="2" dur="indefinite" nodeType="mainSeq">
                <p:childTnLst>
                  <p:par>
                    <p:cTn id="3" fill="hold">
                      <p:stCondLst>
                        <p:cond delay="0"/>
                      </p:stCondLst>
                      <p:childTnLst>
                        <p:par>
                          <p:cTn id="4" presetID="1" presetClass="entr" presetSubtype="0" fill="hold" nodeType="withEffect" grpId="0">
                            <p:stCondLst>
                              <p:cond delay="150"/>
                            </p:stCondLst>
                            <p:childTnLst>
                              <p:set>
                                <p:cBhvr>
                                  <p:cTn id="5" dur="1" fill="hold">
                                    <p:stCondLst>
                                      <p:cond delay="0"/>
                                    </p:stCondLst>
                                  </p:cTn>
                                  <p:tgtEl>
                                    <p:spTgt spid="28"/>
                                  </p:tgtEl>
                                  <p:attrNameLst>
                                    <p:attrName>style.visibility</p:attrName>
                                  </p:attrNameLst>
                                </p:cBhvr>
                                <p:to>
                                  <p:strVal val="visible"/>
                                </p:to>
                              </p:set>
                            </p:childTnLst>
                          </p:cTn>
                        </p:par>
                        <p:par>
                          <p:cTn id="6" presetID="1" presetClass="entr" presetSubtype="0" fill="hold" nodeType="withEffect" grpId="0">
                            <p:stCondLst>
                              <p:cond delay="150"/>
                            </p:stCondLst>
                            <p:childTnLst>
                              <p:set>
                                <p:cBhvr>
                                  <p:cTn id="7" dur="1" fill="hold">
                                    <p:stCondLst>
                                      <p:cond delay="0"/>
                                    </p:stCondLst>
                                  </p:cTn>
                                  <p:tgtEl>
                                    <p:spTgt spid="29"/>
                                  </p:tgtEl>
                                  <p:attrNameLst>
                                    <p:attrName>style.visibility</p:attrName>
                                  </p:attrNameLst>
                                </p:cBhvr>
                                <p:to>
                                  <p:strVal val="visible"/>
                                </p:to>
                              </p:set>
                            </p:childTnLst>
                          </p:cTn>
                        </p:par>
                        <p:par>
                          <p:cTn id="8" presetID="1" presetClass="entr" presetSubtype="0" fill="hold" nodeType="withEffect" grpId="0">
                            <p:stCondLst>
                              <p:cond delay="150"/>
                            </p:stCondLst>
                            <p:childTnLst>
                              <p:set>
                                <p:cBhvr>
                                  <p:cTn id="9" dur="1" fill="hold">
                                    <p:stCondLst>
                                      <p:cond delay="0"/>
                                    </p:stCondLst>
                                  </p:cTn>
                                  <p:tgtEl>
                                    <p:spTgt spid="30"/>
                                  </p:tgtEl>
                                  <p:attrNameLst>
                                    <p:attrName>style.visibility</p:attrName>
                                  </p:attrNameLst>
                                </p:cBhvr>
                                <p:to>
                                  <p:strVal val="visible"/>
                                </p:to>
                              </p:set>
                            </p:childTnLst>
                          </p:cTn>
                        </p:par>
                        <p:par>
                          <p:cTn id="10" presetID="1" presetClass="entr" presetSubtype="0" fill="hold" nodeType="withEffect" grpId="0">
                            <p:stCondLst>
                              <p:cond delay="700"/>
                            </p:stCondLst>
                            <p:childTnLst>
                              <p:set>
                                <p:cBhvr>
                                  <p:cTn id="11" dur="1" fill="hold">
                                    <p:stCondLst>
                                      <p:cond delay="0"/>
                                    </p:stCondLst>
                                  </p:cTn>
                                  <p:tgtEl>
                                    <p:spTgt spid="31"/>
                                  </p:tgtEl>
                                  <p:attrNameLst>
                                    <p:attrName>style.visibility</p:attrName>
                                  </p:attrNameLst>
                                </p:cBhvr>
                                <p:to>
                                  <p:strVal val="visible"/>
                                </p:to>
                              </p:set>
                            </p:childTnLst>
                          </p:cTn>
                        </p:par>
                        <p:par>
                          <p:cTn id="12" presetID="1" presetClass="entr" presetSubtype="0" fill="hold" nodeType="withEffect" grpId="0">
                            <p:stCondLst>
                              <p:cond delay="700"/>
                            </p:stCondLst>
                            <p:childTnLst>
                              <p:set>
                                <p:cBhvr>
                                  <p:cTn id="13" dur="1" fill="hold">
                                    <p:stCondLst>
                                      <p:cond delay="0"/>
                                    </p:stCondLst>
                                  </p:cTn>
                                  <p:tgtEl>
                                    <p:spTgt spid="32"/>
                                  </p:tgtEl>
                                  <p:attrNameLst>
                                    <p:attrName>style.visibility</p:attrName>
                                  </p:attrNameLst>
                                </p:cBhvr>
                                <p:to>
                                  <p:strVal val="visible"/>
                                </p:to>
                              </p:set>
                            </p:childTnLst>
                          </p:cTn>
                        </p:par>
                        <p:par>
                          <p:cTn id="14" presetID="1" presetClass="entr" presetSubtype="0" fill="hold" nodeType="withEffect" grpId="0">
                            <p:stCondLst>
                              <p:cond delay="700"/>
                            </p:stCondLst>
                            <p:childTnLst>
                              <p:set>
                                <p:cBhvr>
                                  <p:cTn id="15" dur="1" fill="hold">
                                    <p:stCondLst>
                                      <p:cond delay="0"/>
                                    </p:stCondLst>
                                  </p:cTn>
                                  <p:tgtEl>
                                    <p:spTgt spid="33"/>
                                  </p:tgtEl>
                                  <p:attrNameLst>
                                    <p:attrName>style.visibility</p:attrName>
                                  </p:attrNameLst>
                                </p:cBhvr>
                                <p:to>
                                  <p:strVal val="visible"/>
                                </p:to>
                              </p:set>
                            </p:childTnLst>
                          </p:cTn>
                        </p:par>
                        <p:par>
                          <p:cTn id="16" presetID="1" presetClass="entr" presetSubtype="0" fill="hold" nodeType="withEffect" grpId="0">
                            <p:stCondLst>
                              <p:cond delay="1250"/>
                            </p:stCondLst>
                            <p:childTnLst>
                              <p:set>
                                <p:cBhvr>
                                  <p:cTn id="17" dur="1" fill="hold">
                                    <p:stCondLst>
                                      <p:cond delay="0"/>
                                    </p:stCondLst>
                                  </p:cTn>
                                  <p:tgtEl>
                                    <p:spTgt spid="34"/>
                                  </p:tgtEl>
                                  <p:attrNameLst>
                                    <p:attrName>style.visibility</p:attrName>
                                  </p:attrNameLst>
                                </p:cBhvr>
                                <p:to>
                                  <p:strVal val="visible"/>
                                </p:to>
                              </p:set>
                            </p:childTnLst>
                          </p:cTn>
                        </p:par>
                        <p:par>
                          <p:cTn id="18" presetID="1" presetClass="entr" presetSubtype="0" fill="hold" nodeType="withEffect" grpId="0">
                            <p:stCondLst>
                              <p:cond delay="1250"/>
                            </p:stCondLst>
                            <p:childTnLst>
                              <p:set>
                                <p:cBhvr>
                                  <p:cTn id="19" dur="1" fill="hold">
                                    <p:stCondLst>
                                      <p:cond delay="0"/>
                                    </p:stCondLst>
                                  </p:cTn>
                                  <p:tgtEl>
                                    <p:spTgt spid="35"/>
                                  </p:tgtEl>
                                  <p:attrNameLst>
                                    <p:attrName>style.visibility</p:attrName>
                                  </p:attrNameLst>
                                </p:cBhvr>
                                <p:to>
                                  <p:strVal val="visible"/>
                                </p:to>
                              </p:set>
                            </p:childTnLst>
                          </p:cTn>
                        </p:par>
                        <p:par>
                          <p:cTn id="20" presetID="1" presetClass="entr" presetSubtype="0" fill="hold" nodeType="withEffect" grpId="0">
                            <p:stCondLst>
                              <p:cond delay="1250"/>
                            </p:stCondLst>
                            <p:childTnLst>
                              <p:set>
                                <p:cBhvr>
                                  <p:cTn id="21" dur="1" fill="hold">
                                    <p:stCondLst>
                                      <p:cond delay="0"/>
                                    </p:stCondLst>
                                  </p:cTn>
                                  <p:tgtEl>
                                    <p:spTgt spid="36"/>
                                  </p:tgtEl>
                                  <p:attrNameLst>
                                    <p:attrName>style.visibility</p:attrName>
                                  </p:attrNameLst>
                                </p:cBhvr>
                                <p:to>
                                  <p:strVal val="visible"/>
                                </p:to>
                              </p:set>
                            </p:childTnLst>
                          </p:cTn>
                        </p:par>
                        <p:par>
                          <p:cTn id="22" presetID="1" presetClass="entr" presetSubtype="0" fill="hold" nodeType="withEffect" grpId="0">
                            <p:stCondLst>
                              <p:cond delay="1250"/>
                            </p:stCondLst>
                            <p:childTnLst>
                              <p:set>
                                <p:cBhvr>
                                  <p:cTn id="23" dur="1" fill="hold">
                                    <p:stCondLst>
                                      <p:cond delay="0"/>
                                    </p:stCondLst>
                                  </p:cTn>
                                  <p:tgtEl>
                                    <p:spTgt spid="37"/>
                                  </p:tgtEl>
                                  <p:attrNameLst>
                                    <p:attrName>style.visibility</p:attrName>
                                  </p:attrNameLst>
                                </p:cBhvr>
                                <p:to>
                                  <p:strVal val="visible"/>
                                </p:to>
                              </p:set>
                            </p:childTnLst>
                          </p:cTn>
                        </p:par>
                        <p:par>
                          <p:cTn id="24" presetID="1" presetClass="entr" presetSubtype="0" fill="hold" nodeType="withEffect" grpId="0">
                            <p:stCondLst>
                              <p:cond delay="1250"/>
                            </p:stCondLst>
                            <p:childTnLst>
                              <p:set>
                                <p:cBhvr>
                                  <p:cTn id="25" dur="1" fill="hold">
                                    <p:stCondLst>
                                      <p:cond delay="0"/>
                                    </p:stCondLst>
                                  </p:cTn>
                                  <p:tgtEl>
                                    <p:spTgt spid="38"/>
                                  </p:tgtEl>
                                  <p:attrNameLst>
                                    <p:attrName>style.visibility</p:attrName>
                                  </p:attrNameLst>
                                </p:cBhvr>
                                <p:to>
                                  <p:strVal val="visible"/>
                                </p:to>
                              </p:set>
                            </p:childTnLst>
                          </p:cTn>
                        </p:par>
                        <p:par>
                          <p:cTn id="26" presetID="1" presetClass="entr" presetSubtype="0" fill="hold" nodeType="withEffect" grpId="0">
                            <p:stCondLst>
                              <p:cond delay="1250"/>
                            </p:stCondLst>
                            <p:childTnLst>
                              <p:set>
                                <p:cBhvr>
                                  <p:cTn id="27" dur="1" fill="hold">
                                    <p:stCondLst>
                                      <p:cond delay="0"/>
                                    </p:stCondLst>
                                  </p:cTn>
                                  <p:tgtEl>
                                    <p:spTgt spid="39"/>
                                  </p:tgtEl>
                                  <p:attrNameLst>
                                    <p:attrName>style.visibility</p:attrName>
                                  </p:attrNameLst>
                                </p:cBhvr>
                                <p:to>
                                  <p:strVal val="visible"/>
                                </p:to>
                              </p:set>
                            </p:childTnLst>
                          </p:cTn>
                        </p:par>
                        <p:par>
                          <p:cTn id="28" presetID="1" presetClass="entr" presetSubtype="0" fill="hold" nodeType="withEffect" grpId="0">
                            <p:stCondLst>
                              <p:cond delay="1250"/>
                            </p:stCondLst>
                            <p:childTnLst>
                              <p:set>
                                <p:cBhvr>
                                  <p:cTn id="29" dur="1" fill="hold">
                                    <p:stCondLst>
                                      <p:cond delay="0"/>
                                    </p:stCondLst>
                                  </p:cTn>
                                  <p:tgtEl>
                                    <p:spTgt spid="40"/>
                                  </p:tgtEl>
                                  <p:attrNameLst>
                                    <p:attrName>style.visibility</p:attrName>
                                  </p:attrNameLst>
                                </p:cBhvr>
                                <p:to>
                                  <p:strVal val="visible"/>
                                </p:to>
                              </p:set>
                            </p:childTnLst>
                          </p:cTn>
                        </p:par>
                        <p:par>
                          <p:cTn id="30" presetID="1" presetClass="entr" presetSubtype="0" fill="hold" nodeType="withEffect" grpId="0">
                            <p:stCondLst>
                              <p:cond delay="1250"/>
                            </p:stCondLst>
                            <p:childTnLst>
                              <p:set>
                                <p:cBhvr>
                                  <p:cTn id="31" dur="1" fill="hold">
                                    <p:stCondLst>
                                      <p:cond delay="0"/>
                                    </p:stCondLst>
                                  </p:cTn>
                                  <p:tgtEl>
                                    <p:spTgt spid="41"/>
                                  </p:tgtEl>
                                  <p:attrNameLst>
                                    <p:attrName>style.visibility</p:attrName>
                                  </p:attrNameLst>
                                </p:cBhvr>
                                <p:to>
                                  <p:strVal val="visible"/>
                                </p:to>
                              </p:set>
                            </p:childTnLst>
                          </p:cTn>
                        </p:par>
                        <p:par>
                          <p:cTn id="32" presetID="1" presetClass="entr" presetSubtype="0" fill="hold" nodeType="withEffect" grpId="0">
                            <p:stCondLst>
                              <p:cond delay="1250"/>
                            </p:stCondLst>
                            <p:childTnLst>
                              <p:set>
                                <p:cBhvr>
                                  <p:cTn id="33" dur="1" fill="hold">
                                    <p:stCondLst>
                                      <p:cond delay="0"/>
                                    </p:stCondLst>
                                  </p:cTn>
                                  <p:tgtEl>
                                    <p:spTgt spid="42"/>
                                  </p:tgtEl>
                                  <p:attrNameLst>
                                    <p:attrName>style.visibility</p:attrName>
                                  </p:attrNameLst>
                                </p:cBhvr>
                                <p:to>
                                  <p:strVal val="visible"/>
                                </p:to>
                              </p:set>
                            </p:childTnLst>
                          </p:cTn>
                        </p:par>
                        <p:par>
                          <p:cTn id="34" presetID="1" presetClass="entr" presetSubtype="0" fill="hold" nodeType="withEffect" grpId="0">
                            <p:stCondLst>
                              <p:cond delay="1250"/>
                            </p:stCondLst>
                            <p:childTnLst>
                              <p:set>
                                <p:cBhvr>
                                  <p:cTn id="35" dur="1" fill="hold">
                                    <p:stCondLst>
                                      <p:cond delay="0"/>
                                    </p:stCondLst>
                                  </p:cTn>
                                  <p:tgtEl>
                                    <p:spTgt spid="43"/>
                                  </p:tgtEl>
                                  <p:attrNameLst>
                                    <p:attrName>style.visibility</p:attrName>
                                  </p:attrNameLst>
                                </p:cBhvr>
                                <p:to>
                                  <p:strVal val="visible"/>
                                </p:to>
                              </p:set>
                            </p:childTnLst>
                          </p:cTn>
                        </p:par>
                        <p:par>
                          <p:cTn id="36" presetID="1" presetClass="entr" presetSubtype="0" fill="hold" nodeType="withEffect" grpId="0">
                            <p:stCondLst>
                              <p:cond delay="1250"/>
                            </p:stCondLst>
                            <p:childTnLst>
                              <p:set>
                                <p:cBhvr>
                                  <p:cTn id="37" dur="1" fill="hold">
                                    <p:stCondLst>
                                      <p:cond delay="0"/>
                                    </p:stCondLst>
                                  </p:cTn>
                                  <p:tgtEl>
                                    <p:spTgt spid="52"/>
                                  </p:tgtEl>
                                  <p:attrNameLst>
                                    <p:attrName>style.visibility</p:attrName>
                                  </p:attrNameLst>
                                </p:cBhvr>
                                <p:to>
                                  <p:strVal val="visible"/>
                                </p:to>
                              </p:set>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52" grpId="0" animBg="1"/>
    </p:bldLst>
  </p:timing>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0" name="!!heading">
            <a:extLst xmlns:a="http://schemas.openxmlformats.org/drawingml/2006/main">
              <a:ext uri="{FF2B5EF4-FFF2-40B4-BE49-F238E27FC236}">
                <a16:creationId xmlns:a16="http://schemas.microsoft.com/office/drawing/2014/main" id="{B390D8CD-427C-40E8-BE69-86818F2CD5F0}"/>
              </a:ext>
            </a:extLst>
          </p:cNvPr>
          <p:cNvSpPr>
            <a:spLocks xmlns:a="http://schemas.openxmlformats.org/drawingml/2006/main" noGrp="1"/>
          </p:cNvSpPr>
          <p:nvPr/>
        </p:nvSpPr>
        <p:spPr>
          <a:xfrm xmlns:a="http://schemas.openxmlformats.org/drawingml/2006/main">
            <a:off x="647700" y="428625"/>
            <a:ext cx="13944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0262C"/>
                </a:solidFill>
                <a:latin typeface="Arial"/>
                <a:ea typeface="Arial"/>
                <a:cs typeface="Arial"/>
              </a:defRPr>
            </a:defPPr>
            <a:lvl1pPr algn="l">
              <a:defRPr sz="3300" b="1">
                <a:solidFill>
                  <a:srgbClr val="20262C"/>
                </a:solidFill>
                <a:latin typeface="Arial"/>
                <a:ea typeface="Arial"/>
                <a:cs typeface="Arial"/>
              </a:defRPr>
            </a:lvl1pPr>
            <a:lvl2pPr algn="l">
              <a:defRPr sz="3300" b="1">
                <a:solidFill>
                  <a:srgbClr val="20262C"/>
                </a:solidFill>
                <a:latin typeface="Arial"/>
                <a:ea typeface="Arial"/>
                <a:cs typeface="Arial"/>
              </a:defRPr>
            </a:lvl2pPr>
            <a:lvl3pPr algn="l">
              <a:defRPr sz="3300" b="1">
                <a:solidFill>
                  <a:srgbClr val="20262C"/>
                </a:solidFill>
                <a:latin typeface="Arial"/>
                <a:ea typeface="Arial"/>
                <a:cs typeface="Arial"/>
              </a:defRPr>
            </a:lvl3pPr>
            <a:lvl4pPr algn="l">
              <a:defRPr sz="3300" b="1">
                <a:solidFill>
                  <a:srgbClr val="20262C"/>
                </a:solidFill>
                <a:latin typeface="Arial"/>
                <a:ea typeface="Arial"/>
                <a:cs typeface="Arial"/>
              </a:defRPr>
            </a:lvl4pPr>
            <a:lvl5pPr algn="l">
              <a:defRPr sz="3300" b="1">
                <a:solidFill>
                  <a:srgbClr val="20262C"/>
                </a:solidFill>
                <a:latin typeface="Arial"/>
                <a:ea typeface="Arial"/>
                <a:cs typeface="Arial"/>
              </a:defRPr>
            </a:lvl5pPr>
            <a:lvl6pPr algn="l">
              <a:defRPr sz="3300" b="1">
                <a:solidFill>
                  <a:srgbClr val="20262C"/>
                </a:solidFill>
                <a:latin typeface="Arial"/>
                <a:ea typeface="Arial"/>
                <a:cs typeface="Arial"/>
              </a:defRPr>
            </a:lvl6pPr>
            <a:lvl7pPr algn="l">
              <a:defRPr sz="3300" b="1">
                <a:solidFill>
                  <a:srgbClr val="20262C"/>
                </a:solidFill>
                <a:latin typeface="Arial"/>
                <a:ea typeface="Arial"/>
                <a:cs typeface="Arial"/>
              </a:defRPr>
            </a:lvl7pPr>
            <a:lvl8pPr algn="l">
              <a:defRPr sz="3300" b="1">
                <a:solidFill>
                  <a:srgbClr val="20262C"/>
                </a:solidFill>
                <a:latin typeface="Arial"/>
                <a:ea typeface="Arial"/>
                <a:cs typeface="Arial"/>
              </a:defRPr>
            </a:lvl8pPr>
            <a:lvl9pPr algn="l">
              <a:defRPr sz="3300" b="1">
                <a:solidFill>
                  <a:srgbClr val="20262C"/>
                </a:solidFill>
                <a:latin typeface="Arial"/>
                <a:ea typeface="Arial"/>
                <a:cs typeface="Arial"/>
              </a:defRPr>
            </a:lvl9pPr>
          </a:lstStyle>
          <a:p xmlns:a="http://schemas.openxmlformats.org/drawingml/2006/main">
            <a:pPr algn="l">
              <a:defRPr sz="3300" b="1">
                <a:solidFill>
                  <a:srgbClr val="20262C"/>
                </a:solidFill>
                <a:latin typeface="Arial"/>
                <a:ea typeface="Arial"/>
                <a:cs typeface="Arial"/>
              </a:defRPr>
            </a:pPr>
            <a:r>
              <a:rPr sz="3300" b="1">
                <a:solidFill>
                  <a:srgbClr val="20262C"/>
                </a:solidFill>
                <a:latin typeface="Arial"/>
                <a:ea typeface="Arial"/>
                <a:cs typeface="Arial"/>
              </a:rPr>
              <a:t>Turning a business request into a working tool</a:t>
            </a:r>
          </a:p>
        </p:txBody>
      </p:sp>
      <p:sp>
        <p:nvSpPr>
          <p:cNvPr id="2" name="!!subtitle">
            <a:extLst xmlns:a="http://schemas.openxmlformats.org/drawingml/2006/main">
              <a:ext uri="{FF2B5EF4-FFF2-40B4-BE49-F238E27FC236}">
                <a16:creationId xmlns:a16="http://schemas.microsoft.com/office/drawing/2014/main" id="{916A3F23-6C00-4CA7-8AAB-B5F747CC7D91}"/>
              </a:ext>
            </a:extLst>
          </p:cNvPr>
          <p:cNvSpPr>
            <a:spLocks xmlns:a="http://schemas.openxmlformats.org/drawingml/2006/main" noGrp="1"/>
          </p:cNvSpPr>
          <p:nvPr/>
        </p:nvSpPr>
        <p:spPr>
          <a:xfrm xmlns:a="http://schemas.openxmlformats.org/drawingml/2006/main">
            <a:off x="647700" y="1190625"/>
            <a:ext cx="139446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05A9C"/>
                </a:solidFill>
                <a:latin typeface="Arial"/>
                <a:ea typeface="Arial"/>
                <a:cs typeface="Arial"/>
              </a:defRPr>
            </a:defPPr>
            <a:lvl1pPr algn="l">
              <a:defRPr sz="1875" b="0">
                <a:solidFill>
                  <a:srgbClr val="005A9C"/>
                </a:solidFill>
                <a:latin typeface="Arial"/>
                <a:ea typeface="Arial"/>
                <a:cs typeface="Arial"/>
              </a:defRPr>
            </a:lvl1pPr>
            <a:lvl2pPr algn="l">
              <a:defRPr sz="1875" b="0">
                <a:solidFill>
                  <a:srgbClr val="005A9C"/>
                </a:solidFill>
                <a:latin typeface="Arial"/>
                <a:ea typeface="Arial"/>
                <a:cs typeface="Arial"/>
              </a:defRPr>
            </a:lvl2pPr>
            <a:lvl3pPr algn="l">
              <a:defRPr sz="1875" b="0">
                <a:solidFill>
                  <a:srgbClr val="005A9C"/>
                </a:solidFill>
                <a:latin typeface="Arial"/>
                <a:ea typeface="Arial"/>
                <a:cs typeface="Arial"/>
              </a:defRPr>
            </a:lvl3pPr>
            <a:lvl4pPr algn="l">
              <a:defRPr sz="1875" b="0">
                <a:solidFill>
                  <a:srgbClr val="005A9C"/>
                </a:solidFill>
                <a:latin typeface="Arial"/>
                <a:ea typeface="Arial"/>
                <a:cs typeface="Arial"/>
              </a:defRPr>
            </a:lvl4pPr>
            <a:lvl5pPr algn="l">
              <a:defRPr sz="1875" b="0">
                <a:solidFill>
                  <a:srgbClr val="005A9C"/>
                </a:solidFill>
                <a:latin typeface="Arial"/>
                <a:ea typeface="Arial"/>
                <a:cs typeface="Arial"/>
              </a:defRPr>
            </a:lvl5pPr>
            <a:lvl6pPr algn="l">
              <a:defRPr sz="1875" b="0">
                <a:solidFill>
                  <a:srgbClr val="005A9C"/>
                </a:solidFill>
                <a:latin typeface="Arial"/>
                <a:ea typeface="Arial"/>
                <a:cs typeface="Arial"/>
              </a:defRPr>
            </a:lvl6pPr>
            <a:lvl7pPr algn="l">
              <a:defRPr sz="1875" b="0">
                <a:solidFill>
                  <a:srgbClr val="005A9C"/>
                </a:solidFill>
                <a:latin typeface="Arial"/>
                <a:ea typeface="Arial"/>
                <a:cs typeface="Arial"/>
              </a:defRPr>
            </a:lvl7pPr>
            <a:lvl8pPr algn="l">
              <a:defRPr sz="1875" b="0">
                <a:solidFill>
                  <a:srgbClr val="005A9C"/>
                </a:solidFill>
                <a:latin typeface="Arial"/>
                <a:ea typeface="Arial"/>
                <a:cs typeface="Arial"/>
              </a:defRPr>
            </a:lvl8pPr>
            <a:lvl9pPr algn="l">
              <a:defRPr sz="1875" b="0">
                <a:solidFill>
                  <a:srgbClr val="005A9C"/>
                </a:solidFill>
                <a:latin typeface="Arial"/>
                <a:ea typeface="Arial"/>
                <a:cs typeface="Arial"/>
              </a:defRPr>
            </a:lvl9pPr>
          </a:lstStyle>
          <a:p xmlns:a="http://schemas.openxmlformats.org/drawingml/2006/main">
            <a:pPr algn="l">
              <a:defRPr sz="1875" b="0">
                <a:solidFill>
                  <a:srgbClr val="005A9C"/>
                </a:solidFill>
                <a:latin typeface="Arial"/>
                <a:ea typeface="Arial"/>
                <a:cs typeface="Arial"/>
              </a:defRPr>
            </a:pPr>
            <a:r>
              <a:rPr sz="1875" b="0">
                <a:solidFill>
                  <a:srgbClr val="005A9C"/>
                </a:solidFill>
                <a:latin typeface="Arial"/>
                <a:ea typeface="Arial"/>
                <a:cs typeface="Arial"/>
              </a:rPr>
              <a:t>Back office  /  Tool development  /  Workflow</a:t>
            </a:r>
          </a:p>
        </p:txBody>
      </p:sp>
      <p:sp>
        <p:nvSpPr>
          <p:cNvPr id="3" name="!!heading.rule">
            <a:extLst xmlns:a="http://schemas.openxmlformats.org/drawingml/2006/main">
              <a:ext uri="{FF2B5EF4-FFF2-40B4-BE49-F238E27FC236}">
                <a16:creationId xmlns:a16="http://schemas.microsoft.com/office/drawing/2014/main" id="{129379C1-4D81-4B8E-B1A9-D541C644964B}"/>
              </a:ext>
            </a:extLst>
          </p:cNvPr>
          <p:cNvSpPr>
            <a:spLocks xmlns:a="http://schemas.openxmlformats.org/drawingml/2006/main" noGrp="1"/>
          </p:cNvSpPr>
          <p:nvPr/>
        </p:nvSpPr>
        <p:spPr>
          <a:xfrm xmlns:a="http://schemas.openxmlformats.org/drawingml/2006/main" flipH="0" flipV="0">
            <a:off x="647700" y="1733550"/>
            <a:ext cx="13944600" cy="953"/>
          </a:xfrm>
          <a:prstGeom xmlns:a="http://schemas.openxmlformats.org/drawingml/2006/main" prst="line">
            <a:avLst/>
          </a:prstGeom>
          <a:noFill xmlns:a="http://schemas.openxmlformats.org/drawingml/2006/main"/>
          <a:ln xmlns:a="http://schemas.openxmlformats.org/drawingml/2006/main" w="11430">
            <a:solidFill>
              <a:srgbClr val="BCC6CF"/>
            </a:solidFill>
            <a:prstDash val="solid"/>
          </a:ln>
        </p:spPr>
      </p:sp>
      <p:sp>
        <p:nvSpPr>
          <p:cNvPr id="4" name="!!map.front">
            <a:extLst xmlns:a="http://schemas.openxmlformats.org/drawingml/2006/main">
              <a:ext uri="{FF2B5EF4-FFF2-40B4-BE49-F238E27FC236}">
                <a16:creationId xmlns:a16="http://schemas.microsoft.com/office/drawing/2014/main" id="{A83C7F1E-0BF6-410B-ACDD-B27A4853D087}"/>
              </a:ext>
            </a:extLst>
          </p:cNvPr>
          <p:cNvSpPr>
            <a:spLocks xmlns:a="http://schemas.openxmlformats.org/drawingml/2006/main" noGrp="1"/>
          </p:cNvSpPr>
          <p:nvPr/>
        </p:nvSpPr>
        <p:spPr>
          <a:xfrm xmlns:a="http://schemas.openxmlformats.org/drawingml/2006/main">
            <a:off x="647700" y="1990725"/>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5" name="!!nav.front">
            <ns0:hlinkClick xmlns:ns0="http://schemas.openxmlformats.org/drawingml/2006/main" xmlns:ns1="http://schemas.openxmlformats.org/officeDocument/2006/relationships" ns1:id="rIdNavSlide4" action="ppaction://hlinksldjump" tooltip="Slide 4: Preparing a company research assessment"/>
            <a:extLst xmlns:a="http://schemas.openxmlformats.org/drawingml/2006/main">
              <a:ext uri="{FF2B5EF4-FFF2-40B4-BE49-F238E27FC236}">
                <a16:creationId xmlns:a16="http://schemas.microsoft.com/office/drawing/2014/main" id="{385DA58A-55EC-4C87-B2CB-61639DFF25E2}"/>
              </a:ext>
            </a:extLst>
          </p:cNvPr>
          <p:cNvSpPr>
            <a:spLocks xmlns:a="http://schemas.openxmlformats.org/drawingml/2006/main" noGrp="1"/>
          </p:cNvSpPr>
          <p:nvPr/>
        </p:nvSpPr>
        <p:spPr>
          <a:xfrm xmlns:a="http://schemas.openxmlformats.org/drawingml/2006/main">
            <a:off x="647700" y="1990725"/>
            <a:ext cx="2609850" cy="409575"/>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005A9C"/>
                </a:solidFill>
                <a:latin typeface="Arial"/>
                <a:ea typeface="Arial"/>
                <a:cs typeface="Arial"/>
              </a:defRPr>
            </a:defPPr>
            <a:lvl1pPr algn="ctr">
              <a:defRPr sz="2025" b="1">
                <a:solidFill>
                  <a:srgbClr val="005A9C"/>
                </a:solidFill>
                <a:latin typeface="Arial"/>
                <a:ea typeface="Arial"/>
                <a:cs typeface="Arial"/>
              </a:defRPr>
            </a:lvl1pPr>
            <a:lvl2pPr algn="ctr">
              <a:defRPr sz="2025" b="1">
                <a:solidFill>
                  <a:srgbClr val="005A9C"/>
                </a:solidFill>
                <a:latin typeface="Arial"/>
                <a:ea typeface="Arial"/>
                <a:cs typeface="Arial"/>
              </a:defRPr>
            </a:lvl2pPr>
            <a:lvl3pPr algn="ctr">
              <a:defRPr sz="2025" b="1">
                <a:solidFill>
                  <a:srgbClr val="005A9C"/>
                </a:solidFill>
                <a:latin typeface="Arial"/>
                <a:ea typeface="Arial"/>
                <a:cs typeface="Arial"/>
              </a:defRPr>
            </a:lvl3pPr>
            <a:lvl4pPr algn="ctr">
              <a:defRPr sz="2025" b="1">
                <a:solidFill>
                  <a:srgbClr val="005A9C"/>
                </a:solidFill>
                <a:latin typeface="Arial"/>
                <a:ea typeface="Arial"/>
                <a:cs typeface="Arial"/>
              </a:defRPr>
            </a:lvl4pPr>
            <a:lvl5pPr algn="ctr">
              <a:defRPr sz="2025" b="1">
                <a:solidFill>
                  <a:srgbClr val="005A9C"/>
                </a:solidFill>
                <a:latin typeface="Arial"/>
                <a:ea typeface="Arial"/>
                <a:cs typeface="Arial"/>
              </a:defRPr>
            </a:lvl5pPr>
            <a:lvl6pPr algn="ctr">
              <a:defRPr sz="2025" b="1">
                <a:solidFill>
                  <a:srgbClr val="005A9C"/>
                </a:solidFill>
                <a:latin typeface="Arial"/>
                <a:ea typeface="Arial"/>
                <a:cs typeface="Arial"/>
              </a:defRPr>
            </a:lvl6pPr>
            <a:lvl7pPr algn="ctr">
              <a:defRPr sz="2025" b="1">
                <a:solidFill>
                  <a:srgbClr val="005A9C"/>
                </a:solidFill>
                <a:latin typeface="Arial"/>
                <a:ea typeface="Arial"/>
                <a:cs typeface="Arial"/>
              </a:defRPr>
            </a:lvl7pPr>
            <a:lvl8pPr algn="ctr">
              <a:defRPr sz="2025" b="1">
                <a:solidFill>
                  <a:srgbClr val="005A9C"/>
                </a:solidFill>
                <a:latin typeface="Arial"/>
                <a:ea typeface="Arial"/>
                <a:cs typeface="Arial"/>
              </a:defRPr>
            </a:lvl8pPr>
            <a:lvl9pPr algn="ctr">
              <a:defRPr sz="2025" b="1">
                <a:solidFill>
                  <a:srgbClr val="005A9C"/>
                </a:solidFill>
                <a:latin typeface="Arial"/>
                <a:ea typeface="Arial"/>
                <a:cs typeface="Arial"/>
              </a:defRPr>
            </a:lvl9pPr>
          </a:lstStyle>
          <a:p xmlns:a="http://schemas.openxmlformats.org/drawingml/2006/main">
            <a:pPr algn="ctr">
              <a:defRPr sz="2025" b="1">
                <a:solidFill>
                  <a:srgbClr val="005A9C"/>
                </a:solidFill>
                <a:latin typeface="Arial"/>
                <a:ea typeface="Arial"/>
                <a:cs typeface="Arial"/>
              </a:defRPr>
            </a:pPr>
            <a:r>
              <a:rPr sz="2025" b="1">
                <a:solidFill>
                  <a:srgbClr val="005A9C"/>
                </a:solidFill>
                <a:latin typeface="Arial"/>
                <a:ea typeface="Arial"/>
                <a:cs typeface="Arial"/>
              </a:rPr>
              <a:t>Front office</a:t>
            </a:r>
          </a:p>
        </p:txBody>
      </p:sp>
      <p:sp>
        <p:nvSpPr>
          <p:cNvPr id="6" name="!!task.research">
            <ns0:hlinkClick xmlns:ns0="http://schemas.openxmlformats.org/drawingml/2006/main" xmlns:ns1="http://schemas.openxmlformats.org/officeDocument/2006/relationships" ns1:id="rIdNavSlide4" action="ppaction://hlinksldjump" tooltip="Slide 4: Preparing a company research assessment"/>
            <a:extLst xmlns:a="http://schemas.openxmlformats.org/drawingml/2006/main">
              <a:ext uri="{FF2B5EF4-FFF2-40B4-BE49-F238E27FC236}">
                <a16:creationId xmlns:a16="http://schemas.microsoft.com/office/drawing/2014/main" id="{4046413A-23EA-40CE-A208-1F8256393BF0}"/>
              </a:ext>
            </a:extLst>
          </p:cNvPr>
          <p:cNvSpPr>
            <a:spLocks xmlns:a="http://schemas.openxmlformats.org/drawingml/2006/main" noGrp="1"/>
          </p:cNvSpPr>
          <p:nvPr/>
        </p:nvSpPr>
        <p:spPr>
          <a:xfrm xmlns:a="http://schemas.openxmlformats.org/drawingml/2006/main">
            <a:off x="762000" y="249555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Research</a:t>
            </a:r>
          </a:p>
        </p:txBody>
      </p:sp>
      <p:sp>
        <p:nvSpPr>
          <p:cNvPr id="7" name="!!task.trade">
            <ns0:hlinkClick xmlns:ns0="http://schemas.openxmlformats.org/drawingml/2006/main" xmlns:ns1="http://schemas.openxmlformats.org/officeDocument/2006/relationships" ns1:id="rIdNavSlide9" action="ppaction://hlinksldjump" tooltip="Slide 9: Preparing a bond quote request"/>
            <a:extLst xmlns:a="http://schemas.openxmlformats.org/drawingml/2006/main">
              <a:ext uri="{FF2B5EF4-FFF2-40B4-BE49-F238E27FC236}">
                <a16:creationId xmlns:a16="http://schemas.microsoft.com/office/drawing/2014/main" id="{5EC0B5F6-C470-49D1-A61A-B6940D81DFAD}"/>
              </a:ext>
            </a:extLst>
          </p:cNvPr>
          <p:cNvSpPr>
            <a:spLocks xmlns:a="http://schemas.openxmlformats.org/drawingml/2006/main" noGrp="1"/>
          </p:cNvSpPr>
          <p:nvPr/>
        </p:nvSpPr>
        <p:spPr>
          <a:xfrm xmlns:a="http://schemas.openxmlformats.org/drawingml/2006/main">
            <a:off x="762000" y="280987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Trading support</a:t>
            </a:r>
          </a:p>
        </p:txBody>
      </p:sp>
      <p:sp>
        <p:nvSpPr>
          <p:cNvPr id="8" name="!!task.client">
            <ns0:hlinkClick xmlns:ns0="http://schemas.openxmlformats.org/drawingml/2006/main" xmlns:ns1="http://schemas.openxmlformats.org/officeDocument/2006/relationships" ns1:id="rIdNavSlide12" action="ppaction://hlinksldjump" tooltip="Slide 12: Preparing a quarterly client update"/>
            <a:extLst xmlns:a="http://schemas.openxmlformats.org/drawingml/2006/main">
              <a:ext uri="{FF2B5EF4-FFF2-40B4-BE49-F238E27FC236}">
                <a16:creationId xmlns:a16="http://schemas.microsoft.com/office/drawing/2014/main" id="{12CB1311-AC42-4FFD-878F-F8A6D5AEC365}"/>
              </a:ext>
            </a:extLst>
          </p:cNvPr>
          <p:cNvSpPr>
            <a:spLocks xmlns:a="http://schemas.openxmlformats.org/drawingml/2006/main" noGrp="1"/>
          </p:cNvSpPr>
          <p:nvPr/>
        </p:nvSpPr>
        <p:spPr>
          <a:xfrm xmlns:a="http://schemas.openxmlformats.org/drawingml/2006/main">
            <a:off x="762000" y="312420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Client materials</a:t>
            </a:r>
          </a:p>
        </p:txBody>
      </p:sp>
      <p:sp>
        <p:nvSpPr>
          <p:cNvPr id="9" name="!!map.middle">
            <a:extLst xmlns:a="http://schemas.openxmlformats.org/drawingml/2006/main">
              <a:ext uri="{FF2B5EF4-FFF2-40B4-BE49-F238E27FC236}">
                <a16:creationId xmlns:a16="http://schemas.microsoft.com/office/drawing/2014/main" id="{4790F9BB-366E-4145-94C1-62A961C73102}"/>
              </a:ext>
            </a:extLst>
          </p:cNvPr>
          <p:cNvSpPr>
            <a:spLocks xmlns:a="http://schemas.openxmlformats.org/drawingml/2006/main" noGrp="1"/>
          </p:cNvSpPr>
          <p:nvPr/>
        </p:nvSpPr>
        <p:spPr>
          <a:xfrm xmlns:a="http://schemas.openxmlformats.org/drawingml/2006/main">
            <a:off x="647700" y="3657600"/>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10" name="!!nav.middle">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FED1BF81-741B-4E1D-8D6E-0EC1F1FDCE71}"/>
              </a:ext>
            </a:extLst>
          </p:cNvPr>
          <p:cNvSpPr>
            <a:spLocks xmlns:a="http://schemas.openxmlformats.org/drawingml/2006/main" noGrp="1"/>
          </p:cNvSpPr>
          <p:nvPr/>
        </p:nvSpPr>
        <p:spPr>
          <a:xfrm xmlns:a="http://schemas.openxmlformats.org/drawingml/2006/main">
            <a:off x="647700" y="3657600"/>
            <a:ext cx="2609850" cy="409575"/>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005A9C"/>
                </a:solidFill>
                <a:latin typeface="Arial"/>
                <a:ea typeface="Arial"/>
                <a:cs typeface="Arial"/>
              </a:defRPr>
            </a:defPPr>
            <a:lvl1pPr algn="ctr">
              <a:defRPr sz="2025" b="1">
                <a:solidFill>
                  <a:srgbClr val="005A9C"/>
                </a:solidFill>
                <a:latin typeface="Arial"/>
                <a:ea typeface="Arial"/>
                <a:cs typeface="Arial"/>
              </a:defRPr>
            </a:lvl1pPr>
            <a:lvl2pPr algn="ctr">
              <a:defRPr sz="2025" b="1">
                <a:solidFill>
                  <a:srgbClr val="005A9C"/>
                </a:solidFill>
                <a:latin typeface="Arial"/>
                <a:ea typeface="Arial"/>
                <a:cs typeface="Arial"/>
              </a:defRPr>
            </a:lvl2pPr>
            <a:lvl3pPr algn="ctr">
              <a:defRPr sz="2025" b="1">
                <a:solidFill>
                  <a:srgbClr val="005A9C"/>
                </a:solidFill>
                <a:latin typeface="Arial"/>
                <a:ea typeface="Arial"/>
                <a:cs typeface="Arial"/>
              </a:defRPr>
            </a:lvl3pPr>
            <a:lvl4pPr algn="ctr">
              <a:defRPr sz="2025" b="1">
                <a:solidFill>
                  <a:srgbClr val="005A9C"/>
                </a:solidFill>
                <a:latin typeface="Arial"/>
                <a:ea typeface="Arial"/>
                <a:cs typeface="Arial"/>
              </a:defRPr>
            </a:lvl4pPr>
            <a:lvl5pPr algn="ctr">
              <a:defRPr sz="2025" b="1">
                <a:solidFill>
                  <a:srgbClr val="005A9C"/>
                </a:solidFill>
                <a:latin typeface="Arial"/>
                <a:ea typeface="Arial"/>
                <a:cs typeface="Arial"/>
              </a:defRPr>
            </a:lvl5pPr>
            <a:lvl6pPr algn="ctr">
              <a:defRPr sz="2025" b="1">
                <a:solidFill>
                  <a:srgbClr val="005A9C"/>
                </a:solidFill>
                <a:latin typeface="Arial"/>
                <a:ea typeface="Arial"/>
                <a:cs typeface="Arial"/>
              </a:defRPr>
            </a:lvl6pPr>
            <a:lvl7pPr algn="ctr">
              <a:defRPr sz="2025" b="1">
                <a:solidFill>
                  <a:srgbClr val="005A9C"/>
                </a:solidFill>
                <a:latin typeface="Arial"/>
                <a:ea typeface="Arial"/>
                <a:cs typeface="Arial"/>
              </a:defRPr>
            </a:lvl7pPr>
            <a:lvl8pPr algn="ctr">
              <a:defRPr sz="2025" b="1">
                <a:solidFill>
                  <a:srgbClr val="005A9C"/>
                </a:solidFill>
                <a:latin typeface="Arial"/>
                <a:ea typeface="Arial"/>
                <a:cs typeface="Arial"/>
              </a:defRPr>
            </a:lvl8pPr>
            <a:lvl9pPr algn="ctr">
              <a:defRPr sz="2025" b="1">
                <a:solidFill>
                  <a:srgbClr val="005A9C"/>
                </a:solidFill>
                <a:latin typeface="Arial"/>
                <a:ea typeface="Arial"/>
                <a:cs typeface="Arial"/>
              </a:defRPr>
            </a:lvl9pPr>
          </a:lstStyle>
          <a:p xmlns:a="http://schemas.openxmlformats.org/drawingml/2006/main">
            <a:pPr algn="ctr">
              <a:defRPr sz="2025" b="1">
                <a:solidFill>
                  <a:srgbClr val="005A9C"/>
                </a:solidFill>
                <a:latin typeface="Arial"/>
                <a:ea typeface="Arial"/>
                <a:cs typeface="Arial"/>
              </a:defRPr>
            </a:pPr>
            <a:r>
              <a:rPr sz="2025" b="1">
                <a:solidFill>
                  <a:srgbClr val="005A9C"/>
                </a:solidFill>
                <a:latin typeface="Arial"/>
                <a:ea typeface="Arial"/>
                <a:cs typeface="Arial"/>
              </a:rPr>
              <a:t>Middle office</a:t>
            </a:r>
          </a:p>
        </p:txBody>
      </p:sp>
      <p:sp>
        <p:nvSpPr>
          <p:cNvPr id="11" name="!!task.review">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AFF4D349-3784-40B1-9163-A391CCAC9952}"/>
              </a:ext>
            </a:extLst>
          </p:cNvPr>
          <p:cNvSpPr>
            <a:spLocks xmlns:a="http://schemas.openxmlformats.org/drawingml/2006/main" noGrp="1"/>
          </p:cNvSpPr>
          <p:nvPr/>
        </p:nvSpPr>
        <p:spPr>
          <a:xfrm xmlns:a="http://schemas.openxmlformats.org/drawingml/2006/main">
            <a:off x="762000" y="416242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Content review</a:t>
            </a:r>
          </a:p>
        </p:txBody>
      </p:sp>
      <p:sp>
        <p:nvSpPr>
          <p:cNvPr id="12" name="!!task.risk">
            <ns0:hlinkClick xmlns:ns0="http://schemas.openxmlformats.org/drawingml/2006/main" xmlns:ns1="http://schemas.openxmlformats.org/officeDocument/2006/relationships" ns1:id="rIdNavSlide19" action="ppaction://hlinksldjump" tooltip="Slide 19: Investigating a risk alert"/>
            <a:extLst xmlns:a="http://schemas.openxmlformats.org/drawingml/2006/main">
              <a:ext uri="{FF2B5EF4-FFF2-40B4-BE49-F238E27FC236}">
                <a16:creationId xmlns:a16="http://schemas.microsoft.com/office/drawing/2014/main" id="{B875931A-B553-49D6-B499-FBDCD850F72F}"/>
              </a:ext>
            </a:extLst>
          </p:cNvPr>
          <p:cNvSpPr>
            <a:spLocks xmlns:a="http://schemas.openxmlformats.org/drawingml/2006/main" noGrp="1"/>
          </p:cNvSpPr>
          <p:nvPr/>
        </p:nvSpPr>
        <p:spPr>
          <a:xfrm xmlns:a="http://schemas.openxmlformats.org/drawingml/2006/main">
            <a:off x="762000" y="447675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Risk analysis</a:t>
            </a:r>
          </a:p>
        </p:txBody>
      </p:sp>
      <p:sp>
        <p:nvSpPr>
          <p:cNvPr id="13" name="!!map.back">
            <a:extLst xmlns:a="http://schemas.openxmlformats.org/drawingml/2006/main">
              <a:ext uri="{FF2B5EF4-FFF2-40B4-BE49-F238E27FC236}">
                <a16:creationId xmlns:a16="http://schemas.microsoft.com/office/drawing/2014/main" id="{64AD0C39-A7E8-48DC-AF86-18C8F6907EA8}"/>
              </a:ext>
            </a:extLst>
          </p:cNvPr>
          <p:cNvSpPr>
            <a:spLocks xmlns:a="http://schemas.openxmlformats.org/drawingml/2006/main" noGrp="1"/>
          </p:cNvSpPr>
          <p:nvPr/>
        </p:nvSpPr>
        <p:spPr>
          <a:xfrm xmlns:a="http://schemas.openxmlformats.org/drawingml/2006/main">
            <a:off x="647700" y="5324475"/>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14" name="!!nav.back">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F3F8E323-745C-4399-B2E4-AB2CB49D19B5}"/>
              </a:ext>
            </a:extLst>
          </p:cNvPr>
          <p:cNvSpPr>
            <a:spLocks xmlns:a="http://schemas.openxmlformats.org/drawingml/2006/main" noGrp="1"/>
          </p:cNvSpPr>
          <p:nvPr/>
        </p:nvSpPr>
        <p:spPr>
          <a:xfrm xmlns:a="http://schemas.openxmlformats.org/drawingml/2006/main">
            <a:off x="647700" y="5324475"/>
            <a:ext cx="2609850" cy="409575"/>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FFFFFF"/>
                </a:solidFill>
                <a:latin typeface="Arial"/>
                <a:ea typeface="Arial"/>
                <a:cs typeface="Arial"/>
              </a:defRPr>
            </a:defPPr>
            <a:lvl1pPr algn="ctr">
              <a:defRPr sz="2025" b="1">
                <a:solidFill>
                  <a:srgbClr val="FFFFFF"/>
                </a:solidFill>
                <a:latin typeface="Arial"/>
                <a:ea typeface="Arial"/>
                <a:cs typeface="Arial"/>
              </a:defRPr>
            </a:lvl1pPr>
            <a:lvl2pPr algn="ctr">
              <a:defRPr sz="2025" b="1">
                <a:solidFill>
                  <a:srgbClr val="FFFFFF"/>
                </a:solidFill>
                <a:latin typeface="Arial"/>
                <a:ea typeface="Arial"/>
                <a:cs typeface="Arial"/>
              </a:defRPr>
            </a:lvl2pPr>
            <a:lvl3pPr algn="ctr">
              <a:defRPr sz="2025" b="1">
                <a:solidFill>
                  <a:srgbClr val="FFFFFF"/>
                </a:solidFill>
                <a:latin typeface="Arial"/>
                <a:ea typeface="Arial"/>
                <a:cs typeface="Arial"/>
              </a:defRPr>
            </a:lvl3pPr>
            <a:lvl4pPr algn="ctr">
              <a:defRPr sz="2025" b="1">
                <a:solidFill>
                  <a:srgbClr val="FFFFFF"/>
                </a:solidFill>
                <a:latin typeface="Arial"/>
                <a:ea typeface="Arial"/>
                <a:cs typeface="Arial"/>
              </a:defRPr>
            </a:lvl4pPr>
            <a:lvl5pPr algn="ctr">
              <a:defRPr sz="2025" b="1">
                <a:solidFill>
                  <a:srgbClr val="FFFFFF"/>
                </a:solidFill>
                <a:latin typeface="Arial"/>
                <a:ea typeface="Arial"/>
                <a:cs typeface="Arial"/>
              </a:defRPr>
            </a:lvl5pPr>
            <a:lvl6pPr algn="ctr">
              <a:defRPr sz="2025" b="1">
                <a:solidFill>
                  <a:srgbClr val="FFFFFF"/>
                </a:solidFill>
                <a:latin typeface="Arial"/>
                <a:ea typeface="Arial"/>
                <a:cs typeface="Arial"/>
              </a:defRPr>
            </a:lvl6pPr>
            <a:lvl7pPr algn="ctr">
              <a:defRPr sz="2025" b="1">
                <a:solidFill>
                  <a:srgbClr val="FFFFFF"/>
                </a:solidFill>
                <a:latin typeface="Arial"/>
                <a:ea typeface="Arial"/>
                <a:cs typeface="Arial"/>
              </a:defRPr>
            </a:lvl7pPr>
            <a:lvl8pPr algn="ctr">
              <a:defRPr sz="2025" b="1">
                <a:solidFill>
                  <a:srgbClr val="FFFFFF"/>
                </a:solidFill>
                <a:latin typeface="Arial"/>
                <a:ea typeface="Arial"/>
                <a:cs typeface="Arial"/>
              </a:defRPr>
            </a:lvl8pPr>
            <a:lvl9pPr algn="ctr">
              <a:defRPr sz="2025" b="1">
                <a:solidFill>
                  <a:srgbClr val="FFFFFF"/>
                </a:solidFill>
                <a:latin typeface="Arial"/>
                <a:ea typeface="Arial"/>
                <a:cs typeface="Arial"/>
              </a:defRPr>
            </a:lvl9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Back office</a:t>
            </a:r>
          </a:p>
        </p:txBody>
      </p:sp>
      <p:sp>
        <p:nvSpPr>
          <p:cNvPr id="15" name="!!task.files">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57067D5C-8A02-4284-9AFD-4B35C5572F8F}"/>
              </a:ext>
            </a:extLst>
          </p:cNvPr>
          <p:cNvSpPr>
            <a:spLocks xmlns:a="http://schemas.openxmlformats.org/drawingml/2006/main" noGrp="1"/>
          </p:cNvSpPr>
          <p:nvPr/>
        </p:nvSpPr>
        <p:spPr>
          <a:xfrm xmlns:a="http://schemas.openxmlformats.org/drawingml/2006/main">
            <a:off x="762000" y="582930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Document processing</a:t>
            </a:r>
          </a:p>
        </p:txBody>
      </p:sp>
      <p:sp>
        <p:nvSpPr>
          <p:cNvPr id="16" name="!!task.dev">
            <ns0:hlinkClick xmlns:ns0="http://schemas.openxmlformats.org/drawingml/2006/main" xmlns:ns1="http://schemas.openxmlformats.org/officeDocument/2006/relationships" ns1:id="rIdNavSlide25" action="ppaction://hlinksldjump" tooltip="Slide 25: Turning a business request into a working tool"/>
            <a:extLst xmlns:a="http://schemas.openxmlformats.org/drawingml/2006/main">
              <a:ext uri="{FF2B5EF4-FFF2-40B4-BE49-F238E27FC236}">
                <a16:creationId xmlns:a16="http://schemas.microsoft.com/office/drawing/2014/main" id="{549CF2F4-A368-4C61-A3C2-78AAAC88CB80}"/>
              </a:ext>
            </a:extLst>
          </p:cNvPr>
          <p:cNvSpPr>
            <a:spLocks xmlns:a="http://schemas.openxmlformats.org/drawingml/2006/main" noGrp="1"/>
          </p:cNvSpPr>
          <p:nvPr/>
        </p:nvSpPr>
        <p:spPr>
          <a:xfrm xmlns:a="http://schemas.openxmlformats.org/drawingml/2006/main">
            <a:off x="762000" y="6143625"/>
            <a:ext cx="2381250" cy="304800"/>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1">
                <a:solidFill>
                  <a:srgbClr val="005A9C"/>
                </a:solidFill>
                <a:latin typeface="Arial"/>
                <a:ea typeface="Arial"/>
                <a:cs typeface="Arial"/>
              </a:defRPr>
            </a:defPPr>
            <a:lvl1pPr algn="ctr">
              <a:defRPr sz="1650" b="1">
                <a:solidFill>
                  <a:srgbClr val="005A9C"/>
                </a:solidFill>
                <a:latin typeface="Arial"/>
                <a:ea typeface="Arial"/>
                <a:cs typeface="Arial"/>
              </a:defRPr>
            </a:lvl1pPr>
            <a:lvl2pPr algn="ctr">
              <a:defRPr sz="1650" b="1">
                <a:solidFill>
                  <a:srgbClr val="005A9C"/>
                </a:solidFill>
                <a:latin typeface="Arial"/>
                <a:ea typeface="Arial"/>
                <a:cs typeface="Arial"/>
              </a:defRPr>
            </a:lvl2pPr>
            <a:lvl3pPr algn="ctr">
              <a:defRPr sz="1650" b="1">
                <a:solidFill>
                  <a:srgbClr val="005A9C"/>
                </a:solidFill>
                <a:latin typeface="Arial"/>
                <a:ea typeface="Arial"/>
                <a:cs typeface="Arial"/>
              </a:defRPr>
            </a:lvl3pPr>
            <a:lvl4pPr algn="ctr">
              <a:defRPr sz="1650" b="1">
                <a:solidFill>
                  <a:srgbClr val="005A9C"/>
                </a:solidFill>
                <a:latin typeface="Arial"/>
                <a:ea typeface="Arial"/>
                <a:cs typeface="Arial"/>
              </a:defRPr>
            </a:lvl4pPr>
            <a:lvl5pPr algn="ctr">
              <a:defRPr sz="1650" b="1">
                <a:solidFill>
                  <a:srgbClr val="005A9C"/>
                </a:solidFill>
                <a:latin typeface="Arial"/>
                <a:ea typeface="Arial"/>
                <a:cs typeface="Arial"/>
              </a:defRPr>
            </a:lvl5pPr>
            <a:lvl6pPr algn="ctr">
              <a:defRPr sz="1650" b="1">
                <a:solidFill>
                  <a:srgbClr val="005A9C"/>
                </a:solidFill>
                <a:latin typeface="Arial"/>
                <a:ea typeface="Arial"/>
                <a:cs typeface="Arial"/>
              </a:defRPr>
            </a:lvl6pPr>
            <a:lvl7pPr algn="ctr">
              <a:defRPr sz="1650" b="1">
                <a:solidFill>
                  <a:srgbClr val="005A9C"/>
                </a:solidFill>
                <a:latin typeface="Arial"/>
                <a:ea typeface="Arial"/>
                <a:cs typeface="Arial"/>
              </a:defRPr>
            </a:lvl7pPr>
            <a:lvl8pPr algn="ctr">
              <a:defRPr sz="1650" b="1">
                <a:solidFill>
                  <a:srgbClr val="005A9C"/>
                </a:solidFill>
                <a:latin typeface="Arial"/>
                <a:ea typeface="Arial"/>
                <a:cs typeface="Arial"/>
              </a:defRPr>
            </a:lvl8pPr>
            <a:lvl9pPr algn="ctr">
              <a:defRPr sz="1650" b="1">
                <a:solidFill>
                  <a:srgbClr val="005A9C"/>
                </a:solidFill>
                <a:latin typeface="Arial"/>
                <a:ea typeface="Arial"/>
                <a:cs typeface="Arial"/>
              </a:defRPr>
            </a:lvl9pPr>
          </a:lstStyle>
          <a:p xmlns:a="http://schemas.openxmlformats.org/drawingml/2006/main">
            <a:pPr algn="ctr">
              <a:defRPr sz="1650" b="1">
                <a:solidFill>
                  <a:srgbClr val="005A9C"/>
                </a:solidFill>
                <a:latin typeface="Arial"/>
                <a:ea typeface="Arial"/>
                <a:cs typeface="Arial"/>
              </a:defRPr>
            </a:pPr>
            <a:r>
              <a:rPr sz="1650" b="1">
                <a:solidFill>
                  <a:srgbClr val="005A9C"/>
                </a:solidFill>
                <a:latin typeface="Arial"/>
                <a:ea typeface="Arial"/>
                <a:cs typeface="Arial"/>
              </a:rPr>
              <a:t>Tool development</a:t>
            </a:r>
          </a:p>
        </p:txBody>
      </p:sp>
      <p:sp>
        <p:nvSpPr>
          <p:cNvPr id="17" name="!!map.separator">
            <a:extLst xmlns:a="http://schemas.openxmlformats.org/drawingml/2006/main">
              <a:ext uri="{FF2B5EF4-FFF2-40B4-BE49-F238E27FC236}">
                <a16:creationId xmlns:a16="http://schemas.microsoft.com/office/drawing/2014/main" id="{88957B88-B641-4052-B98B-C1D9AAA5C43C}"/>
              </a:ext>
            </a:extLst>
          </p:cNvPr>
          <p:cNvSpPr>
            <a:spLocks xmlns:a="http://schemas.openxmlformats.org/drawingml/2006/main" noGrp="1"/>
          </p:cNvSpPr>
          <p:nvPr/>
        </p:nvSpPr>
        <p:spPr>
          <a:xfrm xmlns:a="http://schemas.openxmlformats.org/drawingml/2006/main" flipH="0" flipV="0">
            <a:off x="3600450" y="1990725"/>
            <a:ext cx="953" cy="5076825"/>
          </a:xfrm>
          <a:prstGeom xmlns:a="http://schemas.openxmlformats.org/drawingml/2006/main" prst="line">
            <a:avLst/>
          </a:prstGeom>
          <a:noFill xmlns:a="http://schemas.openxmlformats.org/drawingml/2006/main"/>
          <a:ln xmlns:a="http://schemas.openxmlformats.org/drawingml/2006/main" w="9525">
            <a:solidFill>
              <a:srgbClr val="BCC6CF"/>
            </a:solidFill>
            <a:prstDash val="solid"/>
          </a:ln>
        </p:spPr>
      </p:sp>
      <p:sp>
        <p:nvSpPr>
          <p:cNvPr id="18" name="!!example">
            <a:extLst xmlns:a="http://schemas.openxmlformats.org/drawingml/2006/main">
              <a:ext uri="{FF2B5EF4-FFF2-40B4-BE49-F238E27FC236}">
                <a16:creationId xmlns:a16="http://schemas.microsoft.com/office/drawing/2014/main" id="{5BDE6F54-6F41-4842-BA20-E3F085099016}"/>
              </a:ext>
            </a:extLst>
          </p:cNvPr>
          <p:cNvSpPr>
            <a:spLocks xmlns:a="http://schemas.openxmlformats.org/drawingml/2006/main" noGrp="1"/>
          </p:cNvSpPr>
          <p:nvPr/>
        </p:nvSpPr>
        <p:spPr>
          <a:xfrm xmlns:a="http://schemas.openxmlformats.org/drawingml/2006/main">
            <a:off x="13906500" y="1238250"/>
            <a:ext cx="685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707C88"/>
                </a:solidFill>
                <a:latin typeface="Arial"/>
                <a:ea typeface="Arial"/>
                <a:cs typeface="Arial"/>
              </a:defRPr>
            </a:defPPr>
            <a:lvl1pPr algn="r">
              <a:defRPr sz="1350" b="0">
                <a:solidFill>
                  <a:srgbClr val="707C88"/>
                </a:solidFill>
                <a:latin typeface="Arial"/>
                <a:ea typeface="Arial"/>
                <a:cs typeface="Arial"/>
              </a:defRPr>
            </a:lvl1pPr>
            <a:lvl2pPr algn="r">
              <a:defRPr sz="1350" b="0">
                <a:solidFill>
                  <a:srgbClr val="707C88"/>
                </a:solidFill>
                <a:latin typeface="Arial"/>
                <a:ea typeface="Arial"/>
                <a:cs typeface="Arial"/>
              </a:defRPr>
            </a:lvl2pPr>
            <a:lvl3pPr algn="r">
              <a:defRPr sz="1350" b="0">
                <a:solidFill>
                  <a:srgbClr val="707C88"/>
                </a:solidFill>
                <a:latin typeface="Arial"/>
                <a:ea typeface="Arial"/>
                <a:cs typeface="Arial"/>
              </a:defRPr>
            </a:lvl3pPr>
            <a:lvl4pPr algn="r">
              <a:defRPr sz="1350" b="0">
                <a:solidFill>
                  <a:srgbClr val="707C88"/>
                </a:solidFill>
                <a:latin typeface="Arial"/>
                <a:ea typeface="Arial"/>
                <a:cs typeface="Arial"/>
              </a:defRPr>
            </a:lvl4pPr>
            <a:lvl5pPr algn="r">
              <a:defRPr sz="1350" b="0">
                <a:solidFill>
                  <a:srgbClr val="707C88"/>
                </a:solidFill>
                <a:latin typeface="Arial"/>
                <a:ea typeface="Arial"/>
                <a:cs typeface="Arial"/>
              </a:defRPr>
            </a:lvl5pPr>
            <a:lvl6pPr algn="r">
              <a:defRPr sz="1350" b="0">
                <a:solidFill>
                  <a:srgbClr val="707C88"/>
                </a:solidFill>
                <a:latin typeface="Arial"/>
                <a:ea typeface="Arial"/>
                <a:cs typeface="Arial"/>
              </a:defRPr>
            </a:lvl6pPr>
            <a:lvl7pPr algn="r">
              <a:defRPr sz="1350" b="0">
                <a:solidFill>
                  <a:srgbClr val="707C88"/>
                </a:solidFill>
                <a:latin typeface="Arial"/>
                <a:ea typeface="Arial"/>
                <a:cs typeface="Arial"/>
              </a:defRPr>
            </a:lvl7pPr>
            <a:lvl8pPr algn="r">
              <a:defRPr sz="1350" b="0">
                <a:solidFill>
                  <a:srgbClr val="707C88"/>
                </a:solidFill>
                <a:latin typeface="Arial"/>
                <a:ea typeface="Arial"/>
                <a:cs typeface="Arial"/>
              </a:defRPr>
            </a:lvl8pPr>
            <a:lvl9pPr algn="r">
              <a:defRPr sz="1350" b="0">
                <a:solidFill>
                  <a:srgbClr val="707C88"/>
                </a:solidFill>
                <a:latin typeface="Arial"/>
                <a:ea typeface="Arial"/>
                <a:cs typeface="Arial"/>
              </a:defRPr>
            </a:lvl9pPr>
          </a:lstStyle>
          <a:p xmlns:a="http://schemas.openxmlformats.org/drawingml/2006/main">
            <a:pPr algn="r">
              <a:defRPr sz="1350" b="0">
                <a:solidFill>
                  <a:srgbClr val="707C88"/>
                </a:solidFill>
                <a:latin typeface="Arial"/>
                <a:ea typeface="Arial"/>
                <a:cs typeface="Arial"/>
              </a:defRPr>
            </a:pPr>
            <a:r>
              <a:rPr sz="1350" b="0">
                <a:solidFill>
                  <a:srgbClr val="707C88"/>
                </a:solidFill>
                <a:latin typeface="Arial"/>
                <a:ea typeface="Arial"/>
                <a:cs typeface="Arial"/>
              </a:rPr>
              <a:t>Example</a:t>
            </a:r>
          </a:p>
        </p:txBody>
      </p:sp>
      <p:sp>
        <p:nvSpPr>
          <p:cNvPr id="19" name="!!nav.home">
            <ns0:hlinkClick xmlns:ns0="http://schemas.openxmlformats.org/drawingml/2006/main" xmlns:ns1="http://schemas.openxmlformats.org/officeDocument/2006/relationships" ns1:id="rIdNavSlide3" action="ppaction://hlinksldjump" tooltip="Slide 3: Seven workflows across the firm"/>
            <a:extLst xmlns:a="http://schemas.openxmlformats.org/drawingml/2006/main">
              <a:ext uri="{FF2B5EF4-FFF2-40B4-BE49-F238E27FC236}">
                <a16:creationId xmlns:a16="http://schemas.microsoft.com/office/drawing/2014/main" id="{2954154A-A2D3-4124-82E1-BF1BA52107B7}"/>
              </a:ext>
            </a:extLst>
          </p:cNvPr>
          <p:cNvSpPr>
            <a:spLocks xmlns:a="http://schemas.openxmlformats.org/drawingml/2006/main" noGrp="1"/>
          </p:cNvSpPr>
          <p:nvPr/>
        </p:nvSpPr>
        <p:spPr>
          <a:xfrm xmlns:a="http://schemas.openxmlformats.org/drawingml/2006/main">
            <a:off x="647700" y="7496175"/>
            <a:ext cx="26098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BCC6CF"/>
            </a:solidFill>
            <a:prstDash val="solid"/>
          </a:ln>
        </p:spPr>
        <p:txBody>
          <a:bodyPr xmlns:a="http://schemas.openxmlformats.org/drawingml/2006/main" wrap="square" lIns="114300" tIns="0" rIns="114300" bIns="0" anchor="ctr">
            <a:noAutofit/>
          </a:bodyPr>
          <a:lstStyle xmlns:a="http://schemas.openxmlformats.org/drawingml/2006/main">
            <a:defPPr algn="ctr">
              <a:defRPr sz="1800" b="1">
                <a:solidFill>
                  <a:srgbClr val="005A9C"/>
                </a:solidFill>
                <a:latin typeface="Arial"/>
                <a:ea typeface="Arial"/>
                <a:cs typeface="Arial"/>
              </a:defRPr>
            </a:defPPr>
            <a:lvl1pPr algn="ctr">
              <a:defRPr sz="1800" b="1">
                <a:solidFill>
                  <a:srgbClr val="005A9C"/>
                </a:solidFill>
                <a:latin typeface="Arial"/>
                <a:ea typeface="Arial"/>
                <a:cs typeface="Arial"/>
              </a:defRPr>
            </a:lvl1pPr>
            <a:lvl2pPr algn="ctr">
              <a:defRPr sz="1800" b="1">
                <a:solidFill>
                  <a:srgbClr val="005A9C"/>
                </a:solidFill>
                <a:latin typeface="Arial"/>
                <a:ea typeface="Arial"/>
                <a:cs typeface="Arial"/>
              </a:defRPr>
            </a:lvl2pPr>
            <a:lvl3pPr algn="ctr">
              <a:defRPr sz="1800" b="1">
                <a:solidFill>
                  <a:srgbClr val="005A9C"/>
                </a:solidFill>
                <a:latin typeface="Arial"/>
                <a:ea typeface="Arial"/>
                <a:cs typeface="Arial"/>
              </a:defRPr>
            </a:lvl3pPr>
            <a:lvl4pPr algn="ctr">
              <a:defRPr sz="1800" b="1">
                <a:solidFill>
                  <a:srgbClr val="005A9C"/>
                </a:solidFill>
                <a:latin typeface="Arial"/>
                <a:ea typeface="Arial"/>
                <a:cs typeface="Arial"/>
              </a:defRPr>
            </a:lvl4pPr>
            <a:lvl5pPr algn="ctr">
              <a:defRPr sz="1800" b="1">
                <a:solidFill>
                  <a:srgbClr val="005A9C"/>
                </a:solidFill>
                <a:latin typeface="Arial"/>
                <a:ea typeface="Arial"/>
                <a:cs typeface="Arial"/>
              </a:defRPr>
            </a:lvl5pPr>
            <a:lvl6pPr algn="ctr">
              <a:defRPr sz="1800" b="1">
                <a:solidFill>
                  <a:srgbClr val="005A9C"/>
                </a:solidFill>
                <a:latin typeface="Arial"/>
                <a:ea typeface="Arial"/>
                <a:cs typeface="Arial"/>
              </a:defRPr>
            </a:lvl6pPr>
            <a:lvl7pPr algn="ctr">
              <a:defRPr sz="1800" b="1">
                <a:solidFill>
                  <a:srgbClr val="005A9C"/>
                </a:solidFill>
                <a:latin typeface="Arial"/>
                <a:ea typeface="Arial"/>
                <a:cs typeface="Arial"/>
              </a:defRPr>
            </a:lvl7pPr>
            <a:lvl8pPr algn="ctr">
              <a:defRPr sz="1800" b="1">
                <a:solidFill>
                  <a:srgbClr val="005A9C"/>
                </a:solidFill>
                <a:latin typeface="Arial"/>
                <a:ea typeface="Arial"/>
                <a:cs typeface="Arial"/>
              </a:defRPr>
            </a:lvl8pPr>
            <a:lvl9pPr algn="ctr">
              <a:defRPr sz="1800" b="1">
                <a:solidFill>
                  <a:srgbClr val="005A9C"/>
                </a:solidFill>
                <a:latin typeface="Arial"/>
                <a:ea typeface="Arial"/>
                <a:cs typeface="Arial"/>
              </a:defRPr>
            </a:lvl9pPr>
          </a:lstStyle>
          <a:p xmlns:a="http://schemas.openxmlformats.org/drawingml/2006/main">
            <a:pPr algn="ctr">
              <a:defRPr sz="1800" b="1">
                <a:solidFill>
                  <a:srgbClr val="005A9C"/>
                </a:solidFill>
                <a:latin typeface="Arial"/>
                <a:ea typeface="Arial"/>
                <a:cs typeface="Arial"/>
              </a:defRPr>
            </a:pPr>
            <a:r>
              <a:rPr sz="1800" b="1">
                <a:solidFill>
                  <a:srgbClr val="005A9C"/>
                </a:solidFill>
                <a:latin typeface="Arial"/>
                <a:ea typeface="Arial"/>
                <a:cs typeface="Arial"/>
              </a:rPr>
              <a:t>Firm overview</a:t>
            </a:r>
          </a:p>
        </p:txBody>
      </p:sp>
      <p:sp>
        <p:nvSpPr>
          <p:cNvPr id="20" name="!!page">
            <a:extLst xmlns:a="http://schemas.openxmlformats.org/drawingml/2006/main">
              <a:ext uri="{FF2B5EF4-FFF2-40B4-BE49-F238E27FC236}">
                <a16:creationId xmlns:a16="http://schemas.microsoft.com/office/drawing/2014/main" id="{32DBE0E1-7B0F-4ADB-921B-A94B9B05E5FF}"/>
              </a:ext>
            </a:extLst>
          </p:cNvPr>
          <p:cNvSpPr>
            <a:spLocks xmlns:a="http://schemas.openxmlformats.org/drawingml/2006/main" noGrp="1"/>
          </p:cNvSpPr>
          <p:nvPr/>
        </p:nvSpPr>
        <p:spPr>
          <a:xfrm xmlns:a="http://schemas.openxmlformats.org/drawingml/2006/main">
            <a:off x="11144250" y="7591425"/>
            <a:ext cx="904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650" b="0">
                <a:solidFill>
                  <a:srgbClr val="707C88"/>
                </a:solidFill>
                <a:latin typeface="Arial"/>
                <a:ea typeface="Arial"/>
                <a:cs typeface="Arial"/>
              </a:defRPr>
            </a:defPPr>
            <a:lvl1pPr algn="r">
              <a:defRPr sz="1650" b="0">
                <a:solidFill>
                  <a:srgbClr val="707C88"/>
                </a:solidFill>
                <a:latin typeface="Arial"/>
                <a:ea typeface="Arial"/>
                <a:cs typeface="Arial"/>
              </a:defRPr>
            </a:lvl1pPr>
            <a:lvl2pPr algn="r">
              <a:defRPr sz="1650" b="0">
                <a:solidFill>
                  <a:srgbClr val="707C88"/>
                </a:solidFill>
                <a:latin typeface="Arial"/>
                <a:ea typeface="Arial"/>
                <a:cs typeface="Arial"/>
              </a:defRPr>
            </a:lvl2pPr>
            <a:lvl3pPr algn="r">
              <a:defRPr sz="1650" b="0">
                <a:solidFill>
                  <a:srgbClr val="707C88"/>
                </a:solidFill>
                <a:latin typeface="Arial"/>
                <a:ea typeface="Arial"/>
                <a:cs typeface="Arial"/>
              </a:defRPr>
            </a:lvl3pPr>
            <a:lvl4pPr algn="r">
              <a:defRPr sz="1650" b="0">
                <a:solidFill>
                  <a:srgbClr val="707C88"/>
                </a:solidFill>
                <a:latin typeface="Arial"/>
                <a:ea typeface="Arial"/>
                <a:cs typeface="Arial"/>
              </a:defRPr>
            </a:lvl4pPr>
            <a:lvl5pPr algn="r">
              <a:defRPr sz="1650" b="0">
                <a:solidFill>
                  <a:srgbClr val="707C88"/>
                </a:solidFill>
                <a:latin typeface="Arial"/>
                <a:ea typeface="Arial"/>
                <a:cs typeface="Arial"/>
              </a:defRPr>
            </a:lvl5pPr>
            <a:lvl6pPr algn="r">
              <a:defRPr sz="1650" b="0">
                <a:solidFill>
                  <a:srgbClr val="707C88"/>
                </a:solidFill>
                <a:latin typeface="Arial"/>
                <a:ea typeface="Arial"/>
                <a:cs typeface="Arial"/>
              </a:defRPr>
            </a:lvl6pPr>
            <a:lvl7pPr algn="r">
              <a:defRPr sz="1650" b="0">
                <a:solidFill>
                  <a:srgbClr val="707C88"/>
                </a:solidFill>
                <a:latin typeface="Arial"/>
                <a:ea typeface="Arial"/>
                <a:cs typeface="Arial"/>
              </a:defRPr>
            </a:lvl7pPr>
            <a:lvl8pPr algn="r">
              <a:defRPr sz="1650" b="0">
                <a:solidFill>
                  <a:srgbClr val="707C88"/>
                </a:solidFill>
                <a:latin typeface="Arial"/>
                <a:ea typeface="Arial"/>
                <a:cs typeface="Arial"/>
              </a:defRPr>
            </a:lvl8pPr>
            <a:lvl9pPr algn="r">
              <a:defRPr sz="1650" b="0">
                <a:solidFill>
                  <a:srgbClr val="707C88"/>
                </a:solidFill>
                <a:latin typeface="Arial"/>
                <a:ea typeface="Arial"/>
                <a:cs typeface="Arial"/>
              </a:defRPr>
            </a:lvl9pPr>
          </a:lstStyle>
          <a:p xmlns:a="http://schemas.openxmlformats.org/drawingml/2006/main">
            <a:pPr algn="r">
              <a:defRPr sz="1650" b="0">
                <a:solidFill>
                  <a:srgbClr val="707C88"/>
                </a:solidFill>
                <a:latin typeface="Arial"/>
                <a:ea typeface="Arial"/>
                <a:cs typeface="Arial"/>
              </a:defRPr>
            </a:pPr>
            <a:r>
              <a:rPr sz="1650" b="0">
                <a:solidFill>
                  <a:srgbClr val="707C88"/>
                </a:solidFill>
                <a:latin typeface="Arial"/>
                <a:ea typeface="Arial"/>
                <a:cs typeface="Arial"/>
              </a:rPr>
              <a:t>25 / 33</a:t>
            </a:r>
          </a:p>
        </p:txBody>
      </p:sp>
      <p:sp>
        <p:nvSpPr>
          <p:cNvPr id="21" name="!!nav.prev">
            <ns0:hlinkClick xmlns:ns0="http://schemas.openxmlformats.org/drawingml/2006/main" xmlns:ns1="http://schemas.openxmlformats.org/officeDocument/2006/relationships" ns1:id="rIdNavSlide24" action="ppaction://hlinksldjump" tooltip="Slide 24: Proposed document change analysis"/>
            <a:extLst xmlns:a="http://schemas.openxmlformats.org/drawingml/2006/main">
              <a:ext uri="{FF2B5EF4-FFF2-40B4-BE49-F238E27FC236}">
                <a16:creationId xmlns:a16="http://schemas.microsoft.com/office/drawing/2014/main" id="{C69D359F-0387-4C2A-B0A0-5022AC8FCDB7}"/>
              </a:ext>
            </a:extLst>
          </p:cNvPr>
          <p:cNvSpPr>
            <a:spLocks xmlns:a="http://schemas.openxmlformats.org/drawingml/2006/main" noGrp="1"/>
          </p:cNvSpPr>
          <p:nvPr/>
        </p:nvSpPr>
        <p:spPr>
          <a:xfrm xmlns:a="http://schemas.openxmlformats.org/drawingml/2006/main">
            <a:off x="12287250" y="7496175"/>
            <a:ext cx="1047750" cy="4572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725" b="1">
                <a:solidFill>
                  <a:srgbClr val="005A9C"/>
                </a:solidFill>
                <a:latin typeface="Arial"/>
                <a:ea typeface="Arial"/>
                <a:cs typeface="Arial"/>
              </a:defRPr>
            </a:defPPr>
            <a:lvl1pPr algn="ctr">
              <a:defRPr sz="1725" b="1">
                <a:solidFill>
                  <a:srgbClr val="005A9C"/>
                </a:solidFill>
                <a:latin typeface="Arial"/>
                <a:ea typeface="Arial"/>
                <a:cs typeface="Arial"/>
              </a:defRPr>
            </a:lvl1pPr>
            <a:lvl2pPr algn="ctr">
              <a:defRPr sz="1725" b="1">
                <a:solidFill>
                  <a:srgbClr val="005A9C"/>
                </a:solidFill>
                <a:latin typeface="Arial"/>
                <a:ea typeface="Arial"/>
                <a:cs typeface="Arial"/>
              </a:defRPr>
            </a:lvl2pPr>
            <a:lvl3pPr algn="ctr">
              <a:defRPr sz="1725" b="1">
                <a:solidFill>
                  <a:srgbClr val="005A9C"/>
                </a:solidFill>
                <a:latin typeface="Arial"/>
                <a:ea typeface="Arial"/>
                <a:cs typeface="Arial"/>
              </a:defRPr>
            </a:lvl3pPr>
            <a:lvl4pPr algn="ctr">
              <a:defRPr sz="1725" b="1">
                <a:solidFill>
                  <a:srgbClr val="005A9C"/>
                </a:solidFill>
                <a:latin typeface="Arial"/>
                <a:ea typeface="Arial"/>
                <a:cs typeface="Arial"/>
              </a:defRPr>
            </a:lvl4pPr>
            <a:lvl5pPr algn="ctr">
              <a:defRPr sz="1725" b="1">
                <a:solidFill>
                  <a:srgbClr val="005A9C"/>
                </a:solidFill>
                <a:latin typeface="Arial"/>
                <a:ea typeface="Arial"/>
                <a:cs typeface="Arial"/>
              </a:defRPr>
            </a:lvl5pPr>
            <a:lvl6pPr algn="ctr">
              <a:defRPr sz="1725" b="1">
                <a:solidFill>
                  <a:srgbClr val="005A9C"/>
                </a:solidFill>
                <a:latin typeface="Arial"/>
                <a:ea typeface="Arial"/>
                <a:cs typeface="Arial"/>
              </a:defRPr>
            </a:lvl6pPr>
            <a:lvl7pPr algn="ctr">
              <a:defRPr sz="1725" b="1">
                <a:solidFill>
                  <a:srgbClr val="005A9C"/>
                </a:solidFill>
                <a:latin typeface="Arial"/>
                <a:ea typeface="Arial"/>
                <a:cs typeface="Arial"/>
              </a:defRPr>
            </a:lvl7pPr>
            <a:lvl8pPr algn="ctr">
              <a:defRPr sz="1725" b="1">
                <a:solidFill>
                  <a:srgbClr val="005A9C"/>
                </a:solidFill>
                <a:latin typeface="Arial"/>
                <a:ea typeface="Arial"/>
                <a:cs typeface="Arial"/>
              </a:defRPr>
            </a:lvl8pPr>
            <a:lvl9pPr algn="ctr">
              <a:defRPr sz="1725" b="1">
                <a:solidFill>
                  <a:srgbClr val="005A9C"/>
                </a:solidFill>
                <a:latin typeface="Arial"/>
                <a:ea typeface="Arial"/>
                <a:cs typeface="Arial"/>
              </a:defRPr>
            </a:lvl9pPr>
          </a:lstStyle>
          <a:p xmlns:a="http://schemas.openxmlformats.org/drawingml/2006/main">
            <a:pPr algn="ctr">
              <a:defRPr sz="1725" b="1">
                <a:solidFill>
                  <a:srgbClr val="005A9C"/>
                </a:solidFill>
                <a:latin typeface="Arial"/>
                <a:ea typeface="Arial"/>
                <a:cs typeface="Arial"/>
              </a:defRPr>
            </a:pPr>
            <a:r>
              <a:rPr sz="1725" b="1">
                <a:solidFill>
                  <a:srgbClr val="005A9C"/>
                </a:solidFill>
                <a:latin typeface="Arial"/>
                <a:ea typeface="Arial"/>
                <a:cs typeface="Arial"/>
              </a:rPr>
              <a:t>Back</a:t>
            </a:r>
          </a:p>
        </p:txBody>
      </p:sp>
      <p:sp>
        <p:nvSpPr>
          <p:cNvPr id="22" name="!!nav.next">
            <ns0:hlinkClick xmlns:ns0="http://schemas.openxmlformats.org/drawingml/2006/main" xmlns:ns1="http://schemas.openxmlformats.org/officeDocument/2006/relationships" ns1:id="rIdNavSlide26" action="ppaction://hlinksldjump" tooltip="Slide 26: E Fund and Invesco Great Wall: development support"/>
            <a:extLst xmlns:a="http://schemas.openxmlformats.org/drawingml/2006/main">
              <a:ext uri="{FF2B5EF4-FFF2-40B4-BE49-F238E27FC236}">
                <a16:creationId xmlns:a16="http://schemas.microsoft.com/office/drawing/2014/main" id="{E622D2B9-8665-4597-A8B3-411A82C3519B}"/>
              </a:ext>
            </a:extLst>
          </p:cNvPr>
          <p:cNvSpPr>
            <a:spLocks xmlns:a="http://schemas.openxmlformats.org/drawingml/2006/main" noGrp="1"/>
          </p:cNvSpPr>
          <p:nvPr/>
        </p:nvSpPr>
        <p:spPr>
          <a:xfrm xmlns:a="http://schemas.openxmlformats.org/drawingml/2006/main">
            <a:off x="13506450" y="7496175"/>
            <a:ext cx="1085850" cy="45720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725" b="1">
                <a:solidFill>
                  <a:srgbClr val="FFFFFF"/>
                </a:solidFill>
                <a:latin typeface="Arial"/>
                <a:ea typeface="Arial"/>
                <a:cs typeface="Arial"/>
              </a:defRPr>
            </a:defPPr>
            <a:lvl1pPr algn="ctr">
              <a:defRPr sz="1725" b="1">
                <a:solidFill>
                  <a:srgbClr val="FFFFFF"/>
                </a:solidFill>
                <a:latin typeface="Arial"/>
                <a:ea typeface="Arial"/>
                <a:cs typeface="Arial"/>
              </a:defRPr>
            </a:lvl1pPr>
            <a:lvl2pPr algn="ctr">
              <a:defRPr sz="1725" b="1">
                <a:solidFill>
                  <a:srgbClr val="FFFFFF"/>
                </a:solidFill>
                <a:latin typeface="Arial"/>
                <a:ea typeface="Arial"/>
                <a:cs typeface="Arial"/>
              </a:defRPr>
            </a:lvl2pPr>
            <a:lvl3pPr algn="ctr">
              <a:defRPr sz="1725" b="1">
                <a:solidFill>
                  <a:srgbClr val="FFFFFF"/>
                </a:solidFill>
                <a:latin typeface="Arial"/>
                <a:ea typeface="Arial"/>
                <a:cs typeface="Arial"/>
              </a:defRPr>
            </a:lvl3pPr>
            <a:lvl4pPr algn="ctr">
              <a:defRPr sz="1725" b="1">
                <a:solidFill>
                  <a:srgbClr val="FFFFFF"/>
                </a:solidFill>
                <a:latin typeface="Arial"/>
                <a:ea typeface="Arial"/>
                <a:cs typeface="Arial"/>
              </a:defRPr>
            </a:lvl4pPr>
            <a:lvl5pPr algn="ctr">
              <a:defRPr sz="1725" b="1">
                <a:solidFill>
                  <a:srgbClr val="FFFFFF"/>
                </a:solidFill>
                <a:latin typeface="Arial"/>
                <a:ea typeface="Arial"/>
                <a:cs typeface="Arial"/>
              </a:defRPr>
            </a:lvl5pPr>
            <a:lvl6pPr algn="ctr">
              <a:defRPr sz="1725" b="1">
                <a:solidFill>
                  <a:srgbClr val="FFFFFF"/>
                </a:solidFill>
                <a:latin typeface="Arial"/>
                <a:ea typeface="Arial"/>
                <a:cs typeface="Arial"/>
              </a:defRPr>
            </a:lvl6pPr>
            <a:lvl7pPr algn="ctr">
              <a:defRPr sz="1725" b="1">
                <a:solidFill>
                  <a:srgbClr val="FFFFFF"/>
                </a:solidFill>
                <a:latin typeface="Arial"/>
                <a:ea typeface="Arial"/>
                <a:cs typeface="Arial"/>
              </a:defRPr>
            </a:lvl7pPr>
            <a:lvl8pPr algn="ctr">
              <a:defRPr sz="1725" b="1">
                <a:solidFill>
                  <a:srgbClr val="FFFFFF"/>
                </a:solidFill>
                <a:latin typeface="Arial"/>
                <a:ea typeface="Arial"/>
                <a:cs typeface="Arial"/>
              </a:defRPr>
            </a:lvl8pPr>
            <a:lvl9pPr algn="ctr">
              <a:defRPr sz="1725" b="1">
                <a:solidFill>
                  <a:srgbClr val="FFFFFF"/>
                </a:solidFill>
                <a:latin typeface="Arial"/>
                <a:ea typeface="Arial"/>
                <a:cs typeface="Arial"/>
              </a:defRPr>
            </a:lvl9pPr>
          </a:lstStyle>
          <a:p xmlns:a="http://schemas.openxmlformats.org/drawingml/2006/main">
            <a:pPr algn="ctr">
              <a:defRPr sz="1725" b="1">
                <a:solidFill>
                  <a:srgbClr val="FFFFFF"/>
                </a:solidFill>
                <a:latin typeface="Arial"/>
                <a:ea typeface="Arial"/>
                <a:cs typeface="Arial"/>
              </a:defRPr>
            </a:pPr>
            <a:r>
              <a:rPr sz="1725" b="1">
                <a:solidFill>
                  <a:srgbClr val="FFFFFF"/>
                </a:solidFill>
                <a:latin typeface="Arial"/>
                <a:ea typeface="Arial"/>
                <a:cs typeface="Arial"/>
              </a:rPr>
              <a:t>Next</a:t>
            </a:r>
          </a:p>
        </p:txBody>
      </p:sp>
      <p:sp>
        <p:nvSpPr>
          <p:cNvPr id="23" name="!!footer.rule">
            <a:extLst xmlns:a="http://schemas.openxmlformats.org/drawingml/2006/main">
              <a:ext uri="{FF2B5EF4-FFF2-40B4-BE49-F238E27FC236}">
                <a16:creationId xmlns:a16="http://schemas.microsoft.com/office/drawing/2014/main" id="{EF3A1803-675D-4948-A21A-72B1027DEE01}"/>
              </a:ext>
            </a:extLst>
          </p:cNvPr>
          <p:cNvSpPr>
            <a:spLocks xmlns:a="http://schemas.openxmlformats.org/drawingml/2006/main" noGrp="1"/>
          </p:cNvSpPr>
          <p:nvPr/>
        </p:nvSpPr>
        <p:spPr>
          <a:xfrm xmlns:a="http://schemas.openxmlformats.org/drawingml/2006/main" flipH="0" flipV="0">
            <a:off x="647700" y="8134350"/>
            <a:ext cx="13944600" cy="953"/>
          </a:xfrm>
          <a:prstGeom xmlns:a="http://schemas.openxmlformats.org/drawingml/2006/main" prst="line">
            <a:avLst/>
          </a:prstGeom>
          <a:noFill xmlns:a="http://schemas.openxmlformats.org/drawingml/2006/main"/>
          <a:ln xmlns:a="http://schemas.openxmlformats.org/drawingml/2006/main" w="9525">
            <a:solidFill>
              <a:srgbClr val="BCC6CF"/>
            </a:solidFill>
            <a:prstDash val="solid"/>
          </a:ln>
        </p:spPr>
      </p:sp>
      <p:sp>
        <p:nvSpPr>
          <p:cNvPr id="24" name="!!source">
            <a:extLst xmlns:a="http://schemas.openxmlformats.org/drawingml/2006/main">
              <a:ext uri="{FF2B5EF4-FFF2-40B4-BE49-F238E27FC236}">
                <a16:creationId xmlns:a16="http://schemas.microsoft.com/office/drawing/2014/main" id="{177902C5-7642-47E6-AB8A-EBD111EC35DB}"/>
              </a:ext>
            </a:extLst>
          </p:cNvPr>
          <p:cNvSpPr>
            <a:spLocks xmlns:a="http://schemas.openxmlformats.org/drawingml/2006/main" noGrp="1"/>
          </p:cNvSpPr>
          <p:nvPr/>
        </p:nvSpPr>
        <p:spPr>
          <a:xfrm xmlns:a="http://schemas.openxmlformats.org/drawingml/2006/main">
            <a:off x="647700" y="8267700"/>
            <a:ext cx="13944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707C88"/>
                </a:solidFill>
                <a:latin typeface="Arial"/>
                <a:ea typeface="Arial"/>
                <a:cs typeface="Arial"/>
              </a:defRPr>
            </a:defPPr>
            <a:lvl1pPr algn="l">
              <a:defRPr sz="1050" b="0">
                <a:solidFill>
                  <a:srgbClr val="707C88"/>
                </a:solidFill>
                <a:latin typeface="Arial"/>
                <a:ea typeface="Arial"/>
                <a:cs typeface="Arial"/>
              </a:defRPr>
            </a:lvl1pPr>
            <a:lvl2pPr algn="l">
              <a:defRPr sz="1050" b="0">
                <a:solidFill>
                  <a:srgbClr val="707C88"/>
                </a:solidFill>
                <a:latin typeface="Arial"/>
                <a:ea typeface="Arial"/>
                <a:cs typeface="Arial"/>
              </a:defRPr>
            </a:lvl2pPr>
            <a:lvl3pPr algn="l">
              <a:defRPr sz="1050" b="0">
                <a:solidFill>
                  <a:srgbClr val="707C88"/>
                </a:solidFill>
                <a:latin typeface="Arial"/>
                <a:ea typeface="Arial"/>
                <a:cs typeface="Arial"/>
              </a:defRPr>
            </a:lvl3pPr>
            <a:lvl4pPr algn="l">
              <a:defRPr sz="1050" b="0">
                <a:solidFill>
                  <a:srgbClr val="707C88"/>
                </a:solidFill>
                <a:latin typeface="Arial"/>
                <a:ea typeface="Arial"/>
                <a:cs typeface="Arial"/>
              </a:defRPr>
            </a:lvl4pPr>
            <a:lvl5pPr algn="l">
              <a:defRPr sz="1050" b="0">
                <a:solidFill>
                  <a:srgbClr val="707C88"/>
                </a:solidFill>
                <a:latin typeface="Arial"/>
                <a:ea typeface="Arial"/>
                <a:cs typeface="Arial"/>
              </a:defRPr>
            </a:lvl5pPr>
            <a:lvl6pPr algn="l">
              <a:defRPr sz="1050" b="0">
                <a:solidFill>
                  <a:srgbClr val="707C88"/>
                </a:solidFill>
                <a:latin typeface="Arial"/>
                <a:ea typeface="Arial"/>
                <a:cs typeface="Arial"/>
              </a:defRPr>
            </a:lvl6pPr>
            <a:lvl7pPr algn="l">
              <a:defRPr sz="1050" b="0">
                <a:solidFill>
                  <a:srgbClr val="707C88"/>
                </a:solidFill>
                <a:latin typeface="Arial"/>
                <a:ea typeface="Arial"/>
                <a:cs typeface="Arial"/>
              </a:defRPr>
            </a:lvl7pPr>
            <a:lvl8pPr algn="l">
              <a:defRPr sz="1050" b="0">
                <a:solidFill>
                  <a:srgbClr val="707C88"/>
                </a:solidFill>
                <a:latin typeface="Arial"/>
                <a:ea typeface="Arial"/>
                <a:cs typeface="Arial"/>
              </a:defRPr>
            </a:lvl8pPr>
            <a:lvl9pPr algn="l">
              <a:defRPr sz="1050" b="0">
                <a:solidFill>
                  <a:srgbClr val="707C88"/>
                </a:solidFill>
                <a:latin typeface="Arial"/>
                <a:ea typeface="Arial"/>
                <a:cs typeface="Arial"/>
              </a:defRPr>
            </a:lvl9pPr>
          </a:lstStyle>
          <a:p xmlns:a="http://schemas.openxmlformats.org/drawingml/2006/main">
            <a:r>
              <a:t/>
            </a:r>
          </a:p>
        </p:txBody>
      </p:sp>
      <p:sp>
        <p:nvSpPr>
          <p:cNvPr id="25" name="!!dev.request">
            <a:extLst xmlns:a="http://schemas.openxmlformats.org/drawingml/2006/main">
              <a:ext uri="{FF2B5EF4-FFF2-40B4-BE49-F238E27FC236}">
                <a16:creationId xmlns:a16="http://schemas.microsoft.com/office/drawing/2014/main" id="{F9CEDBC4-5367-4518-873A-19D9B8026BEF}"/>
              </a:ext>
            </a:extLst>
          </p:cNvPr>
          <p:cNvSpPr>
            <a:spLocks xmlns:a="http://schemas.openxmlformats.org/drawingml/2006/main" noGrp="1"/>
          </p:cNvSpPr>
          <p:nvPr/>
        </p:nvSpPr>
        <p:spPr>
          <a:xfrm xmlns:a="http://schemas.openxmlformats.org/drawingml/2006/main">
            <a:off x="4057650" y="2047875"/>
            <a:ext cx="10534650" cy="64770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100" b="1">
                <a:solidFill>
                  <a:srgbClr val="20262C"/>
                </a:solidFill>
                <a:latin typeface="Arial"/>
                <a:ea typeface="Arial"/>
                <a:cs typeface="Arial"/>
              </a:defRPr>
            </a:defPPr>
            <a:lvl1pPr algn="ctr">
              <a:defRPr sz="2100" b="1">
                <a:solidFill>
                  <a:srgbClr val="20262C"/>
                </a:solidFill>
                <a:latin typeface="Arial"/>
                <a:ea typeface="Arial"/>
                <a:cs typeface="Arial"/>
              </a:defRPr>
            </a:lvl1pPr>
            <a:lvl2pPr algn="ctr">
              <a:defRPr sz="2100" b="1">
                <a:solidFill>
                  <a:srgbClr val="20262C"/>
                </a:solidFill>
                <a:latin typeface="Arial"/>
                <a:ea typeface="Arial"/>
                <a:cs typeface="Arial"/>
              </a:defRPr>
            </a:lvl2pPr>
            <a:lvl3pPr algn="ctr">
              <a:defRPr sz="2100" b="1">
                <a:solidFill>
                  <a:srgbClr val="20262C"/>
                </a:solidFill>
                <a:latin typeface="Arial"/>
                <a:ea typeface="Arial"/>
                <a:cs typeface="Arial"/>
              </a:defRPr>
            </a:lvl3pPr>
            <a:lvl4pPr algn="ctr">
              <a:defRPr sz="2100" b="1">
                <a:solidFill>
                  <a:srgbClr val="20262C"/>
                </a:solidFill>
                <a:latin typeface="Arial"/>
                <a:ea typeface="Arial"/>
                <a:cs typeface="Arial"/>
              </a:defRPr>
            </a:lvl4pPr>
            <a:lvl5pPr algn="ctr">
              <a:defRPr sz="2100" b="1">
                <a:solidFill>
                  <a:srgbClr val="20262C"/>
                </a:solidFill>
                <a:latin typeface="Arial"/>
                <a:ea typeface="Arial"/>
                <a:cs typeface="Arial"/>
              </a:defRPr>
            </a:lvl5pPr>
            <a:lvl6pPr algn="ctr">
              <a:defRPr sz="2100" b="1">
                <a:solidFill>
                  <a:srgbClr val="20262C"/>
                </a:solidFill>
                <a:latin typeface="Arial"/>
                <a:ea typeface="Arial"/>
                <a:cs typeface="Arial"/>
              </a:defRPr>
            </a:lvl6pPr>
            <a:lvl7pPr algn="ctr">
              <a:defRPr sz="2100" b="1">
                <a:solidFill>
                  <a:srgbClr val="20262C"/>
                </a:solidFill>
                <a:latin typeface="Arial"/>
                <a:ea typeface="Arial"/>
                <a:cs typeface="Arial"/>
              </a:defRPr>
            </a:lvl7pPr>
            <a:lvl8pPr algn="ctr">
              <a:defRPr sz="2100" b="1">
                <a:solidFill>
                  <a:srgbClr val="20262C"/>
                </a:solidFill>
                <a:latin typeface="Arial"/>
                <a:ea typeface="Arial"/>
                <a:cs typeface="Arial"/>
              </a:defRPr>
            </a:lvl8pPr>
            <a:lvl9pPr algn="ctr">
              <a:defRPr sz="2100" b="1">
                <a:solidFill>
                  <a:srgbClr val="20262C"/>
                </a:solidFill>
                <a:latin typeface="Arial"/>
                <a:ea typeface="Arial"/>
                <a:cs typeface="Arial"/>
              </a:defRPr>
            </a:lvl9pPr>
          </a:lstStyle>
          <a:p xmlns:a="http://schemas.openxmlformats.org/drawingml/2006/main">
            <a:pPr algn="ctr">
              <a:defRPr sz="2100" b="1">
                <a:solidFill>
                  <a:srgbClr val="20262C"/>
                </a:solidFill>
                <a:latin typeface="Arial"/>
                <a:ea typeface="Arial"/>
                <a:cs typeface="Arial"/>
              </a:defRPr>
            </a:pPr>
            <a:r>
              <a:rPr sz="2100" b="1">
                <a:solidFill>
                  <a:srgbClr val="20262C"/>
                </a:solidFill>
                <a:latin typeface="Arial"/>
                <a:ea typeface="Arial"/>
                <a:cs typeface="Arial"/>
              </a:rPr>
              <a:t>Business request: what changed between the reports? Ignore changes to repeated page headers.</a:t>
            </a:r>
          </a:p>
        </p:txBody>
      </p:sp>
      <p:sp>
        <p:nvSpPr>
          <p:cNvPr id="26" name="!!dev.requirements">
            <a:extLst xmlns:a="http://schemas.openxmlformats.org/drawingml/2006/main">
              <a:ext uri="{FF2B5EF4-FFF2-40B4-BE49-F238E27FC236}">
                <a16:creationId xmlns:a16="http://schemas.microsoft.com/office/drawing/2014/main" id="{67AF0743-64EC-401A-A46E-794606ADE28B}"/>
              </a:ext>
            </a:extLst>
          </p:cNvPr>
          <p:cNvSpPr>
            <a:spLocks xmlns:a="http://schemas.openxmlformats.org/drawingml/2006/main" noGrp="1"/>
          </p:cNvSpPr>
          <p:nvPr/>
        </p:nvSpPr>
        <p:spPr>
          <a:xfrm xmlns:a="http://schemas.openxmlformats.org/drawingml/2006/main">
            <a:off x="4057650" y="3314700"/>
            <a:ext cx="3219450" cy="209550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27" name="!!dev.requirements.role">
            <a:extLst xmlns:a="http://schemas.openxmlformats.org/drawingml/2006/main">
              <a:ext uri="{FF2B5EF4-FFF2-40B4-BE49-F238E27FC236}">
                <a16:creationId xmlns:a16="http://schemas.microsoft.com/office/drawing/2014/main" id="{1367B350-0846-4C87-BE4B-C471A67C5637}"/>
              </a:ext>
            </a:extLst>
          </p:cNvPr>
          <p:cNvSpPr>
            <a:spLocks xmlns:a="http://schemas.openxmlformats.org/drawingml/2006/main" noGrp="1"/>
          </p:cNvSpPr>
          <p:nvPr/>
        </p:nvSpPr>
        <p:spPr>
          <a:xfrm xmlns:a="http://schemas.openxmlformats.org/drawingml/2006/main">
            <a:off x="4248150" y="3457575"/>
            <a:ext cx="28384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62C"/>
                </a:solidFill>
                <a:latin typeface="Arial"/>
                <a:ea typeface="Arial"/>
                <a:cs typeface="Arial"/>
              </a:defRPr>
            </a:defPPr>
            <a:lvl1pPr algn="l">
              <a:defRPr sz="1800" b="1">
                <a:solidFill>
                  <a:srgbClr val="20262C"/>
                </a:solidFill>
                <a:latin typeface="Arial"/>
                <a:ea typeface="Arial"/>
                <a:cs typeface="Arial"/>
              </a:defRPr>
            </a:lvl1pPr>
            <a:lvl2pPr algn="l">
              <a:defRPr sz="1800" b="1">
                <a:solidFill>
                  <a:srgbClr val="20262C"/>
                </a:solidFill>
                <a:latin typeface="Arial"/>
                <a:ea typeface="Arial"/>
                <a:cs typeface="Arial"/>
              </a:defRPr>
            </a:lvl2pPr>
            <a:lvl3pPr algn="l">
              <a:defRPr sz="1800" b="1">
                <a:solidFill>
                  <a:srgbClr val="20262C"/>
                </a:solidFill>
                <a:latin typeface="Arial"/>
                <a:ea typeface="Arial"/>
                <a:cs typeface="Arial"/>
              </a:defRPr>
            </a:lvl3pPr>
            <a:lvl4pPr algn="l">
              <a:defRPr sz="1800" b="1">
                <a:solidFill>
                  <a:srgbClr val="20262C"/>
                </a:solidFill>
                <a:latin typeface="Arial"/>
                <a:ea typeface="Arial"/>
                <a:cs typeface="Arial"/>
              </a:defRPr>
            </a:lvl4pPr>
            <a:lvl5pPr algn="l">
              <a:defRPr sz="1800" b="1">
                <a:solidFill>
                  <a:srgbClr val="20262C"/>
                </a:solidFill>
                <a:latin typeface="Arial"/>
                <a:ea typeface="Arial"/>
                <a:cs typeface="Arial"/>
              </a:defRPr>
            </a:lvl5pPr>
            <a:lvl6pPr algn="l">
              <a:defRPr sz="1800" b="1">
                <a:solidFill>
                  <a:srgbClr val="20262C"/>
                </a:solidFill>
                <a:latin typeface="Arial"/>
                <a:ea typeface="Arial"/>
                <a:cs typeface="Arial"/>
              </a:defRPr>
            </a:lvl6pPr>
            <a:lvl7pPr algn="l">
              <a:defRPr sz="1800" b="1">
                <a:solidFill>
                  <a:srgbClr val="20262C"/>
                </a:solidFill>
                <a:latin typeface="Arial"/>
                <a:ea typeface="Arial"/>
                <a:cs typeface="Arial"/>
              </a:defRPr>
            </a:lvl7pPr>
            <a:lvl8pPr algn="l">
              <a:defRPr sz="1800" b="1">
                <a:solidFill>
                  <a:srgbClr val="20262C"/>
                </a:solidFill>
                <a:latin typeface="Arial"/>
                <a:ea typeface="Arial"/>
                <a:cs typeface="Arial"/>
              </a:defRPr>
            </a:lvl8pPr>
            <a:lvl9pPr algn="l">
              <a:defRPr sz="1800" b="1">
                <a:solidFill>
                  <a:srgbClr val="20262C"/>
                </a:solidFill>
                <a:latin typeface="Arial"/>
                <a:ea typeface="Arial"/>
                <a:cs typeface="Arial"/>
              </a:defRPr>
            </a:lvl9pPr>
          </a:lstStyle>
          <a:p xmlns:a="http://schemas.openxmlformats.org/drawingml/2006/main">
            <a:pPr algn="l">
              <a:defRPr sz="1800" b="1">
                <a:solidFill>
                  <a:srgbClr val="20262C"/>
                </a:solidFill>
                <a:latin typeface="Arial"/>
                <a:ea typeface="Arial"/>
                <a:cs typeface="Arial"/>
              </a:defRPr>
            </a:pPr>
            <a:r>
              <a:rPr sz="1800" b="1">
                <a:solidFill>
                  <a:srgbClr val="20262C"/>
                </a:solidFill>
                <a:latin typeface="Arial"/>
                <a:ea typeface="Arial"/>
                <a:cs typeface="Arial"/>
              </a:rPr>
              <a:t>Developer: requirements</a:t>
            </a:r>
          </a:p>
        </p:txBody>
      </p:sp>
      <p:sp>
        <p:nvSpPr>
          <p:cNvPr id="28" name="!!dev.requirements.body">
            <a:extLst xmlns:a="http://schemas.openxmlformats.org/drawingml/2006/main">
              <a:ext uri="{FF2B5EF4-FFF2-40B4-BE49-F238E27FC236}">
                <a16:creationId xmlns:a16="http://schemas.microsoft.com/office/drawing/2014/main" id="{1B803DC6-CE3B-41CC-9402-D46941CE3919}"/>
              </a:ext>
            </a:extLst>
          </p:cNvPr>
          <p:cNvSpPr>
            <a:spLocks xmlns:a="http://schemas.openxmlformats.org/drawingml/2006/main" noGrp="1"/>
          </p:cNvSpPr>
          <p:nvPr/>
        </p:nvSpPr>
        <p:spPr>
          <a:xfrm xmlns:a="http://schemas.openxmlformats.org/drawingml/2006/main">
            <a:off x="4248150" y="3895725"/>
            <a:ext cx="2838450"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0262C"/>
                </a:solidFill>
                <a:latin typeface="Arial"/>
                <a:ea typeface="Arial"/>
                <a:cs typeface="Arial"/>
              </a:defRPr>
            </a:defPPr>
            <a:lvl1pPr algn="l">
              <a:defRPr sz="1875" b="0">
                <a:solidFill>
                  <a:srgbClr val="20262C"/>
                </a:solidFill>
                <a:latin typeface="Arial"/>
                <a:ea typeface="Arial"/>
                <a:cs typeface="Arial"/>
              </a:defRPr>
            </a:lvl1pPr>
            <a:lvl2pPr algn="l">
              <a:defRPr sz="1875" b="0">
                <a:solidFill>
                  <a:srgbClr val="20262C"/>
                </a:solidFill>
                <a:latin typeface="Arial"/>
                <a:ea typeface="Arial"/>
                <a:cs typeface="Arial"/>
              </a:defRPr>
            </a:lvl2pPr>
            <a:lvl3pPr algn="l">
              <a:defRPr sz="1875" b="0">
                <a:solidFill>
                  <a:srgbClr val="20262C"/>
                </a:solidFill>
                <a:latin typeface="Arial"/>
                <a:ea typeface="Arial"/>
                <a:cs typeface="Arial"/>
              </a:defRPr>
            </a:lvl3pPr>
            <a:lvl4pPr algn="l">
              <a:defRPr sz="1875" b="0">
                <a:solidFill>
                  <a:srgbClr val="20262C"/>
                </a:solidFill>
                <a:latin typeface="Arial"/>
                <a:ea typeface="Arial"/>
                <a:cs typeface="Arial"/>
              </a:defRPr>
            </a:lvl4pPr>
            <a:lvl5pPr algn="l">
              <a:defRPr sz="1875" b="0">
                <a:solidFill>
                  <a:srgbClr val="20262C"/>
                </a:solidFill>
                <a:latin typeface="Arial"/>
                <a:ea typeface="Arial"/>
                <a:cs typeface="Arial"/>
              </a:defRPr>
            </a:lvl5pPr>
            <a:lvl6pPr algn="l">
              <a:defRPr sz="1875" b="0">
                <a:solidFill>
                  <a:srgbClr val="20262C"/>
                </a:solidFill>
                <a:latin typeface="Arial"/>
                <a:ea typeface="Arial"/>
                <a:cs typeface="Arial"/>
              </a:defRPr>
            </a:lvl6pPr>
            <a:lvl7pPr algn="l">
              <a:defRPr sz="1875" b="0">
                <a:solidFill>
                  <a:srgbClr val="20262C"/>
                </a:solidFill>
                <a:latin typeface="Arial"/>
                <a:ea typeface="Arial"/>
                <a:cs typeface="Arial"/>
              </a:defRPr>
            </a:lvl7pPr>
            <a:lvl8pPr algn="l">
              <a:defRPr sz="1875" b="0">
                <a:solidFill>
                  <a:srgbClr val="20262C"/>
                </a:solidFill>
                <a:latin typeface="Arial"/>
                <a:ea typeface="Arial"/>
                <a:cs typeface="Arial"/>
              </a:defRPr>
            </a:lvl8pPr>
            <a:lvl9pPr algn="l">
              <a:defRPr sz="1875" b="0">
                <a:solidFill>
                  <a:srgbClr val="20262C"/>
                </a:solidFill>
                <a:latin typeface="Arial"/>
                <a:ea typeface="Arial"/>
                <a:cs typeface="Arial"/>
              </a:defRPr>
            </a:lvl9pPr>
          </a:lstStyle>
          <a:p xmlns:a="http://schemas.openxmlformats.org/drawingml/2006/main">
            <a:pPr algn="l">
              <a:defRPr sz="1875" b="0">
                <a:solidFill>
                  <a:srgbClr val="20262C"/>
                </a:solidFill>
                <a:latin typeface="Arial"/>
                <a:ea typeface="Arial"/>
                <a:cs typeface="Arial"/>
              </a:defRPr>
            </a:pPr>
            <a:r>
              <a:rPr sz="1875" b="0">
                <a:solidFill>
                  <a:srgbClr val="20262C"/>
                </a:solidFill>
                <a:latin typeface="Arial"/>
                <a:ea typeface="Arial"/>
                <a:cs typeface="Arial"/>
              </a:rPr>
              <a:t>Flag additions, deletions and edits</a:t>
            </a:r>
          </a:p>
          <a:p xmlns:a="http://schemas.openxmlformats.org/drawingml/2006/main">
            <a:pPr algn="l">
              <a:defRPr sz="1875" b="0">
                <a:solidFill>
                  <a:srgbClr val="20262C"/>
                </a:solidFill>
                <a:latin typeface="Arial"/>
                <a:ea typeface="Arial"/>
                <a:cs typeface="Arial"/>
              </a:defRPr>
            </a:pPr>
            <a:r>
              <a:rPr sz="1875" b="0">
                <a:solidFill>
                  <a:srgbClr val="20262C"/>
                </a:solidFill>
                <a:latin typeface="Arial"/>
                <a:ea typeface="Arial"/>
                <a:cs typeface="Arial"/>
              </a:rPr>
              <a:t>Ignore repeated page headers</a:t>
            </a:r>
          </a:p>
        </p:txBody>
      </p:sp>
      <p:sp>
        <p:nvSpPr>
          <p:cNvPr id="29" name="!!dev.code">
            <a:extLst xmlns:a="http://schemas.openxmlformats.org/drawingml/2006/main">
              <a:ext uri="{FF2B5EF4-FFF2-40B4-BE49-F238E27FC236}">
                <a16:creationId xmlns:a16="http://schemas.microsoft.com/office/drawing/2014/main" id="{6159B64A-D741-45C2-9B99-E2344B75D573}"/>
              </a:ext>
            </a:extLst>
          </p:cNvPr>
          <p:cNvSpPr>
            <a:spLocks xmlns:a="http://schemas.openxmlformats.org/drawingml/2006/main" noGrp="1"/>
          </p:cNvSpPr>
          <p:nvPr/>
        </p:nvSpPr>
        <p:spPr>
          <a:xfrm xmlns:a="http://schemas.openxmlformats.org/drawingml/2006/main">
            <a:off x="7715250" y="3314700"/>
            <a:ext cx="3219450" cy="209550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30" name="!!dev.code.role">
            <a:extLst xmlns:a="http://schemas.openxmlformats.org/drawingml/2006/main">
              <a:ext uri="{FF2B5EF4-FFF2-40B4-BE49-F238E27FC236}">
                <a16:creationId xmlns:a16="http://schemas.microsoft.com/office/drawing/2014/main" id="{630C8E57-F93D-422B-8684-D9B1D9FF6AC6}"/>
              </a:ext>
            </a:extLst>
          </p:cNvPr>
          <p:cNvSpPr>
            <a:spLocks xmlns:a="http://schemas.openxmlformats.org/drawingml/2006/main" noGrp="1"/>
          </p:cNvSpPr>
          <p:nvPr/>
        </p:nvSpPr>
        <p:spPr>
          <a:xfrm xmlns:a="http://schemas.openxmlformats.org/drawingml/2006/main">
            <a:off x="7905750" y="3457575"/>
            <a:ext cx="28384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62C"/>
                </a:solidFill>
                <a:latin typeface="Arial"/>
                <a:ea typeface="Arial"/>
                <a:cs typeface="Arial"/>
              </a:defRPr>
            </a:defPPr>
            <a:lvl1pPr algn="l">
              <a:defRPr sz="1800" b="1">
                <a:solidFill>
                  <a:srgbClr val="20262C"/>
                </a:solidFill>
                <a:latin typeface="Arial"/>
                <a:ea typeface="Arial"/>
                <a:cs typeface="Arial"/>
              </a:defRPr>
            </a:lvl1pPr>
            <a:lvl2pPr algn="l">
              <a:defRPr sz="1800" b="1">
                <a:solidFill>
                  <a:srgbClr val="20262C"/>
                </a:solidFill>
                <a:latin typeface="Arial"/>
                <a:ea typeface="Arial"/>
                <a:cs typeface="Arial"/>
              </a:defRPr>
            </a:lvl2pPr>
            <a:lvl3pPr algn="l">
              <a:defRPr sz="1800" b="1">
                <a:solidFill>
                  <a:srgbClr val="20262C"/>
                </a:solidFill>
                <a:latin typeface="Arial"/>
                <a:ea typeface="Arial"/>
                <a:cs typeface="Arial"/>
              </a:defRPr>
            </a:lvl3pPr>
            <a:lvl4pPr algn="l">
              <a:defRPr sz="1800" b="1">
                <a:solidFill>
                  <a:srgbClr val="20262C"/>
                </a:solidFill>
                <a:latin typeface="Arial"/>
                <a:ea typeface="Arial"/>
                <a:cs typeface="Arial"/>
              </a:defRPr>
            </a:lvl4pPr>
            <a:lvl5pPr algn="l">
              <a:defRPr sz="1800" b="1">
                <a:solidFill>
                  <a:srgbClr val="20262C"/>
                </a:solidFill>
                <a:latin typeface="Arial"/>
                <a:ea typeface="Arial"/>
                <a:cs typeface="Arial"/>
              </a:defRPr>
            </a:lvl5pPr>
            <a:lvl6pPr algn="l">
              <a:defRPr sz="1800" b="1">
                <a:solidFill>
                  <a:srgbClr val="20262C"/>
                </a:solidFill>
                <a:latin typeface="Arial"/>
                <a:ea typeface="Arial"/>
                <a:cs typeface="Arial"/>
              </a:defRPr>
            </a:lvl6pPr>
            <a:lvl7pPr algn="l">
              <a:defRPr sz="1800" b="1">
                <a:solidFill>
                  <a:srgbClr val="20262C"/>
                </a:solidFill>
                <a:latin typeface="Arial"/>
                <a:ea typeface="Arial"/>
                <a:cs typeface="Arial"/>
              </a:defRPr>
            </a:lvl7pPr>
            <a:lvl8pPr algn="l">
              <a:defRPr sz="1800" b="1">
                <a:solidFill>
                  <a:srgbClr val="20262C"/>
                </a:solidFill>
                <a:latin typeface="Arial"/>
                <a:ea typeface="Arial"/>
                <a:cs typeface="Arial"/>
              </a:defRPr>
            </a:lvl8pPr>
            <a:lvl9pPr algn="l">
              <a:defRPr sz="1800" b="1">
                <a:solidFill>
                  <a:srgbClr val="20262C"/>
                </a:solidFill>
                <a:latin typeface="Arial"/>
                <a:ea typeface="Arial"/>
                <a:cs typeface="Arial"/>
              </a:defRPr>
            </a:lvl9pPr>
          </a:lstStyle>
          <a:p xmlns:a="http://schemas.openxmlformats.org/drawingml/2006/main">
            <a:pPr algn="l">
              <a:defRPr sz="1800" b="1">
                <a:solidFill>
                  <a:srgbClr val="20262C"/>
                </a:solidFill>
                <a:latin typeface="Arial"/>
                <a:ea typeface="Arial"/>
                <a:cs typeface="Arial"/>
              </a:defRPr>
            </a:pPr>
            <a:r>
              <a:rPr sz="1800" b="1">
                <a:solidFill>
                  <a:srgbClr val="20262C"/>
                </a:solidFill>
                <a:latin typeface="Arial"/>
                <a:ea typeface="Arial"/>
                <a:cs typeface="Arial"/>
              </a:rPr>
              <a:t>Developer writes code</a:t>
            </a:r>
          </a:p>
        </p:txBody>
      </p:sp>
      <p:sp>
        <p:nvSpPr>
          <p:cNvPr id="31" name="!!dev.code.body">
            <a:extLst xmlns:a="http://schemas.openxmlformats.org/drawingml/2006/main">
              <a:ext uri="{FF2B5EF4-FFF2-40B4-BE49-F238E27FC236}">
                <a16:creationId xmlns:a16="http://schemas.microsoft.com/office/drawing/2014/main" id="{B4390291-5D73-4CFF-B10F-9D4B599AA80C}"/>
              </a:ext>
            </a:extLst>
          </p:cNvPr>
          <p:cNvSpPr>
            <a:spLocks xmlns:a="http://schemas.openxmlformats.org/drawingml/2006/main" noGrp="1"/>
          </p:cNvSpPr>
          <p:nvPr/>
        </p:nvSpPr>
        <p:spPr>
          <a:xfrm xmlns:a="http://schemas.openxmlformats.org/drawingml/2006/main">
            <a:off x="7905750" y="3895725"/>
            <a:ext cx="2838450"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0262C"/>
                </a:solidFill>
                <a:latin typeface="Arial"/>
                <a:ea typeface="Arial"/>
                <a:cs typeface="Arial"/>
              </a:defRPr>
            </a:defPPr>
            <a:lvl1pPr algn="l">
              <a:defRPr sz="1875" b="0">
                <a:solidFill>
                  <a:srgbClr val="20262C"/>
                </a:solidFill>
                <a:latin typeface="Arial"/>
                <a:ea typeface="Arial"/>
                <a:cs typeface="Arial"/>
              </a:defRPr>
            </a:lvl1pPr>
            <a:lvl2pPr algn="l">
              <a:defRPr sz="1875" b="0">
                <a:solidFill>
                  <a:srgbClr val="20262C"/>
                </a:solidFill>
                <a:latin typeface="Arial"/>
                <a:ea typeface="Arial"/>
                <a:cs typeface="Arial"/>
              </a:defRPr>
            </a:lvl2pPr>
            <a:lvl3pPr algn="l">
              <a:defRPr sz="1875" b="0">
                <a:solidFill>
                  <a:srgbClr val="20262C"/>
                </a:solidFill>
                <a:latin typeface="Arial"/>
                <a:ea typeface="Arial"/>
                <a:cs typeface="Arial"/>
              </a:defRPr>
            </a:lvl3pPr>
            <a:lvl4pPr algn="l">
              <a:defRPr sz="1875" b="0">
                <a:solidFill>
                  <a:srgbClr val="20262C"/>
                </a:solidFill>
                <a:latin typeface="Arial"/>
                <a:ea typeface="Arial"/>
                <a:cs typeface="Arial"/>
              </a:defRPr>
            </a:lvl4pPr>
            <a:lvl5pPr algn="l">
              <a:defRPr sz="1875" b="0">
                <a:solidFill>
                  <a:srgbClr val="20262C"/>
                </a:solidFill>
                <a:latin typeface="Arial"/>
                <a:ea typeface="Arial"/>
                <a:cs typeface="Arial"/>
              </a:defRPr>
            </a:lvl5pPr>
            <a:lvl6pPr algn="l">
              <a:defRPr sz="1875" b="0">
                <a:solidFill>
                  <a:srgbClr val="20262C"/>
                </a:solidFill>
                <a:latin typeface="Arial"/>
                <a:ea typeface="Arial"/>
                <a:cs typeface="Arial"/>
              </a:defRPr>
            </a:lvl6pPr>
            <a:lvl7pPr algn="l">
              <a:defRPr sz="1875" b="0">
                <a:solidFill>
                  <a:srgbClr val="20262C"/>
                </a:solidFill>
                <a:latin typeface="Arial"/>
                <a:ea typeface="Arial"/>
                <a:cs typeface="Arial"/>
              </a:defRPr>
            </a:lvl7pPr>
            <a:lvl8pPr algn="l">
              <a:defRPr sz="1875" b="0">
                <a:solidFill>
                  <a:srgbClr val="20262C"/>
                </a:solidFill>
                <a:latin typeface="Arial"/>
                <a:ea typeface="Arial"/>
                <a:cs typeface="Arial"/>
              </a:defRPr>
            </a:lvl8pPr>
            <a:lvl9pPr algn="l">
              <a:defRPr sz="1875" b="0">
                <a:solidFill>
                  <a:srgbClr val="20262C"/>
                </a:solidFill>
                <a:latin typeface="Arial"/>
                <a:ea typeface="Arial"/>
                <a:cs typeface="Arial"/>
              </a:defRPr>
            </a:lvl9pPr>
          </a:lstStyle>
          <a:p xmlns:a="http://schemas.openxmlformats.org/drawingml/2006/main">
            <a:pPr algn="l">
              <a:defRPr sz="1875" b="0">
                <a:solidFill>
                  <a:srgbClr val="20262C"/>
                </a:solidFill>
                <a:latin typeface="Arial"/>
                <a:ea typeface="Arial"/>
                <a:cs typeface="Arial"/>
              </a:defRPr>
            </a:pPr>
            <a:r>
              <a:rPr sz="1875" b="0">
                <a:solidFill>
                  <a:srgbClr val="20262C"/>
                </a:solidFill>
                <a:latin typeface="Arial"/>
                <a:ea typeface="Arial"/>
                <a:cs typeface="Arial"/>
              </a:rPr>
              <a:t>Read files and match paragraphs</a:t>
            </a:r>
          </a:p>
          <a:p xmlns:a="http://schemas.openxmlformats.org/drawingml/2006/main">
            <a:pPr algn="l">
              <a:defRPr sz="1875" b="0">
                <a:solidFill>
                  <a:srgbClr val="20262C"/>
                </a:solidFill>
                <a:latin typeface="Arial"/>
                <a:ea typeface="Arial"/>
                <a:cs typeface="Arial"/>
              </a:defRPr>
            </a:pPr>
            <a:r>
              <a:rPr sz="1875" b="0">
                <a:solidFill>
                  <a:srgbClr val="20262C"/>
                </a:solidFill>
                <a:latin typeface="Arial"/>
                <a:ea typeface="Arial"/>
                <a:cs typeface="Arial"/>
              </a:rPr>
              <a:t>Calculate differences and locations</a:t>
            </a:r>
          </a:p>
        </p:txBody>
      </p:sp>
      <p:sp>
        <p:nvSpPr>
          <p:cNvPr id="32" name="!!dev.debug">
            <a:extLst xmlns:a="http://schemas.openxmlformats.org/drawingml/2006/main">
              <a:ext uri="{FF2B5EF4-FFF2-40B4-BE49-F238E27FC236}">
                <a16:creationId xmlns:a16="http://schemas.microsoft.com/office/drawing/2014/main" id="{64301815-1D07-4F8A-96BF-108E0724091C}"/>
              </a:ext>
            </a:extLst>
          </p:cNvPr>
          <p:cNvSpPr>
            <a:spLocks xmlns:a="http://schemas.openxmlformats.org/drawingml/2006/main" noGrp="1"/>
          </p:cNvSpPr>
          <p:nvPr/>
        </p:nvSpPr>
        <p:spPr>
          <a:xfrm xmlns:a="http://schemas.openxmlformats.org/drawingml/2006/main">
            <a:off x="11372850" y="3314700"/>
            <a:ext cx="3219450" cy="209550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33" name="!!dev.debug.role">
            <a:extLst xmlns:a="http://schemas.openxmlformats.org/drawingml/2006/main">
              <a:ext uri="{FF2B5EF4-FFF2-40B4-BE49-F238E27FC236}">
                <a16:creationId xmlns:a16="http://schemas.microsoft.com/office/drawing/2014/main" id="{9CC803F4-29CB-4455-AF6A-9E09733E13EB}"/>
              </a:ext>
            </a:extLst>
          </p:cNvPr>
          <p:cNvSpPr>
            <a:spLocks xmlns:a="http://schemas.openxmlformats.org/drawingml/2006/main" noGrp="1"/>
          </p:cNvSpPr>
          <p:nvPr/>
        </p:nvSpPr>
        <p:spPr>
          <a:xfrm xmlns:a="http://schemas.openxmlformats.org/drawingml/2006/main">
            <a:off x="11563350" y="3457575"/>
            <a:ext cx="28384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62C"/>
                </a:solidFill>
                <a:latin typeface="Arial"/>
                <a:ea typeface="Arial"/>
                <a:cs typeface="Arial"/>
              </a:defRPr>
            </a:defPPr>
            <a:lvl1pPr algn="l">
              <a:defRPr sz="1800" b="1">
                <a:solidFill>
                  <a:srgbClr val="20262C"/>
                </a:solidFill>
                <a:latin typeface="Arial"/>
                <a:ea typeface="Arial"/>
                <a:cs typeface="Arial"/>
              </a:defRPr>
            </a:lvl1pPr>
            <a:lvl2pPr algn="l">
              <a:defRPr sz="1800" b="1">
                <a:solidFill>
                  <a:srgbClr val="20262C"/>
                </a:solidFill>
                <a:latin typeface="Arial"/>
                <a:ea typeface="Arial"/>
                <a:cs typeface="Arial"/>
              </a:defRPr>
            </a:lvl2pPr>
            <a:lvl3pPr algn="l">
              <a:defRPr sz="1800" b="1">
                <a:solidFill>
                  <a:srgbClr val="20262C"/>
                </a:solidFill>
                <a:latin typeface="Arial"/>
                <a:ea typeface="Arial"/>
                <a:cs typeface="Arial"/>
              </a:defRPr>
            </a:lvl3pPr>
            <a:lvl4pPr algn="l">
              <a:defRPr sz="1800" b="1">
                <a:solidFill>
                  <a:srgbClr val="20262C"/>
                </a:solidFill>
                <a:latin typeface="Arial"/>
                <a:ea typeface="Arial"/>
                <a:cs typeface="Arial"/>
              </a:defRPr>
            </a:lvl4pPr>
            <a:lvl5pPr algn="l">
              <a:defRPr sz="1800" b="1">
                <a:solidFill>
                  <a:srgbClr val="20262C"/>
                </a:solidFill>
                <a:latin typeface="Arial"/>
                <a:ea typeface="Arial"/>
                <a:cs typeface="Arial"/>
              </a:defRPr>
            </a:lvl5pPr>
            <a:lvl6pPr algn="l">
              <a:defRPr sz="1800" b="1">
                <a:solidFill>
                  <a:srgbClr val="20262C"/>
                </a:solidFill>
                <a:latin typeface="Arial"/>
                <a:ea typeface="Arial"/>
                <a:cs typeface="Arial"/>
              </a:defRPr>
            </a:lvl6pPr>
            <a:lvl7pPr algn="l">
              <a:defRPr sz="1800" b="1">
                <a:solidFill>
                  <a:srgbClr val="20262C"/>
                </a:solidFill>
                <a:latin typeface="Arial"/>
                <a:ea typeface="Arial"/>
                <a:cs typeface="Arial"/>
              </a:defRPr>
            </a:lvl7pPr>
            <a:lvl8pPr algn="l">
              <a:defRPr sz="1800" b="1">
                <a:solidFill>
                  <a:srgbClr val="20262C"/>
                </a:solidFill>
                <a:latin typeface="Arial"/>
                <a:ea typeface="Arial"/>
                <a:cs typeface="Arial"/>
              </a:defRPr>
            </a:lvl8pPr>
            <a:lvl9pPr algn="l">
              <a:defRPr sz="1800" b="1">
                <a:solidFill>
                  <a:srgbClr val="20262C"/>
                </a:solidFill>
                <a:latin typeface="Arial"/>
                <a:ea typeface="Arial"/>
                <a:cs typeface="Arial"/>
              </a:defRPr>
            </a:lvl9pPr>
          </a:lstStyle>
          <a:p xmlns:a="http://schemas.openxmlformats.org/drawingml/2006/main">
            <a:pPr algn="l">
              <a:defRPr sz="1800" b="1">
                <a:solidFill>
                  <a:srgbClr val="20262C"/>
                </a:solidFill>
                <a:latin typeface="Arial"/>
                <a:ea typeface="Arial"/>
                <a:cs typeface="Arial"/>
              </a:defRPr>
            </a:pPr>
            <a:r>
              <a:rPr sz="1800" b="1">
                <a:solidFill>
                  <a:srgbClr val="20262C"/>
                </a:solidFill>
                <a:latin typeface="Arial"/>
                <a:ea typeface="Arial"/>
                <a:cs typeface="Arial"/>
              </a:rPr>
              <a:t>Developer: testing</a:t>
            </a:r>
          </a:p>
        </p:txBody>
      </p:sp>
      <p:sp>
        <p:nvSpPr>
          <p:cNvPr id="34" name="!!dev.debug.body">
            <a:extLst xmlns:a="http://schemas.openxmlformats.org/drawingml/2006/main">
              <a:ext uri="{FF2B5EF4-FFF2-40B4-BE49-F238E27FC236}">
                <a16:creationId xmlns:a16="http://schemas.microsoft.com/office/drawing/2014/main" id="{72F92997-91D7-428F-B27F-AD2154293A8F}"/>
              </a:ext>
            </a:extLst>
          </p:cNvPr>
          <p:cNvSpPr>
            <a:spLocks xmlns:a="http://schemas.openxmlformats.org/drawingml/2006/main" noGrp="1"/>
          </p:cNvSpPr>
          <p:nvPr/>
        </p:nvSpPr>
        <p:spPr>
          <a:xfrm xmlns:a="http://schemas.openxmlformats.org/drawingml/2006/main">
            <a:off x="11563350" y="3895725"/>
            <a:ext cx="2838450"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0262C"/>
                </a:solidFill>
                <a:latin typeface="Arial"/>
                <a:ea typeface="Arial"/>
                <a:cs typeface="Arial"/>
              </a:defRPr>
            </a:defPPr>
            <a:lvl1pPr algn="l">
              <a:defRPr sz="1875" b="0">
                <a:solidFill>
                  <a:srgbClr val="20262C"/>
                </a:solidFill>
                <a:latin typeface="Arial"/>
                <a:ea typeface="Arial"/>
                <a:cs typeface="Arial"/>
              </a:defRPr>
            </a:lvl1pPr>
            <a:lvl2pPr algn="l">
              <a:defRPr sz="1875" b="0">
                <a:solidFill>
                  <a:srgbClr val="20262C"/>
                </a:solidFill>
                <a:latin typeface="Arial"/>
                <a:ea typeface="Arial"/>
                <a:cs typeface="Arial"/>
              </a:defRPr>
            </a:lvl2pPr>
            <a:lvl3pPr algn="l">
              <a:defRPr sz="1875" b="0">
                <a:solidFill>
                  <a:srgbClr val="20262C"/>
                </a:solidFill>
                <a:latin typeface="Arial"/>
                <a:ea typeface="Arial"/>
                <a:cs typeface="Arial"/>
              </a:defRPr>
            </a:lvl3pPr>
            <a:lvl4pPr algn="l">
              <a:defRPr sz="1875" b="0">
                <a:solidFill>
                  <a:srgbClr val="20262C"/>
                </a:solidFill>
                <a:latin typeface="Arial"/>
                <a:ea typeface="Arial"/>
                <a:cs typeface="Arial"/>
              </a:defRPr>
            </a:lvl4pPr>
            <a:lvl5pPr algn="l">
              <a:defRPr sz="1875" b="0">
                <a:solidFill>
                  <a:srgbClr val="20262C"/>
                </a:solidFill>
                <a:latin typeface="Arial"/>
                <a:ea typeface="Arial"/>
                <a:cs typeface="Arial"/>
              </a:defRPr>
            </a:lvl5pPr>
            <a:lvl6pPr algn="l">
              <a:defRPr sz="1875" b="0">
                <a:solidFill>
                  <a:srgbClr val="20262C"/>
                </a:solidFill>
                <a:latin typeface="Arial"/>
                <a:ea typeface="Arial"/>
                <a:cs typeface="Arial"/>
              </a:defRPr>
            </a:lvl6pPr>
            <a:lvl7pPr algn="l">
              <a:defRPr sz="1875" b="0">
                <a:solidFill>
                  <a:srgbClr val="20262C"/>
                </a:solidFill>
                <a:latin typeface="Arial"/>
                <a:ea typeface="Arial"/>
                <a:cs typeface="Arial"/>
              </a:defRPr>
            </a:lvl7pPr>
            <a:lvl8pPr algn="l">
              <a:defRPr sz="1875" b="0">
                <a:solidFill>
                  <a:srgbClr val="20262C"/>
                </a:solidFill>
                <a:latin typeface="Arial"/>
                <a:ea typeface="Arial"/>
                <a:cs typeface="Arial"/>
              </a:defRPr>
            </a:lvl8pPr>
            <a:lvl9pPr algn="l">
              <a:defRPr sz="1875" b="0">
                <a:solidFill>
                  <a:srgbClr val="20262C"/>
                </a:solidFill>
                <a:latin typeface="Arial"/>
                <a:ea typeface="Arial"/>
                <a:cs typeface="Arial"/>
              </a:defRPr>
            </a:lvl9pPr>
          </a:lstStyle>
          <a:p xmlns:a="http://schemas.openxmlformats.org/drawingml/2006/main">
            <a:pPr algn="l">
              <a:defRPr sz="1875" b="0">
                <a:solidFill>
                  <a:srgbClr val="20262C"/>
                </a:solidFill>
                <a:latin typeface="Arial"/>
                <a:ea typeface="Arial"/>
                <a:cs typeface="Arial"/>
              </a:defRPr>
            </a:pPr>
            <a:r>
              <a:rPr sz="1875" b="0">
                <a:solidFill>
                  <a:srgbClr val="20262C"/>
                </a:solidFill>
                <a:latin typeface="Arial"/>
                <a:ea typeface="Arial"/>
                <a:cs typeface="Arial"/>
              </a:rPr>
              <a:t>Line and page breaks disrupt matching</a:t>
            </a:r>
          </a:p>
          <a:p xmlns:a="http://schemas.openxmlformats.org/drawingml/2006/main">
            <a:pPr algn="l">
              <a:defRPr sz="1875" b="0">
                <a:solidFill>
                  <a:srgbClr val="20262C"/>
                </a:solidFill>
                <a:latin typeface="Arial"/>
                <a:ea typeface="Arial"/>
                <a:cs typeface="Arial"/>
              </a:defRPr>
            </a:pPr>
            <a:r>
              <a:rPr sz="1875" b="0">
                <a:solidFill>
                  <a:srgbClr val="20262C"/>
                </a:solidFill>
                <a:latin typeface="Arial"/>
                <a:ea typeface="Arial"/>
                <a:cs typeface="Arial"/>
              </a:rPr>
              <a:t>Header changes can cause false alerts</a:t>
            </a:r>
          </a:p>
        </p:txBody>
      </p:sp>
      <p:sp>
        <p:nvSpPr>
          <p:cNvPr id="35" name="!!dev.req.code.line">
            <a:extLst xmlns:a="http://schemas.openxmlformats.org/drawingml/2006/main">
              <a:ext uri="{FF2B5EF4-FFF2-40B4-BE49-F238E27FC236}">
                <a16:creationId xmlns:a16="http://schemas.microsoft.com/office/drawing/2014/main" id="{68281476-11F6-428F-96F6-834CB9514671}"/>
              </a:ext>
            </a:extLst>
          </p:cNvPr>
          <p:cNvSpPr>
            <a:spLocks xmlns:a="http://schemas.openxmlformats.org/drawingml/2006/main" noGrp="1"/>
          </p:cNvSpPr>
          <p:nvPr/>
        </p:nvSpPr>
        <p:spPr>
          <a:xfrm xmlns:a="http://schemas.openxmlformats.org/drawingml/2006/main" flipH="0" flipV="0">
            <a:off x="7372350" y="4362450"/>
            <a:ext cx="247650" cy="953"/>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36" name="!!dev.req.code.tip">
            <a:extLst xmlns:a="http://schemas.openxmlformats.org/drawingml/2006/main">
              <a:ext uri="{FF2B5EF4-FFF2-40B4-BE49-F238E27FC236}">
                <a16:creationId xmlns:a16="http://schemas.microsoft.com/office/drawing/2014/main" id="{81C7478B-498C-4EC8-A9C6-67BF7121E25C}"/>
              </a:ext>
            </a:extLst>
          </p:cNvPr>
          <p:cNvSpPr>
            <a:spLocks xmlns:a="http://schemas.openxmlformats.org/drawingml/2006/main" noGrp="1"/>
          </p:cNvSpPr>
          <p:nvPr/>
        </p:nvSpPr>
        <p:spPr>
          <a:xfrm xmlns:a="http://schemas.openxmlformats.org/drawingml/2006/main" rot="5400000">
            <a:off x="7562850" y="4305300"/>
            <a:ext cx="114300" cy="11430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37" name="!!dev.code.debug.line">
            <a:extLst xmlns:a="http://schemas.openxmlformats.org/drawingml/2006/main">
              <a:ext uri="{FF2B5EF4-FFF2-40B4-BE49-F238E27FC236}">
                <a16:creationId xmlns:a16="http://schemas.microsoft.com/office/drawing/2014/main" id="{E467A4B1-F9AE-4C29-8FA2-D5D7B0331002}"/>
              </a:ext>
            </a:extLst>
          </p:cNvPr>
          <p:cNvSpPr>
            <a:spLocks xmlns:a="http://schemas.openxmlformats.org/drawingml/2006/main" noGrp="1"/>
          </p:cNvSpPr>
          <p:nvPr/>
        </p:nvSpPr>
        <p:spPr>
          <a:xfrm xmlns:a="http://schemas.openxmlformats.org/drawingml/2006/main" flipH="0" flipV="0">
            <a:off x="11029950" y="4362450"/>
            <a:ext cx="247650" cy="953"/>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38" name="!!dev.code.debug.tip">
            <a:extLst xmlns:a="http://schemas.openxmlformats.org/drawingml/2006/main">
              <a:ext uri="{FF2B5EF4-FFF2-40B4-BE49-F238E27FC236}">
                <a16:creationId xmlns:a16="http://schemas.microsoft.com/office/drawing/2014/main" id="{437D1A0E-EC3C-43BB-A7B2-4031A1AC7F48}"/>
              </a:ext>
            </a:extLst>
          </p:cNvPr>
          <p:cNvSpPr>
            <a:spLocks xmlns:a="http://schemas.openxmlformats.org/drawingml/2006/main" noGrp="1"/>
          </p:cNvSpPr>
          <p:nvPr/>
        </p:nvSpPr>
        <p:spPr>
          <a:xfrm xmlns:a="http://schemas.openxmlformats.org/drawingml/2006/main" rot="5400000">
            <a:off x="11220450" y="4305300"/>
            <a:ext cx="114300" cy="11430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39" name="!!dev.workload">
            <a:extLst xmlns:a="http://schemas.openxmlformats.org/drawingml/2006/main">
              <a:ext uri="{FF2B5EF4-FFF2-40B4-BE49-F238E27FC236}">
                <a16:creationId xmlns:a16="http://schemas.microsoft.com/office/drawing/2014/main" id="{31CFC83A-5804-474B-8794-486579B9DA7B}"/>
              </a:ext>
            </a:extLst>
          </p:cNvPr>
          <p:cNvSpPr>
            <a:spLocks xmlns:a="http://schemas.openxmlformats.org/drawingml/2006/main" noGrp="1"/>
          </p:cNvSpPr>
          <p:nvPr/>
        </p:nvSpPr>
        <p:spPr>
          <a:xfrm xmlns:a="http://schemas.openxmlformats.org/drawingml/2006/main">
            <a:off x="4057650" y="6457950"/>
            <a:ext cx="105346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20262C"/>
                </a:solidFill>
                <a:latin typeface="Arial"/>
                <a:ea typeface="Arial"/>
                <a:cs typeface="Arial"/>
              </a:defRPr>
            </a:defPPr>
            <a:lvl1pPr algn="l">
              <a:defRPr sz="2025" b="0">
                <a:solidFill>
                  <a:srgbClr val="20262C"/>
                </a:solidFill>
                <a:latin typeface="Arial"/>
                <a:ea typeface="Arial"/>
                <a:cs typeface="Arial"/>
              </a:defRPr>
            </a:lvl1pPr>
            <a:lvl2pPr algn="l">
              <a:defRPr sz="2025" b="0">
                <a:solidFill>
                  <a:srgbClr val="20262C"/>
                </a:solidFill>
                <a:latin typeface="Arial"/>
                <a:ea typeface="Arial"/>
                <a:cs typeface="Arial"/>
              </a:defRPr>
            </a:lvl2pPr>
            <a:lvl3pPr algn="l">
              <a:defRPr sz="2025" b="0">
                <a:solidFill>
                  <a:srgbClr val="20262C"/>
                </a:solidFill>
                <a:latin typeface="Arial"/>
                <a:ea typeface="Arial"/>
                <a:cs typeface="Arial"/>
              </a:defRPr>
            </a:lvl3pPr>
            <a:lvl4pPr algn="l">
              <a:defRPr sz="2025" b="0">
                <a:solidFill>
                  <a:srgbClr val="20262C"/>
                </a:solidFill>
                <a:latin typeface="Arial"/>
                <a:ea typeface="Arial"/>
                <a:cs typeface="Arial"/>
              </a:defRPr>
            </a:lvl4pPr>
            <a:lvl5pPr algn="l">
              <a:defRPr sz="2025" b="0">
                <a:solidFill>
                  <a:srgbClr val="20262C"/>
                </a:solidFill>
                <a:latin typeface="Arial"/>
                <a:ea typeface="Arial"/>
                <a:cs typeface="Arial"/>
              </a:defRPr>
            </a:lvl5pPr>
            <a:lvl6pPr algn="l">
              <a:defRPr sz="2025" b="0">
                <a:solidFill>
                  <a:srgbClr val="20262C"/>
                </a:solidFill>
                <a:latin typeface="Arial"/>
                <a:ea typeface="Arial"/>
                <a:cs typeface="Arial"/>
              </a:defRPr>
            </a:lvl6pPr>
            <a:lvl7pPr algn="l">
              <a:defRPr sz="2025" b="0">
                <a:solidFill>
                  <a:srgbClr val="20262C"/>
                </a:solidFill>
                <a:latin typeface="Arial"/>
                <a:ea typeface="Arial"/>
                <a:cs typeface="Arial"/>
              </a:defRPr>
            </a:lvl7pPr>
            <a:lvl8pPr algn="l">
              <a:defRPr sz="2025" b="0">
                <a:solidFill>
                  <a:srgbClr val="20262C"/>
                </a:solidFill>
                <a:latin typeface="Arial"/>
                <a:ea typeface="Arial"/>
                <a:cs typeface="Arial"/>
              </a:defRPr>
            </a:lvl8pPr>
            <a:lvl9pPr algn="l">
              <a:defRPr sz="2025" b="0">
                <a:solidFill>
                  <a:srgbClr val="20262C"/>
                </a:solidFill>
                <a:latin typeface="Arial"/>
                <a:ea typeface="Arial"/>
                <a:cs typeface="Arial"/>
              </a:defRPr>
            </a:lvl9pPr>
          </a:lstStyle>
          <a:p xmlns:a="http://schemas.openxmlformats.org/drawingml/2006/main">
            <a:pPr algn="l">
              <a:defRPr sz="2025" b="0">
                <a:solidFill>
                  <a:srgbClr val="20262C"/>
                </a:solidFill>
                <a:latin typeface="Arial"/>
                <a:ea typeface="Arial"/>
                <a:cs typeface="Arial"/>
              </a:defRPr>
            </a:pPr>
            <a:r>
              <a:rPr sz="2025" b="0">
                <a:solidFill>
                  <a:srgbClr val="20262C"/>
                </a:solidFill>
                <a:latin typeface="Arial"/>
                <a:ea typeface="Arial"/>
                <a:cs typeface="Arial"/>
              </a:rPr>
              <a:t>A working tool requires code, test cases and repeated investigation of errors</a:t>
            </a:r>
          </a:p>
        </p:txBody>
      </p:sp>
      <p:sp>
        <p:nvSpPr>
          <p:cNvPr id="41" name="!!story.header.client.bar">
            <a:extLst xmlns:a="http://schemas.openxmlformats.org/drawingml/2006/main">
              <a:ext uri="{FF2B5EF4-FFF2-40B4-BE49-F238E27FC236}">
                <a16:creationId xmlns:a16="http://schemas.microsoft.com/office/drawing/2014/main" id="{F3C7B4A3-3204-48F6-828B-EF2542DA09D4}"/>
              </a:ext>
            </a:extLst>
          </p:cNvPr>
          <p:cNvSpPr>
            <a:spLocks xmlns:a="http://schemas.openxmlformats.org/drawingml/2006/main" noGrp="1"/>
          </p:cNvSpPr>
          <p:nvPr/>
        </p:nvSpPr>
        <p:spPr>
          <a:xfrm xmlns:a="http://schemas.openxmlformats.org/drawingml/2006/main">
            <a:off x="10668000" y="1257300"/>
            <a:ext cx="47625" cy="238125"/>
          </a:xfrm>
          <a:prstGeom xmlns:a="http://schemas.openxmlformats.org/drawingml/2006/main" prst="rect">
            <a:avLst/>
          </a:prstGeom>
          <a:solidFill xmlns:a="http://schemas.openxmlformats.org/drawingml/2006/main">
            <a:srgbClr val="7363A6"/>
          </a:solidFill>
          <a:ln xmlns:a="http://schemas.openxmlformats.org/drawingml/2006/main" w="0">
            <a:noFill/>
          </a:ln>
        </p:spPr>
      </p:sp>
      <p:sp>
        <p:nvSpPr>
          <p:cNvPr id="42" name="!!story.header.client.name">
            <a:extLst xmlns:a="http://schemas.openxmlformats.org/drawingml/2006/main">
              <a:ext uri="{FF2B5EF4-FFF2-40B4-BE49-F238E27FC236}">
                <a16:creationId xmlns:a16="http://schemas.microsoft.com/office/drawing/2014/main" id="{522704C0-9707-43CD-975E-F2B16E957729}"/>
              </a:ext>
            </a:extLst>
          </p:cNvPr>
          <p:cNvSpPr>
            <a:spLocks xmlns:a="http://schemas.openxmlformats.org/drawingml/2006/main" noGrp="1"/>
          </p:cNvSpPr>
          <p:nvPr/>
        </p:nvSpPr>
        <p:spPr>
          <a:xfrm xmlns:a="http://schemas.openxmlformats.org/drawingml/2006/main">
            <a:off x="10801350" y="1190625"/>
            <a:ext cx="152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7363A6"/>
                </a:solidFill>
                <a:latin typeface="Arial"/>
                <a:ea typeface="Arial"/>
                <a:cs typeface="Arial"/>
              </a:defRPr>
            </a:defPPr>
            <a:lvl1pPr algn="l">
              <a:defRPr sz="1800" b="1">
                <a:solidFill>
                  <a:srgbClr val="7363A6"/>
                </a:solidFill>
                <a:latin typeface="Arial"/>
                <a:ea typeface="Arial"/>
                <a:cs typeface="Arial"/>
              </a:defRPr>
            </a:lvl1pPr>
            <a:lvl2pPr algn="l">
              <a:defRPr sz="1800" b="1">
                <a:solidFill>
                  <a:srgbClr val="7363A6"/>
                </a:solidFill>
                <a:latin typeface="Arial"/>
                <a:ea typeface="Arial"/>
                <a:cs typeface="Arial"/>
              </a:defRPr>
            </a:lvl2pPr>
            <a:lvl3pPr algn="l">
              <a:defRPr sz="1800" b="1">
                <a:solidFill>
                  <a:srgbClr val="7363A6"/>
                </a:solidFill>
                <a:latin typeface="Arial"/>
                <a:ea typeface="Arial"/>
                <a:cs typeface="Arial"/>
              </a:defRPr>
            </a:lvl3pPr>
            <a:lvl4pPr algn="l">
              <a:defRPr sz="1800" b="1">
                <a:solidFill>
                  <a:srgbClr val="7363A6"/>
                </a:solidFill>
                <a:latin typeface="Arial"/>
                <a:ea typeface="Arial"/>
                <a:cs typeface="Arial"/>
              </a:defRPr>
            </a:lvl4pPr>
            <a:lvl5pPr algn="l">
              <a:defRPr sz="1800" b="1">
                <a:solidFill>
                  <a:srgbClr val="7363A6"/>
                </a:solidFill>
                <a:latin typeface="Arial"/>
                <a:ea typeface="Arial"/>
                <a:cs typeface="Arial"/>
              </a:defRPr>
            </a:lvl5pPr>
            <a:lvl6pPr algn="l">
              <a:defRPr sz="1800" b="1">
                <a:solidFill>
                  <a:srgbClr val="7363A6"/>
                </a:solidFill>
                <a:latin typeface="Arial"/>
                <a:ea typeface="Arial"/>
                <a:cs typeface="Arial"/>
              </a:defRPr>
            </a:lvl6pPr>
            <a:lvl7pPr algn="l">
              <a:defRPr sz="1800" b="1">
                <a:solidFill>
                  <a:srgbClr val="7363A6"/>
                </a:solidFill>
                <a:latin typeface="Arial"/>
                <a:ea typeface="Arial"/>
                <a:cs typeface="Arial"/>
              </a:defRPr>
            </a:lvl7pPr>
            <a:lvl8pPr algn="l">
              <a:defRPr sz="1800" b="1">
                <a:solidFill>
                  <a:srgbClr val="7363A6"/>
                </a:solidFill>
                <a:latin typeface="Arial"/>
                <a:ea typeface="Arial"/>
                <a:cs typeface="Arial"/>
              </a:defRPr>
            </a:lvl8pPr>
            <a:lvl9pPr algn="l">
              <a:defRPr sz="1800" b="1">
                <a:solidFill>
                  <a:srgbClr val="7363A6"/>
                </a:solidFill>
                <a:latin typeface="Arial"/>
                <a:ea typeface="Arial"/>
                <a:cs typeface="Arial"/>
              </a:defRPr>
            </a:lvl9pPr>
          </a:lstStyle>
          <a:p xmlns:a="http://schemas.openxmlformats.org/drawingml/2006/main">
            <a:pPr algn="l">
              <a:defRPr sz="1800" b="1">
                <a:solidFill>
                  <a:srgbClr val="7363A6"/>
                </a:solidFill>
                <a:latin typeface="Arial"/>
                <a:ea typeface="Arial"/>
                <a:cs typeface="Arial"/>
              </a:defRPr>
            </a:pPr>
            <a:r>
              <a:rPr sz="1800" b="1">
                <a:solidFill>
                  <a:srgbClr val="7363A6"/>
                </a:solidFill>
                <a:latin typeface="Arial"/>
                <a:ea typeface="Arial"/>
                <a:cs typeface="Arial"/>
              </a:rPr>
              <a:t>Client update</a:t>
            </a:r>
          </a:p>
        </p:txBody>
      </p:sp>
      <p:sp>
        <p:nvSpPr>
          <p:cNvPr id="43" name="!!story.header.client.qualifier">
            <a:extLst xmlns:a="http://schemas.openxmlformats.org/drawingml/2006/main">
              <a:ext uri="{FF2B5EF4-FFF2-40B4-BE49-F238E27FC236}">
                <a16:creationId xmlns:a16="http://schemas.microsoft.com/office/drawing/2014/main" id="{F565D4F7-87B5-4FA3-AB82-760D021E8F50}"/>
              </a:ext>
            </a:extLst>
          </p:cNvPr>
          <p:cNvSpPr>
            <a:spLocks xmlns:a="http://schemas.openxmlformats.org/drawingml/2006/main" noGrp="1"/>
          </p:cNvSpPr>
          <p:nvPr/>
        </p:nvSpPr>
        <p:spPr>
          <a:xfrm xmlns:a="http://schemas.openxmlformats.org/drawingml/2006/main">
            <a:off x="12430125" y="1238250"/>
            <a:ext cx="14001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707C88"/>
                </a:solidFill>
                <a:latin typeface="Arial"/>
                <a:ea typeface="Arial"/>
                <a:cs typeface="Arial"/>
              </a:defRPr>
            </a:defPPr>
            <a:lvl1pPr algn="l">
              <a:defRPr sz="1500" b="0">
                <a:solidFill>
                  <a:srgbClr val="707C88"/>
                </a:solidFill>
                <a:latin typeface="Arial"/>
                <a:ea typeface="Arial"/>
                <a:cs typeface="Arial"/>
              </a:defRPr>
            </a:lvl1pPr>
            <a:lvl2pPr algn="l">
              <a:defRPr sz="1500" b="0">
                <a:solidFill>
                  <a:srgbClr val="707C88"/>
                </a:solidFill>
                <a:latin typeface="Arial"/>
                <a:ea typeface="Arial"/>
                <a:cs typeface="Arial"/>
              </a:defRPr>
            </a:lvl2pPr>
            <a:lvl3pPr algn="l">
              <a:defRPr sz="1500" b="0">
                <a:solidFill>
                  <a:srgbClr val="707C88"/>
                </a:solidFill>
                <a:latin typeface="Arial"/>
                <a:ea typeface="Arial"/>
                <a:cs typeface="Arial"/>
              </a:defRPr>
            </a:lvl3pPr>
            <a:lvl4pPr algn="l">
              <a:defRPr sz="1500" b="0">
                <a:solidFill>
                  <a:srgbClr val="707C88"/>
                </a:solidFill>
                <a:latin typeface="Arial"/>
                <a:ea typeface="Arial"/>
                <a:cs typeface="Arial"/>
              </a:defRPr>
            </a:lvl4pPr>
            <a:lvl5pPr algn="l">
              <a:defRPr sz="1500" b="0">
                <a:solidFill>
                  <a:srgbClr val="707C88"/>
                </a:solidFill>
                <a:latin typeface="Arial"/>
                <a:ea typeface="Arial"/>
                <a:cs typeface="Arial"/>
              </a:defRPr>
            </a:lvl5pPr>
            <a:lvl6pPr algn="l">
              <a:defRPr sz="1500" b="0">
                <a:solidFill>
                  <a:srgbClr val="707C88"/>
                </a:solidFill>
                <a:latin typeface="Arial"/>
                <a:ea typeface="Arial"/>
                <a:cs typeface="Arial"/>
              </a:defRPr>
            </a:lvl6pPr>
            <a:lvl7pPr algn="l">
              <a:defRPr sz="1500" b="0">
                <a:solidFill>
                  <a:srgbClr val="707C88"/>
                </a:solidFill>
                <a:latin typeface="Arial"/>
                <a:ea typeface="Arial"/>
                <a:cs typeface="Arial"/>
              </a:defRPr>
            </a:lvl7pPr>
            <a:lvl8pPr algn="l">
              <a:defRPr sz="1500" b="0">
                <a:solidFill>
                  <a:srgbClr val="707C88"/>
                </a:solidFill>
                <a:latin typeface="Arial"/>
                <a:ea typeface="Arial"/>
                <a:cs typeface="Arial"/>
              </a:defRPr>
            </a:lvl8pPr>
            <a:lvl9pPr algn="l">
              <a:defRPr sz="1500" b="0">
                <a:solidFill>
                  <a:srgbClr val="707C88"/>
                </a:solidFill>
                <a:latin typeface="Arial"/>
                <a:ea typeface="Arial"/>
                <a:cs typeface="Arial"/>
              </a:defRPr>
            </a:lvl9pPr>
          </a:lstStyle>
          <a:p xmlns:a="http://schemas.openxmlformats.org/drawingml/2006/main">
            <a:pPr algn="l">
              <a:defRPr sz="1500" b="0">
                <a:solidFill>
                  <a:srgbClr val="707C88"/>
                </a:solidFill>
                <a:latin typeface="Arial"/>
                <a:ea typeface="Arial"/>
                <a:cs typeface="Arial"/>
              </a:defRPr>
            </a:pPr>
            <a:r>
              <a:rPr sz="1500" b="0">
                <a:solidFill>
                  <a:srgbClr val="707C88"/>
                </a:solidFill>
                <a:latin typeface="Arial"/>
                <a:ea typeface="Arial"/>
                <a:cs typeface="Arial"/>
              </a:rPr>
              <a:t>Dev example</a:t>
            </a:r>
          </a:p>
        </p:txBody>
      </p:sp>
      <p:sp>
        <p:nvSpPr>
          <p:cNvPr id="44" name="!!story.client.development.sample">
            <a:extLst xmlns:a="http://schemas.openxmlformats.org/drawingml/2006/main">
              <a:ext uri="{FF2B5EF4-FFF2-40B4-BE49-F238E27FC236}">
                <a16:creationId xmlns:a16="http://schemas.microsoft.com/office/drawing/2014/main" id="{9940AF2F-4B6A-4EA5-A8D3-EF41F3110646}"/>
              </a:ext>
            </a:extLst>
          </p:cNvPr>
          <p:cNvSpPr>
            <a:spLocks xmlns:a="http://schemas.openxmlformats.org/drawingml/2006/main" noGrp="1"/>
          </p:cNvSpPr>
          <p:nvPr/>
        </p:nvSpPr>
        <p:spPr>
          <a:xfrm xmlns:a="http://schemas.openxmlformats.org/drawingml/2006/main">
            <a:off x="3943350" y="2876550"/>
            <a:ext cx="57150" cy="314325"/>
          </a:xfrm>
          <a:prstGeom xmlns:a="http://schemas.openxmlformats.org/drawingml/2006/main" prst="rect">
            <a:avLst/>
          </a:prstGeom>
          <a:solidFill xmlns:a="http://schemas.openxmlformats.org/drawingml/2006/main">
            <a:srgbClr val="7363A6"/>
          </a:solidFill>
          <a:ln xmlns:a="http://schemas.openxmlformats.org/drawingml/2006/main" w="0">
            <a:noFill/>
          </a:ln>
        </p:spPr>
      </p:sp>
      <p:sp>
        <p:nvSpPr>
          <p:cNvPr id="45" name="!!story.client.development.sample.name">
            <a:extLst xmlns:a="http://schemas.openxmlformats.org/drawingml/2006/main">
              <a:ext uri="{FF2B5EF4-FFF2-40B4-BE49-F238E27FC236}">
                <a16:creationId xmlns:a16="http://schemas.microsoft.com/office/drawing/2014/main" id="{1605D5B7-CA1F-44FD-983E-9BD3FD4CE657}"/>
              </a:ext>
            </a:extLst>
          </p:cNvPr>
          <p:cNvSpPr>
            <a:spLocks xmlns:a="http://schemas.openxmlformats.org/drawingml/2006/main" noGrp="1"/>
          </p:cNvSpPr>
          <p:nvPr/>
        </p:nvSpPr>
        <p:spPr>
          <a:xfrm xmlns:a="http://schemas.openxmlformats.org/drawingml/2006/main">
            <a:off x="4057650" y="2857500"/>
            <a:ext cx="619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7363A6"/>
                </a:solidFill>
                <a:latin typeface="Arial"/>
                <a:ea typeface="Arial"/>
                <a:cs typeface="Arial"/>
              </a:defRPr>
            </a:defPPr>
            <a:lvl1pPr algn="l">
              <a:defRPr sz="1650" b="1">
                <a:solidFill>
                  <a:srgbClr val="7363A6"/>
                </a:solidFill>
                <a:latin typeface="Arial"/>
                <a:ea typeface="Arial"/>
                <a:cs typeface="Arial"/>
              </a:defRPr>
            </a:lvl1pPr>
            <a:lvl2pPr algn="l">
              <a:defRPr sz="1650" b="1">
                <a:solidFill>
                  <a:srgbClr val="7363A6"/>
                </a:solidFill>
                <a:latin typeface="Arial"/>
                <a:ea typeface="Arial"/>
                <a:cs typeface="Arial"/>
              </a:defRPr>
            </a:lvl2pPr>
            <a:lvl3pPr algn="l">
              <a:defRPr sz="1650" b="1">
                <a:solidFill>
                  <a:srgbClr val="7363A6"/>
                </a:solidFill>
                <a:latin typeface="Arial"/>
                <a:ea typeface="Arial"/>
                <a:cs typeface="Arial"/>
              </a:defRPr>
            </a:lvl3pPr>
            <a:lvl4pPr algn="l">
              <a:defRPr sz="1650" b="1">
                <a:solidFill>
                  <a:srgbClr val="7363A6"/>
                </a:solidFill>
                <a:latin typeface="Arial"/>
                <a:ea typeface="Arial"/>
                <a:cs typeface="Arial"/>
              </a:defRPr>
            </a:lvl4pPr>
            <a:lvl5pPr algn="l">
              <a:defRPr sz="1650" b="1">
                <a:solidFill>
                  <a:srgbClr val="7363A6"/>
                </a:solidFill>
                <a:latin typeface="Arial"/>
                <a:ea typeface="Arial"/>
                <a:cs typeface="Arial"/>
              </a:defRPr>
            </a:lvl5pPr>
            <a:lvl6pPr algn="l">
              <a:defRPr sz="1650" b="1">
                <a:solidFill>
                  <a:srgbClr val="7363A6"/>
                </a:solidFill>
                <a:latin typeface="Arial"/>
                <a:ea typeface="Arial"/>
                <a:cs typeface="Arial"/>
              </a:defRPr>
            </a:lvl6pPr>
            <a:lvl7pPr algn="l">
              <a:defRPr sz="1650" b="1">
                <a:solidFill>
                  <a:srgbClr val="7363A6"/>
                </a:solidFill>
                <a:latin typeface="Arial"/>
                <a:ea typeface="Arial"/>
                <a:cs typeface="Arial"/>
              </a:defRPr>
            </a:lvl7pPr>
            <a:lvl8pPr algn="l">
              <a:defRPr sz="1650" b="1">
                <a:solidFill>
                  <a:srgbClr val="7363A6"/>
                </a:solidFill>
                <a:latin typeface="Arial"/>
                <a:ea typeface="Arial"/>
                <a:cs typeface="Arial"/>
              </a:defRPr>
            </a:lvl8pPr>
            <a:lvl9pPr algn="l">
              <a:defRPr sz="1650" b="1">
                <a:solidFill>
                  <a:srgbClr val="7363A6"/>
                </a:solidFill>
                <a:latin typeface="Arial"/>
                <a:ea typeface="Arial"/>
                <a:cs typeface="Arial"/>
              </a:defRPr>
            </a:lvl9pPr>
          </a:lstStyle>
          <a:p xmlns:a="http://schemas.openxmlformats.org/drawingml/2006/main">
            <a:pPr algn="l">
              <a:defRPr sz="1650" b="1">
                <a:solidFill>
                  <a:srgbClr val="7363A6"/>
                </a:solidFill>
                <a:latin typeface="Arial"/>
                <a:ea typeface="Arial"/>
                <a:cs typeface="Arial"/>
              </a:defRPr>
            </a:pPr>
            <a:r>
              <a:rPr sz="1650" b="1">
                <a:solidFill>
                  <a:srgbClr val="7363A6"/>
                </a:solidFill>
                <a:latin typeface="Arial"/>
                <a:ea typeface="Arial"/>
                <a:cs typeface="Arial"/>
              </a:rPr>
              <a:t>Client update V1 / V2</a:t>
            </a:r>
          </a:p>
        </p:txBody>
      </p:sp>
    </p:spTree>
    <p:extLst>
      <p:ext uri="{BB962C8B-B14F-4D97-AF65-F5344CB8AC3E}">
        <p14:creationId xmlns:p14="http://schemas.microsoft.com/office/powerpoint/2010/main" val="1890898344"/>
      </p:ext>
    </p:extLst>
  </p:cSld>
  <mc:AlternateContent xmlns:mc="http://schemas.openxmlformats.org/markup-compatibility/2006">
    <mc:Choice xmlns:p159="http://schemas.microsoft.com/office/powerpoint/2015/09/main" Requires="p159">
      <p:transition xmlns:p14="http://schemas.microsoft.com/office/powerpoint/2010/main" spd="med" advClick="1" p14:dur="700">
        <p159:morph option="byObject"/>
      </p:transition>
    </mc:Choice>
    <mc:Fallback>
      <p:transition spd="fast" advClick="1">
        <p:fade/>
      </p:transition>
    </mc:Fallback>
  </mc:AlternateContent>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1" name="!!heading">
            <a:extLst xmlns:a="http://schemas.openxmlformats.org/drawingml/2006/main">
              <a:ext uri="{FF2B5EF4-FFF2-40B4-BE49-F238E27FC236}">
                <a16:creationId xmlns:a16="http://schemas.microsoft.com/office/drawing/2014/main" id="{01A51EC1-30A0-4F20-9BC6-A3240AB057A6}"/>
              </a:ext>
            </a:extLst>
          </p:cNvPr>
          <p:cNvSpPr>
            <a:spLocks xmlns:a="http://schemas.openxmlformats.org/drawingml/2006/main" noGrp="1"/>
          </p:cNvSpPr>
          <p:nvPr/>
        </p:nvSpPr>
        <p:spPr>
          <a:xfrm xmlns:a="http://schemas.openxmlformats.org/drawingml/2006/main">
            <a:off x="647700" y="428625"/>
            <a:ext cx="13944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0262C"/>
                </a:solidFill>
                <a:latin typeface="Arial"/>
                <a:ea typeface="Arial"/>
                <a:cs typeface="Arial"/>
              </a:defRPr>
            </a:defPPr>
            <a:lvl1pPr algn="l">
              <a:defRPr sz="3300" b="1">
                <a:solidFill>
                  <a:srgbClr val="20262C"/>
                </a:solidFill>
                <a:latin typeface="Arial"/>
                <a:ea typeface="Arial"/>
                <a:cs typeface="Arial"/>
              </a:defRPr>
            </a:lvl1pPr>
            <a:lvl2pPr algn="l">
              <a:defRPr sz="3300" b="1">
                <a:solidFill>
                  <a:srgbClr val="20262C"/>
                </a:solidFill>
                <a:latin typeface="Arial"/>
                <a:ea typeface="Arial"/>
                <a:cs typeface="Arial"/>
              </a:defRPr>
            </a:lvl2pPr>
            <a:lvl3pPr algn="l">
              <a:defRPr sz="3300" b="1">
                <a:solidFill>
                  <a:srgbClr val="20262C"/>
                </a:solidFill>
                <a:latin typeface="Arial"/>
                <a:ea typeface="Arial"/>
                <a:cs typeface="Arial"/>
              </a:defRPr>
            </a:lvl3pPr>
            <a:lvl4pPr algn="l">
              <a:defRPr sz="3300" b="1">
                <a:solidFill>
                  <a:srgbClr val="20262C"/>
                </a:solidFill>
                <a:latin typeface="Arial"/>
                <a:ea typeface="Arial"/>
                <a:cs typeface="Arial"/>
              </a:defRPr>
            </a:lvl4pPr>
            <a:lvl5pPr algn="l">
              <a:defRPr sz="3300" b="1">
                <a:solidFill>
                  <a:srgbClr val="20262C"/>
                </a:solidFill>
                <a:latin typeface="Arial"/>
                <a:ea typeface="Arial"/>
                <a:cs typeface="Arial"/>
              </a:defRPr>
            </a:lvl5pPr>
            <a:lvl6pPr algn="l">
              <a:defRPr sz="3300" b="1">
                <a:solidFill>
                  <a:srgbClr val="20262C"/>
                </a:solidFill>
                <a:latin typeface="Arial"/>
                <a:ea typeface="Arial"/>
                <a:cs typeface="Arial"/>
              </a:defRPr>
            </a:lvl6pPr>
            <a:lvl7pPr algn="l">
              <a:defRPr sz="3300" b="1">
                <a:solidFill>
                  <a:srgbClr val="20262C"/>
                </a:solidFill>
                <a:latin typeface="Arial"/>
                <a:ea typeface="Arial"/>
                <a:cs typeface="Arial"/>
              </a:defRPr>
            </a:lvl7pPr>
            <a:lvl8pPr algn="l">
              <a:defRPr sz="3300" b="1">
                <a:solidFill>
                  <a:srgbClr val="20262C"/>
                </a:solidFill>
                <a:latin typeface="Arial"/>
                <a:ea typeface="Arial"/>
                <a:cs typeface="Arial"/>
              </a:defRPr>
            </a:lvl8pPr>
            <a:lvl9pPr algn="l">
              <a:defRPr sz="3300" b="1">
                <a:solidFill>
                  <a:srgbClr val="20262C"/>
                </a:solidFill>
                <a:latin typeface="Arial"/>
                <a:ea typeface="Arial"/>
                <a:cs typeface="Arial"/>
              </a:defRPr>
            </a:lvl9pPr>
          </a:lstStyle>
          <a:p xmlns:a="http://schemas.openxmlformats.org/drawingml/2006/main">
            <a:pPr algn="l">
              <a:defRPr sz="3300" b="1">
                <a:solidFill>
                  <a:srgbClr val="20262C"/>
                </a:solidFill>
                <a:latin typeface="Arial"/>
                <a:ea typeface="Arial"/>
                <a:cs typeface="Arial"/>
              </a:defRPr>
            </a:pPr>
            <a:r>
              <a:rPr sz="3300" b="1">
                <a:solidFill>
                  <a:srgbClr val="20262C"/>
                </a:solidFill>
                <a:latin typeface="Arial"/>
                <a:ea typeface="Arial"/>
                <a:cs typeface="Arial"/>
              </a:rPr>
              <a:t>E Fund and Invesco Great Wall: development support</a:t>
            </a:r>
          </a:p>
        </p:txBody>
      </p:sp>
      <p:sp>
        <p:nvSpPr>
          <p:cNvPr id="2" name="!!subtitle">
            <a:extLst xmlns:a="http://schemas.openxmlformats.org/drawingml/2006/main">
              <a:ext uri="{FF2B5EF4-FFF2-40B4-BE49-F238E27FC236}">
                <a16:creationId xmlns:a16="http://schemas.microsoft.com/office/drawing/2014/main" id="{7CC300C0-ADD9-4258-BD58-CBF93F280431}"/>
              </a:ext>
            </a:extLst>
          </p:cNvPr>
          <p:cNvSpPr>
            <a:spLocks xmlns:a="http://schemas.openxmlformats.org/drawingml/2006/main" noGrp="1"/>
          </p:cNvSpPr>
          <p:nvPr/>
        </p:nvSpPr>
        <p:spPr>
          <a:xfrm xmlns:a="http://schemas.openxmlformats.org/drawingml/2006/main">
            <a:off x="647700" y="1190625"/>
            <a:ext cx="139446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05A9C"/>
                </a:solidFill>
                <a:latin typeface="Arial"/>
                <a:ea typeface="Arial"/>
                <a:cs typeface="Arial"/>
              </a:defRPr>
            </a:defPPr>
            <a:lvl1pPr algn="l">
              <a:defRPr sz="1875" b="0">
                <a:solidFill>
                  <a:srgbClr val="005A9C"/>
                </a:solidFill>
                <a:latin typeface="Arial"/>
                <a:ea typeface="Arial"/>
                <a:cs typeface="Arial"/>
              </a:defRPr>
            </a:lvl1pPr>
            <a:lvl2pPr algn="l">
              <a:defRPr sz="1875" b="0">
                <a:solidFill>
                  <a:srgbClr val="005A9C"/>
                </a:solidFill>
                <a:latin typeface="Arial"/>
                <a:ea typeface="Arial"/>
                <a:cs typeface="Arial"/>
              </a:defRPr>
            </a:lvl2pPr>
            <a:lvl3pPr algn="l">
              <a:defRPr sz="1875" b="0">
                <a:solidFill>
                  <a:srgbClr val="005A9C"/>
                </a:solidFill>
                <a:latin typeface="Arial"/>
                <a:ea typeface="Arial"/>
                <a:cs typeface="Arial"/>
              </a:defRPr>
            </a:lvl3pPr>
            <a:lvl4pPr algn="l">
              <a:defRPr sz="1875" b="0">
                <a:solidFill>
                  <a:srgbClr val="005A9C"/>
                </a:solidFill>
                <a:latin typeface="Arial"/>
                <a:ea typeface="Arial"/>
                <a:cs typeface="Arial"/>
              </a:defRPr>
            </a:lvl4pPr>
            <a:lvl5pPr algn="l">
              <a:defRPr sz="1875" b="0">
                <a:solidFill>
                  <a:srgbClr val="005A9C"/>
                </a:solidFill>
                <a:latin typeface="Arial"/>
                <a:ea typeface="Arial"/>
                <a:cs typeface="Arial"/>
              </a:defRPr>
            </a:lvl5pPr>
            <a:lvl6pPr algn="l">
              <a:defRPr sz="1875" b="0">
                <a:solidFill>
                  <a:srgbClr val="005A9C"/>
                </a:solidFill>
                <a:latin typeface="Arial"/>
                <a:ea typeface="Arial"/>
                <a:cs typeface="Arial"/>
              </a:defRPr>
            </a:lvl6pPr>
            <a:lvl7pPr algn="l">
              <a:defRPr sz="1875" b="0">
                <a:solidFill>
                  <a:srgbClr val="005A9C"/>
                </a:solidFill>
                <a:latin typeface="Arial"/>
                <a:ea typeface="Arial"/>
                <a:cs typeface="Arial"/>
              </a:defRPr>
            </a:lvl7pPr>
            <a:lvl8pPr algn="l">
              <a:defRPr sz="1875" b="0">
                <a:solidFill>
                  <a:srgbClr val="005A9C"/>
                </a:solidFill>
                <a:latin typeface="Arial"/>
                <a:ea typeface="Arial"/>
                <a:cs typeface="Arial"/>
              </a:defRPr>
            </a:lvl8pPr>
            <a:lvl9pPr algn="l">
              <a:defRPr sz="1875" b="0">
                <a:solidFill>
                  <a:srgbClr val="005A9C"/>
                </a:solidFill>
                <a:latin typeface="Arial"/>
                <a:ea typeface="Arial"/>
                <a:cs typeface="Arial"/>
              </a:defRPr>
            </a:lvl9pPr>
          </a:lstStyle>
          <a:p xmlns:a="http://schemas.openxmlformats.org/drawingml/2006/main">
            <a:pPr algn="l">
              <a:defRPr sz="1875" b="0">
                <a:solidFill>
                  <a:srgbClr val="005A9C"/>
                </a:solidFill>
                <a:latin typeface="Arial"/>
                <a:ea typeface="Arial"/>
                <a:cs typeface="Arial"/>
              </a:defRPr>
            </a:pPr>
            <a:r>
              <a:rPr sz="1875" b="0">
                <a:solidFill>
                  <a:srgbClr val="005A9C"/>
                </a:solidFill>
                <a:latin typeface="Arial"/>
                <a:ea typeface="Arial"/>
                <a:cs typeface="Arial"/>
              </a:rPr>
              <a:t>Back office  /  Tool development  /  Peer practices</a:t>
            </a:r>
          </a:p>
        </p:txBody>
      </p:sp>
      <p:sp>
        <p:nvSpPr>
          <p:cNvPr id="3" name="!!heading.rule">
            <a:extLst xmlns:a="http://schemas.openxmlformats.org/drawingml/2006/main">
              <a:ext uri="{FF2B5EF4-FFF2-40B4-BE49-F238E27FC236}">
                <a16:creationId xmlns:a16="http://schemas.microsoft.com/office/drawing/2014/main" id="{C64B45A6-CA61-406A-9C7C-E33021F97D73}"/>
              </a:ext>
            </a:extLst>
          </p:cNvPr>
          <p:cNvSpPr>
            <a:spLocks xmlns:a="http://schemas.openxmlformats.org/drawingml/2006/main" noGrp="1"/>
          </p:cNvSpPr>
          <p:nvPr/>
        </p:nvSpPr>
        <p:spPr>
          <a:xfrm xmlns:a="http://schemas.openxmlformats.org/drawingml/2006/main" flipH="0" flipV="0">
            <a:off x="647700" y="1733550"/>
            <a:ext cx="13944600" cy="953"/>
          </a:xfrm>
          <a:prstGeom xmlns:a="http://schemas.openxmlformats.org/drawingml/2006/main" prst="line">
            <a:avLst/>
          </a:prstGeom>
          <a:noFill xmlns:a="http://schemas.openxmlformats.org/drawingml/2006/main"/>
          <a:ln xmlns:a="http://schemas.openxmlformats.org/drawingml/2006/main" w="11430">
            <a:solidFill>
              <a:srgbClr val="BCC6CF"/>
            </a:solidFill>
            <a:prstDash val="solid"/>
          </a:ln>
        </p:spPr>
      </p:sp>
      <p:sp>
        <p:nvSpPr>
          <p:cNvPr id="4" name="!!map.front">
            <a:extLst xmlns:a="http://schemas.openxmlformats.org/drawingml/2006/main">
              <a:ext uri="{FF2B5EF4-FFF2-40B4-BE49-F238E27FC236}">
                <a16:creationId xmlns:a16="http://schemas.microsoft.com/office/drawing/2014/main" id="{28C98471-BA73-4E22-9F65-A6442C8377B8}"/>
              </a:ext>
            </a:extLst>
          </p:cNvPr>
          <p:cNvSpPr>
            <a:spLocks xmlns:a="http://schemas.openxmlformats.org/drawingml/2006/main" noGrp="1"/>
          </p:cNvSpPr>
          <p:nvPr/>
        </p:nvSpPr>
        <p:spPr>
          <a:xfrm xmlns:a="http://schemas.openxmlformats.org/drawingml/2006/main">
            <a:off x="647700" y="1990725"/>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5" name="!!nav.front">
            <ns0:hlinkClick xmlns:ns0="http://schemas.openxmlformats.org/drawingml/2006/main" xmlns:ns1="http://schemas.openxmlformats.org/officeDocument/2006/relationships" ns1:id="rIdNavSlide4" action="ppaction://hlinksldjump" tooltip="Slide 4: Preparing a company research assessment"/>
            <a:extLst xmlns:a="http://schemas.openxmlformats.org/drawingml/2006/main">
              <a:ext uri="{FF2B5EF4-FFF2-40B4-BE49-F238E27FC236}">
                <a16:creationId xmlns:a16="http://schemas.microsoft.com/office/drawing/2014/main" id="{4B1DC8CF-4EDE-4EEA-81D2-AC00A058A7EE}"/>
              </a:ext>
            </a:extLst>
          </p:cNvPr>
          <p:cNvSpPr>
            <a:spLocks xmlns:a="http://schemas.openxmlformats.org/drawingml/2006/main" noGrp="1"/>
          </p:cNvSpPr>
          <p:nvPr/>
        </p:nvSpPr>
        <p:spPr>
          <a:xfrm xmlns:a="http://schemas.openxmlformats.org/drawingml/2006/main">
            <a:off x="647700" y="1990725"/>
            <a:ext cx="2609850" cy="409575"/>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005A9C"/>
                </a:solidFill>
                <a:latin typeface="Arial"/>
                <a:ea typeface="Arial"/>
                <a:cs typeface="Arial"/>
              </a:defRPr>
            </a:defPPr>
            <a:lvl1pPr algn="ctr">
              <a:defRPr sz="2025" b="1">
                <a:solidFill>
                  <a:srgbClr val="005A9C"/>
                </a:solidFill>
                <a:latin typeface="Arial"/>
                <a:ea typeface="Arial"/>
                <a:cs typeface="Arial"/>
              </a:defRPr>
            </a:lvl1pPr>
            <a:lvl2pPr algn="ctr">
              <a:defRPr sz="2025" b="1">
                <a:solidFill>
                  <a:srgbClr val="005A9C"/>
                </a:solidFill>
                <a:latin typeface="Arial"/>
                <a:ea typeface="Arial"/>
                <a:cs typeface="Arial"/>
              </a:defRPr>
            </a:lvl2pPr>
            <a:lvl3pPr algn="ctr">
              <a:defRPr sz="2025" b="1">
                <a:solidFill>
                  <a:srgbClr val="005A9C"/>
                </a:solidFill>
                <a:latin typeface="Arial"/>
                <a:ea typeface="Arial"/>
                <a:cs typeface="Arial"/>
              </a:defRPr>
            </a:lvl3pPr>
            <a:lvl4pPr algn="ctr">
              <a:defRPr sz="2025" b="1">
                <a:solidFill>
                  <a:srgbClr val="005A9C"/>
                </a:solidFill>
                <a:latin typeface="Arial"/>
                <a:ea typeface="Arial"/>
                <a:cs typeface="Arial"/>
              </a:defRPr>
            </a:lvl4pPr>
            <a:lvl5pPr algn="ctr">
              <a:defRPr sz="2025" b="1">
                <a:solidFill>
                  <a:srgbClr val="005A9C"/>
                </a:solidFill>
                <a:latin typeface="Arial"/>
                <a:ea typeface="Arial"/>
                <a:cs typeface="Arial"/>
              </a:defRPr>
            </a:lvl5pPr>
            <a:lvl6pPr algn="ctr">
              <a:defRPr sz="2025" b="1">
                <a:solidFill>
                  <a:srgbClr val="005A9C"/>
                </a:solidFill>
                <a:latin typeface="Arial"/>
                <a:ea typeface="Arial"/>
                <a:cs typeface="Arial"/>
              </a:defRPr>
            </a:lvl6pPr>
            <a:lvl7pPr algn="ctr">
              <a:defRPr sz="2025" b="1">
                <a:solidFill>
                  <a:srgbClr val="005A9C"/>
                </a:solidFill>
                <a:latin typeface="Arial"/>
                <a:ea typeface="Arial"/>
                <a:cs typeface="Arial"/>
              </a:defRPr>
            </a:lvl7pPr>
            <a:lvl8pPr algn="ctr">
              <a:defRPr sz="2025" b="1">
                <a:solidFill>
                  <a:srgbClr val="005A9C"/>
                </a:solidFill>
                <a:latin typeface="Arial"/>
                <a:ea typeface="Arial"/>
                <a:cs typeface="Arial"/>
              </a:defRPr>
            </a:lvl8pPr>
            <a:lvl9pPr algn="ctr">
              <a:defRPr sz="2025" b="1">
                <a:solidFill>
                  <a:srgbClr val="005A9C"/>
                </a:solidFill>
                <a:latin typeface="Arial"/>
                <a:ea typeface="Arial"/>
                <a:cs typeface="Arial"/>
              </a:defRPr>
            </a:lvl9pPr>
          </a:lstStyle>
          <a:p xmlns:a="http://schemas.openxmlformats.org/drawingml/2006/main">
            <a:pPr algn="ctr">
              <a:defRPr sz="2025" b="1">
                <a:solidFill>
                  <a:srgbClr val="005A9C"/>
                </a:solidFill>
                <a:latin typeface="Arial"/>
                <a:ea typeface="Arial"/>
                <a:cs typeface="Arial"/>
              </a:defRPr>
            </a:pPr>
            <a:r>
              <a:rPr sz="2025" b="1">
                <a:solidFill>
                  <a:srgbClr val="005A9C"/>
                </a:solidFill>
                <a:latin typeface="Arial"/>
                <a:ea typeface="Arial"/>
                <a:cs typeface="Arial"/>
              </a:rPr>
              <a:t>Front office</a:t>
            </a:r>
          </a:p>
        </p:txBody>
      </p:sp>
      <p:sp>
        <p:nvSpPr>
          <p:cNvPr id="6" name="!!task.research">
            <ns0:hlinkClick xmlns:ns0="http://schemas.openxmlformats.org/drawingml/2006/main" xmlns:ns1="http://schemas.openxmlformats.org/officeDocument/2006/relationships" ns1:id="rIdNavSlide4" action="ppaction://hlinksldjump" tooltip="Slide 4: Preparing a company research assessment"/>
            <a:extLst xmlns:a="http://schemas.openxmlformats.org/drawingml/2006/main">
              <a:ext uri="{FF2B5EF4-FFF2-40B4-BE49-F238E27FC236}">
                <a16:creationId xmlns:a16="http://schemas.microsoft.com/office/drawing/2014/main" id="{34540843-F9A7-4118-91FA-89A014D8A1C5}"/>
              </a:ext>
            </a:extLst>
          </p:cNvPr>
          <p:cNvSpPr>
            <a:spLocks xmlns:a="http://schemas.openxmlformats.org/drawingml/2006/main" noGrp="1"/>
          </p:cNvSpPr>
          <p:nvPr/>
        </p:nvSpPr>
        <p:spPr>
          <a:xfrm xmlns:a="http://schemas.openxmlformats.org/drawingml/2006/main">
            <a:off x="762000" y="249555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Research</a:t>
            </a:r>
          </a:p>
        </p:txBody>
      </p:sp>
      <p:sp>
        <p:nvSpPr>
          <p:cNvPr id="7" name="!!task.trade">
            <ns0:hlinkClick xmlns:ns0="http://schemas.openxmlformats.org/drawingml/2006/main" xmlns:ns1="http://schemas.openxmlformats.org/officeDocument/2006/relationships" ns1:id="rIdNavSlide9" action="ppaction://hlinksldjump" tooltip="Slide 9: Preparing a bond quote request"/>
            <a:extLst xmlns:a="http://schemas.openxmlformats.org/drawingml/2006/main">
              <a:ext uri="{FF2B5EF4-FFF2-40B4-BE49-F238E27FC236}">
                <a16:creationId xmlns:a16="http://schemas.microsoft.com/office/drawing/2014/main" id="{4AE86CDE-9B37-4F47-8F67-6A86B1016B92}"/>
              </a:ext>
            </a:extLst>
          </p:cNvPr>
          <p:cNvSpPr>
            <a:spLocks xmlns:a="http://schemas.openxmlformats.org/drawingml/2006/main" noGrp="1"/>
          </p:cNvSpPr>
          <p:nvPr/>
        </p:nvSpPr>
        <p:spPr>
          <a:xfrm xmlns:a="http://schemas.openxmlformats.org/drawingml/2006/main">
            <a:off x="762000" y="280987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Trading support</a:t>
            </a:r>
          </a:p>
        </p:txBody>
      </p:sp>
      <p:sp>
        <p:nvSpPr>
          <p:cNvPr id="8" name="!!task.client">
            <ns0:hlinkClick xmlns:ns0="http://schemas.openxmlformats.org/drawingml/2006/main" xmlns:ns1="http://schemas.openxmlformats.org/officeDocument/2006/relationships" ns1:id="rIdNavSlide12" action="ppaction://hlinksldjump" tooltip="Slide 12: Preparing a quarterly client update"/>
            <a:extLst xmlns:a="http://schemas.openxmlformats.org/drawingml/2006/main">
              <a:ext uri="{FF2B5EF4-FFF2-40B4-BE49-F238E27FC236}">
                <a16:creationId xmlns:a16="http://schemas.microsoft.com/office/drawing/2014/main" id="{3B11141A-7C40-471C-9626-D72CBFF2233F}"/>
              </a:ext>
            </a:extLst>
          </p:cNvPr>
          <p:cNvSpPr>
            <a:spLocks xmlns:a="http://schemas.openxmlformats.org/drawingml/2006/main" noGrp="1"/>
          </p:cNvSpPr>
          <p:nvPr/>
        </p:nvSpPr>
        <p:spPr>
          <a:xfrm xmlns:a="http://schemas.openxmlformats.org/drawingml/2006/main">
            <a:off x="762000" y="312420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Client materials</a:t>
            </a:r>
          </a:p>
        </p:txBody>
      </p:sp>
      <p:sp>
        <p:nvSpPr>
          <p:cNvPr id="9" name="!!map.middle">
            <a:extLst xmlns:a="http://schemas.openxmlformats.org/drawingml/2006/main">
              <a:ext uri="{FF2B5EF4-FFF2-40B4-BE49-F238E27FC236}">
                <a16:creationId xmlns:a16="http://schemas.microsoft.com/office/drawing/2014/main" id="{0A92DAA5-3D02-4562-9449-52EA2FD15F33}"/>
              </a:ext>
            </a:extLst>
          </p:cNvPr>
          <p:cNvSpPr>
            <a:spLocks xmlns:a="http://schemas.openxmlformats.org/drawingml/2006/main" noGrp="1"/>
          </p:cNvSpPr>
          <p:nvPr/>
        </p:nvSpPr>
        <p:spPr>
          <a:xfrm xmlns:a="http://schemas.openxmlformats.org/drawingml/2006/main">
            <a:off x="647700" y="3657600"/>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10" name="!!nav.middle">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F134A13F-B8DA-4F19-BB90-D76715D6958A}"/>
              </a:ext>
            </a:extLst>
          </p:cNvPr>
          <p:cNvSpPr>
            <a:spLocks xmlns:a="http://schemas.openxmlformats.org/drawingml/2006/main" noGrp="1"/>
          </p:cNvSpPr>
          <p:nvPr/>
        </p:nvSpPr>
        <p:spPr>
          <a:xfrm xmlns:a="http://schemas.openxmlformats.org/drawingml/2006/main">
            <a:off x="647700" y="3657600"/>
            <a:ext cx="2609850" cy="409575"/>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005A9C"/>
                </a:solidFill>
                <a:latin typeface="Arial"/>
                <a:ea typeface="Arial"/>
                <a:cs typeface="Arial"/>
              </a:defRPr>
            </a:defPPr>
            <a:lvl1pPr algn="ctr">
              <a:defRPr sz="2025" b="1">
                <a:solidFill>
                  <a:srgbClr val="005A9C"/>
                </a:solidFill>
                <a:latin typeface="Arial"/>
                <a:ea typeface="Arial"/>
                <a:cs typeface="Arial"/>
              </a:defRPr>
            </a:lvl1pPr>
            <a:lvl2pPr algn="ctr">
              <a:defRPr sz="2025" b="1">
                <a:solidFill>
                  <a:srgbClr val="005A9C"/>
                </a:solidFill>
                <a:latin typeface="Arial"/>
                <a:ea typeface="Arial"/>
                <a:cs typeface="Arial"/>
              </a:defRPr>
            </a:lvl2pPr>
            <a:lvl3pPr algn="ctr">
              <a:defRPr sz="2025" b="1">
                <a:solidFill>
                  <a:srgbClr val="005A9C"/>
                </a:solidFill>
                <a:latin typeface="Arial"/>
                <a:ea typeface="Arial"/>
                <a:cs typeface="Arial"/>
              </a:defRPr>
            </a:lvl3pPr>
            <a:lvl4pPr algn="ctr">
              <a:defRPr sz="2025" b="1">
                <a:solidFill>
                  <a:srgbClr val="005A9C"/>
                </a:solidFill>
                <a:latin typeface="Arial"/>
                <a:ea typeface="Arial"/>
                <a:cs typeface="Arial"/>
              </a:defRPr>
            </a:lvl4pPr>
            <a:lvl5pPr algn="ctr">
              <a:defRPr sz="2025" b="1">
                <a:solidFill>
                  <a:srgbClr val="005A9C"/>
                </a:solidFill>
                <a:latin typeface="Arial"/>
                <a:ea typeface="Arial"/>
                <a:cs typeface="Arial"/>
              </a:defRPr>
            </a:lvl5pPr>
            <a:lvl6pPr algn="ctr">
              <a:defRPr sz="2025" b="1">
                <a:solidFill>
                  <a:srgbClr val="005A9C"/>
                </a:solidFill>
                <a:latin typeface="Arial"/>
                <a:ea typeface="Arial"/>
                <a:cs typeface="Arial"/>
              </a:defRPr>
            </a:lvl6pPr>
            <a:lvl7pPr algn="ctr">
              <a:defRPr sz="2025" b="1">
                <a:solidFill>
                  <a:srgbClr val="005A9C"/>
                </a:solidFill>
                <a:latin typeface="Arial"/>
                <a:ea typeface="Arial"/>
                <a:cs typeface="Arial"/>
              </a:defRPr>
            </a:lvl7pPr>
            <a:lvl8pPr algn="ctr">
              <a:defRPr sz="2025" b="1">
                <a:solidFill>
                  <a:srgbClr val="005A9C"/>
                </a:solidFill>
                <a:latin typeface="Arial"/>
                <a:ea typeface="Arial"/>
                <a:cs typeface="Arial"/>
              </a:defRPr>
            </a:lvl8pPr>
            <a:lvl9pPr algn="ctr">
              <a:defRPr sz="2025" b="1">
                <a:solidFill>
                  <a:srgbClr val="005A9C"/>
                </a:solidFill>
                <a:latin typeface="Arial"/>
                <a:ea typeface="Arial"/>
                <a:cs typeface="Arial"/>
              </a:defRPr>
            </a:lvl9pPr>
          </a:lstStyle>
          <a:p xmlns:a="http://schemas.openxmlformats.org/drawingml/2006/main">
            <a:pPr algn="ctr">
              <a:defRPr sz="2025" b="1">
                <a:solidFill>
                  <a:srgbClr val="005A9C"/>
                </a:solidFill>
                <a:latin typeface="Arial"/>
                <a:ea typeface="Arial"/>
                <a:cs typeface="Arial"/>
              </a:defRPr>
            </a:pPr>
            <a:r>
              <a:rPr sz="2025" b="1">
                <a:solidFill>
                  <a:srgbClr val="005A9C"/>
                </a:solidFill>
                <a:latin typeface="Arial"/>
                <a:ea typeface="Arial"/>
                <a:cs typeface="Arial"/>
              </a:rPr>
              <a:t>Middle office</a:t>
            </a:r>
          </a:p>
        </p:txBody>
      </p:sp>
      <p:sp>
        <p:nvSpPr>
          <p:cNvPr id="11" name="!!task.review">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2079EDA9-59D3-464E-A52D-B160F7B229D9}"/>
              </a:ext>
            </a:extLst>
          </p:cNvPr>
          <p:cNvSpPr>
            <a:spLocks xmlns:a="http://schemas.openxmlformats.org/drawingml/2006/main" noGrp="1"/>
          </p:cNvSpPr>
          <p:nvPr/>
        </p:nvSpPr>
        <p:spPr>
          <a:xfrm xmlns:a="http://schemas.openxmlformats.org/drawingml/2006/main">
            <a:off x="762000" y="416242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Content review</a:t>
            </a:r>
          </a:p>
        </p:txBody>
      </p:sp>
      <p:sp>
        <p:nvSpPr>
          <p:cNvPr id="12" name="!!task.risk">
            <ns0:hlinkClick xmlns:ns0="http://schemas.openxmlformats.org/drawingml/2006/main" xmlns:ns1="http://schemas.openxmlformats.org/officeDocument/2006/relationships" ns1:id="rIdNavSlide19" action="ppaction://hlinksldjump" tooltip="Slide 19: Investigating a risk alert"/>
            <a:extLst xmlns:a="http://schemas.openxmlformats.org/drawingml/2006/main">
              <a:ext uri="{FF2B5EF4-FFF2-40B4-BE49-F238E27FC236}">
                <a16:creationId xmlns:a16="http://schemas.microsoft.com/office/drawing/2014/main" id="{E3244F01-9349-40F6-AF53-4CC25D2DBF70}"/>
              </a:ext>
            </a:extLst>
          </p:cNvPr>
          <p:cNvSpPr>
            <a:spLocks xmlns:a="http://schemas.openxmlformats.org/drawingml/2006/main" noGrp="1"/>
          </p:cNvSpPr>
          <p:nvPr/>
        </p:nvSpPr>
        <p:spPr>
          <a:xfrm xmlns:a="http://schemas.openxmlformats.org/drawingml/2006/main">
            <a:off x="762000" y="447675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Risk analysis</a:t>
            </a:r>
          </a:p>
        </p:txBody>
      </p:sp>
      <p:sp>
        <p:nvSpPr>
          <p:cNvPr id="13" name="!!map.back">
            <a:extLst xmlns:a="http://schemas.openxmlformats.org/drawingml/2006/main">
              <a:ext uri="{FF2B5EF4-FFF2-40B4-BE49-F238E27FC236}">
                <a16:creationId xmlns:a16="http://schemas.microsoft.com/office/drawing/2014/main" id="{AB535FE9-B90E-4058-9877-9AC43847D5CD}"/>
              </a:ext>
            </a:extLst>
          </p:cNvPr>
          <p:cNvSpPr>
            <a:spLocks xmlns:a="http://schemas.openxmlformats.org/drawingml/2006/main" noGrp="1"/>
          </p:cNvSpPr>
          <p:nvPr/>
        </p:nvSpPr>
        <p:spPr>
          <a:xfrm xmlns:a="http://schemas.openxmlformats.org/drawingml/2006/main">
            <a:off x="647700" y="5324475"/>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14" name="!!nav.back">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499BF6D0-7BCC-4D15-A27A-B4E48D7EEB71}"/>
              </a:ext>
            </a:extLst>
          </p:cNvPr>
          <p:cNvSpPr>
            <a:spLocks xmlns:a="http://schemas.openxmlformats.org/drawingml/2006/main" noGrp="1"/>
          </p:cNvSpPr>
          <p:nvPr/>
        </p:nvSpPr>
        <p:spPr>
          <a:xfrm xmlns:a="http://schemas.openxmlformats.org/drawingml/2006/main">
            <a:off x="647700" y="5324475"/>
            <a:ext cx="2609850" cy="409575"/>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FFFFFF"/>
                </a:solidFill>
                <a:latin typeface="Arial"/>
                <a:ea typeface="Arial"/>
                <a:cs typeface="Arial"/>
              </a:defRPr>
            </a:defPPr>
            <a:lvl1pPr algn="ctr">
              <a:defRPr sz="2025" b="1">
                <a:solidFill>
                  <a:srgbClr val="FFFFFF"/>
                </a:solidFill>
                <a:latin typeface="Arial"/>
                <a:ea typeface="Arial"/>
                <a:cs typeface="Arial"/>
              </a:defRPr>
            </a:lvl1pPr>
            <a:lvl2pPr algn="ctr">
              <a:defRPr sz="2025" b="1">
                <a:solidFill>
                  <a:srgbClr val="FFFFFF"/>
                </a:solidFill>
                <a:latin typeface="Arial"/>
                <a:ea typeface="Arial"/>
                <a:cs typeface="Arial"/>
              </a:defRPr>
            </a:lvl2pPr>
            <a:lvl3pPr algn="ctr">
              <a:defRPr sz="2025" b="1">
                <a:solidFill>
                  <a:srgbClr val="FFFFFF"/>
                </a:solidFill>
                <a:latin typeface="Arial"/>
                <a:ea typeface="Arial"/>
                <a:cs typeface="Arial"/>
              </a:defRPr>
            </a:lvl3pPr>
            <a:lvl4pPr algn="ctr">
              <a:defRPr sz="2025" b="1">
                <a:solidFill>
                  <a:srgbClr val="FFFFFF"/>
                </a:solidFill>
                <a:latin typeface="Arial"/>
                <a:ea typeface="Arial"/>
                <a:cs typeface="Arial"/>
              </a:defRPr>
            </a:lvl4pPr>
            <a:lvl5pPr algn="ctr">
              <a:defRPr sz="2025" b="1">
                <a:solidFill>
                  <a:srgbClr val="FFFFFF"/>
                </a:solidFill>
                <a:latin typeface="Arial"/>
                <a:ea typeface="Arial"/>
                <a:cs typeface="Arial"/>
              </a:defRPr>
            </a:lvl5pPr>
            <a:lvl6pPr algn="ctr">
              <a:defRPr sz="2025" b="1">
                <a:solidFill>
                  <a:srgbClr val="FFFFFF"/>
                </a:solidFill>
                <a:latin typeface="Arial"/>
                <a:ea typeface="Arial"/>
                <a:cs typeface="Arial"/>
              </a:defRPr>
            </a:lvl6pPr>
            <a:lvl7pPr algn="ctr">
              <a:defRPr sz="2025" b="1">
                <a:solidFill>
                  <a:srgbClr val="FFFFFF"/>
                </a:solidFill>
                <a:latin typeface="Arial"/>
                <a:ea typeface="Arial"/>
                <a:cs typeface="Arial"/>
              </a:defRPr>
            </a:lvl7pPr>
            <a:lvl8pPr algn="ctr">
              <a:defRPr sz="2025" b="1">
                <a:solidFill>
                  <a:srgbClr val="FFFFFF"/>
                </a:solidFill>
                <a:latin typeface="Arial"/>
                <a:ea typeface="Arial"/>
                <a:cs typeface="Arial"/>
              </a:defRPr>
            </a:lvl8pPr>
            <a:lvl9pPr algn="ctr">
              <a:defRPr sz="2025" b="1">
                <a:solidFill>
                  <a:srgbClr val="FFFFFF"/>
                </a:solidFill>
                <a:latin typeface="Arial"/>
                <a:ea typeface="Arial"/>
                <a:cs typeface="Arial"/>
              </a:defRPr>
            </a:lvl9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Back office</a:t>
            </a:r>
          </a:p>
        </p:txBody>
      </p:sp>
      <p:sp>
        <p:nvSpPr>
          <p:cNvPr id="15" name="!!task.files">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81180B4B-EB7D-4405-9FC1-040C17E862B1}"/>
              </a:ext>
            </a:extLst>
          </p:cNvPr>
          <p:cNvSpPr>
            <a:spLocks xmlns:a="http://schemas.openxmlformats.org/drawingml/2006/main" noGrp="1"/>
          </p:cNvSpPr>
          <p:nvPr/>
        </p:nvSpPr>
        <p:spPr>
          <a:xfrm xmlns:a="http://schemas.openxmlformats.org/drawingml/2006/main">
            <a:off x="762000" y="582930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Document processing</a:t>
            </a:r>
          </a:p>
        </p:txBody>
      </p:sp>
      <p:sp>
        <p:nvSpPr>
          <p:cNvPr id="16" name="!!task.dev">
            <ns0:hlinkClick xmlns:ns0="http://schemas.openxmlformats.org/drawingml/2006/main" xmlns:ns1="http://schemas.openxmlformats.org/officeDocument/2006/relationships" ns1:id="rIdNavSlide25" action="ppaction://hlinksldjump" tooltip="Slide 25: Turning a business request into a working tool"/>
            <a:extLst xmlns:a="http://schemas.openxmlformats.org/drawingml/2006/main">
              <a:ext uri="{FF2B5EF4-FFF2-40B4-BE49-F238E27FC236}">
                <a16:creationId xmlns:a16="http://schemas.microsoft.com/office/drawing/2014/main" id="{9F018DAF-4DBB-45AF-B9FC-126972E195BE}"/>
              </a:ext>
            </a:extLst>
          </p:cNvPr>
          <p:cNvSpPr>
            <a:spLocks xmlns:a="http://schemas.openxmlformats.org/drawingml/2006/main" noGrp="1"/>
          </p:cNvSpPr>
          <p:nvPr/>
        </p:nvSpPr>
        <p:spPr>
          <a:xfrm xmlns:a="http://schemas.openxmlformats.org/drawingml/2006/main">
            <a:off x="762000" y="6143625"/>
            <a:ext cx="2381250" cy="304800"/>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1">
                <a:solidFill>
                  <a:srgbClr val="005A9C"/>
                </a:solidFill>
                <a:latin typeface="Arial"/>
                <a:ea typeface="Arial"/>
                <a:cs typeface="Arial"/>
              </a:defRPr>
            </a:defPPr>
            <a:lvl1pPr algn="ctr">
              <a:defRPr sz="1650" b="1">
                <a:solidFill>
                  <a:srgbClr val="005A9C"/>
                </a:solidFill>
                <a:latin typeface="Arial"/>
                <a:ea typeface="Arial"/>
                <a:cs typeface="Arial"/>
              </a:defRPr>
            </a:lvl1pPr>
            <a:lvl2pPr algn="ctr">
              <a:defRPr sz="1650" b="1">
                <a:solidFill>
                  <a:srgbClr val="005A9C"/>
                </a:solidFill>
                <a:latin typeface="Arial"/>
                <a:ea typeface="Arial"/>
                <a:cs typeface="Arial"/>
              </a:defRPr>
            </a:lvl2pPr>
            <a:lvl3pPr algn="ctr">
              <a:defRPr sz="1650" b="1">
                <a:solidFill>
                  <a:srgbClr val="005A9C"/>
                </a:solidFill>
                <a:latin typeface="Arial"/>
                <a:ea typeface="Arial"/>
                <a:cs typeface="Arial"/>
              </a:defRPr>
            </a:lvl3pPr>
            <a:lvl4pPr algn="ctr">
              <a:defRPr sz="1650" b="1">
                <a:solidFill>
                  <a:srgbClr val="005A9C"/>
                </a:solidFill>
                <a:latin typeface="Arial"/>
                <a:ea typeface="Arial"/>
                <a:cs typeface="Arial"/>
              </a:defRPr>
            </a:lvl4pPr>
            <a:lvl5pPr algn="ctr">
              <a:defRPr sz="1650" b="1">
                <a:solidFill>
                  <a:srgbClr val="005A9C"/>
                </a:solidFill>
                <a:latin typeface="Arial"/>
                <a:ea typeface="Arial"/>
                <a:cs typeface="Arial"/>
              </a:defRPr>
            </a:lvl5pPr>
            <a:lvl6pPr algn="ctr">
              <a:defRPr sz="1650" b="1">
                <a:solidFill>
                  <a:srgbClr val="005A9C"/>
                </a:solidFill>
                <a:latin typeface="Arial"/>
                <a:ea typeface="Arial"/>
                <a:cs typeface="Arial"/>
              </a:defRPr>
            </a:lvl6pPr>
            <a:lvl7pPr algn="ctr">
              <a:defRPr sz="1650" b="1">
                <a:solidFill>
                  <a:srgbClr val="005A9C"/>
                </a:solidFill>
                <a:latin typeface="Arial"/>
                <a:ea typeface="Arial"/>
                <a:cs typeface="Arial"/>
              </a:defRPr>
            </a:lvl7pPr>
            <a:lvl8pPr algn="ctr">
              <a:defRPr sz="1650" b="1">
                <a:solidFill>
                  <a:srgbClr val="005A9C"/>
                </a:solidFill>
                <a:latin typeface="Arial"/>
                <a:ea typeface="Arial"/>
                <a:cs typeface="Arial"/>
              </a:defRPr>
            </a:lvl8pPr>
            <a:lvl9pPr algn="ctr">
              <a:defRPr sz="1650" b="1">
                <a:solidFill>
                  <a:srgbClr val="005A9C"/>
                </a:solidFill>
                <a:latin typeface="Arial"/>
                <a:ea typeface="Arial"/>
                <a:cs typeface="Arial"/>
              </a:defRPr>
            </a:lvl9pPr>
          </a:lstStyle>
          <a:p xmlns:a="http://schemas.openxmlformats.org/drawingml/2006/main">
            <a:pPr algn="ctr">
              <a:defRPr sz="1650" b="1">
                <a:solidFill>
                  <a:srgbClr val="005A9C"/>
                </a:solidFill>
                <a:latin typeface="Arial"/>
                <a:ea typeface="Arial"/>
                <a:cs typeface="Arial"/>
              </a:defRPr>
            </a:pPr>
            <a:r>
              <a:rPr sz="1650" b="1">
                <a:solidFill>
                  <a:srgbClr val="005A9C"/>
                </a:solidFill>
                <a:latin typeface="Arial"/>
                <a:ea typeface="Arial"/>
                <a:cs typeface="Arial"/>
              </a:rPr>
              <a:t>Tool development</a:t>
            </a:r>
          </a:p>
        </p:txBody>
      </p:sp>
      <p:sp>
        <p:nvSpPr>
          <p:cNvPr id="17" name="!!map.separator">
            <a:extLst xmlns:a="http://schemas.openxmlformats.org/drawingml/2006/main">
              <a:ext uri="{FF2B5EF4-FFF2-40B4-BE49-F238E27FC236}">
                <a16:creationId xmlns:a16="http://schemas.microsoft.com/office/drawing/2014/main" id="{A1F64C82-E9F6-4BDD-B4AB-123203C98841}"/>
              </a:ext>
            </a:extLst>
          </p:cNvPr>
          <p:cNvSpPr>
            <a:spLocks xmlns:a="http://schemas.openxmlformats.org/drawingml/2006/main" noGrp="1"/>
          </p:cNvSpPr>
          <p:nvPr/>
        </p:nvSpPr>
        <p:spPr>
          <a:xfrm xmlns:a="http://schemas.openxmlformats.org/drawingml/2006/main" flipH="0" flipV="0">
            <a:off x="3600450" y="1990725"/>
            <a:ext cx="953" cy="5076825"/>
          </a:xfrm>
          <a:prstGeom xmlns:a="http://schemas.openxmlformats.org/drawingml/2006/main" prst="line">
            <a:avLst/>
          </a:prstGeom>
          <a:noFill xmlns:a="http://schemas.openxmlformats.org/drawingml/2006/main"/>
          <a:ln xmlns:a="http://schemas.openxmlformats.org/drawingml/2006/main" w="9525">
            <a:solidFill>
              <a:srgbClr val="BCC6CF"/>
            </a:solidFill>
            <a:prstDash val="solid"/>
          </a:ln>
        </p:spPr>
      </p:sp>
      <p:sp>
        <p:nvSpPr>
          <p:cNvPr id="18" name="!!example">
            <a:extLst xmlns:a="http://schemas.openxmlformats.org/drawingml/2006/main">
              <a:ext uri="{FF2B5EF4-FFF2-40B4-BE49-F238E27FC236}">
                <a16:creationId xmlns:a16="http://schemas.microsoft.com/office/drawing/2014/main" id="{4A0F679B-F73F-4F43-8EB0-4E7F14760121}"/>
              </a:ext>
            </a:extLst>
          </p:cNvPr>
          <p:cNvSpPr>
            <a:spLocks xmlns:a="http://schemas.openxmlformats.org/drawingml/2006/main" noGrp="1"/>
          </p:cNvSpPr>
          <p:nvPr/>
        </p:nvSpPr>
        <p:spPr>
          <a:xfrm xmlns:a="http://schemas.openxmlformats.org/drawingml/2006/main">
            <a:off x="13906500" y="1238250"/>
            <a:ext cx="685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707C88"/>
                </a:solidFill>
                <a:latin typeface="Arial"/>
                <a:ea typeface="Arial"/>
                <a:cs typeface="Arial"/>
              </a:defRPr>
            </a:defPPr>
            <a:lvl1pPr algn="r">
              <a:defRPr sz="1350" b="0">
                <a:solidFill>
                  <a:srgbClr val="707C88"/>
                </a:solidFill>
                <a:latin typeface="Arial"/>
                <a:ea typeface="Arial"/>
                <a:cs typeface="Arial"/>
              </a:defRPr>
            </a:lvl1pPr>
            <a:lvl2pPr algn="r">
              <a:defRPr sz="1350" b="0">
                <a:solidFill>
                  <a:srgbClr val="707C88"/>
                </a:solidFill>
                <a:latin typeface="Arial"/>
                <a:ea typeface="Arial"/>
                <a:cs typeface="Arial"/>
              </a:defRPr>
            </a:lvl2pPr>
            <a:lvl3pPr algn="r">
              <a:defRPr sz="1350" b="0">
                <a:solidFill>
                  <a:srgbClr val="707C88"/>
                </a:solidFill>
                <a:latin typeface="Arial"/>
                <a:ea typeface="Arial"/>
                <a:cs typeface="Arial"/>
              </a:defRPr>
            </a:lvl3pPr>
            <a:lvl4pPr algn="r">
              <a:defRPr sz="1350" b="0">
                <a:solidFill>
                  <a:srgbClr val="707C88"/>
                </a:solidFill>
                <a:latin typeface="Arial"/>
                <a:ea typeface="Arial"/>
                <a:cs typeface="Arial"/>
              </a:defRPr>
            </a:lvl4pPr>
            <a:lvl5pPr algn="r">
              <a:defRPr sz="1350" b="0">
                <a:solidFill>
                  <a:srgbClr val="707C88"/>
                </a:solidFill>
                <a:latin typeface="Arial"/>
                <a:ea typeface="Arial"/>
                <a:cs typeface="Arial"/>
              </a:defRPr>
            </a:lvl5pPr>
            <a:lvl6pPr algn="r">
              <a:defRPr sz="1350" b="0">
                <a:solidFill>
                  <a:srgbClr val="707C88"/>
                </a:solidFill>
                <a:latin typeface="Arial"/>
                <a:ea typeface="Arial"/>
                <a:cs typeface="Arial"/>
              </a:defRPr>
            </a:lvl6pPr>
            <a:lvl7pPr algn="r">
              <a:defRPr sz="1350" b="0">
                <a:solidFill>
                  <a:srgbClr val="707C88"/>
                </a:solidFill>
                <a:latin typeface="Arial"/>
                <a:ea typeface="Arial"/>
                <a:cs typeface="Arial"/>
              </a:defRPr>
            </a:lvl7pPr>
            <a:lvl8pPr algn="r">
              <a:defRPr sz="1350" b="0">
                <a:solidFill>
                  <a:srgbClr val="707C88"/>
                </a:solidFill>
                <a:latin typeface="Arial"/>
                <a:ea typeface="Arial"/>
                <a:cs typeface="Arial"/>
              </a:defRPr>
            </a:lvl8pPr>
            <a:lvl9pPr algn="r">
              <a:defRPr sz="1350" b="0">
                <a:solidFill>
                  <a:srgbClr val="707C88"/>
                </a:solidFill>
                <a:latin typeface="Arial"/>
                <a:ea typeface="Arial"/>
                <a:cs typeface="Arial"/>
              </a:defRPr>
            </a:lvl9pPr>
          </a:lstStyle>
          <a:p xmlns:a="http://schemas.openxmlformats.org/drawingml/2006/main">
            <a:pPr algn="r">
              <a:defRPr sz="1350" b="0">
                <a:solidFill>
                  <a:srgbClr val="707C88"/>
                </a:solidFill>
                <a:latin typeface="Arial"/>
                <a:ea typeface="Arial"/>
                <a:cs typeface="Arial"/>
              </a:defRPr>
            </a:pPr>
            <a:r>
              <a:rPr sz="1350" b="0">
                <a:solidFill>
                  <a:srgbClr val="707C88"/>
                </a:solidFill>
                <a:latin typeface="Arial"/>
                <a:ea typeface="Arial"/>
                <a:cs typeface="Arial"/>
              </a:rPr>
              <a:t>Example</a:t>
            </a:r>
          </a:p>
        </p:txBody>
      </p:sp>
      <p:sp>
        <p:nvSpPr>
          <p:cNvPr id="19" name="!!nav.home">
            <ns0:hlinkClick xmlns:ns0="http://schemas.openxmlformats.org/drawingml/2006/main" xmlns:ns1="http://schemas.openxmlformats.org/officeDocument/2006/relationships" ns1:id="rIdNavSlide3" action="ppaction://hlinksldjump" tooltip="Slide 3: Seven workflows across the firm"/>
            <a:extLst xmlns:a="http://schemas.openxmlformats.org/drawingml/2006/main">
              <a:ext uri="{FF2B5EF4-FFF2-40B4-BE49-F238E27FC236}">
                <a16:creationId xmlns:a16="http://schemas.microsoft.com/office/drawing/2014/main" id="{83A29000-65BE-451D-B8B7-622D2B939379}"/>
              </a:ext>
            </a:extLst>
          </p:cNvPr>
          <p:cNvSpPr>
            <a:spLocks xmlns:a="http://schemas.openxmlformats.org/drawingml/2006/main" noGrp="1"/>
          </p:cNvSpPr>
          <p:nvPr/>
        </p:nvSpPr>
        <p:spPr>
          <a:xfrm xmlns:a="http://schemas.openxmlformats.org/drawingml/2006/main">
            <a:off x="647700" y="7496175"/>
            <a:ext cx="26098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BCC6CF"/>
            </a:solidFill>
            <a:prstDash val="solid"/>
          </a:ln>
        </p:spPr>
        <p:txBody>
          <a:bodyPr xmlns:a="http://schemas.openxmlformats.org/drawingml/2006/main" wrap="square" lIns="114300" tIns="0" rIns="114300" bIns="0" anchor="ctr">
            <a:noAutofit/>
          </a:bodyPr>
          <a:lstStyle xmlns:a="http://schemas.openxmlformats.org/drawingml/2006/main">
            <a:defPPr algn="ctr">
              <a:defRPr sz="1800" b="1">
                <a:solidFill>
                  <a:srgbClr val="005A9C"/>
                </a:solidFill>
                <a:latin typeface="Arial"/>
                <a:ea typeface="Arial"/>
                <a:cs typeface="Arial"/>
              </a:defRPr>
            </a:defPPr>
            <a:lvl1pPr algn="ctr">
              <a:defRPr sz="1800" b="1">
                <a:solidFill>
                  <a:srgbClr val="005A9C"/>
                </a:solidFill>
                <a:latin typeface="Arial"/>
                <a:ea typeface="Arial"/>
                <a:cs typeface="Arial"/>
              </a:defRPr>
            </a:lvl1pPr>
            <a:lvl2pPr algn="ctr">
              <a:defRPr sz="1800" b="1">
                <a:solidFill>
                  <a:srgbClr val="005A9C"/>
                </a:solidFill>
                <a:latin typeface="Arial"/>
                <a:ea typeface="Arial"/>
                <a:cs typeface="Arial"/>
              </a:defRPr>
            </a:lvl2pPr>
            <a:lvl3pPr algn="ctr">
              <a:defRPr sz="1800" b="1">
                <a:solidFill>
                  <a:srgbClr val="005A9C"/>
                </a:solidFill>
                <a:latin typeface="Arial"/>
                <a:ea typeface="Arial"/>
                <a:cs typeface="Arial"/>
              </a:defRPr>
            </a:lvl3pPr>
            <a:lvl4pPr algn="ctr">
              <a:defRPr sz="1800" b="1">
                <a:solidFill>
                  <a:srgbClr val="005A9C"/>
                </a:solidFill>
                <a:latin typeface="Arial"/>
                <a:ea typeface="Arial"/>
                <a:cs typeface="Arial"/>
              </a:defRPr>
            </a:lvl4pPr>
            <a:lvl5pPr algn="ctr">
              <a:defRPr sz="1800" b="1">
                <a:solidFill>
                  <a:srgbClr val="005A9C"/>
                </a:solidFill>
                <a:latin typeface="Arial"/>
                <a:ea typeface="Arial"/>
                <a:cs typeface="Arial"/>
              </a:defRPr>
            </a:lvl5pPr>
            <a:lvl6pPr algn="ctr">
              <a:defRPr sz="1800" b="1">
                <a:solidFill>
                  <a:srgbClr val="005A9C"/>
                </a:solidFill>
                <a:latin typeface="Arial"/>
                <a:ea typeface="Arial"/>
                <a:cs typeface="Arial"/>
              </a:defRPr>
            </a:lvl6pPr>
            <a:lvl7pPr algn="ctr">
              <a:defRPr sz="1800" b="1">
                <a:solidFill>
                  <a:srgbClr val="005A9C"/>
                </a:solidFill>
                <a:latin typeface="Arial"/>
                <a:ea typeface="Arial"/>
                <a:cs typeface="Arial"/>
              </a:defRPr>
            </a:lvl7pPr>
            <a:lvl8pPr algn="ctr">
              <a:defRPr sz="1800" b="1">
                <a:solidFill>
                  <a:srgbClr val="005A9C"/>
                </a:solidFill>
                <a:latin typeface="Arial"/>
                <a:ea typeface="Arial"/>
                <a:cs typeface="Arial"/>
              </a:defRPr>
            </a:lvl8pPr>
            <a:lvl9pPr algn="ctr">
              <a:defRPr sz="1800" b="1">
                <a:solidFill>
                  <a:srgbClr val="005A9C"/>
                </a:solidFill>
                <a:latin typeface="Arial"/>
                <a:ea typeface="Arial"/>
                <a:cs typeface="Arial"/>
              </a:defRPr>
            </a:lvl9pPr>
          </a:lstStyle>
          <a:p xmlns:a="http://schemas.openxmlformats.org/drawingml/2006/main">
            <a:pPr algn="ctr">
              <a:defRPr sz="1800" b="1">
                <a:solidFill>
                  <a:srgbClr val="005A9C"/>
                </a:solidFill>
                <a:latin typeface="Arial"/>
                <a:ea typeface="Arial"/>
                <a:cs typeface="Arial"/>
              </a:defRPr>
            </a:pPr>
            <a:r>
              <a:rPr sz="1800" b="1">
                <a:solidFill>
                  <a:srgbClr val="005A9C"/>
                </a:solidFill>
                <a:latin typeface="Arial"/>
                <a:ea typeface="Arial"/>
                <a:cs typeface="Arial"/>
              </a:rPr>
              <a:t>Firm overview</a:t>
            </a:r>
          </a:p>
        </p:txBody>
      </p:sp>
      <p:sp>
        <p:nvSpPr>
          <p:cNvPr id="20" name="!!page">
            <a:extLst xmlns:a="http://schemas.openxmlformats.org/drawingml/2006/main">
              <a:ext uri="{FF2B5EF4-FFF2-40B4-BE49-F238E27FC236}">
                <a16:creationId xmlns:a16="http://schemas.microsoft.com/office/drawing/2014/main" id="{D0931932-C457-4A1A-BE2D-18BA69042A79}"/>
              </a:ext>
            </a:extLst>
          </p:cNvPr>
          <p:cNvSpPr>
            <a:spLocks xmlns:a="http://schemas.openxmlformats.org/drawingml/2006/main" noGrp="1"/>
          </p:cNvSpPr>
          <p:nvPr/>
        </p:nvSpPr>
        <p:spPr>
          <a:xfrm xmlns:a="http://schemas.openxmlformats.org/drawingml/2006/main">
            <a:off x="11144250" y="7591425"/>
            <a:ext cx="904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650" b="0">
                <a:solidFill>
                  <a:srgbClr val="707C88"/>
                </a:solidFill>
                <a:latin typeface="Arial"/>
                <a:ea typeface="Arial"/>
                <a:cs typeface="Arial"/>
              </a:defRPr>
            </a:defPPr>
            <a:lvl1pPr algn="r">
              <a:defRPr sz="1650" b="0">
                <a:solidFill>
                  <a:srgbClr val="707C88"/>
                </a:solidFill>
                <a:latin typeface="Arial"/>
                <a:ea typeface="Arial"/>
                <a:cs typeface="Arial"/>
              </a:defRPr>
            </a:lvl1pPr>
            <a:lvl2pPr algn="r">
              <a:defRPr sz="1650" b="0">
                <a:solidFill>
                  <a:srgbClr val="707C88"/>
                </a:solidFill>
                <a:latin typeface="Arial"/>
                <a:ea typeface="Arial"/>
                <a:cs typeface="Arial"/>
              </a:defRPr>
            </a:lvl2pPr>
            <a:lvl3pPr algn="r">
              <a:defRPr sz="1650" b="0">
                <a:solidFill>
                  <a:srgbClr val="707C88"/>
                </a:solidFill>
                <a:latin typeface="Arial"/>
                <a:ea typeface="Arial"/>
                <a:cs typeface="Arial"/>
              </a:defRPr>
            </a:lvl3pPr>
            <a:lvl4pPr algn="r">
              <a:defRPr sz="1650" b="0">
                <a:solidFill>
                  <a:srgbClr val="707C88"/>
                </a:solidFill>
                <a:latin typeface="Arial"/>
                <a:ea typeface="Arial"/>
                <a:cs typeface="Arial"/>
              </a:defRPr>
            </a:lvl4pPr>
            <a:lvl5pPr algn="r">
              <a:defRPr sz="1650" b="0">
                <a:solidFill>
                  <a:srgbClr val="707C88"/>
                </a:solidFill>
                <a:latin typeface="Arial"/>
                <a:ea typeface="Arial"/>
                <a:cs typeface="Arial"/>
              </a:defRPr>
            </a:lvl5pPr>
            <a:lvl6pPr algn="r">
              <a:defRPr sz="1650" b="0">
                <a:solidFill>
                  <a:srgbClr val="707C88"/>
                </a:solidFill>
                <a:latin typeface="Arial"/>
                <a:ea typeface="Arial"/>
                <a:cs typeface="Arial"/>
              </a:defRPr>
            </a:lvl6pPr>
            <a:lvl7pPr algn="r">
              <a:defRPr sz="1650" b="0">
                <a:solidFill>
                  <a:srgbClr val="707C88"/>
                </a:solidFill>
                <a:latin typeface="Arial"/>
                <a:ea typeface="Arial"/>
                <a:cs typeface="Arial"/>
              </a:defRPr>
            </a:lvl7pPr>
            <a:lvl8pPr algn="r">
              <a:defRPr sz="1650" b="0">
                <a:solidFill>
                  <a:srgbClr val="707C88"/>
                </a:solidFill>
                <a:latin typeface="Arial"/>
                <a:ea typeface="Arial"/>
                <a:cs typeface="Arial"/>
              </a:defRPr>
            </a:lvl8pPr>
            <a:lvl9pPr algn="r">
              <a:defRPr sz="1650" b="0">
                <a:solidFill>
                  <a:srgbClr val="707C88"/>
                </a:solidFill>
                <a:latin typeface="Arial"/>
                <a:ea typeface="Arial"/>
                <a:cs typeface="Arial"/>
              </a:defRPr>
            </a:lvl9pPr>
          </a:lstStyle>
          <a:p xmlns:a="http://schemas.openxmlformats.org/drawingml/2006/main">
            <a:pPr algn="r">
              <a:defRPr sz="1650" b="0">
                <a:solidFill>
                  <a:srgbClr val="707C88"/>
                </a:solidFill>
                <a:latin typeface="Arial"/>
                <a:ea typeface="Arial"/>
                <a:cs typeface="Arial"/>
              </a:defRPr>
            </a:pPr>
            <a:r>
              <a:rPr sz="1650" b="0">
                <a:solidFill>
                  <a:srgbClr val="707C88"/>
                </a:solidFill>
                <a:latin typeface="Arial"/>
                <a:ea typeface="Arial"/>
                <a:cs typeface="Arial"/>
              </a:rPr>
              <a:t>26 / 33</a:t>
            </a:r>
          </a:p>
        </p:txBody>
      </p:sp>
      <p:sp>
        <p:nvSpPr>
          <p:cNvPr id="21" name="!!nav.prev">
            <ns0:hlinkClick xmlns:ns0="http://schemas.openxmlformats.org/drawingml/2006/main" xmlns:ns1="http://schemas.openxmlformats.org/officeDocument/2006/relationships" ns1:id="rIdNavSlide25" action="ppaction://hlinksldjump" tooltip="Slide 25: Turning a business request into a working tool"/>
            <a:extLst xmlns:a="http://schemas.openxmlformats.org/drawingml/2006/main">
              <a:ext uri="{FF2B5EF4-FFF2-40B4-BE49-F238E27FC236}">
                <a16:creationId xmlns:a16="http://schemas.microsoft.com/office/drawing/2014/main" id="{20AA4AE3-E96E-45F2-8061-4C34712B73A4}"/>
              </a:ext>
            </a:extLst>
          </p:cNvPr>
          <p:cNvSpPr>
            <a:spLocks xmlns:a="http://schemas.openxmlformats.org/drawingml/2006/main" noGrp="1"/>
          </p:cNvSpPr>
          <p:nvPr/>
        </p:nvSpPr>
        <p:spPr>
          <a:xfrm xmlns:a="http://schemas.openxmlformats.org/drawingml/2006/main">
            <a:off x="12287250" y="7496175"/>
            <a:ext cx="1047750" cy="4572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725" b="1">
                <a:solidFill>
                  <a:srgbClr val="005A9C"/>
                </a:solidFill>
                <a:latin typeface="Arial"/>
                <a:ea typeface="Arial"/>
                <a:cs typeface="Arial"/>
              </a:defRPr>
            </a:defPPr>
            <a:lvl1pPr algn="ctr">
              <a:defRPr sz="1725" b="1">
                <a:solidFill>
                  <a:srgbClr val="005A9C"/>
                </a:solidFill>
                <a:latin typeface="Arial"/>
                <a:ea typeface="Arial"/>
                <a:cs typeface="Arial"/>
              </a:defRPr>
            </a:lvl1pPr>
            <a:lvl2pPr algn="ctr">
              <a:defRPr sz="1725" b="1">
                <a:solidFill>
                  <a:srgbClr val="005A9C"/>
                </a:solidFill>
                <a:latin typeface="Arial"/>
                <a:ea typeface="Arial"/>
                <a:cs typeface="Arial"/>
              </a:defRPr>
            </a:lvl2pPr>
            <a:lvl3pPr algn="ctr">
              <a:defRPr sz="1725" b="1">
                <a:solidFill>
                  <a:srgbClr val="005A9C"/>
                </a:solidFill>
                <a:latin typeface="Arial"/>
                <a:ea typeface="Arial"/>
                <a:cs typeface="Arial"/>
              </a:defRPr>
            </a:lvl3pPr>
            <a:lvl4pPr algn="ctr">
              <a:defRPr sz="1725" b="1">
                <a:solidFill>
                  <a:srgbClr val="005A9C"/>
                </a:solidFill>
                <a:latin typeface="Arial"/>
                <a:ea typeface="Arial"/>
                <a:cs typeface="Arial"/>
              </a:defRPr>
            </a:lvl4pPr>
            <a:lvl5pPr algn="ctr">
              <a:defRPr sz="1725" b="1">
                <a:solidFill>
                  <a:srgbClr val="005A9C"/>
                </a:solidFill>
                <a:latin typeface="Arial"/>
                <a:ea typeface="Arial"/>
                <a:cs typeface="Arial"/>
              </a:defRPr>
            </a:lvl5pPr>
            <a:lvl6pPr algn="ctr">
              <a:defRPr sz="1725" b="1">
                <a:solidFill>
                  <a:srgbClr val="005A9C"/>
                </a:solidFill>
                <a:latin typeface="Arial"/>
                <a:ea typeface="Arial"/>
                <a:cs typeface="Arial"/>
              </a:defRPr>
            </a:lvl6pPr>
            <a:lvl7pPr algn="ctr">
              <a:defRPr sz="1725" b="1">
                <a:solidFill>
                  <a:srgbClr val="005A9C"/>
                </a:solidFill>
                <a:latin typeface="Arial"/>
                <a:ea typeface="Arial"/>
                <a:cs typeface="Arial"/>
              </a:defRPr>
            </a:lvl7pPr>
            <a:lvl8pPr algn="ctr">
              <a:defRPr sz="1725" b="1">
                <a:solidFill>
                  <a:srgbClr val="005A9C"/>
                </a:solidFill>
                <a:latin typeface="Arial"/>
                <a:ea typeface="Arial"/>
                <a:cs typeface="Arial"/>
              </a:defRPr>
            </a:lvl8pPr>
            <a:lvl9pPr algn="ctr">
              <a:defRPr sz="1725" b="1">
                <a:solidFill>
                  <a:srgbClr val="005A9C"/>
                </a:solidFill>
                <a:latin typeface="Arial"/>
                <a:ea typeface="Arial"/>
                <a:cs typeface="Arial"/>
              </a:defRPr>
            </a:lvl9pPr>
          </a:lstStyle>
          <a:p xmlns:a="http://schemas.openxmlformats.org/drawingml/2006/main">
            <a:pPr algn="ctr">
              <a:defRPr sz="1725" b="1">
                <a:solidFill>
                  <a:srgbClr val="005A9C"/>
                </a:solidFill>
                <a:latin typeface="Arial"/>
                <a:ea typeface="Arial"/>
                <a:cs typeface="Arial"/>
              </a:defRPr>
            </a:pPr>
            <a:r>
              <a:rPr sz="1725" b="1">
                <a:solidFill>
                  <a:srgbClr val="005A9C"/>
                </a:solidFill>
                <a:latin typeface="Arial"/>
                <a:ea typeface="Arial"/>
                <a:cs typeface="Arial"/>
              </a:rPr>
              <a:t>Back</a:t>
            </a:r>
          </a:p>
        </p:txBody>
      </p:sp>
      <p:sp>
        <p:nvSpPr>
          <p:cNvPr id="22" name="!!nav.next">
            <ns0:hlinkClick xmlns:ns0="http://schemas.openxmlformats.org/drawingml/2006/main" xmlns:ns1="http://schemas.openxmlformats.org/officeDocument/2006/relationships" ns1:id="rIdNavSlide27" action="ppaction://hlinksldjump" tooltip="Slide 27: Proposed software development workflow"/>
            <a:extLst xmlns:a="http://schemas.openxmlformats.org/drawingml/2006/main">
              <a:ext uri="{FF2B5EF4-FFF2-40B4-BE49-F238E27FC236}">
                <a16:creationId xmlns:a16="http://schemas.microsoft.com/office/drawing/2014/main" id="{2A572433-D121-4174-A708-986A78EB923D}"/>
              </a:ext>
            </a:extLst>
          </p:cNvPr>
          <p:cNvSpPr>
            <a:spLocks xmlns:a="http://schemas.openxmlformats.org/drawingml/2006/main" noGrp="1"/>
          </p:cNvSpPr>
          <p:nvPr/>
        </p:nvSpPr>
        <p:spPr>
          <a:xfrm xmlns:a="http://schemas.openxmlformats.org/drawingml/2006/main">
            <a:off x="13506450" y="7496175"/>
            <a:ext cx="1085850" cy="45720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725" b="1">
                <a:solidFill>
                  <a:srgbClr val="FFFFFF"/>
                </a:solidFill>
                <a:latin typeface="Arial"/>
                <a:ea typeface="Arial"/>
                <a:cs typeface="Arial"/>
              </a:defRPr>
            </a:defPPr>
            <a:lvl1pPr algn="ctr">
              <a:defRPr sz="1725" b="1">
                <a:solidFill>
                  <a:srgbClr val="FFFFFF"/>
                </a:solidFill>
                <a:latin typeface="Arial"/>
                <a:ea typeface="Arial"/>
                <a:cs typeface="Arial"/>
              </a:defRPr>
            </a:lvl1pPr>
            <a:lvl2pPr algn="ctr">
              <a:defRPr sz="1725" b="1">
                <a:solidFill>
                  <a:srgbClr val="FFFFFF"/>
                </a:solidFill>
                <a:latin typeface="Arial"/>
                <a:ea typeface="Arial"/>
                <a:cs typeface="Arial"/>
              </a:defRPr>
            </a:lvl2pPr>
            <a:lvl3pPr algn="ctr">
              <a:defRPr sz="1725" b="1">
                <a:solidFill>
                  <a:srgbClr val="FFFFFF"/>
                </a:solidFill>
                <a:latin typeface="Arial"/>
                <a:ea typeface="Arial"/>
                <a:cs typeface="Arial"/>
              </a:defRPr>
            </a:lvl3pPr>
            <a:lvl4pPr algn="ctr">
              <a:defRPr sz="1725" b="1">
                <a:solidFill>
                  <a:srgbClr val="FFFFFF"/>
                </a:solidFill>
                <a:latin typeface="Arial"/>
                <a:ea typeface="Arial"/>
                <a:cs typeface="Arial"/>
              </a:defRPr>
            </a:lvl4pPr>
            <a:lvl5pPr algn="ctr">
              <a:defRPr sz="1725" b="1">
                <a:solidFill>
                  <a:srgbClr val="FFFFFF"/>
                </a:solidFill>
                <a:latin typeface="Arial"/>
                <a:ea typeface="Arial"/>
                <a:cs typeface="Arial"/>
              </a:defRPr>
            </a:lvl5pPr>
            <a:lvl6pPr algn="ctr">
              <a:defRPr sz="1725" b="1">
                <a:solidFill>
                  <a:srgbClr val="FFFFFF"/>
                </a:solidFill>
                <a:latin typeface="Arial"/>
                <a:ea typeface="Arial"/>
                <a:cs typeface="Arial"/>
              </a:defRPr>
            </a:lvl6pPr>
            <a:lvl7pPr algn="ctr">
              <a:defRPr sz="1725" b="1">
                <a:solidFill>
                  <a:srgbClr val="FFFFFF"/>
                </a:solidFill>
                <a:latin typeface="Arial"/>
                <a:ea typeface="Arial"/>
                <a:cs typeface="Arial"/>
              </a:defRPr>
            </a:lvl7pPr>
            <a:lvl8pPr algn="ctr">
              <a:defRPr sz="1725" b="1">
                <a:solidFill>
                  <a:srgbClr val="FFFFFF"/>
                </a:solidFill>
                <a:latin typeface="Arial"/>
                <a:ea typeface="Arial"/>
                <a:cs typeface="Arial"/>
              </a:defRPr>
            </a:lvl8pPr>
            <a:lvl9pPr algn="ctr">
              <a:defRPr sz="1725" b="1">
                <a:solidFill>
                  <a:srgbClr val="FFFFFF"/>
                </a:solidFill>
                <a:latin typeface="Arial"/>
                <a:ea typeface="Arial"/>
                <a:cs typeface="Arial"/>
              </a:defRPr>
            </a:lvl9pPr>
          </a:lstStyle>
          <a:p xmlns:a="http://schemas.openxmlformats.org/drawingml/2006/main">
            <a:pPr algn="ctr">
              <a:defRPr sz="1725" b="1">
                <a:solidFill>
                  <a:srgbClr val="FFFFFF"/>
                </a:solidFill>
                <a:latin typeface="Arial"/>
                <a:ea typeface="Arial"/>
                <a:cs typeface="Arial"/>
              </a:defRPr>
            </a:pPr>
            <a:r>
              <a:rPr sz="1725" b="1">
                <a:solidFill>
                  <a:srgbClr val="FFFFFF"/>
                </a:solidFill>
                <a:latin typeface="Arial"/>
                <a:ea typeface="Arial"/>
                <a:cs typeface="Arial"/>
              </a:rPr>
              <a:t>Next</a:t>
            </a:r>
          </a:p>
        </p:txBody>
      </p:sp>
      <p:sp>
        <p:nvSpPr>
          <p:cNvPr id="23" name="!!footer.rule">
            <a:extLst xmlns:a="http://schemas.openxmlformats.org/drawingml/2006/main">
              <a:ext uri="{FF2B5EF4-FFF2-40B4-BE49-F238E27FC236}">
                <a16:creationId xmlns:a16="http://schemas.microsoft.com/office/drawing/2014/main" id="{4D70167C-D09C-41C4-94A8-D85A7AECA817}"/>
              </a:ext>
            </a:extLst>
          </p:cNvPr>
          <p:cNvSpPr>
            <a:spLocks xmlns:a="http://schemas.openxmlformats.org/drawingml/2006/main" noGrp="1"/>
          </p:cNvSpPr>
          <p:nvPr/>
        </p:nvSpPr>
        <p:spPr>
          <a:xfrm xmlns:a="http://schemas.openxmlformats.org/drawingml/2006/main" flipH="0" flipV="0">
            <a:off x="647700" y="8134350"/>
            <a:ext cx="13944600" cy="953"/>
          </a:xfrm>
          <a:prstGeom xmlns:a="http://schemas.openxmlformats.org/drawingml/2006/main" prst="line">
            <a:avLst/>
          </a:prstGeom>
          <a:noFill xmlns:a="http://schemas.openxmlformats.org/drawingml/2006/main"/>
          <a:ln xmlns:a="http://schemas.openxmlformats.org/drawingml/2006/main" w="9525">
            <a:solidFill>
              <a:srgbClr val="BCC6CF"/>
            </a:solidFill>
            <a:prstDash val="solid"/>
          </a:ln>
        </p:spPr>
      </p:sp>
      <p:sp>
        <p:nvSpPr>
          <p:cNvPr id="24" name="!!source">
            <a:extLst xmlns:a="http://schemas.openxmlformats.org/drawingml/2006/main">
              <a:ext uri="{FF2B5EF4-FFF2-40B4-BE49-F238E27FC236}">
                <a16:creationId xmlns:a16="http://schemas.microsoft.com/office/drawing/2014/main" id="{DA593D3F-30D4-46EC-B462-46FB73DCFBAF}"/>
              </a:ext>
            </a:extLst>
          </p:cNvPr>
          <p:cNvSpPr>
            <a:spLocks xmlns:a="http://schemas.openxmlformats.org/drawingml/2006/main" noGrp="1"/>
          </p:cNvSpPr>
          <p:nvPr/>
        </p:nvSpPr>
        <p:spPr>
          <a:xfrm xmlns:a="http://schemas.openxmlformats.org/drawingml/2006/main">
            <a:off x="647700" y="8267700"/>
            <a:ext cx="13944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707C88"/>
                </a:solidFill>
                <a:latin typeface="Arial"/>
                <a:ea typeface="Arial"/>
                <a:cs typeface="Arial"/>
              </a:defRPr>
            </a:defPPr>
            <a:lvl1pPr algn="l">
              <a:defRPr sz="1050" b="0">
                <a:solidFill>
                  <a:srgbClr val="707C88"/>
                </a:solidFill>
                <a:latin typeface="Arial"/>
                <a:ea typeface="Arial"/>
                <a:cs typeface="Arial"/>
              </a:defRPr>
            </a:lvl1pPr>
            <a:lvl2pPr algn="l">
              <a:defRPr sz="1050" b="0">
                <a:solidFill>
                  <a:srgbClr val="707C88"/>
                </a:solidFill>
                <a:latin typeface="Arial"/>
                <a:ea typeface="Arial"/>
                <a:cs typeface="Arial"/>
              </a:defRPr>
            </a:lvl2pPr>
            <a:lvl3pPr algn="l">
              <a:defRPr sz="1050" b="0">
                <a:solidFill>
                  <a:srgbClr val="707C88"/>
                </a:solidFill>
                <a:latin typeface="Arial"/>
                <a:ea typeface="Arial"/>
                <a:cs typeface="Arial"/>
              </a:defRPr>
            </a:lvl3pPr>
            <a:lvl4pPr algn="l">
              <a:defRPr sz="1050" b="0">
                <a:solidFill>
                  <a:srgbClr val="707C88"/>
                </a:solidFill>
                <a:latin typeface="Arial"/>
                <a:ea typeface="Arial"/>
                <a:cs typeface="Arial"/>
              </a:defRPr>
            </a:lvl4pPr>
            <a:lvl5pPr algn="l">
              <a:defRPr sz="1050" b="0">
                <a:solidFill>
                  <a:srgbClr val="707C88"/>
                </a:solidFill>
                <a:latin typeface="Arial"/>
                <a:ea typeface="Arial"/>
                <a:cs typeface="Arial"/>
              </a:defRPr>
            </a:lvl5pPr>
            <a:lvl6pPr algn="l">
              <a:defRPr sz="1050" b="0">
                <a:solidFill>
                  <a:srgbClr val="707C88"/>
                </a:solidFill>
                <a:latin typeface="Arial"/>
                <a:ea typeface="Arial"/>
                <a:cs typeface="Arial"/>
              </a:defRPr>
            </a:lvl6pPr>
            <a:lvl7pPr algn="l">
              <a:defRPr sz="1050" b="0">
                <a:solidFill>
                  <a:srgbClr val="707C88"/>
                </a:solidFill>
                <a:latin typeface="Arial"/>
                <a:ea typeface="Arial"/>
                <a:cs typeface="Arial"/>
              </a:defRPr>
            </a:lvl7pPr>
            <a:lvl8pPr algn="l">
              <a:defRPr sz="1050" b="0">
                <a:solidFill>
                  <a:srgbClr val="707C88"/>
                </a:solidFill>
                <a:latin typeface="Arial"/>
                <a:ea typeface="Arial"/>
                <a:cs typeface="Arial"/>
              </a:defRPr>
            </a:lvl8pPr>
            <a:lvl9pPr algn="l">
              <a:defRPr sz="1050" b="0">
                <a:solidFill>
                  <a:srgbClr val="707C88"/>
                </a:solidFill>
                <a:latin typeface="Arial"/>
                <a:ea typeface="Arial"/>
                <a:cs typeface="Arial"/>
              </a:defRPr>
            </a:lvl9pPr>
          </a:lstStyle>
          <a:p xmlns:a="http://schemas.openxmlformats.org/drawingml/2006/main">
            <a:pPr algn="l">
              <a:defRPr sz="1050" b="0">
                <a:solidFill>
                  <a:srgbClr val="707C88"/>
                </a:solidFill>
                <a:latin typeface="Arial"/>
                <a:ea typeface="Arial"/>
                <a:cs typeface="Arial"/>
              </a:defRPr>
            </a:pPr>
            <a:r>
              <a:rPr sz="1050" b="0">
                <a:solidFill>
                  <a:srgbClr val="707C88"/>
                </a:solidFill>
                <a:latin typeface="Arial"/>
                <a:ea typeface="Arial"/>
                <a:cs typeface="Arial"/>
              </a:rPr>
              <a:t>Sources: E Fund; Invesco Great Wall</a:t>
            </a:r>
          </a:p>
        </p:txBody>
      </p:sp>
      <p:sp>
        <p:nvSpPr>
          <p:cNvPr id="25" name="!!dev.case1">
            <a:extLst xmlns:a="http://schemas.openxmlformats.org/drawingml/2006/main">
              <a:ext uri="{FF2B5EF4-FFF2-40B4-BE49-F238E27FC236}">
                <a16:creationId xmlns:a16="http://schemas.microsoft.com/office/drawing/2014/main" id="{8A8B47A4-ED80-4D7F-94C4-3BAD772CC07D}"/>
              </a:ext>
            </a:extLst>
          </p:cNvPr>
          <p:cNvSpPr>
            <a:spLocks xmlns:a="http://schemas.openxmlformats.org/drawingml/2006/main" noGrp="1"/>
          </p:cNvSpPr>
          <p:nvPr/>
        </p:nvSpPr>
        <p:spPr>
          <a:xfrm xmlns:a="http://schemas.openxmlformats.org/drawingml/2006/main">
            <a:off x="4057650" y="2047875"/>
            <a:ext cx="105346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05A9C"/>
                </a:solidFill>
                <a:latin typeface="Arial"/>
                <a:ea typeface="Arial"/>
                <a:cs typeface="Arial"/>
              </a:defRPr>
            </a:defPPr>
            <a:lvl1pPr algn="l">
              <a:defRPr sz="2325" b="1">
                <a:solidFill>
                  <a:srgbClr val="005A9C"/>
                </a:solidFill>
                <a:latin typeface="Arial"/>
                <a:ea typeface="Arial"/>
                <a:cs typeface="Arial"/>
              </a:defRPr>
            </a:lvl1pPr>
            <a:lvl2pPr algn="l">
              <a:defRPr sz="2325" b="1">
                <a:solidFill>
                  <a:srgbClr val="005A9C"/>
                </a:solidFill>
                <a:latin typeface="Arial"/>
                <a:ea typeface="Arial"/>
                <a:cs typeface="Arial"/>
              </a:defRPr>
            </a:lvl2pPr>
            <a:lvl3pPr algn="l">
              <a:defRPr sz="2325" b="1">
                <a:solidFill>
                  <a:srgbClr val="005A9C"/>
                </a:solidFill>
                <a:latin typeface="Arial"/>
                <a:ea typeface="Arial"/>
                <a:cs typeface="Arial"/>
              </a:defRPr>
            </a:lvl3pPr>
            <a:lvl4pPr algn="l">
              <a:defRPr sz="2325" b="1">
                <a:solidFill>
                  <a:srgbClr val="005A9C"/>
                </a:solidFill>
                <a:latin typeface="Arial"/>
                <a:ea typeface="Arial"/>
                <a:cs typeface="Arial"/>
              </a:defRPr>
            </a:lvl4pPr>
            <a:lvl5pPr algn="l">
              <a:defRPr sz="2325" b="1">
                <a:solidFill>
                  <a:srgbClr val="005A9C"/>
                </a:solidFill>
                <a:latin typeface="Arial"/>
                <a:ea typeface="Arial"/>
                <a:cs typeface="Arial"/>
              </a:defRPr>
            </a:lvl5pPr>
            <a:lvl6pPr algn="l">
              <a:defRPr sz="2325" b="1">
                <a:solidFill>
                  <a:srgbClr val="005A9C"/>
                </a:solidFill>
                <a:latin typeface="Arial"/>
                <a:ea typeface="Arial"/>
                <a:cs typeface="Arial"/>
              </a:defRPr>
            </a:lvl6pPr>
            <a:lvl7pPr algn="l">
              <a:defRPr sz="2325" b="1">
                <a:solidFill>
                  <a:srgbClr val="005A9C"/>
                </a:solidFill>
                <a:latin typeface="Arial"/>
                <a:ea typeface="Arial"/>
                <a:cs typeface="Arial"/>
              </a:defRPr>
            </a:lvl7pPr>
            <a:lvl8pPr algn="l">
              <a:defRPr sz="2325" b="1">
                <a:solidFill>
                  <a:srgbClr val="005A9C"/>
                </a:solidFill>
                <a:latin typeface="Arial"/>
                <a:ea typeface="Arial"/>
                <a:cs typeface="Arial"/>
              </a:defRPr>
            </a:lvl8pPr>
            <a:lvl9pPr algn="l">
              <a:defRPr sz="2325" b="1">
                <a:solidFill>
                  <a:srgbClr val="005A9C"/>
                </a:solidFill>
                <a:latin typeface="Arial"/>
                <a:ea typeface="Arial"/>
                <a:cs typeface="Arial"/>
              </a:defRPr>
            </a:lvl9pPr>
          </a:lstStyle>
          <a:p xmlns:a="http://schemas.openxmlformats.org/drawingml/2006/main">
            <a:pPr algn="l">
              <a:defRPr sz="2325" b="1">
                <a:solidFill>
                  <a:srgbClr val="005A9C"/>
                </a:solidFill>
                <a:latin typeface="Arial"/>
                <a:ea typeface="Arial"/>
                <a:cs typeface="Arial"/>
              </a:defRPr>
            </a:pPr>
            <a:r>
              <a:rPr sz="2325" b="1">
                <a:solidFill>
                  <a:srgbClr val="005A9C"/>
                </a:solidFill>
                <a:latin typeface="Arial"/>
                <a:ea typeface="Arial"/>
                <a:cs typeface="Arial"/>
              </a:rPr>
              <a:t>E Fund uses LLMs in development and testing</a:t>
            </a:r>
          </a:p>
        </p:txBody>
      </p:sp>
      <p:sp>
        <p:nvSpPr>
          <p:cNvPr id="26" name="!!dev.case2">
            <a:extLst xmlns:a="http://schemas.openxmlformats.org/drawingml/2006/main">
              <a:ext uri="{FF2B5EF4-FFF2-40B4-BE49-F238E27FC236}">
                <a16:creationId xmlns:a16="http://schemas.microsoft.com/office/drawing/2014/main" id="{CFF2FC79-D1CF-4D6A-862B-E5DB38D728C3}"/>
              </a:ext>
            </a:extLst>
          </p:cNvPr>
          <p:cNvSpPr>
            <a:spLocks xmlns:a="http://schemas.openxmlformats.org/drawingml/2006/main" noGrp="1"/>
          </p:cNvSpPr>
          <p:nvPr/>
        </p:nvSpPr>
        <p:spPr>
          <a:xfrm xmlns:a="http://schemas.openxmlformats.org/drawingml/2006/main">
            <a:off x="4057650" y="2552700"/>
            <a:ext cx="10534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707C88"/>
                </a:solidFill>
                <a:latin typeface="Arial"/>
                <a:ea typeface="Arial"/>
                <a:cs typeface="Arial"/>
              </a:defRPr>
            </a:defPPr>
            <a:lvl1pPr algn="l">
              <a:defRPr sz="2025" b="0">
                <a:solidFill>
                  <a:srgbClr val="707C88"/>
                </a:solidFill>
                <a:latin typeface="Arial"/>
                <a:ea typeface="Arial"/>
                <a:cs typeface="Arial"/>
              </a:defRPr>
            </a:lvl1pPr>
            <a:lvl2pPr algn="l">
              <a:defRPr sz="2025" b="0">
                <a:solidFill>
                  <a:srgbClr val="707C88"/>
                </a:solidFill>
                <a:latin typeface="Arial"/>
                <a:ea typeface="Arial"/>
                <a:cs typeface="Arial"/>
              </a:defRPr>
            </a:lvl2pPr>
            <a:lvl3pPr algn="l">
              <a:defRPr sz="2025" b="0">
                <a:solidFill>
                  <a:srgbClr val="707C88"/>
                </a:solidFill>
                <a:latin typeface="Arial"/>
                <a:ea typeface="Arial"/>
                <a:cs typeface="Arial"/>
              </a:defRPr>
            </a:lvl3pPr>
            <a:lvl4pPr algn="l">
              <a:defRPr sz="2025" b="0">
                <a:solidFill>
                  <a:srgbClr val="707C88"/>
                </a:solidFill>
                <a:latin typeface="Arial"/>
                <a:ea typeface="Arial"/>
                <a:cs typeface="Arial"/>
              </a:defRPr>
            </a:lvl4pPr>
            <a:lvl5pPr algn="l">
              <a:defRPr sz="2025" b="0">
                <a:solidFill>
                  <a:srgbClr val="707C88"/>
                </a:solidFill>
                <a:latin typeface="Arial"/>
                <a:ea typeface="Arial"/>
                <a:cs typeface="Arial"/>
              </a:defRPr>
            </a:lvl5pPr>
            <a:lvl6pPr algn="l">
              <a:defRPr sz="2025" b="0">
                <a:solidFill>
                  <a:srgbClr val="707C88"/>
                </a:solidFill>
                <a:latin typeface="Arial"/>
                <a:ea typeface="Arial"/>
                <a:cs typeface="Arial"/>
              </a:defRPr>
            </a:lvl6pPr>
            <a:lvl7pPr algn="l">
              <a:defRPr sz="2025" b="0">
                <a:solidFill>
                  <a:srgbClr val="707C88"/>
                </a:solidFill>
                <a:latin typeface="Arial"/>
                <a:ea typeface="Arial"/>
                <a:cs typeface="Arial"/>
              </a:defRPr>
            </a:lvl7pPr>
            <a:lvl8pPr algn="l">
              <a:defRPr sz="2025" b="0">
                <a:solidFill>
                  <a:srgbClr val="707C88"/>
                </a:solidFill>
                <a:latin typeface="Arial"/>
                <a:ea typeface="Arial"/>
                <a:cs typeface="Arial"/>
              </a:defRPr>
            </a:lvl8pPr>
            <a:lvl9pPr algn="l">
              <a:defRPr sz="2025" b="0">
                <a:solidFill>
                  <a:srgbClr val="707C88"/>
                </a:solidFill>
                <a:latin typeface="Arial"/>
                <a:ea typeface="Arial"/>
                <a:cs typeface="Arial"/>
              </a:defRPr>
            </a:lvl9pPr>
          </a:lstStyle>
          <a:p xmlns:a="http://schemas.openxmlformats.org/drawingml/2006/main">
            <a:pPr algn="l">
              <a:defRPr sz="2025" b="0">
                <a:solidFill>
                  <a:srgbClr val="707C88"/>
                </a:solidFill>
                <a:latin typeface="Arial"/>
                <a:ea typeface="Arial"/>
                <a:cs typeface="Arial"/>
              </a:defRPr>
            </a:pPr>
            <a:r>
              <a:rPr sz="2025" b="0">
                <a:solidFill>
                  <a:srgbClr val="707C88"/>
                </a:solidFill>
                <a:latin typeface="Arial"/>
                <a:ea typeface="Arial"/>
                <a:cs typeface="Arial"/>
              </a:rPr>
              <a:t>Invesco Great Wall’s quant team uses local models for coding support</a:t>
            </a:r>
          </a:p>
        </p:txBody>
      </p:sp>
      <p:sp>
        <p:nvSpPr>
          <p:cNvPr id="27" name="!!dev.requirements">
            <a:extLst xmlns:a="http://schemas.openxmlformats.org/drawingml/2006/main">
              <a:ext uri="{FF2B5EF4-FFF2-40B4-BE49-F238E27FC236}">
                <a16:creationId xmlns:a16="http://schemas.microsoft.com/office/drawing/2014/main" id="{2D33282B-B064-4AD1-BEBC-059F59E00B52}"/>
              </a:ext>
            </a:extLst>
          </p:cNvPr>
          <p:cNvSpPr>
            <a:spLocks xmlns:a="http://schemas.openxmlformats.org/drawingml/2006/main" noGrp="1"/>
          </p:cNvSpPr>
          <p:nvPr/>
        </p:nvSpPr>
        <p:spPr>
          <a:xfrm xmlns:a="http://schemas.openxmlformats.org/drawingml/2006/main">
            <a:off x="4057650" y="3524250"/>
            <a:ext cx="3219450" cy="201930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28" name="!!dev.requirements.role">
            <a:extLst xmlns:a="http://schemas.openxmlformats.org/drawingml/2006/main">
              <a:ext uri="{FF2B5EF4-FFF2-40B4-BE49-F238E27FC236}">
                <a16:creationId xmlns:a16="http://schemas.microsoft.com/office/drawing/2014/main" id="{86B36A56-CAF0-4EB5-ACD8-BF34DDB3124D}"/>
              </a:ext>
            </a:extLst>
          </p:cNvPr>
          <p:cNvSpPr>
            <a:spLocks xmlns:a="http://schemas.openxmlformats.org/drawingml/2006/main" noGrp="1"/>
          </p:cNvSpPr>
          <p:nvPr/>
        </p:nvSpPr>
        <p:spPr>
          <a:xfrm xmlns:a="http://schemas.openxmlformats.org/drawingml/2006/main">
            <a:off x="4248150" y="3667125"/>
            <a:ext cx="28384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20262C"/>
                </a:solidFill>
                <a:latin typeface="Arial"/>
                <a:ea typeface="Arial"/>
                <a:cs typeface="Arial"/>
              </a:defRPr>
            </a:defPPr>
            <a:lvl1pPr algn="l">
              <a:defRPr sz="1725" b="1">
                <a:solidFill>
                  <a:srgbClr val="20262C"/>
                </a:solidFill>
                <a:latin typeface="Arial"/>
                <a:ea typeface="Arial"/>
                <a:cs typeface="Arial"/>
              </a:defRPr>
            </a:lvl1pPr>
            <a:lvl2pPr algn="l">
              <a:defRPr sz="1725" b="1">
                <a:solidFill>
                  <a:srgbClr val="20262C"/>
                </a:solidFill>
                <a:latin typeface="Arial"/>
                <a:ea typeface="Arial"/>
                <a:cs typeface="Arial"/>
              </a:defRPr>
            </a:lvl2pPr>
            <a:lvl3pPr algn="l">
              <a:defRPr sz="1725" b="1">
                <a:solidFill>
                  <a:srgbClr val="20262C"/>
                </a:solidFill>
                <a:latin typeface="Arial"/>
                <a:ea typeface="Arial"/>
                <a:cs typeface="Arial"/>
              </a:defRPr>
            </a:lvl3pPr>
            <a:lvl4pPr algn="l">
              <a:defRPr sz="1725" b="1">
                <a:solidFill>
                  <a:srgbClr val="20262C"/>
                </a:solidFill>
                <a:latin typeface="Arial"/>
                <a:ea typeface="Arial"/>
                <a:cs typeface="Arial"/>
              </a:defRPr>
            </a:lvl4pPr>
            <a:lvl5pPr algn="l">
              <a:defRPr sz="1725" b="1">
                <a:solidFill>
                  <a:srgbClr val="20262C"/>
                </a:solidFill>
                <a:latin typeface="Arial"/>
                <a:ea typeface="Arial"/>
                <a:cs typeface="Arial"/>
              </a:defRPr>
            </a:lvl5pPr>
            <a:lvl6pPr algn="l">
              <a:defRPr sz="1725" b="1">
                <a:solidFill>
                  <a:srgbClr val="20262C"/>
                </a:solidFill>
                <a:latin typeface="Arial"/>
                <a:ea typeface="Arial"/>
                <a:cs typeface="Arial"/>
              </a:defRPr>
            </a:lvl6pPr>
            <a:lvl7pPr algn="l">
              <a:defRPr sz="1725" b="1">
                <a:solidFill>
                  <a:srgbClr val="20262C"/>
                </a:solidFill>
                <a:latin typeface="Arial"/>
                <a:ea typeface="Arial"/>
                <a:cs typeface="Arial"/>
              </a:defRPr>
            </a:lvl7pPr>
            <a:lvl8pPr algn="l">
              <a:defRPr sz="1725" b="1">
                <a:solidFill>
                  <a:srgbClr val="20262C"/>
                </a:solidFill>
                <a:latin typeface="Arial"/>
                <a:ea typeface="Arial"/>
                <a:cs typeface="Arial"/>
              </a:defRPr>
            </a:lvl8pPr>
            <a:lvl9pPr algn="l">
              <a:defRPr sz="1725" b="1">
                <a:solidFill>
                  <a:srgbClr val="20262C"/>
                </a:solidFill>
                <a:latin typeface="Arial"/>
                <a:ea typeface="Arial"/>
                <a:cs typeface="Arial"/>
              </a:defRPr>
            </a:lvl9pPr>
          </a:lstStyle>
          <a:p xmlns:a="http://schemas.openxmlformats.org/drawingml/2006/main">
            <a:pPr algn="l">
              <a:defRPr sz="1725" b="1">
                <a:solidFill>
                  <a:srgbClr val="20262C"/>
                </a:solidFill>
                <a:latin typeface="Arial"/>
                <a:ea typeface="Arial"/>
                <a:cs typeface="Arial"/>
              </a:defRPr>
            </a:pPr>
            <a:r>
              <a:rPr sz="1725" b="1">
                <a:solidFill>
                  <a:srgbClr val="20262C"/>
                </a:solidFill>
                <a:latin typeface="Arial"/>
                <a:ea typeface="Arial"/>
                <a:cs typeface="Arial"/>
              </a:rPr>
              <a:t>Developer defines the task</a:t>
            </a:r>
          </a:p>
        </p:txBody>
      </p:sp>
      <p:sp>
        <p:nvSpPr>
          <p:cNvPr id="29" name="!!dev.requirements.body">
            <a:extLst xmlns:a="http://schemas.openxmlformats.org/drawingml/2006/main">
              <a:ext uri="{FF2B5EF4-FFF2-40B4-BE49-F238E27FC236}">
                <a16:creationId xmlns:a16="http://schemas.microsoft.com/office/drawing/2014/main" id="{93DE43DA-9D86-402C-BCCC-E36DE2C80D5A}"/>
              </a:ext>
            </a:extLst>
          </p:cNvPr>
          <p:cNvSpPr>
            <a:spLocks xmlns:a="http://schemas.openxmlformats.org/drawingml/2006/main" noGrp="1"/>
          </p:cNvSpPr>
          <p:nvPr/>
        </p:nvSpPr>
        <p:spPr>
          <a:xfrm xmlns:a="http://schemas.openxmlformats.org/drawingml/2006/main">
            <a:off x="4248150" y="4105275"/>
            <a:ext cx="283845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0262C"/>
                </a:solidFill>
                <a:latin typeface="Arial"/>
                <a:ea typeface="Arial"/>
                <a:cs typeface="Arial"/>
              </a:defRPr>
            </a:defPPr>
            <a:lvl1pPr algn="l">
              <a:defRPr sz="1950" b="0">
                <a:solidFill>
                  <a:srgbClr val="20262C"/>
                </a:solidFill>
                <a:latin typeface="Arial"/>
                <a:ea typeface="Arial"/>
                <a:cs typeface="Arial"/>
              </a:defRPr>
            </a:lvl1pPr>
            <a:lvl2pPr algn="l">
              <a:defRPr sz="1950" b="0">
                <a:solidFill>
                  <a:srgbClr val="20262C"/>
                </a:solidFill>
                <a:latin typeface="Arial"/>
                <a:ea typeface="Arial"/>
                <a:cs typeface="Arial"/>
              </a:defRPr>
            </a:lvl2pPr>
            <a:lvl3pPr algn="l">
              <a:defRPr sz="1950" b="0">
                <a:solidFill>
                  <a:srgbClr val="20262C"/>
                </a:solidFill>
                <a:latin typeface="Arial"/>
                <a:ea typeface="Arial"/>
                <a:cs typeface="Arial"/>
              </a:defRPr>
            </a:lvl3pPr>
            <a:lvl4pPr algn="l">
              <a:defRPr sz="1950" b="0">
                <a:solidFill>
                  <a:srgbClr val="20262C"/>
                </a:solidFill>
                <a:latin typeface="Arial"/>
                <a:ea typeface="Arial"/>
                <a:cs typeface="Arial"/>
              </a:defRPr>
            </a:lvl4pPr>
            <a:lvl5pPr algn="l">
              <a:defRPr sz="1950" b="0">
                <a:solidFill>
                  <a:srgbClr val="20262C"/>
                </a:solidFill>
                <a:latin typeface="Arial"/>
                <a:ea typeface="Arial"/>
                <a:cs typeface="Arial"/>
              </a:defRPr>
            </a:lvl5pPr>
            <a:lvl6pPr algn="l">
              <a:defRPr sz="1950" b="0">
                <a:solidFill>
                  <a:srgbClr val="20262C"/>
                </a:solidFill>
                <a:latin typeface="Arial"/>
                <a:ea typeface="Arial"/>
                <a:cs typeface="Arial"/>
              </a:defRPr>
            </a:lvl6pPr>
            <a:lvl7pPr algn="l">
              <a:defRPr sz="1950" b="0">
                <a:solidFill>
                  <a:srgbClr val="20262C"/>
                </a:solidFill>
                <a:latin typeface="Arial"/>
                <a:ea typeface="Arial"/>
                <a:cs typeface="Arial"/>
              </a:defRPr>
            </a:lvl7pPr>
            <a:lvl8pPr algn="l">
              <a:defRPr sz="1950" b="0">
                <a:solidFill>
                  <a:srgbClr val="20262C"/>
                </a:solidFill>
                <a:latin typeface="Arial"/>
                <a:ea typeface="Arial"/>
                <a:cs typeface="Arial"/>
              </a:defRPr>
            </a:lvl8pPr>
            <a:lvl9pPr algn="l">
              <a:defRPr sz="1950" b="0">
                <a:solidFill>
                  <a:srgbClr val="20262C"/>
                </a:solidFill>
                <a:latin typeface="Arial"/>
                <a:ea typeface="Arial"/>
                <a:cs typeface="Arial"/>
              </a:defRPr>
            </a:lvl9pPr>
          </a:lstStyle>
          <a:p xmlns:a="http://schemas.openxmlformats.org/drawingml/2006/main">
            <a:pPr algn="l">
              <a:defRPr sz="1950" b="0">
                <a:solidFill>
                  <a:srgbClr val="20262C"/>
                </a:solidFill>
                <a:latin typeface="Arial"/>
                <a:ea typeface="Arial"/>
                <a:cs typeface="Arial"/>
              </a:defRPr>
            </a:pPr>
            <a:r>
              <a:rPr sz="1950" b="0">
                <a:solidFill>
                  <a:srgbClr val="20262C"/>
                </a:solidFill>
                <a:latin typeface="Arial"/>
                <a:ea typeface="Arial"/>
                <a:cs typeface="Arial"/>
              </a:rPr>
              <a:t>Supply examples and expected results</a:t>
            </a:r>
          </a:p>
          <a:p xmlns:a="http://schemas.openxmlformats.org/drawingml/2006/main">
            <a:pPr algn="l">
              <a:defRPr sz="1950" b="0">
                <a:solidFill>
                  <a:srgbClr val="20262C"/>
                </a:solidFill>
                <a:latin typeface="Arial"/>
                <a:ea typeface="Arial"/>
                <a:cs typeface="Arial"/>
              </a:defRPr>
            </a:pPr>
            <a:r>
              <a:rPr sz="1950" b="0">
                <a:solidFill>
                  <a:srgbClr val="20262C"/>
                </a:solidFill>
                <a:latin typeface="Arial"/>
                <a:ea typeface="Arial"/>
                <a:cs typeface="Arial"/>
              </a:rPr>
              <a:t>Specify the required behavior</a:t>
            </a:r>
          </a:p>
        </p:txBody>
      </p:sp>
      <p:sp>
        <p:nvSpPr>
          <p:cNvPr id="30" name="!!dev.code">
            <a:extLst xmlns:a="http://schemas.openxmlformats.org/drawingml/2006/main">
              <a:ext uri="{FF2B5EF4-FFF2-40B4-BE49-F238E27FC236}">
                <a16:creationId xmlns:a16="http://schemas.microsoft.com/office/drawing/2014/main" id="{423F20FB-A86B-4593-AB71-1403ABD23A2F}"/>
              </a:ext>
            </a:extLst>
          </p:cNvPr>
          <p:cNvSpPr>
            <a:spLocks xmlns:a="http://schemas.openxmlformats.org/drawingml/2006/main" noGrp="1"/>
          </p:cNvSpPr>
          <p:nvPr/>
        </p:nvSpPr>
        <p:spPr>
          <a:xfrm xmlns:a="http://schemas.openxmlformats.org/drawingml/2006/main">
            <a:off x="7715250" y="3524250"/>
            <a:ext cx="3219450" cy="201930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31" name="!!dev.code.role">
            <a:extLst xmlns:a="http://schemas.openxmlformats.org/drawingml/2006/main">
              <a:ext uri="{FF2B5EF4-FFF2-40B4-BE49-F238E27FC236}">
                <a16:creationId xmlns:a16="http://schemas.microsoft.com/office/drawing/2014/main" id="{69A54917-202F-4B5C-A971-3461F4F14CAD}"/>
              </a:ext>
            </a:extLst>
          </p:cNvPr>
          <p:cNvSpPr>
            <a:spLocks xmlns:a="http://schemas.openxmlformats.org/drawingml/2006/main" noGrp="1"/>
          </p:cNvSpPr>
          <p:nvPr/>
        </p:nvSpPr>
        <p:spPr>
          <a:xfrm xmlns:a="http://schemas.openxmlformats.org/drawingml/2006/main">
            <a:off x="7905750" y="3667125"/>
            <a:ext cx="28384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62C"/>
                </a:solidFill>
                <a:latin typeface="Arial"/>
                <a:ea typeface="Arial"/>
                <a:cs typeface="Arial"/>
              </a:defRPr>
            </a:defPPr>
            <a:lvl1pPr algn="l">
              <a:defRPr sz="1800" b="1">
                <a:solidFill>
                  <a:srgbClr val="20262C"/>
                </a:solidFill>
                <a:latin typeface="Arial"/>
                <a:ea typeface="Arial"/>
                <a:cs typeface="Arial"/>
              </a:defRPr>
            </a:lvl1pPr>
            <a:lvl2pPr algn="l">
              <a:defRPr sz="1800" b="1">
                <a:solidFill>
                  <a:srgbClr val="20262C"/>
                </a:solidFill>
                <a:latin typeface="Arial"/>
                <a:ea typeface="Arial"/>
                <a:cs typeface="Arial"/>
              </a:defRPr>
            </a:lvl2pPr>
            <a:lvl3pPr algn="l">
              <a:defRPr sz="1800" b="1">
                <a:solidFill>
                  <a:srgbClr val="20262C"/>
                </a:solidFill>
                <a:latin typeface="Arial"/>
                <a:ea typeface="Arial"/>
                <a:cs typeface="Arial"/>
              </a:defRPr>
            </a:lvl3pPr>
            <a:lvl4pPr algn="l">
              <a:defRPr sz="1800" b="1">
                <a:solidFill>
                  <a:srgbClr val="20262C"/>
                </a:solidFill>
                <a:latin typeface="Arial"/>
                <a:ea typeface="Arial"/>
                <a:cs typeface="Arial"/>
              </a:defRPr>
            </a:lvl4pPr>
            <a:lvl5pPr algn="l">
              <a:defRPr sz="1800" b="1">
                <a:solidFill>
                  <a:srgbClr val="20262C"/>
                </a:solidFill>
                <a:latin typeface="Arial"/>
                <a:ea typeface="Arial"/>
                <a:cs typeface="Arial"/>
              </a:defRPr>
            </a:lvl5pPr>
            <a:lvl6pPr algn="l">
              <a:defRPr sz="1800" b="1">
                <a:solidFill>
                  <a:srgbClr val="20262C"/>
                </a:solidFill>
                <a:latin typeface="Arial"/>
                <a:ea typeface="Arial"/>
                <a:cs typeface="Arial"/>
              </a:defRPr>
            </a:lvl6pPr>
            <a:lvl7pPr algn="l">
              <a:defRPr sz="1800" b="1">
                <a:solidFill>
                  <a:srgbClr val="20262C"/>
                </a:solidFill>
                <a:latin typeface="Arial"/>
                <a:ea typeface="Arial"/>
                <a:cs typeface="Arial"/>
              </a:defRPr>
            </a:lvl7pPr>
            <a:lvl8pPr algn="l">
              <a:defRPr sz="1800" b="1">
                <a:solidFill>
                  <a:srgbClr val="20262C"/>
                </a:solidFill>
                <a:latin typeface="Arial"/>
                <a:ea typeface="Arial"/>
                <a:cs typeface="Arial"/>
              </a:defRPr>
            </a:lvl8pPr>
            <a:lvl9pPr algn="l">
              <a:defRPr sz="1800" b="1">
                <a:solidFill>
                  <a:srgbClr val="20262C"/>
                </a:solidFill>
                <a:latin typeface="Arial"/>
                <a:ea typeface="Arial"/>
                <a:cs typeface="Arial"/>
              </a:defRPr>
            </a:lvl9pPr>
          </a:lstStyle>
          <a:p xmlns:a="http://schemas.openxmlformats.org/drawingml/2006/main">
            <a:pPr algn="l">
              <a:defRPr sz="1800" b="1">
                <a:solidFill>
                  <a:srgbClr val="20262C"/>
                </a:solidFill>
                <a:latin typeface="Arial"/>
                <a:ea typeface="Arial"/>
                <a:cs typeface="Arial"/>
              </a:defRPr>
            </a:pPr>
            <a:r>
              <a:rPr sz="1800" b="1">
                <a:solidFill>
                  <a:srgbClr val="20262C"/>
                </a:solidFill>
                <a:latin typeface="Arial"/>
                <a:ea typeface="Arial"/>
                <a:cs typeface="Arial"/>
              </a:rPr>
              <a:t>LLM drafts code and tests</a:t>
            </a:r>
          </a:p>
        </p:txBody>
      </p:sp>
      <p:sp>
        <p:nvSpPr>
          <p:cNvPr id="32" name="!!dev.code.body">
            <a:extLst xmlns:a="http://schemas.openxmlformats.org/drawingml/2006/main">
              <a:ext uri="{FF2B5EF4-FFF2-40B4-BE49-F238E27FC236}">
                <a16:creationId xmlns:a16="http://schemas.microsoft.com/office/drawing/2014/main" id="{39A10076-D2C8-4471-88FF-787D86793AE6}"/>
              </a:ext>
            </a:extLst>
          </p:cNvPr>
          <p:cNvSpPr>
            <a:spLocks xmlns:a="http://schemas.openxmlformats.org/drawingml/2006/main" noGrp="1"/>
          </p:cNvSpPr>
          <p:nvPr/>
        </p:nvSpPr>
        <p:spPr>
          <a:xfrm xmlns:a="http://schemas.openxmlformats.org/drawingml/2006/main">
            <a:off x="7905750" y="4105275"/>
            <a:ext cx="283845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0262C"/>
                </a:solidFill>
                <a:latin typeface="Arial"/>
                <a:ea typeface="Arial"/>
                <a:cs typeface="Arial"/>
              </a:defRPr>
            </a:defPPr>
            <a:lvl1pPr algn="l">
              <a:defRPr sz="1950" b="0">
                <a:solidFill>
                  <a:srgbClr val="20262C"/>
                </a:solidFill>
                <a:latin typeface="Arial"/>
                <a:ea typeface="Arial"/>
                <a:cs typeface="Arial"/>
              </a:defRPr>
            </a:lvl1pPr>
            <a:lvl2pPr algn="l">
              <a:defRPr sz="1950" b="0">
                <a:solidFill>
                  <a:srgbClr val="20262C"/>
                </a:solidFill>
                <a:latin typeface="Arial"/>
                <a:ea typeface="Arial"/>
                <a:cs typeface="Arial"/>
              </a:defRPr>
            </a:lvl2pPr>
            <a:lvl3pPr algn="l">
              <a:defRPr sz="1950" b="0">
                <a:solidFill>
                  <a:srgbClr val="20262C"/>
                </a:solidFill>
                <a:latin typeface="Arial"/>
                <a:ea typeface="Arial"/>
                <a:cs typeface="Arial"/>
              </a:defRPr>
            </a:lvl3pPr>
            <a:lvl4pPr algn="l">
              <a:defRPr sz="1950" b="0">
                <a:solidFill>
                  <a:srgbClr val="20262C"/>
                </a:solidFill>
                <a:latin typeface="Arial"/>
                <a:ea typeface="Arial"/>
                <a:cs typeface="Arial"/>
              </a:defRPr>
            </a:lvl4pPr>
            <a:lvl5pPr algn="l">
              <a:defRPr sz="1950" b="0">
                <a:solidFill>
                  <a:srgbClr val="20262C"/>
                </a:solidFill>
                <a:latin typeface="Arial"/>
                <a:ea typeface="Arial"/>
                <a:cs typeface="Arial"/>
              </a:defRPr>
            </a:lvl5pPr>
            <a:lvl6pPr algn="l">
              <a:defRPr sz="1950" b="0">
                <a:solidFill>
                  <a:srgbClr val="20262C"/>
                </a:solidFill>
                <a:latin typeface="Arial"/>
                <a:ea typeface="Arial"/>
                <a:cs typeface="Arial"/>
              </a:defRPr>
            </a:lvl6pPr>
            <a:lvl7pPr algn="l">
              <a:defRPr sz="1950" b="0">
                <a:solidFill>
                  <a:srgbClr val="20262C"/>
                </a:solidFill>
                <a:latin typeface="Arial"/>
                <a:ea typeface="Arial"/>
                <a:cs typeface="Arial"/>
              </a:defRPr>
            </a:lvl7pPr>
            <a:lvl8pPr algn="l">
              <a:defRPr sz="1950" b="0">
                <a:solidFill>
                  <a:srgbClr val="20262C"/>
                </a:solidFill>
                <a:latin typeface="Arial"/>
                <a:ea typeface="Arial"/>
                <a:cs typeface="Arial"/>
              </a:defRPr>
            </a:lvl8pPr>
            <a:lvl9pPr algn="l">
              <a:defRPr sz="1950" b="0">
                <a:solidFill>
                  <a:srgbClr val="20262C"/>
                </a:solidFill>
                <a:latin typeface="Arial"/>
                <a:ea typeface="Arial"/>
                <a:cs typeface="Arial"/>
              </a:defRPr>
            </a:lvl9pPr>
          </a:lstStyle>
          <a:p xmlns:a="http://schemas.openxmlformats.org/drawingml/2006/main">
            <a:pPr algn="l">
              <a:defRPr sz="1950" b="0">
                <a:solidFill>
                  <a:srgbClr val="20262C"/>
                </a:solidFill>
                <a:latin typeface="Arial"/>
                <a:ea typeface="Arial"/>
                <a:cs typeface="Arial"/>
              </a:defRPr>
            </a:pPr>
            <a:r>
              <a:rPr sz="1950" b="0">
                <a:solidFill>
                  <a:srgbClr val="20262C"/>
                </a:solidFill>
                <a:latin typeface="Arial"/>
                <a:ea typeface="Arial"/>
                <a:cs typeface="Arial"/>
              </a:rPr>
              <a:t>Write code to process files</a:t>
            </a:r>
          </a:p>
          <a:p xmlns:a="http://schemas.openxmlformats.org/drawingml/2006/main">
            <a:pPr algn="l">
              <a:defRPr sz="1950" b="0">
                <a:solidFill>
                  <a:srgbClr val="20262C"/>
                </a:solidFill>
                <a:latin typeface="Arial"/>
                <a:ea typeface="Arial"/>
                <a:cs typeface="Arial"/>
              </a:defRPr>
            </a:pPr>
            <a:r>
              <a:rPr sz="1950" b="0">
                <a:solidFill>
                  <a:srgbClr val="20262C"/>
                </a:solidFill>
                <a:latin typeface="Arial"/>
                <a:ea typeface="Arial"/>
                <a:cs typeface="Arial"/>
              </a:rPr>
              <a:t>List test cases and expected results</a:t>
            </a:r>
          </a:p>
        </p:txBody>
      </p:sp>
      <p:sp>
        <p:nvSpPr>
          <p:cNvPr id="33" name="!!dev.test">
            <a:extLst xmlns:a="http://schemas.openxmlformats.org/drawingml/2006/main">
              <a:ext uri="{FF2B5EF4-FFF2-40B4-BE49-F238E27FC236}">
                <a16:creationId xmlns:a16="http://schemas.microsoft.com/office/drawing/2014/main" id="{E2D5D2C6-0BB3-4221-9509-77E8608D3249}"/>
              </a:ext>
            </a:extLst>
          </p:cNvPr>
          <p:cNvSpPr>
            <a:spLocks xmlns:a="http://schemas.openxmlformats.org/drawingml/2006/main" noGrp="1"/>
          </p:cNvSpPr>
          <p:nvPr/>
        </p:nvSpPr>
        <p:spPr>
          <a:xfrm xmlns:a="http://schemas.openxmlformats.org/drawingml/2006/main">
            <a:off x="11372850" y="3524250"/>
            <a:ext cx="3219450" cy="201930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34" name="!!dev.test.role">
            <a:extLst xmlns:a="http://schemas.openxmlformats.org/drawingml/2006/main">
              <a:ext uri="{FF2B5EF4-FFF2-40B4-BE49-F238E27FC236}">
                <a16:creationId xmlns:a16="http://schemas.microsoft.com/office/drawing/2014/main" id="{74EA6726-46B7-41A9-A3BB-5AE24C597FEE}"/>
              </a:ext>
            </a:extLst>
          </p:cNvPr>
          <p:cNvSpPr>
            <a:spLocks xmlns:a="http://schemas.openxmlformats.org/drawingml/2006/main" noGrp="1"/>
          </p:cNvSpPr>
          <p:nvPr/>
        </p:nvSpPr>
        <p:spPr>
          <a:xfrm xmlns:a="http://schemas.openxmlformats.org/drawingml/2006/main">
            <a:off x="11563350" y="3667125"/>
            <a:ext cx="28384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62C"/>
                </a:solidFill>
                <a:latin typeface="Arial"/>
                <a:ea typeface="Arial"/>
                <a:cs typeface="Arial"/>
              </a:defRPr>
            </a:defPPr>
            <a:lvl1pPr algn="l">
              <a:defRPr sz="1800" b="1">
                <a:solidFill>
                  <a:srgbClr val="20262C"/>
                </a:solidFill>
                <a:latin typeface="Arial"/>
                <a:ea typeface="Arial"/>
                <a:cs typeface="Arial"/>
              </a:defRPr>
            </a:lvl1pPr>
            <a:lvl2pPr algn="l">
              <a:defRPr sz="1800" b="1">
                <a:solidFill>
                  <a:srgbClr val="20262C"/>
                </a:solidFill>
                <a:latin typeface="Arial"/>
                <a:ea typeface="Arial"/>
                <a:cs typeface="Arial"/>
              </a:defRPr>
            </a:lvl2pPr>
            <a:lvl3pPr algn="l">
              <a:defRPr sz="1800" b="1">
                <a:solidFill>
                  <a:srgbClr val="20262C"/>
                </a:solidFill>
                <a:latin typeface="Arial"/>
                <a:ea typeface="Arial"/>
                <a:cs typeface="Arial"/>
              </a:defRPr>
            </a:lvl3pPr>
            <a:lvl4pPr algn="l">
              <a:defRPr sz="1800" b="1">
                <a:solidFill>
                  <a:srgbClr val="20262C"/>
                </a:solidFill>
                <a:latin typeface="Arial"/>
                <a:ea typeface="Arial"/>
                <a:cs typeface="Arial"/>
              </a:defRPr>
            </a:lvl4pPr>
            <a:lvl5pPr algn="l">
              <a:defRPr sz="1800" b="1">
                <a:solidFill>
                  <a:srgbClr val="20262C"/>
                </a:solidFill>
                <a:latin typeface="Arial"/>
                <a:ea typeface="Arial"/>
                <a:cs typeface="Arial"/>
              </a:defRPr>
            </a:lvl5pPr>
            <a:lvl6pPr algn="l">
              <a:defRPr sz="1800" b="1">
                <a:solidFill>
                  <a:srgbClr val="20262C"/>
                </a:solidFill>
                <a:latin typeface="Arial"/>
                <a:ea typeface="Arial"/>
                <a:cs typeface="Arial"/>
              </a:defRPr>
            </a:lvl6pPr>
            <a:lvl7pPr algn="l">
              <a:defRPr sz="1800" b="1">
                <a:solidFill>
                  <a:srgbClr val="20262C"/>
                </a:solidFill>
                <a:latin typeface="Arial"/>
                <a:ea typeface="Arial"/>
                <a:cs typeface="Arial"/>
              </a:defRPr>
            </a:lvl7pPr>
            <a:lvl8pPr algn="l">
              <a:defRPr sz="1800" b="1">
                <a:solidFill>
                  <a:srgbClr val="20262C"/>
                </a:solidFill>
                <a:latin typeface="Arial"/>
                <a:ea typeface="Arial"/>
                <a:cs typeface="Arial"/>
              </a:defRPr>
            </a:lvl8pPr>
            <a:lvl9pPr algn="l">
              <a:defRPr sz="1800" b="1">
                <a:solidFill>
                  <a:srgbClr val="20262C"/>
                </a:solidFill>
                <a:latin typeface="Arial"/>
                <a:ea typeface="Arial"/>
                <a:cs typeface="Arial"/>
              </a:defRPr>
            </a:lvl9pPr>
          </a:lstStyle>
          <a:p xmlns:a="http://schemas.openxmlformats.org/drawingml/2006/main">
            <a:pPr algn="l">
              <a:defRPr sz="1800" b="1">
                <a:solidFill>
                  <a:srgbClr val="20262C"/>
                </a:solidFill>
                <a:latin typeface="Arial"/>
                <a:ea typeface="Arial"/>
                <a:cs typeface="Arial"/>
              </a:defRPr>
            </a:pPr>
            <a:r>
              <a:rPr sz="1800" b="1">
                <a:solidFill>
                  <a:srgbClr val="20262C"/>
                </a:solidFill>
                <a:latin typeface="Arial"/>
                <a:ea typeface="Arial"/>
                <a:cs typeface="Arial"/>
              </a:rPr>
              <a:t>Developer tests the result</a:t>
            </a:r>
          </a:p>
        </p:txBody>
      </p:sp>
      <p:sp>
        <p:nvSpPr>
          <p:cNvPr id="35" name="!!dev.test.body">
            <a:extLst xmlns:a="http://schemas.openxmlformats.org/drawingml/2006/main">
              <a:ext uri="{FF2B5EF4-FFF2-40B4-BE49-F238E27FC236}">
                <a16:creationId xmlns:a16="http://schemas.microsoft.com/office/drawing/2014/main" id="{31C776FC-A383-490F-B90E-ABF81C743D70}"/>
              </a:ext>
            </a:extLst>
          </p:cNvPr>
          <p:cNvSpPr>
            <a:spLocks xmlns:a="http://schemas.openxmlformats.org/drawingml/2006/main" noGrp="1"/>
          </p:cNvSpPr>
          <p:nvPr/>
        </p:nvSpPr>
        <p:spPr>
          <a:xfrm xmlns:a="http://schemas.openxmlformats.org/drawingml/2006/main">
            <a:off x="11563350" y="4105275"/>
            <a:ext cx="283845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0262C"/>
                </a:solidFill>
                <a:latin typeface="Arial"/>
                <a:ea typeface="Arial"/>
                <a:cs typeface="Arial"/>
              </a:defRPr>
            </a:defPPr>
            <a:lvl1pPr algn="l">
              <a:defRPr sz="1950" b="0">
                <a:solidFill>
                  <a:srgbClr val="20262C"/>
                </a:solidFill>
                <a:latin typeface="Arial"/>
                <a:ea typeface="Arial"/>
                <a:cs typeface="Arial"/>
              </a:defRPr>
            </a:lvl1pPr>
            <a:lvl2pPr algn="l">
              <a:defRPr sz="1950" b="0">
                <a:solidFill>
                  <a:srgbClr val="20262C"/>
                </a:solidFill>
                <a:latin typeface="Arial"/>
                <a:ea typeface="Arial"/>
                <a:cs typeface="Arial"/>
              </a:defRPr>
            </a:lvl2pPr>
            <a:lvl3pPr algn="l">
              <a:defRPr sz="1950" b="0">
                <a:solidFill>
                  <a:srgbClr val="20262C"/>
                </a:solidFill>
                <a:latin typeface="Arial"/>
                <a:ea typeface="Arial"/>
                <a:cs typeface="Arial"/>
              </a:defRPr>
            </a:lvl3pPr>
            <a:lvl4pPr algn="l">
              <a:defRPr sz="1950" b="0">
                <a:solidFill>
                  <a:srgbClr val="20262C"/>
                </a:solidFill>
                <a:latin typeface="Arial"/>
                <a:ea typeface="Arial"/>
                <a:cs typeface="Arial"/>
              </a:defRPr>
            </a:lvl4pPr>
            <a:lvl5pPr algn="l">
              <a:defRPr sz="1950" b="0">
                <a:solidFill>
                  <a:srgbClr val="20262C"/>
                </a:solidFill>
                <a:latin typeface="Arial"/>
                <a:ea typeface="Arial"/>
                <a:cs typeface="Arial"/>
              </a:defRPr>
            </a:lvl5pPr>
            <a:lvl6pPr algn="l">
              <a:defRPr sz="1950" b="0">
                <a:solidFill>
                  <a:srgbClr val="20262C"/>
                </a:solidFill>
                <a:latin typeface="Arial"/>
                <a:ea typeface="Arial"/>
                <a:cs typeface="Arial"/>
              </a:defRPr>
            </a:lvl6pPr>
            <a:lvl7pPr algn="l">
              <a:defRPr sz="1950" b="0">
                <a:solidFill>
                  <a:srgbClr val="20262C"/>
                </a:solidFill>
                <a:latin typeface="Arial"/>
                <a:ea typeface="Arial"/>
                <a:cs typeface="Arial"/>
              </a:defRPr>
            </a:lvl7pPr>
            <a:lvl8pPr algn="l">
              <a:defRPr sz="1950" b="0">
                <a:solidFill>
                  <a:srgbClr val="20262C"/>
                </a:solidFill>
                <a:latin typeface="Arial"/>
                <a:ea typeface="Arial"/>
                <a:cs typeface="Arial"/>
              </a:defRPr>
            </a:lvl8pPr>
            <a:lvl9pPr algn="l">
              <a:defRPr sz="1950" b="0">
                <a:solidFill>
                  <a:srgbClr val="20262C"/>
                </a:solidFill>
                <a:latin typeface="Arial"/>
                <a:ea typeface="Arial"/>
                <a:cs typeface="Arial"/>
              </a:defRPr>
            </a:lvl9pPr>
          </a:lstStyle>
          <a:p xmlns:a="http://schemas.openxmlformats.org/drawingml/2006/main">
            <a:pPr algn="l">
              <a:defRPr sz="1950" b="0">
                <a:solidFill>
                  <a:srgbClr val="20262C"/>
                </a:solidFill>
                <a:latin typeface="Arial"/>
                <a:ea typeface="Arial"/>
                <a:cs typeface="Arial"/>
              </a:defRPr>
            </a:pPr>
            <a:r>
              <a:rPr sz="1950" b="0">
                <a:solidFill>
                  <a:srgbClr val="20262C"/>
                </a:solidFill>
                <a:latin typeface="Arial"/>
                <a:ea typeface="Arial"/>
                <a:cs typeface="Arial"/>
              </a:rPr>
              <a:t>Run the code and check the output</a:t>
            </a:r>
          </a:p>
          <a:p xmlns:a="http://schemas.openxmlformats.org/drawingml/2006/main">
            <a:pPr algn="l">
              <a:defRPr sz="1950" b="0">
                <a:solidFill>
                  <a:srgbClr val="20262C"/>
                </a:solidFill>
                <a:latin typeface="Arial"/>
                <a:ea typeface="Arial"/>
                <a:cs typeface="Arial"/>
              </a:defRPr>
            </a:pPr>
            <a:r>
              <a:rPr sz="1950" b="0">
                <a:solidFill>
                  <a:srgbClr val="20262C"/>
                </a:solidFill>
                <a:latin typeface="Arial"/>
                <a:ea typeface="Arial"/>
                <a:cs typeface="Arial"/>
              </a:rPr>
              <a:t>Give errors back to the LLM</a:t>
            </a:r>
          </a:p>
        </p:txBody>
      </p:sp>
      <p:sp>
        <p:nvSpPr>
          <p:cNvPr id="36" name="!!dev.case.in.line">
            <a:extLst xmlns:a="http://schemas.openxmlformats.org/drawingml/2006/main">
              <a:ext uri="{FF2B5EF4-FFF2-40B4-BE49-F238E27FC236}">
                <a16:creationId xmlns:a16="http://schemas.microsoft.com/office/drawing/2014/main" id="{974652CB-8520-4445-827D-631E8291E61C}"/>
              </a:ext>
            </a:extLst>
          </p:cNvPr>
          <p:cNvSpPr>
            <a:spLocks xmlns:a="http://schemas.openxmlformats.org/drawingml/2006/main" noGrp="1"/>
          </p:cNvSpPr>
          <p:nvPr/>
        </p:nvSpPr>
        <p:spPr>
          <a:xfrm xmlns:a="http://schemas.openxmlformats.org/drawingml/2006/main" flipH="0" flipV="0">
            <a:off x="7372350" y="4533900"/>
            <a:ext cx="247650" cy="953"/>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37" name="!!dev.case.in.tip">
            <a:extLst xmlns:a="http://schemas.openxmlformats.org/drawingml/2006/main">
              <a:ext uri="{FF2B5EF4-FFF2-40B4-BE49-F238E27FC236}">
                <a16:creationId xmlns:a16="http://schemas.microsoft.com/office/drawing/2014/main" id="{0F1424C6-99EE-40CE-A3A6-80C60DF870E2}"/>
              </a:ext>
            </a:extLst>
          </p:cNvPr>
          <p:cNvSpPr>
            <a:spLocks xmlns:a="http://schemas.openxmlformats.org/drawingml/2006/main" noGrp="1"/>
          </p:cNvSpPr>
          <p:nvPr/>
        </p:nvSpPr>
        <p:spPr>
          <a:xfrm xmlns:a="http://schemas.openxmlformats.org/drawingml/2006/main" rot="5400000">
            <a:off x="7562850" y="4476750"/>
            <a:ext cx="114300" cy="11430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38" name="!!dev.case.out.line">
            <a:extLst xmlns:a="http://schemas.openxmlformats.org/drawingml/2006/main">
              <a:ext uri="{FF2B5EF4-FFF2-40B4-BE49-F238E27FC236}">
                <a16:creationId xmlns:a16="http://schemas.microsoft.com/office/drawing/2014/main" id="{719E8414-B2C8-4D6C-BC26-5BCC74CF25E5}"/>
              </a:ext>
            </a:extLst>
          </p:cNvPr>
          <p:cNvSpPr>
            <a:spLocks xmlns:a="http://schemas.openxmlformats.org/drawingml/2006/main" noGrp="1"/>
          </p:cNvSpPr>
          <p:nvPr/>
        </p:nvSpPr>
        <p:spPr>
          <a:xfrm xmlns:a="http://schemas.openxmlformats.org/drawingml/2006/main" flipH="0" flipV="0">
            <a:off x="11029950" y="4533900"/>
            <a:ext cx="247650" cy="953"/>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39" name="!!dev.case.out.tip">
            <a:extLst xmlns:a="http://schemas.openxmlformats.org/drawingml/2006/main">
              <a:ext uri="{FF2B5EF4-FFF2-40B4-BE49-F238E27FC236}">
                <a16:creationId xmlns:a16="http://schemas.microsoft.com/office/drawing/2014/main" id="{D360C957-30ED-4512-A0FA-6904344D9AF5}"/>
              </a:ext>
            </a:extLst>
          </p:cNvPr>
          <p:cNvSpPr>
            <a:spLocks xmlns:a="http://schemas.openxmlformats.org/drawingml/2006/main" noGrp="1"/>
          </p:cNvSpPr>
          <p:nvPr/>
        </p:nvSpPr>
        <p:spPr>
          <a:xfrm xmlns:a="http://schemas.openxmlformats.org/drawingml/2006/main" rot="5400000">
            <a:off x="11220450" y="4476750"/>
            <a:ext cx="114300" cy="11430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40" name="!!dev.case.result">
            <a:extLst xmlns:a="http://schemas.openxmlformats.org/drawingml/2006/main">
              <a:ext uri="{FF2B5EF4-FFF2-40B4-BE49-F238E27FC236}">
                <a16:creationId xmlns:a16="http://schemas.microsoft.com/office/drawing/2014/main" id="{895AA393-71A9-4E2E-AFFC-46E9EFEA2802}"/>
              </a:ext>
            </a:extLst>
          </p:cNvPr>
          <p:cNvSpPr>
            <a:spLocks xmlns:a="http://schemas.openxmlformats.org/drawingml/2006/main" noGrp="1"/>
          </p:cNvSpPr>
          <p:nvPr/>
        </p:nvSpPr>
        <p:spPr>
          <a:xfrm xmlns:a="http://schemas.openxmlformats.org/drawingml/2006/main">
            <a:off x="4057650" y="6381750"/>
            <a:ext cx="10534650" cy="714375"/>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20262C"/>
                </a:solidFill>
                <a:latin typeface="Arial"/>
                <a:ea typeface="Arial"/>
                <a:cs typeface="Arial"/>
              </a:defRPr>
            </a:defPPr>
            <a:lvl1pPr algn="ctr">
              <a:defRPr sz="2025" b="1">
                <a:solidFill>
                  <a:srgbClr val="20262C"/>
                </a:solidFill>
                <a:latin typeface="Arial"/>
                <a:ea typeface="Arial"/>
                <a:cs typeface="Arial"/>
              </a:defRPr>
            </a:lvl1pPr>
            <a:lvl2pPr algn="ctr">
              <a:defRPr sz="2025" b="1">
                <a:solidFill>
                  <a:srgbClr val="20262C"/>
                </a:solidFill>
                <a:latin typeface="Arial"/>
                <a:ea typeface="Arial"/>
                <a:cs typeface="Arial"/>
              </a:defRPr>
            </a:lvl2pPr>
            <a:lvl3pPr algn="ctr">
              <a:defRPr sz="2025" b="1">
                <a:solidFill>
                  <a:srgbClr val="20262C"/>
                </a:solidFill>
                <a:latin typeface="Arial"/>
                <a:ea typeface="Arial"/>
                <a:cs typeface="Arial"/>
              </a:defRPr>
            </a:lvl3pPr>
            <a:lvl4pPr algn="ctr">
              <a:defRPr sz="2025" b="1">
                <a:solidFill>
                  <a:srgbClr val="20262C"/>
                </a:solidFill>
                <a:latin typeface="Arial"/>
                <a:ea typeface="Arial"/>
                <a:cs typeface="Arial"/>
              </a:defRPr>
            </a:lvl4pPr>
            <a:lvl5pPr algn="ctr">
              <a:defRPr sz="2025" b="1">
                <a:solidFill>
                  <a:srgbClr val="20262C"/>
                </a:solidFill>
                <a:latin typeface="Arial"/>
                <a:ea typeface="Arial"/>
                <a:cs typeface="Arial"/>
              </a:defRPr>
            </a:lvl5pPr>
            <a:lvl6pPr algn="ctr">
              <a:defRPr sz="2025" b="1">
                <a:solidFill>
                  <a:srgbClr val="20262C"/>
                </a:solidFill>
                <a:latin typeface="Arial"/>
                <a:ea typeface="Arial"/>
                <a:cs typeface="Arial"/>
              </a:defRPr>
            </a:lvl6pPr>
            <a:lvl7pPr algn="ctr">
              <a:defRPr sz="2025" b="1">
                <a:solidFill>
                  <a:srgbClr val="20262C"/>
                </a:solidFill>
                <a:latin typeface="Arial"/>
                <a:ea typeface="Arial"/>
                <a:cs typeface="Arial"/>
              </a:defRPr>
            </a:lvl7pPr>
            <a:lvl8pPr algn="ctr">
              <a:defRPr sz="2025" b="1">
                <a:solidFill>
                  <a:srgbClr val="20262C"/>
                </a:solidFill>
                <a:latin typeface="Arial"/>
                <a:ea typeface="Arial"/>
                <a:cs typeface="Arial"/>
              </a:defRPr>
            </a:lvl8pPr>
            <a:lvl9pPr algn="ctr">
              <a:defRPr sz="2025" b="1">
                <a:solidFill>
                  <a:srgbClr val="20262C"/>
                </a:solidFill>
                <a:latin typeface="Arial"/>
                <a:ea typeface="Arial"/>
                <a:cs typeface="Arial"/>
              </a:defRPr>
            </a:lvl9pPr>
          </a:lstStyle>
          <a:p xmlns:a="http://schemas.openxmlformats.org/drawingml/2006/main">
            <a:pPr algn="ctr">
              <a:defRPr sz="2025" b="1">
                <a:solidFill>
                  <a:srgbClr val="20262C"/>
                </a:solidFill>
                <a:latin typeface="Arial"/>
                <a:ea typeface="Arial"/>
                <a:cs typeface="Arial"/>
              </a:defRPr>
            </a:pPr>
            <a:r>
              <a:rPr sz="2025" b="1">
                <a:solidFill>
                  <a:srgbClr val="20262C"/>
                </a:solidFill>
                <a:latin typeface="Arial"/>
                <a:ea typeface="Arial"/>
                <a:cs typeface="Arial"/>
              </a:rPr>
              <a:t>Developers use generated code and tests, then iterate until the tool works</a:t>
            </a:r>
          </a:p>
        </p:txBody>
      </p:sp>
      <p:sp>
        <p:nvSpPr>
          <p:cNvPr id="42" name="!!story.header.client.bar">
            <a:extLst xmlns:a="http://schemas.openxmlformats.org/drawingml/2006/main">
              <a:ext uri="{FF2B5EF4-FFF2-40B4-BE49-F238E27FC236}">
                <a16:creationId xmlns:a16="http://schemas.microsoft.com/office/drawing/2014/main" id="{39260808-D17D-4BB5-A0A2-5E8A97DBC94C}"/>
              </a:ext>
            </a:extLst>
          </p:cNvPr>
          <p:cNvSpPr>
            <a:spLocks xmlns:a="http://schemas.openxmlformats.org/drawingml/2006/main" noGrp="1"/>
          </p:cNvSpPr>
          <p:nvPr/>
        </p:nvSpPr>
        <p:spPr>
          <a:xfrm xmlns:a="http://schemas.openxmlformats.org/drawingml/2006/main">
            <a:off x="10668000" y="1257300"/>
            <a:ext cx="47625" cy="238125"/>
          </a:xfrm>
          <a:prstGeom xmlns:a="http://schemas.openxmlformats.org/drawingml/2006/main" prst="rect">
            <a:avLst/>
          </a:prstGeom>
          <a:solidFill xmlns:a="http://schemas.openxmlformats.org/drawingml/2006/main">
            <a:srgbClr val="7363A6"/>
          </a:solidFill>
          <a:ln xmlns:a="http://schemas.openxmlformats.org/drawingml/2006/main" w="0">
            <a:noFill/>
          </a:ln>
        </p:spPr>
      </p:sp>
      <p:sp>
        <p:nvSpPr>
          <p:cNvPr id="43" name="!!story.header.client.name">
            <a:extLst xmlns:a="http://schemas.openxmlformats.org/drawingml/2006/main">
              <a:ext uri="{FF2B5EF4-FFF2-40B4-BE49-F238E27FC236}">
                <a16:creationId xmlns:a16="http://schemas.microsoft.com/office/drawing/2014/main" id="{2C10FF40-0542-43EA-8A38-BAD586854156}"/>
              </a:ext>
            </a:extLst>
          </p:cNvPr>
          <p:cNvSpPr>
            <a:spLocks xmlns:a="http://schemas.openxmlformats.org/drawingml/2006/main" noGrp="1"/>
          </p:cNvSpPr>
          <p:nvPr/>
        </p:nvSpPr>
        <p:spPr>
          <a:xfrm xmlns:a="http://schemas.openxmlformats.org/drawingml/2006/main">
            <a:off x="10801350" y="1190625"/>
            <a:ext cx="152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7363A6"/>
                </a:solidFill>
                <a:latin typeface="Arial"/>
                <a:ea typeface="Arial"/>
                <a:cs typeface="Arial"/>
              </a:defRPr>
            </a:defPPr>
            <a:lvl1pPr algn="l">
              <a:defRPr sz="1800" b="1">
                <a:solidFill>
                  <a:srgbClr val="7363A6"/>
                </a:solidFill>
                <a:latin typeface="Arial"/>
                <a:ea typeface="Arial"/>
                <a:cs typeface="Arial"/>
              </a:defRPr>
            </a:lvl1pPr>
            <a:lvl2pPr algn="l">
              <a:defRPr sz="1800" b="1">
                <a:solidFill>
                  <a:srgbClr val="7363A6"/>
                </a:solidFill>
                <a:latin typeface="Arial"/>
                <a:ea typeface="Arial"/>
                <a:cs typeface="Arial"/>
              </a:defRPr>
            </a:lvl2pPr>
            <a:lvl3pPr algn="l">
              <a:defRPr sz="1800" b="1">
                <a:solidFill>
                  <a:srgbClr val="7363A6"/>
                </a:solidFill>
                <a:latin typeface="Arial"/>
                <a:ea typeface="Arial"/>
                <a:cs typeface="Arial"/>
              </a:defRPr>
            </a:lvl3pPr>
            <a:lvl4pPr algn="l">
              <a:defRPr sz="1800" b="1">
                <a:solidFill>
                  <a:srgbClr val="7363A6"/>
                </a:solidFill>
                <a:latin typeface="Arial"/>
                <a:ea typeface="Arial"/>
                <a:cs typeface="Arial"/>
              </a:defRPr>
            </a:lvl4pPr>
            <a:lvl5pPr algn="l">
              <a:defRPr sz="1800" b="1">
                <a:solidFill>
                  <a:srgbClr val="7363A6"/>
                </a:solidFill>
                <a:latin typeface="Arial"/>
                <a:ea typeface="Arial"/>
                <a:cs typeface="Arial"/>
              </a:defRPr>
            </a:lvl5pPr>
            <a:lvl6pPr algn="l">
              <a:defRPr sz="1800" b="1">
                <a:solidFill>
                  <a:srgbClr val="7363A6"/>
                </a:solidFill>
                <a:latin typeface="Arial"/>
                <a:ea typeface="Arial"/>
                <a:cs typeface="Arial"/>
              </a:defRPr>
            </a:lvl6pPr>
            <a:lvl7pPr algn="l">
              <a:defRPr sz="1800" b="1">
                <a:solidFill>
                  <a:srgbClr val="7363A6"/>
                </a:solidFill>
                <a:latin typeface="Arial"/>
                <a:ea typeface="Arial"/>
                <a:cs typeface="Arial"/>
              </a:defRPr>
            </a:lvl7pPr>
            <a:lvl8pPr algn="l">
              <a:defRPr sz="1800" b="1">
                <a:solidFill>
                  <a:srgbClr val="7363A6"/>
                </a:solidFill>
                <a:latin typeface="Arial"/>
                <a:ea typeface="Arial"/>
                <a:cs typeface="Arial"/>
              </a:defRPr>
            </a:lvl8pPr>
            <a:lvl9pPr algn="l">
              <a:defRPr sz="1800" b="1">
                <a:solidFill>
                  <a:srgbClr val="7363A6"/>
                </a:solidFill>
                <a:latin typeface="Arial"/>
                <a:ea typeface="Arial"/>
                <a:cs typeface="Arial"/>
              </a:defRPr>
            </a:lvl9pPr>
          </a:lstStyle>
          <a:p xmlns:a="http://schemas.openxmlformats.org/drawingml/2006/main">
            <a:pPr algn="l">
              <a:defRPr sz="1800" b="1">
                <a:solidFill>
                  <a:srgbClr val="7363A6"/>
                </a:solidFill>
                <a:latin typeface="Arial"/>
                <a:ea typeface="Arial"/>
                <a:cs typeface="Arial"/>
              </a:defRPr>
            </a:pPr>
            <a:r>
              <a:rPr sz="1800" b="1">
                <a:solidFill>
                  <a:srgbClr val="7363A6"/>
                </a:solidFill>
                <a:latin typeface="Arial"/>
                <a:ea typeface="Arial"/>
                <a:cs typeface="Arial"/>
              </a:rPr>
              <a:t>Client update</a:t>
            </a:r>
          </a:p>
        </p:txBody>
      </p:sp>
      <p:sp>
        <p:nvSpPr>
          <p:cNvPr id="44" name="!!story.header.client.qualifier">
            <a:extLst xmlns:a="http://schemas.openxmlformats.org/drawingml/2006/main">
              <a:ext uri="{FF2B5EF4-FFF2-40B4-BE49-F238E27FC236}">
                <a16:creationId xmlns:a16="http://schemas.microsoft.com/office/drawing/2014/main" id="{29C563D1-AFC6-46B3-902E-3B6DF006678A}"/>
              </a:ext>
            </a:extLst>
          </p:cNvPr>
          <p:cNvSpPr>
            <a:spLocks xmlns:a="http://schemas.openxmlformats.org/drawingml/2006/main" noGrp="1"/>
          </p:cNvSpPr>
          <p:nvPr/>
        </p:nvSpPr>
        <p:spPr>
          <a:xfrm xmlns:a="http://schemas.openxmlformats.org/drawingml/2006/main">
            <a:off x="12430125" y="1238250"/>
            <a:ext cx="14001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707C88"/>
                </a:solidFill>
                <a:latin typeface="Arial"/>
                <a:ea typeface="Arial"/>
                <a:cs typeface="Arial"/>
              </a:defRPr>
            </a:defPPr>
            <a:lvl1pPr algn="l">
              <a:defRPr sz="1500" b="0">
                <a:solidFill>
                  <a:srgbClr val="707C88"/>
                </a:solidFill>
                <a:latin typeface="Arial"/>
                <a:ea typeface="Arial"/>
                <a:cs typeface="Arial"/>
              </a:defRPr>
            </a:lvl1pPr>
            <a:lvl2pPr algn="l">
              <a:defRPr sz="1500" b="0">
                <a:solidFill>
                  <a:srgbClr val="707C88"/>
                </a:solidFill>
                <a:latin typeface="Arial"/>
                <a:ea typeface="Arial"/>
                <a:cs typeface="Arial"/>
              </a:defRPr>
            </a:lvl2pPr>
            <a:lvl3pPr algn="l">
              <a:defRPr sz="1500" b="0">
                <a:solidFill>
                  <a:srgbClr val="707C88"/>
                </a:solidFill>
                <a:latin typeface="Arial"/>
                <a:ea typeface="Arial"/>
                <a:cs typeface="Arial"/>
              </a:defRPr>
            </a:lvl3pPr>
            <a:lvl4pPr algn="l">
              <a:defRPr sz="1500" b="0">
                <a:solidFill>
                  <a:srgbClr val="707C88"/>
                </a:solidFill>
                <a:latin typeface="Arial"/>
                <a:ea typeface="Arial"/>
                <a:cs typeface="Arial"/>
              </a:defRPr>
            </a:lvl4pPr>
            <a:lvl5pPr algn="l">
              <a:defRPr sz="1500" b="0">
                <a:solidFill>
                  <a:srgbClr val="707C88"/>
                </a:solidFill>
                <a:latin typeface="Arial"/>
                <a:ea typeface="Arial"/>
                <a:cs typeface="Arial"/>
              </a:defRPr>
            </a:lvl5pPr>
            <a:lvl6pPr algn="l">
              <a:defRPr sz="1500" b="0">
                <a:solidFill>
                  <a:srgbClr val="707C88"/>
                </a:solidFill>
                <a:latin typeface="Arial"/>
                <a:ea typeface="Arial"/>
                <a:cs typeface="Arial"/>
              </a:defRPr>
            </a:lvl6pPr>
            <a:lvl7pPr algn="l">
              <a:defRPr sz="1500" b="0">
                <a:solidFill>
                  <a:srgbClr val="707C88"/>
                </a:solidFill>
                <a:latin typeface="Arial"/>
                <a:ea typeface="Arial"/>
                <a:cs typeface="Arial"/>
              </a:defRPr>
            </a:lvl7pPr>
            <a:lvl8pPr algn="l">
              <a:defRPr sz="1500" b="0">
                <a:solidFill>
                  <a:srgbClr val="707C88"/>
                </a:solidFill>
                <a:latin typeface="Arial"/>
                <a:ea typeface="Arial"/>
                <a:cs typeface="Arial"/>
              </a:defRPr>
            </a:lvl8pPr>
            <a:lvl9pPr algn="l">
              <a:defRPr sz="1500" b="0">
                <a:solidFill>
                  <a:srgbClr val="707C88"/>
                </a:solidFill>
                <a:latin typeface="Arial"/>
                <a:ea typeface="Arial"/>
                <a:cs typeface="Arial"/>
              </a:defRPr>
            </a:lvl9pPr>
          </a:lstStyle>
          <a:p xmlns:a="http://schemas.openxmlformats.org/drawingml/2006/main">
            <a:pPr algn="l">
              <a:defRPr sz="1500" b="0">
                <a:solidFill>
                  <a:srgbClr val="707C88"/>
                </a:solidFill>
                <a:latin typeface="Arial"/>
                <a:ea typeface="Arial"/>
                <a:cs typeface="Arial"/>
              </a:defRPr>
            </a:pPr>
            <a:r>
              <a:rPr sz="1500" b="0">
                <a:solidFill>
                  <a:srgbClr val="707C88"/>
                </a:solidFill>
                <a:latin typeface="Arial"/>
                <a:ea typeface="Arial"/>
                <a:cs typeface="Arial"/>
              </a:rPr>
              <a:t>Reference</a:t>
            </a:r>
          </a:p>
        </p:txBody>
      </p:sp>
      <p:sp>
        <p:nvSpPr>
          <p:cNvPr id="45" name="!!story.client.development.sample">
            <a:extLst xmlns:a="http://schemas.openxmlformats.org/drawingml/2006/main">
              <a:ext uri="{FF2B5EF4-FFF2-40B4-BE49-F238E27FC236}">
                <a16:creationId xmlns:a16="http://schemas.microsoft.com/office/drawing/2014/main" id="{333E110B-5B02-4F95-9AC7-B38D09CBD296}"/>
              </a:ext>
            </a:extLst>
          </p:cNvPr>
          <p:cNvSpPr>
            <a:spLocks xmlns:a="http://schemas.openxmlformats.org/drawingml/2006/main" noGrp="1"/>
          </p:cNvSpPr>
          <p:nvPr/>
        </p:nvSpPr>
        <p:spPr>
          <a:xfrm xmlns:a="http://schemas.openxmlformats.org/drawingml/2006/main">
            <a:off x="3943350" y="3114675"/>
            <a:ext cx="57150" cy="314325"/>
          </a:xfrm>
          <a:prstGeom xmlns:a="http://schemas.openxmlformats.org/drawingml/2006/main" prst="rect">
            <a:avLst/>
          </a:prstGeom>
          <a:solidFill xmlns:a="http://schemas.openxmlformats.org/drawingml/2006/main">
            <a:srgbClr val="7363A6"/>
          </a:solidFill>
          <a:ln xmlns:a="http://schemas.openxmlformats.org/drawingml/2006/main" w="0">
            <a:noFill/>
          </a:ln>
        </p:spPr>
      </p:sp>
      <p:sp>
        <p:nvSpPr>
          <p:cNvPr id="46" name="!!story.client.development.sample.name">
            <a:extLst xmlns:a="http://schemas.openxmlformats.org/drawingml/2006/main">
              <a:ext uri="{FF2B5EF4-FFF2-40B4-BE49-F238E27FC236}">
                <a16:creationId xmlns:a16="http://schemas.microsoft.com/office/drawing/2014/main" id="{8DAB5424-1DB4-4BCE-B8D5-B3AEC955CBC6}"/>
              </a:ext>
            </a:extLst>
          </p:cNvPr>
          <p:cNvSpPr>
            <a:spLocks xmlns:a="http://schemas.openxmlformats.org/drawingml/2006/main" noGrp="1"/>
          </p:cNvSpPr>
          <p:nvPr/>
        </p:nvSpPr>
        <p:spPr>
          <a:xfrm xmlns:a="http://schemas.openxmlformats.org/drawingml/2006/main">
            <a:off x="4057650" y="3095625"/>
            <a:ext cx="32194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7363A6"/>
                </a:solidFill>
                <a:latin typeface="Arial"/>
                <a:ea typeface="Arial"/>
                <a:cs typeface="Arial"/>
              </a:defRPr>
            </a:defPPr>
            <a:lvl1pPr algn="l">
              <a:defRPr sz="1650" b="1">
                <a:solidFill>
                  <a:srgbClr val="7363A6"/>
                </a:solidFill>
                <a:latin typeface="Arial"/>
                <a:ea typeface="Arial"/>
                <a:cs typeface="Arial"/>
              </a:defRPr>
            </a:lvl1pPr>
            <a:lvl2pPr algn="l">
              <a:defRPr sz="1650" b="1">
                <a:solidFill>
                  <a:srgbClr val="7363A6"/>
                </a:solidFill>
                <a:latin typeface="Arial"/>
                <a:ea typeface="Arial"/>
                <a:cs typeface="Arial"/>
              </a:defRPr>
            </a:lvl2pPr>
            <a:lvl3pPr algn="l">
              <a:defRPr sz="1650" b="1">
                <a:solidFill>
                  <a:srgbClr val="7363A6"/>
                </a:solidFill>
                <a:latin typeface="Arial"/>
                <a:ea typeface="Arial"/>
                <a:cs typeface="Arial"/>
              </a:defRPr>
            </a:lvl3pPr>
            <a:lvl4pPr algn="l">
              <a:defRPr sz="1650" b="1">
                <a:solidFill>
                  <a:srgbClr val="7363A6"/>
                </a:solidFill>
                <a:latin typeface="Arial"/>
                <a:ea typeface="Arial"/>
                <a:cs typeface="Arial"/>
              </a:defRPr>
            </a:lvl4pPr>
            <a:lvl5pPr algn="l">
              <a:defRPr sz="1650" b="1">
                <a:solidFill>
                  <a:srgbClr val="7363A6"/>
                </a:solidFill>
                <a:latin typeface="Arial"/>
                <a:ea typeface="Arial"/>
                <a:cs typeface="Arial"/>
              </a:defRPr>
            </a:lvl5pPr>
            <a:lvl6pPr algn="l">
              <a:defRPr sz="1650" b="1">
                <a:solidFill>
                  <a:srgbClr val="7363A6"/>
                </a:solidFill>
                <a:latin typeface="Arial"/>
                <a:ea typeface="Arial"/>
                <a:cs typeface="Arial"/>
              </a:defRPr>
            </a:lvl6pPr>
            <a:lvl7pPr algn="l">
              <a:defRPr sz="1650" b="1">
                <a:solidFill>
                  <a:srgbClr val="7363A6"/>
                </a:solidFill>
                <a:latin typeface="Arial"/>
                <a:ea typeface="Arial"/>
                <a:cs typeface="Arial"/>
              </a:defRPr>
            </a:lvl7pPr>
            <a:lvl8pPr algn="l">
              <a:defRPr sz="1650" b="1">
                <a:solidFill>
                  <a:srgbClr val="7363A6"/>
                </a:solidFill>
                <a:latin typeface="Arial"/>
                <a:ea typeface="Arial"/>
                <a:cs typeface="Arial"/>
              </a:defRPr>
            </a:lvl8pPr>
            <a:lvl9pPr algn="l">
              <a:defRPr sz="1650" b="1">
                <a:solidFill>
                  <a:srgbClr val="7363A6"/>
                </a:solidFill>
                <a:latin typeface="Arial"/>
                <a:ea typeface="Arial"/>
                <a:cs typeface="Arial"/>
              </a:defRPr>
            </a:lvl9pPr>
          </a:lstStyle>
          <a:p xmlns:a="http://schemas.openxmlformats.org/drawingml/2006/main">
            <a:pPr algn="l">
              <a:defRPr sz="1650" b="1">
                <a:solidFill>
                  <a:srgbClr val="7363A6"/>
                </a:solidFill>
                <a:latin typeface="Arial"/>
                <a:ea typeface="Arial"/>
                <a:cs typeface="Arial"/>
              </a:defRPr>
            </a:pPr>
            <a:r>
              <a:rPr sz="1650" b="1">
                <a:solidFill>
                  <a:srgbClr val="7363A6"/>
                </a:solidFill>
                <a:latin typeface="Arial"/>
                <a:ea typeface="Arial"/>
                <a:cs typeface="Arial"/>
              </a:rPr>
              <a:t>Client update V1 / V2</a:t>
            </a:r>
          </a:p>
        </p:txBody>
      </p:sp>
    </p:spTree>
    <p:extLst>
      <p:ext uri="{BB962C8B-B14F-4D97-AF65-F5344CB8AC3E}">
        <p14:creationId xmlns:p14="http://schemas.microsoft.com/office/powerpoint/2010/main" val="2118424296"/>
      </p:ext>
    </p:extLst>
  </p:cSld>
  <mc:AlternateContent xmlns:mc="http://schemas.openxmlformats.org/markup-compatibility/2006">
    <mc:Choice xmlns:p159="http://schemas.microsoft.com/office/powerpoint/2015/09/main" Requires="p159">
      <p:transition xmlns:p14="http://schemas.microsoft.com/office/powerpoint/2010/main" spd="med" advClick="1" p14:dur="700">
        <p159:morph option="byObject"/>
      </p:transition>
    </mc:Choice>
    <mc:Fallback>
      <p:transition spd="fast" advClick="1">
        <p:fade/>
      </p:transition>
    </mc:Fallback>
  </mc:AlternateContent>
  <p:timing>
    <p:tnLst>
      <p:par>
        <p:cTn id="1" dur="indefinite" restart="never" nodeType="tmRoot">
          <p:childTnLst>
            <p:seq concurrent="1" nextAc="seek">
              <p:cTn id="2" dur="indefinite" nodeType="mainSeq">
                <p:childTnLst>
                  <p:par>
                    <p:cTn id="3" fill="hold">
                      <p:stCondLst>
                        <p:cond delay="0"/>
                      </p:stCondLst>
                      <p:childTnLst>
                        <p:par>
                          <p:cTn id="4" presetID="1" presetClass="entr" presetSubtype="0" fill="hold" nodeType="withEffect" grpId="0">
                            <p:stCondLst>
                              <p:cond delay="150"/>
                            </p:stCondLst>
                            <p:childTnLst>
                              <p:set>
                                <p:cBhvr>
                                  <p:cTn id="5" dur="1" fill="hold">
                                    <p:stCondLst>
                                      <p:cond delay="0"/>
                                    </p:stCondLst>
                                  </p:cTn>
                                  <p:tgtEl>
                                    <p:spTgt spid="27"/>
                                  </p:tgtEl>
                                  <p:attrNameLst>
                                    <p:attrName>style.visibility</p:attrName>
                                  </p:attrNameLst>
                                </p:cBhvr>
                                <p:to>
                                  <p:strVal val="visible"/>
                                </p:to>
                              </p:set>
                            </p:childTnLst>
                          </p:cTn>
                        </p:par>
                        <p:par>
                          <p:cTn id="6" presetID="1" presetClass="entr" presetSubtype="0" fill="hold" nodeType="withEffect" grpId="0">
                            <p:stCondLst>
                              <p:cond delay="150"/>
                            </p:stCondLst>
                            <p:childTnLst>
                              <p:set>
                                <p:cBhvr>
                                  <p:cTn id="7" dur="1" fill="hold">
                                    <p:stCondLst>
                                      <p:cond delay="0"/>
                                    </p:stCondLst>
                                  </p:cTn>
                                  <p:tgtEl>
                                    <p:spTgt spid="28"/>
                                  </p:tgtEl>
                                  <p:attrNameLst>
                                    <p:attrName>style.visibility</p:attrName>
                                  </p:attrNameLst>
                                </p:cBhvr>
                                <p:to>
                                  <p:strVal val="visible"/>
                                </p:to>
                              </p:set>
                            </p:childTnLst>
                          </p:cTn>
                        </p:par>
                        <p:par>
                          <p:cTn id="8" presetID="1" presetClass="entr" presetSubtype="0" fill="hold" nodeType="withEffect" grpId="0">
                            <p:stCondLst>
                              <p:cond delay="150"/>
                            </p:stCondLst>
                            <p:childTnLst>
                              <p:set>
                                <p:cBhvr>
                                  <p:cTn id="9" dur="1" fill="hold">
                                    <p:stCondLst>
                                      <p:cond delay="0"/>
                                    </p:stCondLst>
                                  </p:cTn>
                                  <p:tgtEl>
                                    <p:spTgt spid="29"/>
                                  </p:tgtEl>
                                  <p:attrNameLst>
                                    <p:attrName>style.visibility</p:attrName>
                                  </p:attrNameLst>
                                </p:cBhvr>
                                <p:to>
                                  <p:strVal val="visible"/>
                                </p:to>
                              </p:set>
                            </p:childTnLst>
                          </p:cTn>
                        </p:par>
                        <p:par>
                          <p:cTn id="10" presetID="1" presetClass="entr" presetSubtype="0" fill="hold" nodeType="withEffect" grpId="0">
                            <p:stCondLst>
                              <p:cond delay="700"/>
                            </p:stCondLst>
                            <p:childTnLst>
                              <p:set>
                                <p:cBhvr>
                                  <p:cTn id="11" dur="1" fill="hold">
                                    <p:stCondLst>
                                      <p:cond delay="0"/>
                                    </p:stCondLst>
                                  </p:cTn>
                                  <p:tgtEl>
                                    <p:spTgt spid="30"/>
                                  </p:tgtEl>
                                  <p:attrNameLst>
                                    <p:attrName>style.visibility</p:attrName>
                                  </p:attrNameLst>
                                </p:cBhvr>
                                <p:to>
                                  <p:strVal val="visible"/>
                                </p:to>
                              </p:set>
                            </p:childTnLst>
                          </p:cTn>
                        </p:par>
                        <p:par>
                          <p:cTn id="12" presetID="1" presetClass="entr" presetSubtype="0" fill="hold" nodeType="withEffect" grpId="0">
                            <p:stCondLst>
                              <p:cond delay="700"/>
                            </p:stCondLst>
                            <p:childTnLst>
                              <p:set>
                                <p:cBhvr>
                                  <p:cTn id="13" dur="1" fill="hold">
                                    <p:stCondLst>
                                      <p:cond delay="0"/>
                                    </p:stCondLst>
                                  </p:cTn>
                                  <p:tgtEl>
                                    <p:spTgt spid="31"/>
                                  </p:tgtEl>
                                  <p:attrNameLst>
                                    <p:attrName>style.visibility</p:attrName>
                                  </p:attrNameLst>
                                </p:cBhvr>
                                <p:to>
                                  <p:strVal val="visible"/>
                                </p:to>
                              </p:set>
                            </p:childTnLst>
                          </p:cTn>
                        </p:par>
                        <p:par>
                          <p:cTn id="14" presetID="1" presetClass="entr" presetSubtype="0" fill="hold" nodeType="withEffect" grpId="0">
                            <p:stCondLst>
                              <p:cond delay="700"/>
                            </p:stCondLst>
                            <p:childTnLst>
                              <p:set>
                                <p:cBhvr>
                                  <p:cTn id="15" dur="1" fill="hold">
                                    <p:stCondLst>
                                      <p:cond delay="0"/>
                                    </p:stCondLst>
                                  </p:cTn>
                                  <p:tgtEl>
                                    <p:spTgt spid="32"/>
                                  </p:tgtEl>
                                  <p:attrNameLst>
                                    <p:attrName>style.visibility</p:attrName>
                                  </p:attrNameLst>
                                </p:cBhvr>
                                <p:to>
                                  <p:strVal val="visible"/>
                                </p:to>
                              </p:set>
                            </p:childTnLst>
                          </p:cTn>
                        </p:par>
                        <p:par>
                          <p:cTn id="16" presetID="1" presetClass="entr" presetSubtype="0" fill="hold" nodeType="withEffect" grpId="0">
                            <p:stCondLst>
                              <p:cond delay="1250"/>
                            </p:stCondLst>
                            <p:childTnLst>
                              <p:set>
                                <p:cBhvr>
                                  <p:cTn id="17" dur="1" fill="hold">
                                    <p:stCondLst>
                                      <p:cond delay="0"/>
                                    </p:stCondLst>
                                  </p:cTn>
                                  <p:tgtEl>
                                    <p:spTgt spid="33"/>
                                  </p:tgtEl>
                                  <p:attrNameLst>
                                    <p:attrName>style.visibility</p:attrName>
                                  </p:attrNameLst>
                                </p:cBhvr>
                                <p:to>
                                  <p:strVal val="visible"/>
                                </p:to>
                              </p:set>
                            </p:childTnLst>
                          </p:cTn>
                        </p:par>
                        <p:par>
                          <p:cTn id="18" presetID="1" presetClass="entr" presetSubtype="0" fill="hold" nodeType="withEffect" grpId="0">
                            <p:stCondLst>
                              <p:cond delay="1250"/>
                            </p:stCondLst>
                            <p:childTnLst>
                              <p:set>
                                <p:cBhvr>
                                  <p:cTn id="19" dur="1" fill="hold">
                                    <p:stCondLst>
                                      <p:cond delay="0"/>
                                    </p:stCondLst>
                                  </p:cTn>
                                  <p:tgtEl>
                                    <p:spTgt spid="34"/>
                                  </p:tgtEl>
                                  <p:attrNameLst>
                                    <p:attrName>style.visibility</p:attrName>
                                  </p:attrNameLst>
                                </p:cBhvr>
                                <p:to>
                                  <p:strVal val="visible"/>
                                </p:to>
                              </p:set>
                            </p:childTnLst>
                          </p:cTn>
                        </p:par>
                        <p:par>
                          <p:cTn id="20" presetID="1" presetClass="entr" presetSubtype="0" fill="hold" nodeType="withEffect" grpId="0">
                            <p:stCondLst>
                              <p:cond delay="1250"/>
                            </p:stCondLst>
                            <p:childTnLst>
                              <p:set>
                                <p:cBhvr>
                                  <p:cTn id="21" dur="1" fill="hold">
                                    <p:stCondLst>
                                      <p:cond delay="0"/>
                                    </p:stCondLst>
                                  </p:cTn>
                                  <p:tgtEl>
                                    <p:spTgt spid="35"/>
                                  </p:tgtEl>
                                  <p:attrNameLst>
                                    <p:attrName>style.visibility</p:attrName>
                                  </p:attrNameLst>
                                </p:cBhvr>
                                <p:to>
                                  <p:strVal val="visible"/>
                                </p:to>
                              </p:set>
                            </p:childTnLst>
                          </p:cTn>
                        </p:par>
                        <p:par>
                          <p:cTn id="22" presetID="1" presetClass="entr" presetSubtype="0" fill="hold" nodeType="withEffect" grpId="0">
                            <p:stCondLst>
                              <p:cond delay="150"/>
                            </p:stCondLst>
                            <p:childTnLst>
                              <p:set>
                                <p:cBhvr>
                                  <p:cTn id="23" dur="1" fill="hold">
                                    <p:stCondLst>
                                      <p:cond delay="0"/>
                                    </p:stCondLst>
                                  </p:cTn>
                                  <p:tgtEl>
                                    <p:spTgt spid="45"/>
                                  </p:tgtEl>
                                  <p:attrNameLst>
                                    <p:attrName>style.visibility</p:attrName>
                                  </p:attrNameLst>
                                </p:cBhvr>
                                <p:to>
                                  <p:strVal val="visible"/>
                                </p:to>
                              </p:set>
                            </p:childTnLst>
                          </p:cTn>
                        </p:par>
                        <p:par>
                          <p:cTn id="24" presetID="1" presetClass="entr" presetSubtype="0" fill="hold" nodeType="withEffect" grpId="0">
                            <p:stCondLst>
                              <p:cond delay="150"/>
                            </p:stCondLst>
                            <p:childTnLst>
                              <p:set>
                                <p:cBhvr>
                                  <p:cTn id="25" dur="1" fill="hold">
                                    <p:stCondLst>
                                      <p:cond delay="0"/>
                                    </p:stCondLst>
                                  </p:cTn>
                                  <p:tgtEl>
                                    <p:spTgt spid="46"/>
                                  </p:tgtEl>
                                  <p:attrNameLst>
                                    <p:attrName>style.visibility</p:attrName>
                                  </p:attrNameLst>
                                </p:cBhvr>
                                <p:to>
                                  <p:strVal val="visible"/>
                                </p:to>
                              </p:set>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8" grpId="0" animBg="1"/>
      <p:bldP spid="29" grpId="0" animBg="1"/>
      <p:bldP spid="30" grpId="0" animBg="1"/>
      <p:bldP spid="31" grpId="0" animBg="1"/>
      <p:bldP spid="32" grpId="0" animBg="1"/>
      <p:bldP spid="33" grpId="0" animBg="1"/>
      <p:bldP spid="34" grpId="0" animBg="1"/>
      <p:bldP spid="35" grpId="0" animBg="1"/>
      <p:bldP spid="45" grpId="0" animBg="1"/>
      <p:bldP spid="46" grpId="0" animBg="1"/>
    </p:bldLst>
  </p:timing>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5" name="!!heading">
            <a:extLst xmlns:a="http://schemas.openxmlformats.org/drawingml/2006/main">
              <a:ext uri="{FF2B5EF4-FFF2-40B4-BE49-F238E27FC236}">
                <a16:creationId xmlns:a16="http://schemas.microsoft.com/office/drawing/2014/main" id="{1CE489C6-3FE0-418C-95E6-E1FE0258C7EA}"/>
              </a:ext>
            </a:extLst>
          </p:cNvPr>
          <p:cNvSpPr>
            <a:spLocks xmlns:a="http://schemas.openxmlformats.org/drawingml/2006/main" noGrp="1"/>
          </p:cNvSpPr>
          <p:nvPr/>
        </p:nvSpPr>
        <p:spPr>
          <a:xfrm xmlns:a="http://schemas.openxmlformats.org/drawingml/2006/main">
            <a:off x="647700" y="428625"/>
            <a:ext cx="13944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0262C"/>
                </a:solidFill>
                <a:latin typeface="Arial"/>
                <a:ea typeface="Arial"/>
                <a:cs typeface="Arial"/>
              </a:defRPr>
            </a:defPPr>
            <a:lvl1pPr algn="l">
              <a:defRPr sz="3300" b="1">
                <a:solidFill>
                  <a:srgbClr val="20262C"/>
                </a:solidFill>
                <a:latin typeface="Arial"/>
                <a:ea typeface="Arial"/>
                <a:cs typeface="Arial"/>
              </a:defRPr>
            </a:lvl1pPr>
            <a:lvl2pPr algn="l">
              <a:defRPr sz="3300" b="1">
                <a:solidFill>
                  <a:srgbClr val="20262C"/>
                </a:solidFill>
                <a:latin typeface="Arial"/>
                <a:ea typeface="Arial"/>
                <a:cs typeface="Arial"/>
              </a:defRPr>
            </a:lvl2pPr>
            <a:lvl3pPr algn="l">
              <a:defRPr sz="3300" b="1">
                <a:solidFill>
                  <a:srgbClr val="20262C"/>
                </a:solidFill>
                <a:latin typeface="Arial"/>
                <a:ea typeface="Arial"/>
                <a:cs typeface="Arial"/>
              </a:defRPr>
            </a:lvl3pPr>
            <a:lvl4pPr algn="l">
              <a:defRPr sz="3300" b="1">
                <a:solidFill>
                  <a:srgbClr val="20262C"/>
                </a:solidFill>
                <a:latin typeface="Arial"/>
                <a:ea typeface="Arial"/>
                <a:cs typeface="Arial"/>
              </a:defRPr>
            </a:lvl4pPr>
            <a:lvl5pPr algn="l">
              <a:defRPr sz="3300" b="1">
                <a:solidFill>
                  <a:srgbClr val="20262C"/>
                </a:solidFill>
                <a:latin typeface="Arial"/>
                <a:ea typeface="Arial"/>
                <a:cs typeface="Arial"/>
              </a:defRPr>
            </a:lvl5pPr>
            <a:lvl6pPr algn="l">
              <a:defRPr sz="3300" b="1">
                <a:solidFill>
                  <a:srgbClr val="20262C"/>
                </a:solidFill>
                <a:latin typeface="Arial"/>
                <a:ea typeface="Arial"/>
                <a:cs typeface="Arial"/>
              </a:defRPr>
            </a:lvl6pPr>
            <a:lvl7pPr algn="l">
              <a:defRPr sz="3300" b="1">
                <a:solidFill>
                  <a:srgbClr val="20262C"/>
                </a:solidFill>
                <a:latin typeface="Arial"/>
                <a:ea typeface="Arial"/>
                <a:cs typeface="Arial"/>
              </a:defRPr>
            </a:lvl7pPr>
            <a:lvl8pPr algn="l">
              <a:defRPr sz="3300" b="1">
                <a:solidFill>
                  <a:srgbClr val="20262C"/>
                </a:solidFill>
                <a:latin typeface="Arial"/>
                <a:ea typeface="Arial"/>
                <a:cs typeface="Arial"/>
              </a:defRPr>
            </a:lvl8pPr>
            <a:lvl9pPr algn="l">
              <a:defRPr sz="3300" b="1">
                <a:solidFill>
                  <a:srgbClr val="20262C"/>
                </a:solidFill>
                <a:latin typeface="Arial"/>
                <a:ea typeface="Arial"/>
                <a:cs typeface="Arial"/>
              </a:defRPr>
            </a:lvl9pPr>
          </a:lstStyle>
          <a:p xmlns:a="http://schemas.openxmlformats.org/drawingml/2006/main">
            <a:pPr algn="l">
              <a:defRPr sz="3300" b="1">
                <a:solidFill>
                  <a:srgbClr val="20262C"/>
                </a:solidFill>
                <a:latin typeface="Arial"/>
                <a:ea typeface="Arial"/>
                <a:cs typeface="Arial"/>
              </a:defRPr>
            </a:pPr>
            <a:r>
              <a:rPr sz="3300" b="1">
                <a:solidFill>
                  <a:srgbClr val="20262C"/>
                </a:solidFill>
                <a:latin typeface="Arial"/>
                <a:ea typeface="Arial"/>
                <a:cs typeface="Arial"/>
              </a:rPr>
              <a:t>Proposed software development workflow</a:t>
            </a:r>
          </a:p>
        </p:txBody>
      </p:sp>
      <p:sp>
        <p:nvSpPr>
          <p:cNvPr id="2" name="!!subtitle">
            <a:extLst xmlns:a="http://schemas.openxmlformats.org/drawingml/2006/main">
              <a:ext uri="{FF2B5EF4-FFF2-40B4-BE49-F238E27FC236}">
                <a16:creationId xmlns:a16="http://schemas.microsoft.com/office/drawing/2014/main" id="{37F92A19-0678-4946-BE94-41E6D5430A7F}"/>
              </a:ext>
            </a:extLst>
          </p:cNvPr>
          <p:cNvSpPr>
            <a:spLocks xmlns:a="http://schemas.openxmlformats.org/drawingml/2006/main" noGrp="1"/>
          </p:cNvSpPr>
          <p:nvPr/>
        </p:nvSpPr>
        <p:spPr>
          <a:xfrm xmlns:a="http://schemas.openxmlformats.org/drawingml/2006/main">
            <a:off x="647700" y="1190625"/>
            <a:ext cx="139446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05A9C"/>
                </a:solidFill>
                <a:latin typeface="Arial"/>
                <a:ea typeface="Arial"/>
                <a:cs typeface="Arial"/>
              </a:defRPr>
            </a:defPPr>
            <a:lvl1pPr algn="l">
              <a:defRPr sz="1875" b="0">
                <a:solidFill>
                  <a:srgbClr val="005A9C"/>
                </a:solidFill>
                <a:latin typeface="Arial"/>
                <a:ea typeface="Arial"/>
                <a:cs typeface="Arial"/>
              </a:defRPr>
            </a:lvl1pPr>
            <a:lvl2pPr algn="l">
              <a:defRPr sz="1875" b="0">
                <a:solidFill>
                  <a:srgbClr val="005A9C"/>
                </a:solidFill>
                <a:latin typeface="Arial"/>
                <a:ea typeface="Arial"/>
                <a:cs typeface="Arial"/>
              </a:defRPr>
            </a:lvl2pPr>
            <a:lvl3pPr algn="l">
              <a:defRPr sz="1875" b="0">
                <a:solidFill>
                  <a:srgbClr val="005A9C"/>
                </a:solidFill>
                <a:latin typeface="Arial"/>
                <a:ea typeface="Arial"/>
                <a:cs typeface="Arial"/>
              </a:defRPr>
            </a:lvl3pPr>
            <a:lvl4pPr algn="l">
              <a:defRPr sz="1875" b="0">
                <a:solidFill>
                  <a:srgbClr val="005A9C"/>
                </a:solidFill>
                <a:latin typeface="Arial"/>
                <a:ea typeface="Arial"/>
                <a:cs typeface="Arial"/>
              </a:defRPr>
            </a:lvl4pPr>
            <a:lvl5pPr algn="l">
              <a:defRPr sz="1875" b="0">
                <a:solidFill>
                  <a:srgbClr val="005A9C"/>
                </a:solidFill>
                <a:latin typeface="Arial"/>
                <a:ea typeface="Arial"/>
                <a:cs typeface="Arial"/>
              </a:defRPr>
            </a:lvl5pPr>
            <a:lvl6pPr algn="l">
              <a:defRPr sz="1875" b="0">
                <a:solidFill>
                  <a:srgbClr val="005A9C"/>
                </a:solidFill>
                <a:latin typeface="Arial"/>
                <a:ea typeface="Arial"/>
                <a:cs typeface="Arial"/>
              </a:defRPr>
            </a:lvl6pPr>
            <a:lvl7pPr algn="l">
              <a:defRPr sz="1875" b="0">
                <a:solidFill>
                  <a:srgbClr val="005A9C"/>
                </a:solidFill>
                <a:latin typeface="Arial"/>
                <a:ea typeface="Arial"/>
                <a:cs typeface="Arial"/>
              </a:defRPr>
            </a:lvl7pPr>
            <a:lvl8pPr algn="l">
              <a:defRPr sz="1875" b="0">
                <a:solidFill>
                  <a:srgbClr val="005A9C"/>
                </a:solidFill>
                <a:latin typeface="Arial"/>
                <a:ea typeface="Arial"/>
                <a:cs typeface="Arial"/>
              </a:defRPr>
            </a:lvl8pPr>
            <a:lvl9pPr algn="l">
              <a:defRPr sz="1875" b="0">
                <a:solidFill>
                  <a:srgbClr val="005A9C"/>
                </a:solidFill>
                <a:latin typeface="Arial"/>
                <a:ea typeface="Arial"/>
                <a:cs typeface="Arial"/>
              </a:defRPr>
            </a:lvl9pPr>
          </a:lstStyle>
          <a:p xmlns:a="http://schemas.openxmlformats.org/drawingml/2006/main">
            <a:pPr algn="l">
              <a:defRPr sz="1875" b="0">
                <a:solidFill>
                  <a:srgbClr val="005A9C"/>
                </a:solidFill>
                <a:latin typeface="Arial"/>
                <a:ea typeface="Arial"/>
                <a:cs typeface="Arial"/>
              </a:defRPr>
            </a:pPr>
            <a:r>
              <a:rPr sz="1875" b="0">
                <a:solidFill>
                  <a:srgbClr val="005A9C"/>
                </a:solidFill>
                <a:latin typeface="Arial"/>
                <a:ea typeface="Arial"/>
                <a:cs typeface="Arial"/>
              </a:rPr>
              <a:t>Back office  /  Tool development  /  Proposed approach</a:t>
            </a:r>
          </a:p>
        </p:txBody>
      </p:sp>
      <p:sp>
        <p:nvSpPr>
          <p:cNvPr id="3" name="!!heading.rule">
            <a:extLst xmlns:a="http://schemas.openxmlformats.org/drawingml/2006/main">
              <a:ext uri="{FF2B5EF4-FFF2-40B4-BE49-F238E27FC236}">
                <a16:creationId xmlns:a16="http://schemas.microsoft.com/office/drawing/2014/main" id="{E5055B01-CA1D-4186-8BBC-AACB2381CCBF}"/>
              </a:ext>
            </a:extLst>
          </p:cNvPr>
          <p:cNvSpPr>
            <a:spLocks xmlns:a="http://schemas.openxmlformats.org/drawingml/2006/main" noGrp="1"/>
          </p:cNvSpPr>
          <p:nvPr/>
        </p:nvSpPr>
        <p:spPr>
          <a:xfrm xmlns:a="http://schemas.openxmlformats.org/drawingml/2006/main" flipH="0" flipV="0">
            <a:off x="647700" y="1733550"/>
            <a:ext cx="13944600" cy="953"/>
          </a:xfrm>
          <a:prstGeom xmlns:a="http://schemas.openxmlformats.org/drawingml/2006/main" prst="line">
            <a:avLst/>
          </a:prstGeom>
          <a:noFill xmlns:a="http://schemas.openxmlformats.org/drawingml/2006/main"/>
          <a:ln xmlns:a="http://schemas.openxmlformats.org/drawingml/2006/main" w="11430">
            <a:solidFill>
              <a:srgbClr val="BCC6CF"/>
            </a:solidFill>
            <a:prstDash val="solid"/>
          </a:ln>
        </p:spPr>
      </p:sp>
      <p:sp>
        <p:nvSpPr>
          <p:cNvPr id="4" name="!!map.front">
            <a:extLst xmlns:a="http://schemas.openxmlformats.org/drawingml/2006/main">
              <a:ext uri="{FF2B5EF4-FFF2-40B4-BE49-F238E27FC236}">
                <a16:creationId xmlns:a16="http://schemas.microsoft.com/office/drawing/2014/main" id="{3CB3BDEF-EADB-4317-AD0C-840DF1915047}"/>
              </a:ext>
            </a:extLst>
          </p:cNvPr>
          <p:cNvSpPr>
            <a:spLocks xmlns:a="http://schemas.openxmlformats.org/drawingml/2006/main" noGrp="1"/>
          </p:cNvSpPr>
          <p:nvPr/>
        </p:nvSpPr>
        <p:spPr>
          <a:xfrm xmlns:a="http://schemas.openxmlformats.org/drawingml/2006/main">
            <a:off x="647700" y="1990725"/>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5" name="!!nav.front">
            <ns0:hlinkClick xmlns:ns0="http://schemas.openxmlformats.org/drawingml/2006/main" xmlns:ns1="http://schemas.openxmlformats.org/officeDocument/2006/relationships" ns1:id="rIdNavSlide4" action="ppaction://hlinksldjump" tooltip="Slide 4: Preparing a company research assessment"/>
            <a:extLst xmlns:a="http://schemas.openxmlformats.org/drawingml/2006/main">
              <a:ext uri="{FF2B5EF4-FFF2-40B4-BE49-F238E27FC236}">
                <a16:creationId xmlns:a16="http://schemas.microsoft.com/office/drawing/2014/main" id="{6DB1086F-9A7F-4B84-A779-2156E8B56F76}"/>
              </a:ext>
            </a:extLst>
          </p:cNvPr>
          <p:cNvSpPr>
            <a:spLocks xmlns:a="http://schemas.openxmlformats.org/drawingml/2006/main" noGrp="1"/>
          </p:cNvSpPr>
          <p:nvPr/>
        </p:nvSpPr>
        <p:spPr>
          <a:xfrm xmlns:a="http://schemas.openxmlformats.org/drawingml/2006/main">
            <a:off x="647700" y="1990725"/>
            <a:ext cx="2609850" cy="409575"/>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005A9C"/>
                </a:solidFill>
                <a:latin typeface="Arial"/>
                <a:ea typeface="Arial"/>
                <a:cs typeface="Arial"/>
              </a:defRPr>
            </a:defPPr>
            <a:lvl1pPr algn="ctr">
              <a:defRPr sz="2025" b="1">
                <a:solidFill>
                  <a:srgbClr val="005A9C"/>
                </a:solidFill>
                <a:latin typeface="Arial"/>
                <a:ea typeface="Arial"/>
                <a:cs typeface="Arial"/>
              </a:defRPr>
            </a:lvl1pPr>
            <a:lvl2pPr algn="ctr">
              <a:defRPr sz="2025" b="1">
                <a:solidFill>
                  <a:srgbClr val="005A9C"/>
                </a:solidFill>
                <a:latin typeface="Arial"/>
                <a:ea typeface="Arial"/>
                <a:cs typeface="Arial"/>
              </a:defRPr>
            </a:lvl2pPr>
            <a:lvl3pPr algn="ctr">
              <a:defRPr sz="2025" b="1">
                <a:solidFill>
                  <a:srgbClr val="005A9C"/>
                </a:solidFill>
                <a:latin typeface="Arial"/>
                <a:ea typeface="Arial"/>
                <a:cs typeface="Arial"/>
              </a:defRPr>
            </a:lvl3pPr>
            <a:lvl4pPr algn="ctr">
              <a:defRPr sz="2025" b="1">
                <a:solidFill>
                  <a:srgbClr val="005A9C"/>
                </a:solidFill>
                <a:latin typeface="Arial"/>
                <a:ea typeface="Arial"/>
                <a:cs typeface="Arial"/>
              </a:defRPr>
            </a:lvl4pPr>
            <a:lvl5pPr algn="ctr">
              <a:defRPr sz="2025" b="1">
                <a:solidFill>
                  <a:srgbClr val="005A9C"/>
                </a:solidFill>
                <a:latin typeface="Arial"/>
                <a:ea typeface="Arial"/>
                <a:cs typeface="Arial"/>
              </a:defRPr>
            </a:lvl5pPr>
            <a:lvl6pPr algn="ctr">
              <a:defRPr sz="2025" b="1">
                <a:solidFill>
                  <a:srgbClr val="005A9C"/>
                </a:solidFill>
                <a:latin typeface="Arial"/>
                <a:ea typeface="Arial"/>
                <a:cs typeface="Arial"/>
              </a:defRPr>
            </a:lvl6pPr>
            <a:lvl7pPr algn="ctr">
              <a:defRPr sz="2025" b="1">
                <a:solidFill>
                  <a:srgbClr val="005A9C"/>
                </a:solidFill>
                <a:latin typeface="Arial"/>
                <a:ea typeface="Arial"/>
                <a:cs typeface="Arial"/>
              </a:defRPr>
            </a:lvl7pPr>
            <a:lvl8pPr algn="ctr">
              <a:defRPr sz="2025" b="1">
                <a:solidFill>
                  <a:srgbClr val="005A9C"/>
                </a:solidFill>
                <a:latin typeface="Arial"/>
                <a:ea typeface="Arial"/>
                <a:cs typeface="Arial"/>
              </a:defRPr>
            </a:lvl8pPr>
            <a:lvl9pPr algn="ctr">
              <a:defRPr sz="2025" b="1">
                <a:solidFill>
                  <a:srgbClr val="005A9C"/>
                </a:solidFill>
                <a:latin typeface="Arial"/>
                <a:ea typeface="Arial"/>
                <a:cs typeface="Arial"/>
              </a:defRPr>
            </a:lvl9pPr>
          </a:lstStyle>
          <a:p xmlns:a="http://schemas.openxmlformats.org/drawingml/2006/main">
            <a:pPr algn="ctr">
              <a:defRPr sz="2025" b="1">
                <a:solidFill>
                  <a:srgbClr val="005A9C"/>
                </a:solidFill>
                <a:latin typeface="Arial"/>
                <a:ea typeface="Arial"/>
                <a:cs typeface="Arial"/>
              </a:defRPr>
            </a:pPr>
            <a:r>
              <a:rPr sz="2025" b="1">
                <a:solidFill>
                  <a:srgbClr val="005A9C"/>
                </a:solidFill>
                <a:latin typeface="Arial"/>
                <a:ea typeface="Arial"/>
                <a:cs typeface="Arial"/>
              </a:rPr>
              <a:t>Front office</a:t>
            </a:r>
          </a:p>
        </p:txBody>
      </p:sp>
      <p:sp>
        <p:nvSpPr>
          <p:cNvPr id="6" name="!!task.research">
            <ns0:hlinkClick xmlns:ns0="http://schemas.openxmlformats.org/drawingml/2006/main" xmlns:ns1="http://schemas.openxmlformats.org/officeDocument/2006/relationships" ns1:id="rIdNavSlide4" action="ppaction://hlinksldjump" tooltip="Slide 4: Preparing a company research assessment"/>
            <a:extLst xmlns:a="http://schemas.openxmlformats.org/drawingml/2006/main">
              <a:ext uri="{FF2B5EF4-FFF2-40B4-BE49-F238E27FC236}">
                <a16:creationId xmlns:a16="http://schemas.microsoft.com/office/drawing/2014/main" id="{4972EFE8-5C7F-4CA3-B71B-1E8FF225568F}"/>
              </a:ext>
            </a:extLst>
          </p:cNvPr>
          <p:cNvSpPr>
            <a:spLocks xmlns:a="http://schemas.openxmlformats.org/drawingml/2006/main" noGrp="1"/>
          </p:cNvSpPr>
          <p:nvPr/>
        </p:nvSpPr>
        <p:spPr>
          <a:xfrm xmlns:a="http://schemas.openxmlformats.org/drawingml/2006/main">
            <a:off x="762000" y="249555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Research</a:t>
            </a:r>
          </a:p>
        </p:txBody>
      </p:sp>
      <p:sp>
        <p:nvSpPr>
          <p:cNvPr id="7" name="!!task.trade">
            <ns0:hlinkClick xmlns:ns0="http://schemas.openxmlformats.org/drawingml/2006/main" xmlns:ns1="http://schemas.openxmlformats.org/officeDocument/2006/relationships" ns1:id="rIdNavSlide9" action="ppaction://hlinksldjump" tooltip="Slide 9: Preparing a bond quote request"/>
            <a:extLst xmlns:a="http://schemas.openxmlformats.org/drawingml/2006/main">
              <a:ext uri="{FF2B5EF4-FFF2-40B4-BE49-F238E27FC236}">
                <a16:creationId xmlns:a16="http://schemas.microsoft.com/office/drawing/2014/main" id="{35AA91E3-4258-48C1-ABA9-AD62821C9226}"/>
              </a:ext>
            </a:extLst>
          </p:cNvPr>
          <p:cNvSpPr>
            <a:spLocks xmlns:a="http://schemas.openxmlformats.org/drawingml/2006/main" noGrp="1"/>
          </p:cNvSpPr>
          <p:nvPr/>
        </p:nvSpPr>
        <p:spPr>
          <a:xfrm xmlns:a="http://schemas.openxmlformats.org/drawingml/2006/main">
            <a:off x="762000" y="280987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Trading support</a:t>
            </a:r>
          </a:p>
        </p:txBody>
      </p:sp>
      <p:sp>
        <p:nvSpPr>
          <p:cNvPr id="8" name="!!task.client">
            <ns0:hlinkClick xmlns:ns0="http://schemas.openxmlformats.org/drawingml/2006/main" xmlns:ns1="http://schemas.openxmlformats.org/officeDocument/2006/relationships" ns1:id="rIdNavSlide12" action="ppaction://hlinksldjump" tooltip="Slide 12: Preparing a quarterly client update"/>
            <a:extLst xmlns:a="http://schemas.openxmlformats.org/drawingml/2006/main">
              <a:ext uri="{FF2B5EF4-FFF2-40B4-BE49-F238E27FC236}">
                <a16:creationId xmlns:a16="http://schemas.microsoft.com/office/drawing/2014/main" id="{E1658555-9478-4CBA-A404-6E0C79887051}"/>
              </a:ext>
            </a:extLst>
          </p:cNvPr>
          <p:cNvSpPr>
            <a:spLocks xmlns:a="http://schemas.openxmlformats.org/drawingml/2006/main" noGrp="1"/>
          </p:cNvSpPr>
          <p:nvPr/>
        </p:nvSpPr>
        <p:spPr>
          <a:xfrm xmlns:a="http://schemas.openxmlformats.org/drawingml/2006/main">
            <a:off x="762000" y="312420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Client materials</a:t>
            </a:r>
          </a:p>
        </p:txBody>
      </p:sp>
      <p:sp>
        <p:nvSpPr>
          <p:cNvPr id="9" name="!!map.middle">
            <a:extLst xmlns:a="http://schemas.openxmlformats.org/drawingml/2006/main">
              <a:ext uri="{FF2B5EF4-FFF2-40B4-BE49-F238E27FC236}">
                <a16:creationId xmlns:a16="http://schemas.microsoft.com/office/drawing/2014/main" id="{03F1FF6B-80E2-418C-AF4F-468499AC4315}"/>
              </a:ext>
            </a:extLst>
          </p:cNvPr>
          <p:cNvSpPr>
            <a:spLocks xmlns:a="http://schemas.openxmlformats.org/drawingml/2006/main" noGrp="1"/>
          </p:cNvSpPr>
          <p:nvPr/>
        </p:nvSpPr>
        <p:spPr>
          <a:xfrm xmlns:a="http://schemas.openxmlformats.org/drawingml/2006/main">
            <a:off x="647700" y="3657600"/>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10" name="!!nav.middle">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09C7722C-73DD-47A8-84D0-8FD6B76DA6EA}"/>
              </a:ext>
            </a:extLst>
          </p:cNvPr>
          <p:cNvSpPr>
            <a:spLocks xmlns:a="http://schemas.openxmlformats.org/drawingml/2006/main" noGrp="1"/>
          </p:cNvSpPr>
          <p:nvPr/>
        </p:nvSpPr>
        <p:spPr>
          <a:xfrm xmlns:a="http://schemas.openxmlformats.org/drawingml/2006/main">
            <a:off x="647700" y="3657600"/>
            <a:ext cx="2609850" cy="409575"/>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005A9C"/>
                </a:solidFill>
                <a:latin typeface="Arial"/>
                <a:ea typeface="Arial"/>
                <a:cs typeface="Arial"/>
              </a:defRPr>
            </a:defPPr>
            <a:lvl1pPr algn="ctr">
              <a:defRPr sz="2025" b="1">
                <a:solidFill>
                  <a:srgbClr val="005A9C"/>
                </a:solidFill>
                <a:latin typeface="Arial"/>
                <a:ea typeface="Arial"/>
                <a:cs typeface="Arial"/>
              </a:defRPr>
            </a:lvl1pPr>
            <a:lvl2pPr algn="ctr">
              <a:defRPr sz="2025" b="1">
                <a:solidFill>
                  <a:srgbClr val="005A9C"/>
                </a:solidFill>
                <a:latin typeface="Arial"/>
                <a:ea typeface="Arial"/>
                <a:cs typeface="Arial"/>
              </a:defRPr>
            </a:lvl2pPr>
            <a:lvl3pPr algn="ctr">
              <a:defRPr sz="2025" b="1">
                <a:solidFill>
                  <a:srgbClr val="005A9C"/>
                </a:solidFill>
                <a:latin typeface="Arial"/>
                <a:ea typeface="Arial"/>
                <a:cs typeface="Arial"/>
              </a:defRPr>
            </a:lvl3pPr>
            <a:lvl4pPr algn="ctr">
              <a:defRPr sz="2025" b="1">
                <a:solidFill>
                  <a:srgbClr val="005A9C"/>
                </a:solidFill>
                <a:latin typeface="Arial"/>
                <a:ea typeface="Arial"/>
                <a:cs typeface="Arial"/>
              </a:defRPr>
            </a:lvl4pPr>
            <a:lvl5pPr algn="ctr">
              <a:defRPr sz="2025" b="1">
                <a:solidFill>
                  <a:srgbClr val="005A9C"/>
                </a:solidFill>
                <a:latin typeface="Arial"/>
                <a:ea typeface="Arial"/>
                <a:cs typeface="Arial"/>
              </a:defRPr>
            </a:lvl5pPr>
            <a:lvl6pPr algn="ctr">
              <a:defRPr sz="2025" b="1">
                <a:solidFill>
                  <a:srgbClr val="005A9C"/>
                </a:solidFill>
                <a:latin typeface="Arial"/>
                <a:ea typeface="Arial"/>
                <a:cs typeface="Arial"/>
              </a:defRPr>
            </a:lvl6pPr>
            <a:lvl7pPr algn="ctr">
              <a:defRPr sz="2025" b="1">
                <a:solidFill>
                  <a:srgbClr val="005A9C"/>
                </a:solidFill>
                <a:latin typeface="Arial"/>
                <a:ea typeface="Arial"/>
                <a:cs typeface="Arial"/>
              </a:defRPr>
            </a:lvl7pPr>
            <a:lvl8pPr algn="ctr">
              <a:defRPr sz="2025" b="1">
                <a:solidFill>
                  <a:srgbClr val="005A9C"/>
                </a:solidFill>
                <a:latin typeface="Arial"/>
                <a:ea typeface="Arial"/>
                <a:cs typeface="Arial"/>
              </a:defRPr>
            </a:lvl8pPr>
            <a:lvl9pPr algn="ctr">
              <a:defRPr sz="2025" b="1">
                <a:solidFill>
                  <a:srgbClr val="005A9C"/>
                </a:solidFill>
                <a:latin typeface="Arial"/>
                <a:ea typeface="Arial"/>
                <a:cs typeface="Arial"/>
              </a:defRPr>
            </a:lvl9pPr>
          </a:lstStyle>
          <a:p xmlns:a="http://schemas.openxmlformats.org/drawingml/2006/main">
            <a:pPr algn="ctr">
              <a:defRPr sz="2025" b="1">
                <a:solidFill>
                  <a:srgbClr val="005A9C"/>
                </a:solidFill>
                <a:latin typeface="Arial"/>
                <a:ea typeface="Arial"/>
                <a:cs typeface="Arial"/>
              </a:defRPr>
            </a:pPr>
            <a:r>
              <a:rPr sz="2025" b="1">
                <a:solidFill>
                  <a:srgbClr val="005A9C"/>
                </a:solidFill>
                <a:latin typeface="Arial"/>
                <a:ea typeface="Arial"/>
                <a:cs typeface="Arial"/>
              </a:rPr>
              <a:t>Middle office</a:t>
            </a:r>
          </a:p>
        </p:txBody>
      </p:sp>
      <p:sp>
        <p:nvSpPr>
          <p:cNvPr id="11" name="!!task.review">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0E919046-0578-4A12-BC15-33657D705AF7}"/>
              </a:ext>
            </a:extLst>
          </p:cNvPr>
          <p:cNvSpPr>
            <a:spLocks xmlns:a="http://schemas.openxmlformats.org/drawingml/2006/main" noGrp="1"/>
          </p:cNvSpPr>
          <p:nvPr/>
        </p:nvSpPr>
        <p:spPr>
          <a:xfrm xmlns:a="http://schemas.openxmlformats.org/drawingml/2006/main">
            <a:off x="762000" y="416242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Content review</a:t>
            </a:r>
          </a:p>
        </p:txBody>
      </p:sp>
      <p:sp>
        <p:nvSpPr>
          <p:cNvPr id="12" name="!!task.risk">
            <ns0:hlinkClick xmlns:ns0="http://schemas.openxmlformats.org/drawingml/2006/main" xmlns:ns1="http://schemas.openxmlformats.org/officeDocument/2006/relationships" ns1:id="rIdNavSlide19" action="ppaction://hlinksldjump" tooltip="Slide 19: Investigating a risk alert"/>
            <a:extLst xmlns:a="http://schemas.openxmlformats.org/drawingml/2006/main">
              <a:ext uri="{FF2B5EF4-FFF2-40B4-BE49-F238E27FC236}">
                <a16:creationId xmlns:a16="http://schemas.microsoft.com/office/drawing/2014/main" id="{38489DB5-9CDB-40B1-BE3E-3E13C324CD96}"/>
              </a:ext>
            </a:extLst>
          </p:cNvPr>
          <p:cNvSpPr>
            <a:spLocks xmlns:a="http://schemas.openxmlformats.org/drawingml/2006/main" noGrp="1"/>
          </p:cNvSpPr>
          <p:nvPr/>
        </p:nvSpPr>
        <p:spPr>
          <a:xfrm xmlns:a="http://schemas.openxmlformats.org/drawingml/2006/main">
            <a:off x="762000" y="447675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Risk analysis</a:t>
            </a:r>
          </a:p>
        </p:txBody>
      </p:sp>
      <p:sp>
        <p:nvSpPr>
          <p:cNvPr id="13" name="!!map.back">
            <a:extLst xmlns:a="http://schemas.openxmlformats.org/drawingml/2006/main">
              <a:ext uri="{FF2B5EF4-FFF2-40B4-BE49-F238E27FC236}">
                <a16:creationId xmlns:a16="http://schemas.microsoft.com/office/drawing/2014/main" id="{2C963D2A-B4FB-4EAC-AED8-11EEEF28EEA3}"/>
              </a:ext>
            </a:extLst>
          </p:cNvPr>
          <p:cNvSpPr>
            <a:spLocks xmlns:a="http://schemas.openxmlformats.org/drawingml/2006/main" noGrp="1"/>
          </p:cNvSpPr>
          <p:nvPr/>
        </p:nvSpPr>
        <p:spPr>
          <a:xfrm xmlns:a="http://schemas.openxmlformats.org/drawingml/2006/main">
            <a:off x="647700" y="5324475"/>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14" name="!!nav.back">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B5130F4F-FE84-427C-A929-DC1D915C7309}"/>
              </a:ext>
            </a:extLst>
          </p:cNvPr>
          <p:cNvSpPr>
            <a:spLocks xmlns:a="http://schemas.openxmlformats.org/drawingml/2006/main" noGrp="1"/>
          </p:cNvSpPr>
          <p:nvPr/>
        </p:nvSpPr>
        <p:spPr>
          <a:xfrm xmlns:a="http://schemas.openxmlformats.org/drawingml/2006/main">
            <a:off x="647700" y="5324475"/>
            <a:ext cx="2609850" cy="409575"/>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FFFFFF"/>
                </a:solidFill>
                <a:latin typeface="Arial"/>
                <a:ea typeface="Arial"/>
                <a:cs typeface="Arial"/>
              </a:defRPr>
            </a:defPPr>
            <a:lvl1pPr algn="ctr">
              <a:defRPr sz="2025" b="1">
                <a:solidFill>
                  <a:srgbClr val="FFFFFF"/>
                </a:solidFill>
                <a:latin typeface="Arial"/>
                <a:ea typeface="Arial"/>
                <a:cs typeface="Arial"/>
              </a:defRPr>
            </a:lvl1pPr>
            <a:lvl2pPr algn="ctr">
              <a:defRPr sz="2025" b="1">
                <a:solidFill>
                  <a:srgbClr val="FFFFFF"/>
                </a:solidFill>
                <a:latin typeface="Arial"/>
                <a:ea typeface="Arial"/>
                <a:cs typeface="Arial"/>
              </a:defRPr>
            </a:lvl2pPr>
            <a:lvl3pPr algn="ctr">
              <a:defRPr sz="2025" b="1">
                <a:solidFill>
                  <a:srgbClr val="FFFFFF"/>
                </a:solidFill>
                <a:latin typeface="Arial"/>
                <a:ea typeface="Arial"/>
                <a:cs typeface="Arial"/>
              </a:defRPr>
            </a:lvl3pPr>
            <a:lvl4pPr algn="ctr">
              <a:defRPr sz="2025" b="1">
                <a:solidFill>
                  <a:srgbClr val="FFFFFF"/>
                </a:solidFill>
                <a:latin typeface="Arial"/>
                <a:ea typeface="Arial"/>
                <a:cs typeface="Arial"/>
              </a:defRPr>
            </a:lvl4pPr>
            <a:lvl5pPr algn="ctr">
              <a:defRPr sz="2025" b="1">
                <a:solidFill>
                  <a:srgbClr val="FFFFFF"/>
                </a:solidFill>
                <a:latin typeface="Arial"/>
                <a:ea typeface="Arial"/>
                <a:cs typeface="Arial"/>
              </a:defRPr>
            </a:lvl5pPr>
            <a:lvl6pPr algn="ctr">
              <a:defRPr sz="2025" b="1">
                <a:solidFill>
                  <a:srgbClr val="FFFFFF"/>
                </a:solidFill>
                <a:latin typeface="Arial"/>
                <a:ea typeface="Arial"/>
                <a:cs typeface="Arial"/>
              </a:defRPr>
            </a:lvl6pPr>
            <a:lvl7pPr algn="ctr">
              <a:defRPr sz="2025" b="1">
                <a:solidFill>
                  <a:srgbClr val="FFFFFF"/>
                </a:solidFill>
                <a:latin typeface="Arial"/>
                <a:ea typeface="Arial"/>
                <a:cs typeface="Arial"/>
              </a:defRPr>
            </a:lvl7pPr>
            <a:lvl8pPr algn="ctr">
              <a:defRPr sz="2025" b="1">
                <a:solidFill>
                  <a:srgbClr val="FFFFFF"/>
                </a:solidFill>
                <a:latin typeface="Arial"/>
                <a:ea typeface="Arial"/>
                <a:cs typeface="Arial"/>
              </a:defRPr>
            </a:lvl8pPr>
            <a:lvl9pPr algn="ctr">
              <a:defRPr sz="2025" b="1">
                <a:solidFill>
                  <a:srgbClr val="FFFFFF"/>
                </a:solidFill>
                <a:latin typeface="Arial"/>
                <a:ea typeface="Arial"/>
                <a:cs typeface="Arial"/>
              </a:defRPr>
            </a:lvl9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Back office</a:t>
            </a:r>
          </a:p>
        </p:txBody>
      </p:sp>
      <p:sp>
        <p:nvSpPr>
          <p:cNvPr id="15" name="!!task.files">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9EB80D52-AE41-4CAE-8658-5F3C8F7D8B9F}"/>
              </a:ext>
            </a:extLst>
          </p:cNvPr>
          <p:cNvSpPr>
            <a:spLocks xmlns:a="http://schemas.openxmlformats.org/drawingml/2006/main" noGrp="1"/>
          </p:cNvSpPr>
          <p:nvPr/>
        </p:nvSpPr>
        <p:spPr>
          <a:xfrm xmlns:a="http://schemas.openxmlformats.org/drawingml/2006/main">
            <a:off x="762000" y="582930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Document processing</a:t>
            </a:r>
          </a:p>
        </p:txBody>
      </p:sp>
      <p:sp>
        <p:nvSpPr>
          <p:cNvPr id="16" name="!!task.dev">
            <ns0:hlinkClick xmlns:ns0="http://schemas.openxmlformats.org/drawingml/2006/main" xmlns:ns1="http://schemas.openxmlformats.org/officeDocument/2006/relationships" ns1:id="rIdNavSlide25" action="ppaction://hlinksldjump" tooltip="Slide 25: Turning a business request into a working tool"/>
            <a:extLst xmlns:a="http://schemas.openxmlformats.org/drawingml/2006/main">
              <a:ext uri="{FF2B5EF4-FFF2-40B4-BE49-F238E27FC236}">
                <a16:creationId xmlns:a16="http://schemas.microsoft.com/office/drawing/2014/main" id="{E73B7B17-A999-4A07-B5D7-50689A1962DA}"/>
              </a:ext>
            </a:extLst>
          </p:cNvPr>
          <p:cNvSpPr>
            <a:spLocks xmlns:a="http://schemas.openxmlformats.org/drawingml/2006/main" noGrp="1"/>
          </p:cNvSpPr>
          <p:nvPr/>
        </p:nvSpPr>
        <p:spPr>
          <a:xfrm xmlns:a="http://schemas.openxmlformats.org/drawingml/2006/main">
            <a:off x="762000" y="6143625"/>
            <a:ext cx="2381250" cy="304800"/>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1">
                <a:solidFill>
                  <a:srgbClr val="005A9C"/>
                </a:solidFill>
                <a:latin typeface="Arial"/>
                <a:ea typeface="Arial"/>
                <a:cs typeface="Arial"/>
              </a:defRPr>
            </a:defPPr>
            <a:lvl1pPr algn="ctr">
              <a:defRPr sz="1650" b="1">
                <a:solidFill>
                  <a:srgbClr val="005A9C"/>
                </a:solidFill>
                <a:latin typeface="Arial"/>
                <a:ea typeface="Arial"/>
                <a:cs typeface="Arial"/>
              </a:defRPr>
            </a:lvl1pPr>
            <a:lvl2pPr algn="ctr">
              <a:defRPr sz="1650" b="1">
                <a:solidFill>
                  <a:srgbClr val="005A9C"/>
                </a:solidFill>
                <a:latin typeface="Arial"/>
                <a:ea typeface="Arial"/>
                <a:cs typeface="Arial"/>
              </a:defRPr>
            </a:lvl2pPr>
            <a:lvl3pPr algn="ctr">
              <a:defRPr sz="1650" b="1">
                <a:solidFill>
                  <a:srgbClr val="005A9C"/>
                </a:solidFill>
                <a:latin typeface="Arial"/>
                <a:ea typeface="Arial"/>
                <a:cs typeface="Arial"/>
              </a:defRPr>
            </a:lvl3pPr>
            <a:lvl4pPr algn="ctr">
              <a:defRPr sz="1650" b="1">
                <a:solidFill>
                  <a:srgbClr val="005A9C"/>
                </a:solidFill>
                <a:latin typeface="Arial"/>
                <a:ea typeface="Arial"/>
                <a:cs typeface="Arial"/>
              </a:defRPr>
            </a:lvl4pPr>
            <a:lvl5pPr algn="ctr">
              <a:defRPr sz="1650" b="1">
                <a:solidFill>
                  <a:srgbClr val="005A9C"/>
                </a:solidFill>
                <a:latin typeface="Arial"/>
                <a:ea typeface="Arial"/>
                <a:cs typeface="Arial"/>
              </a:defRPr>
            </a:lvl5pPr>
            <a:lvl6pPr algn="ctr">
              <a:defRPr sz="1650" b="1">
                <a:solidFill>
                  <a:srgbClr val="005A9C"/>
                </a:solidFill>
                <a:latin typeface="Arial"/>
                <a:ea typeface="Arial"/>
                <a:cs typeface="Arial"/>
              </a:defRPr>
            </a:lvl6pPr>
            <a:lvl7pPr algn="ctr">
              <a:defRPr sz="1650" b="1">
                <a:solidFill>
                  <a:srgbClr val="005A9C"/>
                </a:solidFill>
                <a:latin typeface="Arial"/>
                <a:ea typeface="Arial"/>
                <a:cs typeface="Arial"/>
              </a:defRPr>
            </a:lvl7pPr>
            <a:lvl8pPr algn="ctr">
              <a:defRPr sz="1650" b="1">
                <a:solidFill>
                  <a:srgbClr val="005A9C"/>
                </a:solidFill>
                <a:latin typeface="Arial"/>
                <a:ea typeface="Arial"/>
                <a:cs typeface="Arial"/>
              </a:defRPr>
            </a:lvl8pPr>
            <a:lvl9pPr algn="ctr">
              <a:defRPr sz="1650" b="1">
                <a:solidFill>
                  <a:srgbClr val="005A9C"/>
                </a:solidFill>
                <a:latin typeface="Arial"/>
                <a:ea typeface="Arial"/>
                <a:cs typeface="Arial"/>
              </a:defRPr>
            </a:lvl9pPr>
          </a:lstStyle>
          <a:p xmlns:a="http://schemas.openxmlformats.org/drawingml/2006/main">
            <a:pPr algn="ctr">
              <a:defRPr sz="1650" b="1">
                <a:solidFill>
                  <a:srgbClr val="005A9C"/>
                </a:solidFill>
                <a:latin typeface="Arial"/>
                <a:ea typeface="Arial"/>
                <a:cs typeface="Arial"/>
              </a:defRPr>
            </a:pPr>
            <a:r>
              <a:rPr sz="1650" b="1">
                <a:solidFill>
                  <a:srgbClr val="005A9C"/>
                </a:solidFill>
                <a:latin typeface="Arial"/>
                <a:ea typeface="Arial"/>
                <a:cs typeface="Arial"/>
              </a:rPr>
              <a:t>Tool development</a:t>
            </a:r>
          </a:p>
        </p:txBody>
      </p:sp>
      <p:sp>
        <p:nvSpPr>
          <p:cNvPr id="17" name="!!map.separator">
            <a:extLst xmlns:a="http://schemas.openxmlformats.org/drawingml/2006/main">
              <a:ext uri="{FF2B5EF4-FFF2-40B4-BE49-F238E27FC236}">
                <a16:creationId xmlns:a16="http://schemas.microsoft.com/office/drawing/2014/main" id="{8A6B9A94-C5B3-4C3E-82D9-73758B580D3D}"/>
              </a:ext>
            </a:extLst>
          </p:cNvPr>
          <p:cNvSpPr>
            <a:spLocks xmlns:a="http://schemas.openxmlformats.org/drawingml/2006/main" noGrp="1"/>
          </p:cNvSpPr>
          <p:nvPr/>
        </p:nvSpPr>
        <p:spPr>
          <a:xfrm xmlns:a="http://schemas.openxmlformats.org/drawingml/2006/main" flipH="0" flipV="0">
            <a:off x="3600450" y="1990725"/>
            <a:ext cx="953" cy="5076825"/>
          </a:xfrm>
          <a:prstGeom xmlns:a="http://schemas.openxmlformats.org/drawingml/2006/main" prst="line">
            <a:avLst/>
          </a:prstGeom>
          <a:noFill xmlns:a="http://schemas.openxmlformats.org/drawingml/2006/main"/>
          <a:ln xmlns:a="http://schemas.openxmlformats.org/drawingml/2006/main" w="9525">
            <a:solidFill>
              <a:srgbClr val="BCC6CF"/>
            </a:solidFill>
            <a:prstDash val="solid"/>
          </a:ln>
        </p:spPr>
      </p:sp>
      <p:sp>
        <p:nvSpPr>
          <p:cNvPr id="18" name="!!example">
            <a:extLst xmlns:a="http://schemas.openxmlformats.org/drawingml/2006/main">
              <a:ext uri="{FF2B5EF4-FFF2-40B4-BE49-F238E27FC236}">
                <a16:creationId xmlns:a16="http://schemas.microsoft.com/office/drawing/2014/main" id="{C6CB5DEE-E83A-448D-8948-71183A87B3DB}"/>
              </a:ext>
            </a:extLst>
          </p:cNvPr>
          <p:cNvSpPr>
            <a:spLocks xmlns:a="http://schemas.openxmlformats.org/drawingml/2006/main" noGrp="1"/>
          </p:cNvSpPr>
          <p:nvPr/>
        </p:nvSpPr>
        <p:spPr>
          <a:xfrm xmlns:a="http://schemas.openxmlformats.org/drawingml/2006/main">
            <a:off x="13906500" y="1238250"/>
            <a:ext cx="685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707C88"/>
                </a:solidFill>
                <a:latin typeface="Arial"/>
                <a:ea typeface="Arial"/>
                <a:cs typeface="Arial"/>
              </a:defRPr>
            </a:defPPr>
            <a:lvl1pPr algn="r">
              <a:defRPr sz="1350" b="0">
                <a:solidFill>
                  <a:srgbClr val="707C88"/>
                </a:solidFill>
                <a:latin typeface="Arial"/>
                <a:ea typeface="Arial"/>
                <a:cs typeface="Arial"/>
              </a:defRPr>
            </a:lvl1pPr>
            <a:lvl2pPr algn="r">
              <a:defRPr sz="1350" b="0">
                <a:solidFill>
                  <a:srgbClr val="707C88"/>
                </a:solidFill>
                <a:latin typeface="Arial"/>
                <a:ea typeface="Arial"/>
                <a:cs typeface="Arial"/>
              </a:defRPr>
            </a:lvl2pPr>
            <a:lvl3pPr algn="r">
              <a:defRPr sz="1350" b="0">
                <a:solidFill>
                  <a:srgbClr val="707C88"/>
                </a:solidFill>
                <a:latin typeface="Arial"/>
                <a:ea typeface="Arial"/>
                <a:cs typeface="Arial"/>
              </a:defRPr>
            </a:lvl3pPr>
            <a:lvl4pPr algn="r">
              <a:defRPr sz="1350" b="0">
                <a:solidFill>
                  <a:srgbClr val="707C88"/>
                </a:solidFill>
                <a:latin typeface="Arial"/>
                <a:ea typeface="Arial"/>
                <a:cs typeface="Arial"/>
              </a:defRPr>
            </a:lvl4pPr>
            <a:lvl5pPr algn="r">
              <a:defRPr sz="1350" b="0">
                <a:solidFill>
                  <a:srgbClr val="707C88"/>
                </a:solidFill>
                <a:latin typeface="Arial"/>
                <a:ea typeface="Arial"/>
                <a:cs typeface="Arial"/>
              </a:defRPr>
            </a:lvl5pPr>
            <a:lvl6pPr algn="r">
              <a:defRPr sz="1350" b="0">
                <a:solidFill>
                  <a:srgbClr val="707C88"/>
                </a:solidFill>
                <a:latin typeface="Arial"/>
                <a:ea typeface="Arial"/>
                <a:cs typeface="Arial"/>
              </a:defRPr>
            </a:lvl6pPr>
            <a:lvl7pPr algn="r">
              <a:defRPr sz="1350" b="0">
                <a:solidFill>
                  <a:srgbClr val="707C88"/>
                </a:solidFill>
                <a:latin typeface="Arial"/>
                <a:ea typeface="Arial"/>
                <a:cs typeface="Arial"/>
              </a:defRPr>
            </a:lvl7pPr>
            <a:lvl8pPr algn="r">
              <a:defRPr sz="1350" b="0">
                <a:solidFill>
                  <a:srgbClr val="707C88"/>
                </a:solidFill>
                <a:latin typeface="Arial"/>
                <a:ea typeface="Arial"/>
                <a:cs typeface="Arial"/>
              </a:defRPr>
            </a:lvl8pPr>
            <a:lvl9pPr algn="r">
              <a:defRPr sz="1350" b="0">
                <a:solidFill>
                  <a:srgbClr val="707C88"/>
                </a:solidFill>
                <a:latin typeface="Arial"/>
                <a:ea typeface="Arial"/>
                <a:cs typeface="Arial"/>
              </a:defRPr>
            </a:lvl9pPr>
          </a:lstStyle>
          <a:p xmlns:a="http://schemas.openxmlformats.org/drawingml/2006/main">
            <a:pPr algn="r">
              <a:defRPr sz="1350" b="0">
                <a:solidFill>
                  <a:srgbClr val="707C88"/>
                </a:solidFill>
                <a:latin typeface="Arial"/>
                <a:ea typeface="Arial"/>
                <a:cs typeface="Arial"/>
              </a:defRPr>
            </a:pPr>
            <a:r>
              <a:rPr sz="1350" b="0">
                <a:solidFill>
                  <a:srgbClr val="707C88"/>
                </a:solidFill>
                <a:latin typeface="Arial"/>
                <a:ea typeface="Arial"/>
                <a:cs typeface="Arial"/>
              </a:rPr>
              <a:t>Example</a:t>
            </a:r>
          </a:p>
        </p:txBody>
      </p:sp>
      <p:sp>
        <p:nvSpPr>
          <p:cNvPr id="19" name="!!nav.home">
            <ns0:hlinkClick xmlns:ns0="http://schemas.openxmlformats.org/drawingml/2006/main" xmlns:ns1="http://schemas.openxmlformats.org/officeDocument/2006/relationships" ns1:id="rIdNavSlide3" action="ppaction://hlinksldjump" tooltip="Slide 3: Seven workflows across the firm"/>
            <a:extLst xmlns:a="http://schemas.openxmlformats.org/drawingml/2006/main">
              <a:ext uri="{FF2B5EF4-FFF2-40B4-BE49-F238E27FC236}">
                <a16:creationId xmlns:a16="http://schemas.microsoft.com/office/drawing/2014/main" id="{4D56E532-3F65-41B5-ABC6-9C4A3159F815}"/>
              </a:ext>
            </a:extLst>
          </p:cNvPr>
          <p:cNvSpPr>
            <a:spLocks xmlns:a="http://schemas.openxmlformats.org/drawingml/2006/main" noGrp="1"/>
          </p:cNvSpPr>
          <p:nvPr/>
        </p:nvSpPr>
        <p:spPr>
          <a:xfrm xmlns:a="http://schemas.openxmlformats.org/drawingml/2006/main">
            <a:off x="647700" y="7496175"/>
            <a:ext cx="26098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BCC6CF"/>
            </a:solidFill>
            <a:prstDash val="solid"/>
          </a:ln>
        </p:spPr>
        <p:txBody>
          <a:bodyPr xmlns:a="http://schemas.openxmlformats.org/drawingml/2006/main" wrap="square" lIns="114300" tIns="0" rIns="114300" bIns="0" anchor="ctr">
            <a:noAutofit/>
          </a:bodyPr>
          <a:lstStyle xmlns:a="http://schemas.openxmlformats.org/drawingml/2006/main">
            <a:defPPr algn="ctr">
              <a:defRPr sz="1800" b="1">
                <a:solidFill>
                  <a:srgbClr val="005A9C"/>
                </a:solidFill>
                <a:latin typeface="Arial"/>
                <a:ea typeface="Arial"/>
                <a:cs typeface="Arial"/>
              </a:defRPr>
            </a:defPPr>
            <a:lvl1pPr algn="ctr">
              <a:defRPr sz="1800" b="1">
                <a:solidFill>
                  <a:srgbClr val="005A9C"/>
                </a:solidFill>
                <a:latin typeface="Arial"/>
                <a:ea typeface="Arial"/>
                <a:cs typeface="Arial"/>
              </a:defRPr>
            </a:lvl1pPr>
            <a:lvl2pPr algn="ctr">
              <a:defRPr sz="1800" b="1">
                <a:solidFill>
                  <a:srgbClr val="005A9C"/>
                </a:solidFill>
                <a:latin typeface="Arial"/>
                <a:ea typeface="Arial"/>
                <a:cs typeface="Arial"/>
              </a:defRPr>
            </a:lvl2pPr>
            <a:lvl3pPr algn="ctr">
              <a:defRPr sz="1800" b="1">
                <a:solidFill>
                  <a:srgbClr val="005A9C"/>
                </a:solidFill>
                <a:latin typeface="Arial"/>
                <a:ea typeface="Arial"/>
                <a:cs typeface="Arial"/>
              </a:defRPr>
            </a:lvl3pPr>
            <a:lvl4pPr algn="ctr">
              <a:defRPr sz="1800" b="1">
                <a:solidFill>
                  <a:srgbClr val="005A9C"/>
                </a:solidFill>
                <a:latin typeface="Arial"/>
                <a:ea typeface="Arial"/>
                <a:cs typeface="Arial"/>
              </a:defRPr>
            </a:lvl4pPr>
            <a:lvl5pPr algn="ctr">
              <a:defRPr sz="1800" b="1">
                <a:solidFill>
                  <a:srgbClr val="005A9C"/>
                </a:solidFill>
                <a:latin typeface="Arial"/>
                <a:ea typeface="Arial"/>
                <a:cs typeface="Arial"/>
              </a:defRPr>
            </a:lvl5pPr>
            <a:lvl6pPr algn="ctr">
              <a:defRPr sz="1800" b="1">
                <a:solidFill>
                  <a:srgbClr val="005A9C"/>
                </a:solidFill>
                <a:latin typeface="Arial"/>
                <a:ea typeface="Arial"/>
                <a:cs typeface="Arial"/>
              </a:defRPr>
            </a:lvl6pPr>
            <a:lvl7pPr algn="ctr">
              <a:defRPr sz="1800" b="1">
                <a:solidFill>
                  <a:srgbClr val="005A9C"/>
                </a:solidFill>
                <a:latin typeface="Arial"/>
                <a:ea typeface="Arial"/>
                <a:cs typeface="Arial"/>
              </a:defRPr>
            </a:lvl7pPr>
            <a:lvl8pPr algn="ctr">
              <a:defRPr sz="1800" b="1">
                <a:solidFill>
                  <a:srgbClr val="005A9C"/>
                </a:solidFill>
                <a:latin typeface="Arial"/>
                <a:ea typeface="Arial"/>
                <a:cs typeface="Arial"/>
              </a:defRPr>
            </a:lvl8pPr>
            <a:lvl9pPr algn="ctr">
              <a:defRPr sz="1800" b="1">
                <a:solidFill>
                  <a:srgbClr val="005A9C"/>
                </a:solidFill>
                <a:latin typeface="Arial"/>
                <a:ea typeface="Arial"/>
                <a:cs typeface="Arial"/>
              </a:defRPr>
            </a:lvl9pPr>
          </a:lstStyle>
          <a:p xmlns:a="http://schemas.openxmlformats.org/drawingml/2006/main">
            <a:pPr algn="ctr">
              <a:defRPr sz="1800" b="1">
                <a:solidFill>
                  <a:srgbClr val="005A9C"/>
                </a:solidFill>
                <a:latin typeface="Arial"/>
                <a:ea typeface="Arial"/>
                <a:cs typeface="Arial"/>
              </a:defRPr>
            </a:pPr>
            <a:r>
              <a:rPr sz="1800" b="1">
                <a:solidFill>
                  <a:srgbClr val="005A9C"/>
                </a:solidFill>
                <a:latin typeface="Arial"/>
                <a:ea typeface="Arial"/>
                <a:cs typeface="Arial"/>
              </a:rPr>
              <a:t>Firm overview</a:t>
            </a:r>
          </a:p>
        </p:txBody>
      </p:sp>
      <p:sp>
        <p:nvSpPr>
          <p:cNvPr id="20" name="!!page">
            <a:extLst xmlns:a="http://schemas.openxmlformats.org/drawingml/2006/main">
              <a:ext uri="{FF2B5EF4-FFF2-40B4-BE49-F238E27FC236}">
                <a16:creationId xmlns:a16="http://schemas.microsoft.com/office/drawing/2014/main" id="{EFBE4467-9917-40C6-A817-4C3C7BCD8407}"/>
              </a:ext>
            </a:extLst>
          </p:cNvPr>
          <p:cNvSpPr>
            <a:spLocks xmlns:a="http://schemas.openxmlformats.org/drawingml/2006/main" noGrp="1"/>
          </p:cNvSpPr>
          <p:nvPr/>
        </p:nvSpPr>
        <p:spPr>
          <a:xfrm xmlns:a="http://schemas.openxmlformats.org/drawingml/2006/main">
            <a:off x="11144250" y="7591425"/>
            <a:ext cx="904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650" b="0">
                <a:solidFill>
                  <a:srgbClr val="707C88"/>
                </a:solidFill>
                <a:latin typeface="Arial"/>
                <a:ea typeface="Arial"/>
                <a:cs typeface="Arial"/>
              </a:defRPr>
            </a:defPPr>
            <a:lvl1pPr algn="r">
              <a:defRPr sz="1650" b="0">
                <a:solidFill>
                  <a:srgbClr val="707C88"/>
                </a:solidFill>
                <a:latin typeface="Arial"/>
                <a:ea typeface="Arial"/>
                <a:cs typeface="Arial"/>
              </a:defRPr>
            </a:lvl1pPr>
            <a:lvl2pPr algn="r">
              <a:defRPr sz="1650" b="0">
                <a:solidFill>
                  <a:srgbClr val="707C88"/>
                </a:solidFill>
                <a:latin typeface="Arial"/>
                <a:ea typeface="Arial"/>
                <a:cs typeface="Arial"/>
              </a:defRPr>
            </a:lvl2pPr>
            <a:lvl3pPr algn="r">
              <a:defRPr sz="1650" b="0">
                <a:solidFill>
                  <a:srgbClr val="707C88"/>
                </a:solidFill>
                <a:latin typeface="Arial"/>
                <a:ea typeface="Arial"/>
                <a:cs typeface="Arial"/>
              </a:defRPr>
            </a:lvl3pPr>
            <a:lvl4pPr algn="r">
              <a:defRPr sz="1650" b="0">
                <a:solidFill>
                  <a:srgbClr val="707C88"/>
                </a:solidFill>
                <a:latin typeface="Arial"/>
                <a:ea typeface="Arial"/>
                <a:cs typeface="Arial"/>
              </a:defRPr>
            </a:lvl4pPr>
            <a:lvl5pPr algn="r">
              <a:defRPr sz="1650" b="0">
                <a:solidFill>
                  <a:srgbClr val="707C88"/>
                </a:solidFill>
                <a:latin typeface="Arial"/>
                <a:ea typeface="Arial"/>
                <a:cs typeface="Arial"/>
              </a:defRPr>
            </a:lvl5pPr>
            <a:lvl6pPr algn="r">
              <a:defRPr sz="1650" b="0">
                <a:solidFill>
                  <a:srgbClr val="707C88"/>
                </a:solidFill>
                <a:latin typeface="Arial"/>
                <a:ea typeface="Arial"/>
                <a:cs typeface="Arial"/>
              </a:defRPr>
            </a:lvl6pPr>
            <a:lvl7pPr algn="r">
              <a:defRPr sz="1650" b="0">
                <a:solidFill>
                  <a:srgbClr val="707C88"/>
                </a:solidFill>
                <a:latin typeface="Arial"/>
                <a:ea typeface="Arial"/>
                <a:cs typeface="Arial"/>
              </a:defRPr>
            </a:lvl7pPr>
            <a:lvl8pPr algn="r">
              <a:defRPr sz="1650" b="0">
                <a:solidFill>
                  <a:srgbClr val="707C88"/>
                </a:solidFill>
                <a:latin typeface="Arial"/>
                <a:ea typeface="Arial"/>
                <a:cs typeface="Arial"/>
              </a:defRPr>
            </a:lvl8pPr>
            <a:lvl9pPr algn="r">
              <a:defRPr sz="1650" b="0">
                <a:solidFill>
                  <a:srgbClr val="707C88"/>
                </a:solidFill>
                <a:latin typeface="Arial"/>
                <a:ea typeface="Arial"/>
                <a:cs typeface="Arial"/>
              </a:defRPr>
            </a:lvl9pPr>
          </a:lstStyle>
          <a:p xmlns:a="http://schemas.openxmlformats.org/drawingml/2006/main">
            <a:pPr algn="r">
              <a:defRPr sz="1650" b="0">
                <a:solidFill>
                  <a:srgbClr val="707C88"/>
                </a:solidFill>
                <a:latin typeface="Arial"/>
                <a:ea typeface="Arial"/>
                <a:cs typeface="Arial"/>
              </a:defRPr>
            </a:pPr>
            <a:r>
              <a:rPr sz="1650" b="0">
                <a:solidFill>
                  <a:srgbClr val="707C88"/>
                </a:solidFill>
                <a:latin typeface="Arial"/>
                <a:ea typeface="Arial"/>
                <a:cs typeface="Arial"/>
              </a:rPr>
              <a:t>27 / 33</a:t>
            </a:r>
          </a:p>
        </p:txBody>
      </p:sp>
      <p:sp>
        <p:nvSpPr>
          <p:cNvPr id="21" name="!!nav.prev">
            <ns0:hlinkClick xmlns:ns0="http://schemas.openxmlformats.org/drawingml/2006/main" xmlns:ns1="http://schemas.openxmlformats.org/officeDocument/2006/relationships" ns1:id="rIdNavSlide26" action="ppaction://hlinksldjump" tooltip="Slide 26: E Fund and Invesco Great Wall: development support"/>
            <a:extLst xmlns:a="http://schemas.openxmlformats.org/drawingml/2006/main">
              <a:ext uri="{FF2B5EF4-FFF2-40B4-BE49-F238E27FC236}">
                <a16:creationId xmlns:a16="http://schemas.microsoft.com/office/drawing/2014/main" id="{F1475250-8F1F-4D8B-AF08-9F87944FB217}"/>
              </a:ext>
            </a:extLst>
          </p:cNvPr>
          <p:cNvSpPr>
            <a:spLocks xmlns:a="http://schemas.openxmlformats.org/drawingml/2006/main" noGrp="1"/>
          </p:cNvSpPr>
          <p:nvPr/>
        </p:nvSpPr>
        <p:spPr>
          <a:xfrm xmlns:a="http://schemas.openxmlformats.org/drawingml/2006/main">
            <a:off x="12287250" y="7496175"/>
            <a:ext cx="1047750" cy="4572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725" b="1">
                <a:solidFill>
                  <a:srgbClr val="005A9C"/>
                </a:solidFill>
                <a:latin typeface="Arial"/>
                <a:ea typeface="Arial"/>
                <a:cs typeface="Arial"/>
              </a:defRPr>
            </a:defPPr>
            <a:lvl1pPr algn="ctr">
              <a:defRPr sz="1725" b="1">
                <a:solidFill>
                  <a:srgbClr val="005A9C"/>
                </a:solidFill>
                <a:latin typeface="Arial"/>
                <a:ea typeface="Arial"/>
                <a:cs typeface="Arial"/>
              </a:defRPr>
            </a:lvl1pPr>
            <a:lvl2pPr algn="ctr">
              <a:defRPr sz="1725" b="1">
                <a:solidFill>
                  <a:srgbClr val="005A9C"/>
                </a:solidFill>
                <a:latin typeface="Arial"/>
                <a:ea typeface="Arial"/>
                <a:cs typeface="Arial"/>
              </a:defRPr>
            </a:lvl2pPr>
            <a:lvl3pPr algn="ctr">
              <a:defRPr sz="1725" b="1">
                <a:solidFill>
                  <a:srgbClr val="005A9C"/>
                </a:solidFill>
                <a:latin typeface="Arial"/>
                <a:ea typeface="Arial"/>
                <a:cs typeface="Arial"/>
              </a:defRPr>
            </a:lvl3pPr>
            <a:lvl4pPr algn="ctr">
              <a:defRPr sz="1725" b="1">
                <a:solidFill>
                  <a:srgbClr val="005A9C"/>
                </a:solidFill>
                <a:latin typeface="Arial"/>
                <a:ea typeface="Arial"/>
                <a:cs typeface="Arial"/>
              </a:defRPr>
            </a:lvl4pPr>
            <a:lvl5pPr algn="ctr">
              <a:defRPr sz="1725" b="1">
                <a:solidFill>
                  <a:srgbClr val="005A9C"/>
                </a:solidFill>
                <a:latin typeface="Arial"/>
                <a:ea typeface="Arial"/>
                <a:cs typeface="Arial"/>
              </a:defRPr>
            </a:lvl5pPr>
            <a:lvl6pPr algn="ctr">
              <a:defRPr sz="1725" b="1">
                <a:solidFill>
                  <a:srgbClr val="005A9C"/>
                </a:solidFill>
                <a:latin typeface="Arial"/>
                <a:ea typeface="Arial"/>
                <a:cs typeface="Arial"/>
              </a:defRPr>
            </a:lvl6pPr>
            <a:lvl7pPr algn="ctr">
              <a:defRPr sz="1725" b="1">
                <a:solidFill>
                  <a:srgbClr val="005A9C"/>
                </a:solidFill>
                <a:latin typeface="Arial"/>
                <a:ea typeface="Arial"/>
                <a:cs typeface="Arial"/>
              </a:defRPr>
            </a:lvl7pPr>
            <a:lvl8pPr algn="ctr">
              <a:defRPr sz="1725" b="1">
                <a:solidFill>
                  <a:srgbClr val="005A9C"/>
                </a:solidFill>
                <a:latin typeface="Arial"/>
                <a:ea typeface="Arial"/>
                <a:cs typeface="Arial"/>
              </a:defRPr>
            </a:lvl8pPr>
            <a:lvl9pPr algn="ctr">
              <a:defRPr sz="1725" b="1">
                <a:solidFill>
                  <a:srgbClr val="005A9C"/>
                </a:solidFill>
                <a:latin typeface="Arial"/>
                <a:ea typeface="Arial"/>
                <a:cs typeface="Arial"/>
              </a:defRPr>
            </a:lvl9pPr>
          </a:lstStyle>
          <a:p xmlns:a="http://schemas.openxmlformats.org/drawingml/2006/main">
            <a:pPr algn="ctr">
              <a:defRPr sz="1725" b="1">
                <a:solidFill>
                  <a:srgbClr val="005A9C"/>
                </a:solidFill>
                <a:latin typeface="Arial"/>
                <a:ea typeface="Arial"/>
                <a:cs typeface="Arial"/>
              </a:defRPr>
            </a:pPr>
            <a:r>
              <a:rPr sz="1725" b="1">
                <a:solidFill>
                  <a:srgbClr val="005A9C"/>
                </a:solidFill>
                <a:latin typeface="Arial"/>
                <a:ea typeface="Arial"/>
                <a:cs typeface="Arial"/>
              </a:rPr>
              <a:t>Back</a:t>
            </a:r>
          </a:p>
        </p:txBody>
      </p:sp>
      <p:sp>
        <p:nvSpPr>
          <p:cNvPr id="22" name="!!nav.next">
            <ns0:hlinkClick xmlns:ns0="http://schemas.openxmlformats.org/drawingml/2006/main" xmlns:ns1="http://schemas.openxmlformats.org/officeDocument/2006/relationships" ns1:id="rIdNavSlide28" action="ppaction://hlinksldjump" tooltip="Slide 28: Other back-office applications"/>
            <a:extLst xmlns:a="http://schemas.openxmlformats.org/drawingml/2006/main">
              <a:ext uri="{FF2B5EF4-FFF2-40B4-BE49-F238E27FC236}">
                <a16:creationId xmlns:a16="http://schemas.microsoft.com/office/drawing/2014/main" id="{9DC195F1-E3E7-4E37-8F7A-B15D9AA3789D}"/>
              </a:ext>
            </a:extLst>
          </p:cNvPr>
          <p:cNvSpPr>
            <a:spLocks xmlns:a="http://schemas.openxmlformats.org/drawingml/2006/main" noGrp="1"/>
          </p:cNvSpPr>
          <p:nvPr/>
        </p:nvSpPr>
        <p:spPr>
          <a:xfrm xmlns:a="http://schemas.openxmlformats.org/drawingml/2006/main">
            <a:off x="13506450" y="7496175"/>
            <a:ext cx="1085850" cy="45720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725" b="1">
                <a:solidFill>
                  <a:srgbClr val="FFFFFF"/>
                </a:solidFill>
                <a:latin typeface="Arial"/>
                <a:ea typeface="Arial"/>
                <a:cs typeface="Arial"/>
              </a:defRPr>
            </a:defPPr>
            <a:lvl1pPr algn="ctr">
              <a:defRPr sz="1725" b="1">
                <a:solidFill>
                  <a:srgbClr val="FFFFFF"/>
                </a:solidFill>
                <a:latin typeface="Arial"/>
                <a:ea typeface="Arial"/>
                <a:cs typeface="Arial"/>
              </a:defRPr>
            </a:lvl1pPr>
            <a:lvl2pPr algn="ctr">
              <a:defRPr sz="1725" b="1">
                <a:solidFill>
                  <a:srgbClr val="FFFFFF"/>
                </a:solidFill>
                <a:latin typeface="Arial"/>
                <a:ea typeface="Arial"/>
                <a:cs typeface="Arial"/>
              </a:defRPr>
            </a:lvl2pPr>
            <a:lvl3pPr algn="ctr">
              <a:defRPr sz="1725" b="1">
                <a:solidFill>
                  <a:srgbClr val="FFFFFF"/>
                </a:solidFill>
                <a:latin typeface="Arial"/>
                <a:ea typeface="Arial"/>
                <a:cs typeface="Arial"/>
              </a:defRPr>
            </a:lvl3pPr>
            <a:lvl4pPr algn="ctr">
              <a:defRPr sz="1725" b="1">
                <a:solidFill>
                  <a:srgbClr val="FFFFFF"/>
                </a:solidFill>
                <a:latin typeface="Arial"/>
                <a:ea typeface="Arial"/>
                <a:cs typeface="Arial"/>
              </a:defRPr>
            </a:lvl4pPr>
            <a:lvl5pPr algn="ctr">
              <a:defRPr sz="1725" b="1">
                <a:solidFill>
                  <a:srgbClr val="FFFFFF"/>
                </a:solidFill>
                <a:latin typeface="Arial"/>
                <a:ea typeface="Arial"/>
                <a:cs typeface="Arial"/>
              </a:defRPr>
            </a:lvl5pPr>
            <a:lvl6pPr algn="ctr">
              <a:defRPr sz="1725" b="1">
                <a:solidFill>
                  <a:srgbClr val="FFFFFF"/>
                </a:solidFill>
                <a:latin typeface="Arial"/>
                <a:ea typeface="Arial"/>
                <a:cs typeface="Arial"/>
              </a:defRPr>
            </a:lvl6pPr>
            <a:lvl7pPr algn="ctr">
              <a:defRPr sz="1725" b="1">
                <a:solidFill>
                  <a:srgbClr val="FFFFFF"/>
                </a:solidFill>
                <a:latin typeface="Arial"/>
                <a:ea typeface="Arial"/>
                <a:cs typeface="Arial"/>
              </a:defRPr>
            </a:lvl7pPr>
            <a:lvl8pPr algn="ctr">
              <a:defRPr sz="1725" b="1">
                <a:solidFill>
                  <a:srgbClr val="FFFFFF"/>
                </a:solidFill>
                <a:latin typeface="Arial"/>
                <a:ea typeface="Arial"/>
                <a:cs typeface="Arial"/>
              </a:defRPr>
            </a:lvl8pPr>
            <a:lvl9pPr algn="ctr">
              <a:defRPr sz="1725" b="1">
                <a:solidFill>
                  <a:srgbClr val="FFFFFF"/>
                </a:solidFill>
                <a:latin typeface="Arial"/>
                <a:ea typeface="Arial"/>
                <a:cs typeface="Arial"/>
              </a:defRPr>
            </a:lvl9pPr>
          </a:lstStyle>
          <a:p xmlns:a="http://schemas.openxmlformats.org/drawingml/2006/main">
            <a:pPr algn="ctr">
              <a:defRPr sz="1725" b="1">
                <a:solidFill>
                  <a:srgbClr val="FFFFFF"/>
                </a:solidFill>
                <a:latin typeface="Arial"/>
                <a:ea typeface="Arial"/>
                <a:cs typeface="Arial"/>
              </a:defRPr>
            </a:pPr>
            <a:r>
              <a:rPr sz="1725" b="1">
                <a:solidFill>
                  <a:srgbClr val="FFFFFF"/>
                </a:solidFill>
                <a:latin typeface="Arial"/>
                <a:ea typeface="Arial"/>
                <a:cs typeface="Arial"/>
              </a:rPr>
              <a:t>Next</a:t>
            </a:r>
          </a:p>
        </p:txBody>
      </p:sp>
      <p:sp>
        <p:nvSpPr>
          <p:cNvPr id="23" name="!!footer.rule">
            <a:extLst xmlns:a="http://schemas.openxmlformats.org/drawingml/2006/main">
              <a:ext uri="{FF2B5EF4-FFF2-40B4-BE49-F238E27FC236}">
                <a16:creationId xmlns:a16="http://schemas.microsoft.com/office/drawing/2014/main" id="{11DB9395-67C5-4C1D-893C-76F41FDF923C}"/>
              </a:ext>
            </a:extLst>
          </p:cNvPr>
          <p:cNvSpPr>
            <a:spLocks xmlns:a="http://schemas.openxmlformats.org/drawingml/2006/main" noGrp="1"/>
          </p:cNvSpPr>
          <p:nvPr/>
        </p:nvSpPr>
        <p:spPr>
          <a:xfrm xmlns:a="http://schemas.openxmlformats.org/drawingml/2006/main" flipH="0" flipV="0">
            <a:off x="647700" y="8134350"/>
            <a:ext cx="13944600" cy="953"/>
          </a:xfrm>
          <a:prstGeom xmlns:a="http://schemas.openxmlformats.org/drawingml/2006/main" prst="line">
            <a:avLst/>
          </a:prstGeom>
          <a:noFill xmlns:a="http://schemas.openxmlformats.org/drawingml/2006/main"/>
          <a:ln xmlns:a="http://schemas.openxmlformats.org/drawingml/2006/main" w="9525">
            <a:solidFill>
              <a:srgbClr val="BCC6CF"/>
            </a:solidFill>
            <a:prstDash val="solid"/>
          </a:ln>
        </p:spPr>
      </p:sp>
      <p:sp>
        <p:nvSpPr>
          <p:cNvPr id="24" name="!!source">
            <a:extLst xmlns:a="http://schemas.openxmlformats.org/drawingml/2006/main">
              <a:ext uri="{FF2B5EF4-FFF2-40B4-BE49-F238E27FC236}">
                <a16:creationId xmlns:a16="http://schemas.microsoft.com/office/drawing/2014/main" id="{566B4EE0-D49D-4217-AA3A-B30D0AD91A96}"/>
              </a:ext>
            </a:extLst>
          </p:cNvPr>
          <p:cNvSpPr>
            <a:spLocks xmlns:a="http://schemas.openxmlformats.org/drawingml/2006/main" noGrp="1"/>
          </p:cNvSpPr>
          <p:nvPr/>
        </p:nvSpPr>
        <p:spPr>
          <a:xfrm xmlns:a="http://schemas.openxmlformats.org/drawingml/2006/main">
            <a:off x="647700" y="8267700"/>
            <a:ext cx="13944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707C88"/>
                </a:solidFill>
                <a:latin typeface="Arial"/>
                <a:ea typeface="Arial"/>
                <a:cs typeface="Arial"/>
              </a:defRPr>
            </a:defPPr>
            <a:lvl1pPr algn="l">
              <a:defRPr sz="1050" b="0">
                <a:solidFill>
                  <a:srgbClr val="707C88"/>
                </a:solidFill>
                <a:latin typeface="Arial"/>
                <a:ea typeface="Arial"/>
                <a:cs typeface="Arial"/>
              </a:defRPr>
            </a:lvl1pPr>
            <a:lvl2pPr algn="l">
              <a:defRPr sz="1050" b="0">
                <a:solidFill>
                  <a:srgbClr val="707C88"/>
                </a:solidFill>
                <a:latin typeface="Arial"/>
                <a:ea typeface="Arial"/>
                <a:cs typeface="Arial"/>
              </a:defRPr>
            </a:lvl2pPr>
            <a:lvl3pPr algn="l">
              <a:defRPr sz="1050" b="0">
                <a:solidFill>
                  <a:srgbClr val="707C88"/>
                </a:solidFill>
                <a:latin typeface="Arial"/>
                <a:ea typeface="Arial"/>
                <a:cs typeface="Arial"/>
              </a:defRPr>
            </a:lvl3pPr>
            <a:lvl4pPr algn="l">
              <a:defRPr sz="1050" b="0">
                <a:solidFill>
                  <a:srgbClr val="707C88"/>
                </a:solidFill>
                <a:latin typeface="Arial"/>
                <a:ea typeface="Arial"/>
                <a:cs typeface="Arial"/>
              </a:defRPr>
            </a:lvl4pPr>
            <a:lvl5pPr algn="l">
              <a:defRPr sz="1050" b="0">
                <a:solidFill>
                  <a:srgbClr val="707C88"/>
                </a:solidFill>
                <a:latin typeface="Arial"/>
                <a:ea typeface="Arial"/>
                <a:cs typeface="Arial"/>
              </a:defRPr>
            </a:lvl5pPr>
            <a:lvl6pPr algn="l">
              <a:defRPr sz="1050" b="0">
                <a:solidFill>
                  <a:srgbClr val="707C88"/>
                </a:solidFill>
                <a:latin typeface="Arial"/>
                <a:ea typeface="Arial"/>
                <a:cs typeface="Arial"/>
              </a:defRPr>
            </a:lvl6pPr>
            <a:lvl7pPr algn="l">
              <a:defRPr sz="1050" b="0">
                <a:solidFill>
                  <a:srgbClr val="707C88"/>
                </a:solidFill>
                <a:latin typeface="Arial"/>
                <a:ea typeface="Arial"/>
                <a:cs typeface="Arial"/>
              </a:defRPr>
            </a:lvl7pPr>
            <a:lvl8pPr algn="l">
              <a:defRPr sz="1050" b="0">
                <a:solidFill>
                  <a:srgbClr val="707C88"/>
                </a:solidFill>
                <a:latin typeface="Arial"/>
                <a:ea typeface="Arial"/>
                <a:cs typeface="Arial"/>
              </a:defRPr>
            </a:lvl8pPr>
            <a:lvl9pPr algn="l">
              <a:defRPr sz="1050" b="0">
                <a:solidFill>
                  <a:srgbClr val="707C88"/>
                </a:solidFill>
                <a:latin typeface="Arial"/>
                <a:ea typeface="Arial"/>
                <a:cs typeface="Arial"/>
              </a:defRPr>
            </a:lvl9pPr>
          </a:lstStyle>
          <a:p xmlns:a="http://schemas.openxmlformats.org/drawingml/2006/main">
            <a:pPr algn="l">
              <a:defRPr sz="1050" b="0">
                <a:solidFill>
                  <a:srgbClr val="707C88"/>
                </a:solidFill>
                <a:latin typeface="Arial"/>
                <a:ea typeface="Arial"/>
                <a:cs typeface="Arial"/>
              </a:defRPr>
            </a:pPr>
            <a:r>
              <a:rPr sz="1050" b="0">
                <a:solidFill>
                  <a:srgbClr val="707C88"/>
                </a:solidFill>
                <a:latin typeface="Arial"/>
                <a:ea typeface="Arial"/>
                <a:cs typeface="Arial"/>
              </a:rPr>
              <a:t>Sources: E Fund; Invesco Great Wall</a:t>
            </a:r>
          </a:p>
        </p:txBody>
      </p:sp>
      <p:sp>
        <p:nvSpPr>
          <p:cNvPr id="25" name="!!dev.request">
            <a:extLst xmlns:a="http://schemas.openxmlformats.org/drawingml/2006/main">
              <a:ext uri="{FF2B5EF4-FFF2-40B4-BE49-F238E27FC236}">
                <a16:creationId xmlns:a16="http://schemas.microsoft.com/office/drawing/2014/main" id="{9EBEAE89-CF3C-46BB-B837-DB0FF5A0D4D2}"/>
              </a:ext>
            </a:extLst>
          </p:cNvPr>
          <p:cNvSpPr>
            <a:spLocks xmlns:a="http://schemas.openxmlformats.org/drawingml/2006/main" noGrp="1"/>
          </p:cNvSpPr>
          <p:nvPr/>
        </p:nvSpPr>
        <p:spPr>
          <a:xfrm xmlns:a="http://schemas.openxmlformats.org/drawingml/2006/main">
            <a:off x="4057650" y="2047875"/>
            <a:ext cx="10534650" cy="64770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175" b="1">
                <a:solidFill>
                  <a:srgbClr val="20262C"/>
                </a:solidFill>
                <a:latin typeface="Arial"/>
                <a:ea typeface="Arial"/>
                <a:cs typeface="Arial"/>
              </a:defRPr>
            </a:defPPr>
            <a:lvl1pPr algn="ctr">
              <a:defRPr sz="2175" b="1">
                <a:solidFill>
                  <a:srgbClr val="20262C"/>
                </a:solidFill>
                <a:latin typeface="Arial"/>
                <a:ea typeface="Arial"/>
                <a:cs typeface="Arial"/>
              </a:defRPr>
            </a:lvl1pPr>
            <a:lvl2pPr algn="ctr">
              <a:defRPr sz="2175" b="1">
                <a:solidFill>
                  <a:srgbClr val="20262C"/>
                </a:solidFill>
                <a:latin typeface="Arial"/>
                <a:ea typeface="Arial"/>
                <a:cs typeface="Arial"/>
              </a:defRPr>
            </a:lvl2pPr>
            <a:lvl3pPr algn="ctr">
              <a:defRPr sz="2175" b="1">
                <a:solidFill>
                  <a:srgbClr val="20262C"/>
                </a:solidFill>
                <a:latin typeface="Arial"/>
                <a:ea typeface="Arial"/>
                <a:cs typeface="Arial"/>
              </a:defRPr>
            </a:lvl3pPr>
            <a:lvl4pPr algn="ctr">
              <a:defRPr sz="2175" b="1">
                <a:solidFill>
                  <a:srgbClr val="20262C"/>
                </a:solidFill>
                <a:latin typeface="Arial"/>
                <a:ea typeface="Arial"/>
                <a:cs typeface="Arial"/>
              </a:defRPr>
            </a:lvl4pPr>
            <a:lvl5pPr algn="ctr">
              <a:defRPr sz="2175" b="1">
                <a:solidFill>
                  <a:srgbClr val="20262C"/>
                </a:solidFill>
                <a:latin typeface="Arial"/>
                <a:ea typeface="Arial"/>
                <a:cs typeface="Arial"/>
              </a:defRPr>
            </a:lvl5pPr>
            <a:lvl6pPr algn="ctr">
              <a:defRPr sz="2175" b="1">
                <a:solidFill>
                  <a:srgbClr val="20262C"/>
                </a:solidFill>
                <a:latin typeface="Arial"/>
                <a:ea typeface="Arial"/>
                <a:cs typeface="Arial"/>
              </a:defRPr>
            </a:lvl6pPr>
            <a:lvl7pPr algn="ctr">
              <a:defRPr sz="2175" b="1">
                <a:solidFill>
                  <a:srgbClr val="20262C"/>
                </a:solidFill>
                <a:latin typeface="Arial"/>
                <a:ea typeface="Arial"/>
                <a:cs typeface="Arial"/>
              </a:defRPr>
            </a:lvl7pPr>
            <a:lvl8pPr algn="ctr">
              <a:defRPr sz="2175" b="1">
                <a:solidFill>
                  <a:srgbClr val="20262C"/>
                </a:solidFill>
                <a:latin typeface="Arial"/>
                <a:ea typeface="Arial"/>
                <a:cs typeface="Arial"/>
              </a:defRPr>
            </a:lvl8pPr>
            <a:lvl9pPr algn="ctr">
              <a:defRPr sz="2175" b="1">
                <a:solidFill>
                  <a:srgbClr val="20262C"/>
                </a:solidFill>
                <a:latin typeface="Arial"/>
                <a:ea typeface="Arial"/>
                <a:cs typeface="Arial"/>
              </a:defRPr>
            </a:lvl9pPr>
          </a:lstStyle>
          <a:p xmlns:a="http://schemas.openxmlformats.org/drawingml/2006/main">
            <a:pPr algn="ctr">
              <a:defRPr sz="2175" b="1">
                <a:solidFill>
                  <a:srgbClr val="20262C"/>
                </a:solidFill>
                <a:latin typeface="Arial"/>
                <a:ea typeface="Arial"/>
                <a:cs typeface="Arial"/>
              </a:defRPr>
            </a:pPr>
            <a:r>
              <a:rPr sz="2175" b="1">
                <a:solidFill>
                  <a:srgbClr val="20262C"/>
                </a:solidFill>
                <a:latin typeface="Arial"/>
                <a:ea typeface="Arial"/>
                <a:cs typeface="Arial"/>
              </a:rPr>
              <a:t>Requirement: compare two reports, ignore repeated headers and flag changes to the body text</a:t>
            </a:r>
          </a:p>
        </p:txBody>
      </p:sp>
      <p:sp>
        <p:nvSpPr>
          <p:cNvPr id="26" name="!!dev.samples">
            <a:extLst xmlns:a="http://schemas.openxmlformats.org/drawingml/2006/main">
              <a:ext uri="{FF2B5EF4-FFF2-40B4-BE49-F238E27FC236}">
                <a16:creationId xmlns:a16="http://schemas.microsoft.com/office/drawing/2014/main" id="{840FF193-FB0E-491C-9A9E-C02871436781}"/>
              </a:ext>
            </a:extLst>
          </p:cNvPr>
          <p:cNvSpPr>
            <a:spLocks xmlns:a="http://schemas.openxmlformats.org/drawingml/2006/main" noGrp="1"/>
          </p:cNvSpPr>
          <p:nvPr/>
        </p:nvSpPr>
        <p:spPr>
          <a:xfrm xmlns:a="http://schemas.openxmlformats.org/drawingml/2006/main">
            <a:off x="4057650" y="3190875"/>
            <a:ext cx="3219450" cy="142875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27" name="!!dev.samples.role">
            <a:extLst xmlns:a="http://schemas.openxmlformats.org/drawingml/2006/main">
              <a:ext uri="{FF2B5EF4-FFF2-40B4-BE49-F238E27FC236}">
                <a16:creationId xmlns:a16="http://schemas.microsoft.com/office/drawing/2014/main" id="{9AD57B1B-BA05-49FB-ADA4-93BCACA5DF15}"/>
              </a:ext>
            </a:extLst>
          </p:cNvPr>
          <p:cNvSpPr>
            <a:spLocks xmlns:a="http://schemas.openxmlformats.org/drawingml/2006/main" noGrp="1"/>
          </p:cNvSpPr>
          <p:nvPr/>
        </p:nvSpPr>
        <p:spPr>
          <a:xfrm xmlns:a="http://schemas.openxmlformats.org/drawingml/2006/main">
            <a:off x="4248150" y="3333750"/>
            <a:ext cx="28384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62C"/>
                </a:solidFill>
                <a:latin typeface="Arial"/>
                <a:ea typeface="Arial"/>
                <a:cs typeface="Arial"/>
              </a:defRPr>
            </a:defPPr>
            <a:lvl1pPr algn="l">
              <a:defRPr sz="1800" b="1">
                <a:solidFill>
                  <a:srgbClr val="20262C"/>
                </a:solidFill>
                <a:latin typeface="Arial"/>
                <a:ea typeface="Arial"/>
                <a:cs typeface="Arial"/>
              </a:defRPr>
            </a:lvl1pPr>
            <a:lvl2pPr algn="l">
              <a:defRPr sz="1800" b="1">
                <a:solidFill>
                  <a:srgbClr val="20262C"/>
                </a:solidFill>
                <a:latin typeface="Arial"/>
                <a:ea typeface="Arial"/>
                <a:cs typeface="Arial"/>
              </a:defRPr>
            </a:lvl2pPr>
            <a:lvl3pPr algn="l">
              <a:defRPr sz="1800" b="1">
                <a:solidFill>
                  <a:srgbClr val="20262C"/>
                </a:solidFill>
                <a:latin typeface="Arial"/>
                <a:ea typeface="Arial"/>
                <a:cs typeface="Arial"/>
              </a:defRPr>
            </a:lvl3pPr>
            <a:lvl4pPr algn="l">
              <a:defRPr sz="1800" b="1">
                <a:solidFill>
                  <a:srgbClr val="20262C"/>
                </a:solidFill>
                <a:latin typeface="Arial"/>
                <a:ea typeface="Arial"/>
                <a:cs typeface="Arial"/>
              </a:defRPr>
            </a:lvl4pPr>
            <a:lvl5pPr algn="l">
              <a:defRPr sz="1800" b="1">
                <a:solidFill>
                  <a:srgbClr val="20262C"/>
                </a:solidFill>
                <a:latin typeface="Arial"/>
                <a:ea typeface="Arial"/>
                <a:cs typeface="Arial"/>
              </a:defRPr>
            </a:lvl5pPr>
            <a:lvl6pPr algn="l">
              <a:defRPr sz="1800" b="1">
                <a:solidFill>
                  <a:srgbClr val="20262C"/>
                </a:solidFill>
                <a:latin typeface="Arial"/>
                <a:ea typeface="Arial"/>
                <a:cs typeface="Arial"/>
              </a:defRPr>
            </a:lvl6pPr>
            <a:lvl7pPr algn="l">
              <a:defRPr sz="1800" b="1">
                <a:solidFill>
                  <a:srgbClr val="20262C"/>
                </a:solidFill>
                <a:latin typeface="Arial"/>
                <a:ea typeface="Arial"/>
                <a:cs typeface="Arial"/>
              </a:defRPr>
            </a:lvl7pPr>
            <a:lvl8pPr algn="l">
              <a:defRPr sz="1800" b="1">
                <a:solidFill>
                  <a:srgbClr val="20262C"/>
                </a:solidFill>
                <a:latin typeface="Arial"/>
                <a:ea typeface="Arial"/>
                <a:cs typeface="Arial"/>
              </a:defRPr>
            </a:lvl8pPr>
            <a:lvl9pPr algn="l">
              <a:defRPr sz="1800" b="1">
                <a:solidFill>
                  <a:srgbClr val="20262C"/>
                </a:solidFill>
                <a:latin typeface="Arial"/>
                <a:ea typeface="Arial"/>
                <a:cs typeface="Arial"/>
              </a:defRPr>
            </a:lvl9pPr>
          </a:lstStyle>
          <a:p xmlns:a="http://schemas.openxmlformats.org/drawingml/2006/main">
            <a:pPr algn="l">
              <a:defRPr sz="1800" b="1">
                <a:solidFill>
                  <a:srgbClr val="20262C"/>
                </a:solidFill>
                <a:latin typeface="Arial"/>
                <a:ea typeface="Arial"/>
                <a:cs typeface="Arial"/>
              </a:defRPr>
            </a:pPr>
            <a:r>
              <a:rPr sz="1800" b="1">
                <a:solidFill>
                  <a:srgbClr val="20262C"/>
                </a:solidFill>
                <a:latin typeface="Arial"/>
                <a:ea typeface="Arial"/>
                <a:cs typeface="Arial"/>
              </a:rPr>
              <a:t>1  Developer: examples</a:t>
            </a:r>
          </a:p>
        </p:txBody>
      </p:sp>
      <p:sp>
        <p:nvSpPr>
          <p:cNvPr id="28" name="!!dev.samples.body">
            <a:extLst xmlns:a="http://schemas.openxmlformats.org/drawingml/2006/main">
              <a:ext uri="{FF2B5EF4-FFF2-40B4-BE49-F238E27FC236}">
                <a16:creationId xmlns:a16="http://schemas.microsoft.com/office/drawing/2014/main" id="{331A9C4B-9BB1-4754-96E2-47BFFD58EA92}"/>
              </a:ext>
            </a:extLst>
          </p:cNvPr>
          <p:cNvSpPr>
            <a:spLocks xmlns:a="http://schemas.openxmlformats.org/drawingml/2006/main" noGrp="1"/>
          </p:cNvSpPr>
          <p:nvPr/>
        </p:nvSpPr>
        <p:spPr>
          <a:xfrm xmlns:a="http://schemas.openxmlformats.org/drawingml/2006/main">
            <a:off x="4248150" y="3771900"/>
            <a:ext cx="28384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62" b="0">
                <a:solidFill>
                  <a:srgbClr val="20262C"/>
                </a:solidFill>
                <a:latin typeface="Arial"/>
                <a:ea typeface="Arial"/>
                <a:cs typeface="Arial"/>
              </a:defRPr>
            </a:defPPr>
            <a:lvl1pPr algn="l">
              <a:defRPr sz="1762" b="0">
                <a:solidFill>
                  <a:srgbClr val="20262C"/>
                </a:solidFill>
                <a:latin typeface="Arial"/>
                <a:ea typeface="Arial"/>
                <a:cs typeface="Arial"/>
              </a:defRPr>
            </a:lvl1pPr>
            <a:lvl2pPr algn="l">
              <a:defRPr sz="1762" b="0">
                <a:solidFill>
                  <a:srgbClr val="20262C"/>
                </a:solidFill>
                <a:latin typeface="Arial"/>
                <a:ea typeface="Arial"/>
                <a:cs typeface="Arial"/>
              </a:defRPr>
            </a:lvl2pPr>
            <a:lvl3pPr algn="l">
              <a:defRPr sz="1762" b="0">
                <a:solidFill>
                  <a:srgbClr val="20262C"/>
                </a:solidFill>
                <a:latin typeface="Arial"/>
                <a:ea typeface="Arial"/>
                <a:cs typeface="Arial"/>
              </a:defRPr>
            </a:lvl3pPr>
            <a:lvl4pPr algn="l">
              <a:defRPr sz="1762" b="0">
                <a:solidFill>
                  <a:srgbClr val="20262C"/>
                </a:solidFill>
                <a:latin typeface="Arial"/>
                <a:ea typeface="Arial"/>
                <a:cs typeface="Arial"/>
              </a:defRPr>
            </a:lvl4pPr>
            <a:lvl5pPr algn="l">
              <a:defRPr sz="1762" b="0">
                <a:solidFill>
                  <a:srgbClr val="20262C"/>
                </a:solidFill>
                <a:latin typeface="Arial"/>
                <a:ea typeface="Arial"/>
                <a:cs typeface="Arial"/>
              </a:defRPr>
            </a:lvl5pPr>
            <a:lvl6pPr algn="l">
              <a:defRPr sz="1762" b="0">
                <a:solidFill>
                  <a:srgbClr val="20262C"/>
                </a:solidFill>
                <a:latin typeface="Arial"/>
                <a:ea typeface="Arial"/>
                <a:cs typeface="Arial"/>
              </a:defRPr>
            </a:lvl6pPr>
            <a:lvl7pPr algn="l">
              <a:defRPr sz="1762" b="0">
                <a:solidFill>
                  <a:srgbClr val="20262C"/>
                </a:solidFill>
                <a:latin typeface="Arial"/>
                <a:ea typeface="Arial"/>
                <a:cs typeface="Arial"/>
              </a:defRPr>
            </a:lvl7pPr>
            <a:lvl8pPr algn="l">
              <a:defRPr sz="1762" b="0">
                <a:solidFill>
                  <a:srgbClr val="20262C"/>
                </a:solidFill>
                <a:latin typeface="Arial"/>
                <a:ea typeface="Arial"/>
                <a:cs typeface="Arial"/>
              </a:defRPr>
            </a:lvl8pPr>
            <a:lvl9pPr algn="l">
              <a:defRPr sz="1762" b="0">
                <a:solidFill>
                  <a:srgbClr val="20262C"/>
                </a:solidFill>
                <a:latin typeface="Arial"/>
                <a:ea typeface="Arial"/>
                <a:cs typeface="Arial"/>
              </a:defRPr>
            </a:lvl9pPr>
          </a:lstStyle>
          <a:p xmlns:a="http://schemas.openxmlformats.org/drawingml/2006/main">
            <a:pPr algn="l">
              <a:defRPr sz="1762" b="0">
                <a:solidFill>
                  <a:srgbClr val="7363A6"/>
                </a:solidFill>
                <a:latin typeface="Arial"/>
                <a:ea typeface="Arial"/>
                <a:cs typeface="Arial"/>
              </a:defRPr>
            </a:pPr>
            <a:r>
              <a:rPr sz="1762" b="0">
                <a:solidFill>
                  <a:srgbClr val="7363A6"/>
                </a:solidFill>
                <a:latin typeface="Arial"/>
                <a:ea typeface="Arial"/>
                <a:cs typeface="Arial"/>
              </a:rPr>
              <a:t>Client update V1 and V2</a:t>
            </a:r>
          </a:p>
          <a:p xmlns:a="http://schemas.openxmlformats.org/drawingml/2006/main">
            <a:pPr algn="l">
              <a:defRPr sz="1762" b="0">
                <a:solidFill>
                  <a:srgbClr val="20262C"/>
                </a:solidFill>
                <a:latin typeface="Arial"/>
                <a:ea typeface="Arial"/>
                <a:cs typeface="Arial"/>
              </a:defRPr>
            </a:pPr>
            <a:r>
              <a:rPr sz="1762" b="0">
                <a:solidFill>
                  <a:srgbClr val="20262C"/>
                </a:solidFill>
                <a:latin typeface="Arial"/>
                <a:ea typeface="Arial"/>
                <a:cs typeface="Arial"/>
              </a:rPr>
              <a:t>Expected differences marked</a:t>
            </a:r>
          </a:p>
        </p:txBody>
      </p:sp>
      <p:sp>
        <p:nvSpPr>
          <p:cNvPr id="29" name="!!dev.generate">
            <a:extLst xmlns:a="http://schemas.openxmlformats.org/drawingml/2006/main">
              <a:ext uri="{FF2B5EF4-FFF2-40B4-BE49-F238E27FC236}">
                <a16:creationId xmlns:a16="http://schemas.microsoft.com/office/drawing/2014/main" id="{5098BAA5-128C-46AA-A2A7-9D503C529DE2}"/>
              </a:ext>
            </a:extLst>
          </p:cNvPr>
          <p:cNvSpPr>
            <a:spLocks xmlns:a="http://schemas.openxmlformats.org/drawingml/2006/main" noGrp="1"/>
          </p:cNvSpPr>
          <p:nvPr/>
        </p:nvSpPr>
        <p:spPr>
          <a:xfrm xmlns:a="http://schemas.openxmlformats.org/drawingml/2006/main">
            <a:off x="7715250" y="3190875"/>
            <a:ext cx="3219450" cy="142875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30" name="!!dev.generate.role">
            <a:extLst xmlns:a="http://schemas.openxmlformats.org/drawingml/2006/main">
              <a:ext uri="{FF2B5EF4-FFF2-40B4-BE49-F238E27FC236}">
                <a16:creationId xmlns:a16="http://schemas.microsoft.com/office/drawing/2014/main" id="{5EBFA75A-F2BC-4043-BC28-9192FDCB90DC}"/>
              </a:ext>
            </a:extLst>
          </p:cNvPr>
          <p:cNvSpPr>
            <a:spLocks xmlns:a="http://schemas.openxmlformats.org/drawingml/2006/main" noGrp="1"/>
          </p:cNvSpPr>
          <p:nvPr/>
        </p:nvSpPr>
        <p:spPr>
          <a:xfrm xmlns:a="http://schemas.openxmlformats.org/drawingml/2006/main">
            <a:off x="7905750" y="3333750"/>
            <a:ext cx="28384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62C"/>
                </a:solidFill>
                <a:latin typeface="Arial"/>
                <a:ea typeface="Arial"/>
                <a:cs typeface="Arial"/>
              </a:defRPr>
            </a:defPPr>
            <a:lvl1pPr algn="l">
              <a:defRPr sz="1800" b="1">
                <a:solidFill>
                  <a:srgbClr val="20262C"/>
                </a:solidFill>
                <a:latin typeface="Arial"/>
                <a:ea typeface="Arial"/>
                <a:cs typeface="Arial"/>
              </a:defRPr>
            </a:lvl1pPr>
            <a:lvl2pPr algn="l">
              <a:defRPr sz="1800" b="1">
                <a:solidFill>
                  <a:srgbClr val="20262C"/>
                </a:solidFill>
                <a:latin typeface="Arial"/>
                <a:ea typeface="Arial"/>
                <a:cs typeface="Arial"/>
              </a:defRPr>
            </a:lvl2pPr>
            <a:lvl3pPr algn="l">
              <a:defRPr sz="1800" b="1">
                <a:solidFill>
                  <a:srgbClr val="20262C"/>
                </a:solidFill>
                <a:latin typeface="Arial"/>
                <a:ea typeface="Arial"/>
                <a:cs typeface="Arial"/>
              </a:defRPr>
            </a:lvl3pPr>
            <a:lvl4pPr algn="l">
              <a:defRPr sz="1800" b="1">
                <a:solidFill>
                  <a:srgbClr val="20262C"/>
                </a:solidFill>
                <a:latin typeface="Arial"/>
                <a:ea typeface="Arial"/>
                <a:cs typeface="Arial"/>
              </a:defRPr>
            </a:lvl4pPr>
            <a:lvl5pPr algn="l">
              <a:defRPr sz="1800" b="1">
                <a:solidFill>
                  <a:srgbClr val="20262C"/>
                </a:solidFill>
                <a:latin typeface="Arial"/>
                <a:ea typeface="Arial"/>
                <a:cs typeface="Arial"/>
              </a:defRPr>
            </a:lvl5pPr>
            <a:lvl6pPr algn="l">
              <a:defRPr sz="1800" b="1">
                <a:solidFill>
                  <a:srgbClr val="20262C"/>
                </a:solidFill>
                <a:latin typeface="Arial"/>
                <a:ea typeface="Arial"/>
                <a:cs typeface="Arial"/>
              </a:defRPr>
            </a:lvl6pPr>
            <a:lvl7pPr algn="l">
              <a:defRPr sz="1800" b="1">
                <a:solidFill>
                  <a:srgbClr val="20262C"/>
                </a:solidFill>
                <a:latin typeface="Arial"/>
                <a:ea typeface="Arial"/>
                <a:cs typeface="Arial"/>
              </a:defRPr>
            </a:lvl7pPr>
            <a:lvl8pPr algn="l">
              <a:defRPr sz="1800" b="1">
                <a:solidFill>
                  <a:srgbClr val="20262C"/>
                </a:solidFill>
                <a:latin typeface="Arial"/>
                <a:ea typeface="Arial"/>
                <a:cs typeface="Arial"/>
              </a:defRPr>
            </a:lvl8pPr>
            <a:lvl9pPr algn="l">
              <a:defRPr sz="1800" b="1">
                <a:solidFill>
                  <a:srgbClr val="20262C"/>
                </a:solidFill>
                <a:latin typeface="Arial"/>
                <a:ea typeface="Arial"/>
                <a:cs typeface="Arial"/>
              </a:defRPr>
            </a:lvl9pPr>
          </a:lstStyle>
          <a:p xmlns:a="http://schemas.openxmlformats.org/drawingml/2006/main">
            <a:pPr algn="l">
              <a:defRPr sz="1800" b="1">
                <a:solidFill>
                  <a:srgbClr val="20262C"/>
                </a:solidFill>
                <a:latin typeface="Arial"/>
                <a:ea typeface="Arial"/>
                <a:cs typeface="Arial"/>
              </a:defRPr>
            </a:pPr>
            <a:r>
              <a:rPr sz="1800" b="1">
                <a:solidFill>
                  <a:srgbClr val="20262C"/>
                </a:solidFill>
                <a:latin typeface="Arial"/>
                <a:ea typeface="Arial"/>
                <a:cs typeface="Arial"/>
              </a:rPr>
              <a:t>2  LLM: code and tests</a:t>
            </a:r>
          </a:p>
        </p:txBody>
      </p:sp>
      <p:sp>
        <p:nvSpPr>
          <p:cNvPr id="31" name="!!dev.generate.body">
            <a:extLst xmlns:a="http://schemas.openxmlformats.org/drawingml/2006/main">
              <a:ext uri="{FF2B5EF4-FFF2-40B4-BE49-F238E27FC236}">
                <a16:creationId xmlns:a16="http://schemas.microsoft.com/office/drawing/2014/main" id="{88C5BACE-BA08-4E5D-82A8-9B41DF27BC41}"/>
              </a:ext>
            </a:extLst>
          </p:cNvPr>
          <p:cNvSpPr>
            <a:spLocks xmlns:a="http://schemas.openxmlformats.org/drawingml/2006/main" noGrp="1"/>
          </p:cNvSpPr>
          <p:nvPr/>
        </p:nvSpPr>
        <p:spPr>
          <a:xfrm xmlns:a="http://schemas.openxmlformats.org/drawingml/2006/main">
            <a:off x="7905750" y="3771900"/>
            <a:ext cx="28384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38" b="0">
                <a:solidFill>
                  <a:srgbClr val="20262C"/>
                </a:solidFill>
                <a:latin typeface="Arial"/>
                <a:ea typeface="Arial"/>
                <a:cs typeface="Arial"/>
              </a:defRPr>
            </a:defPPr>
            <a:lvl1pPr algn="l">
              <a:defRPr sz="1838" b="0">
                <a:solidFill>
                  <a:srgbClr val="20262C"/>
                </a:solidFill>
                <a:latin typeface="Arial"/>
                <a:ea typeface="Arial"/>
                <a:cs typeface="Arial"/>
              </a:defRPr>
            </a:lvl1pPr>
            <a:lvl2pPr algn="l">
              <a:defRPr sz="1838" b="0">
                <a:solidFill>
                  <a:srgbClr val="20262C"/>
                </a:solidFill>
                <a:latin typeface="Arial"/>
                <a:ea typeface="Arial"/>
                <a:cs typeface="Arial"/>
              </a:defRPr>
            </a:lvl2pPr>
            <a:lvl3pPr algn="l">
              <a:defRPr sz="1838" b="0">
                <a:solidFill>
                  <a:srgbClr val="20262C"/>
                </a:solidFill>
                <a:latin typeface="Arial"/>
                <a:ea typeface="Arial"/>
                <a:cs typeface="Arial"/>
              </a:defRPr>
            </a:lvl3pPr>
            <a:lvl4pPr algn="l">
              <a:defRPr sz="1838" b="0">
                <a:solidFill>
                  <a:srgbClr val="20262C"/>
                </a:solidFill>
                <a:latin typeface="Arial"/>
                <a:ea typeface="Arial"/>
                <a:cs typeface="Arial"/>
              </a:defRPr>
            </a:lvl4pPr>
            <a:lvl5pPr algn="l">
              <a:defRPr sz="1838" b="0">
                <a:solidFill>
                  <a:srgbClr val="20262C"/>
                </a:solidFill>
                <a:latin typeface="Arial"/>
                <a:ea typeface="Arial"/>
                <a:cs typeface="Arial"/>
              </a:defRPr>
            </a:lvl5pPr>
            <a:lvl6pPr algn="l">
              <a:defRPr sz="1838" b="0">
                <a:solidFill>
                  <a:srgbClr val="20262C"/>
                </a:solidFill>
                <a:latin typeface="Arial"/>
                <a:ea typeface="Arial"/>
                <a:cs typeface="Arial"/>
              </a:defRPr>
            </a:lvl6pPr>
            <a:lvl7pPr algn="l">
              <a:defRPr sz="1838" b="0">
                <a:solidFill>
                  <a:srgbClr val="20262C"/>
                </a:solidFill>
                <a:latin typeface="Arial"/>
                <a:ea typeface="Arial"/>
                <a:cs typeface="Arial"/>
              </a:defRPr>
            </a:lvl7pPr>
            <a:lvl8pPr algn="l">
              <a:defRPr sz="1838" b="0">
                <a:solidFill>
                  <a:srgbClr val="20262C"/>
                </a:solidFill>
                <a:latin typeface="Arial"/>
                <a:ea typeface="Arial"/>
                <a:cs typeface="Arial"/>
              </a:defRPr>
            </a:lvl8pPr>
            <a:lvl9pPr algn="l">
              <a:defRPr sz="1838" b="0">
                <a:solidFill>
                  <a:srgbClr val="20262C"/>
                </a:solidFill>
                <a:latin typeface="Arial"/>
                <a:ea typeface="Arial"/>
                <a:cs typeface="Arial"/>
              </a:defRPr>
            </a:lvl9pPr>
          </a:lstStyle>
          <a:p xmlns:a="http://schemas.openxmlformats.org/drawingml/2006/main">
            <a:pPr algn="l">
              <a:defRPr sz="1838" b="0">
                <a:solidFill>
                  <a:srgbClr val="20262C"/>
                </a:solidFill>
                <a:latin typeface="Arial"/>
                <a:ea typeface="Arial"/>
                <a:cs typeface="Arial"/>
              </a:defRPr>
            </a:pPr>
            <a:r>
              <a:rPr sz="1838" b="0">
                <a:solidFill>
                  <a:srgbClr val="20262C"/>
                </a:solidFill>
                <a:latin typeface="Arial"/>
                <a:ea typeface="Arial"/>
                <a:cs typeface="Arial"/>
              </a:rPr>
              <a:t>Match body-text paragraphs</a:t>
            </a:r>
          </a:p>
          <a:p xmlns:a="http://schemas.openxmlformats.org/drawingml/2006/main">
            <a:pPr algn="l">
              <a:defRPr sz="1838" b="0">
                <a:solidFill>
                  <a:srgbClr val="20262C"/>
                </a:solidFill>
                <a:latin typeface="Arial"/>
                <a:ea typeface="Arial"/>
                <a:cs typeface="Arial"/>
              </a:defRPr>
            </a:pPr>
            <a:r>
              <a:rPr sz="1838" b="0">
                <a:solidFill>
                  <a:srgbClr val="20262C"/>
                </a:solidFill>
                <a:latin typeface="Arial"/>
                <a:ea typeface="Arial"/>
                <a:cs typeface="Arial"/>
              </a:rPr>
              <a:t>Generate code and tests</a:t>
            </a:r>
          </a:p>
        </p:txBody>
      </p:sp>
      <p:sp>
        <p:nvSpPr>
          <p:cNvPr id="32" name="!!dev.test">
            <a:extLst xmlns:a="http://schemas.openxmlformats.org/drawingml/2006/main">
              <a:ext uri="{FF2B5EF4-FFF2-40B4-BE49-F238E27FC236}">
                <a16:creationId xmlns:a16="http://schemas.microsoft.com/office/drawing/2014/main" id="{B3BBC546-2504-4AC9-AB9D-A91FCEF6E90B}"/>
              </a:ext>
            </a:extLst>
          </p:cNvPr>
          <p:cNvSpPr>
            <a:spLocks xmlns:a="http://schemas.openxmlformats.org/drawingml/2006/main" noGrp="1"/>
          </p:cNvSpPr>
          <p:nvPr/>
        </p:nvSpPr>
        <p:spPr>
          <a:xfrm xmlns:a="http://schemas.openxmlformats.org/drawingml/2006/main">
            <a:off x="11372850" y="3190875"/>
            <a:ext cx="3219450" cy="142875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33" name="!!dev.test.role">
            <a:extLst xmlns:a="http://schemas.openxmlformats.org/drawingml/2006/main">
              <a:ext uri="{FF2B5EF4-FFF2-40B4-BE49-F238E27FC236}">
                <a16:creationId xmlns:a16="http://schemas.microsoft.com/office/drawing/2014/main" id="{16A02989-1F36-4614-AA24-6EAA7127769E}"/>
              </a:ext>
            </a:extLst>
          </p:cNvPr>
          <p:cNvSpPr>
            <a:spLocks xmlns:a="http://schemas.openxmlformats.org/drawingml/2006/main" noGrp="1"/>
          </p:cNvSpPr>
          <p:nvPr/>
        </p:nvSpPr>
        <p:spPr>
          <a:xfrm xmlns:a="http://schemas.openxmlformats.org/drawingml/2006/main">
            <a:off x="11563350" y="3333750"/>
            <a:ext cx="28384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62C"/>
                </a:solidFill>
                <a:latin typeface="Arial"/>
                <a:ea typeface="Arial"/>
                <a:cs typeface="Arial"/>
              </a:defRPr>
            </a:defPPr>
            <a:lvl1pPr algn="l">
              <a:defRPr sz="1800" b="1">
                <a:solidFill>
                  <a:srgbClr val="20262C"/>
                </a:solidFill>
                <a:latin typeface="Arial"/>
                <a:ea typeface="Arial"/>
                <a:cs typeface="Arial"/>
              </a:defRPr>
            </a:lvl1pPr>
            <a:lvl2pPr algn="l">
              <a:defRPr sz="1800" b="1">
                <a:solidFill>
                  <a:srgbClr val="20262C"/>
                </a:solidFill>
                <a:latin typeface="Arial"/>
                <a:ea typeface="Arial"/>
                <a:cs typeface="Arial"/>
              </a:defRPr>
            </a:lvl2pPr>
            <a:lvl3pPr algn="l">
              <a:defRPr sz="1800" b="1">
                <a:solidFill>
                  <a:srgbClr val="20262C"/>
                </a:solidFill>
                <a:latin typeface="Arial"/>
                <a:ea typeface="Arial"/>
                <a:cs typeface="Arial"/>
              </a:defRPr>
            </a:lvl3pPr>
            <a:lvl4pPr algn="l">
              <a:defRPr sz="1800" b="1">
                <a:solidFill>
                  <a:srgbClr val="20262C"/>
                </a:solidFill>
                <a:latin typeface="Arial"/>
                <a:ea typeface="Arial"/>
                <a:cs typeface="Arial"/>
              </a:defRPr>
            </a:lvl4pPr>
            <a:lvl5pPr algn="l">
              <a:defRPr sz="1800" b="1">
                <a:solidFill>
                  <a:srgbClr val="20262C"/>
                </a:solidFill>
                <a:latin typeface="Arial"/>
                <a:ea typeface="Arial"/>
                <a:cs typeface="Arial"/>
              </a:defRPr>
            </a:lvl5pPr>
            <a:lvl6pPr algn="l">
              <a:defRPr sz="1800" b="1">
                <a:solidFill>
                  <a:srgbClr val="20262C"/>
                </a:solidFill>
                <a:latin typeface="Arial"/>
                <a:ea typeface="Arial"/>
                <a:cs typeface="Arial"/>
              </a:defRPr>
            </a:lvl6pPr>
            <a:lvl7pPr algn="l">
              <a:defRPr sz="1800" b="1">
                <a:solidFill>
                  <a:srgbClr val="20262C"/>
                </a:solidFill>
                <a:latin typeface="Arial"/>
                <a:ea typeface="Arial"/>
                <a:cs typeface="Arial"/>
              </a:defRPr>
            </a:lvl7pPr>
            <a:lvl8pPr algn="l">
              <a:defRPr sz="1800" b="1">
                <a:solidFill>
                  <a:srgbClr val="20262C"/>
                </a:solidFill>
                <a:latin typeface="Arial"/>
                <a:ea typeface="Arial"/>
                <a:cs typeface="Arial"/>
              </a:defRPr>
            </a:lvl8pPr>
            <a:lvl9pPr algn="l">
              <a:defRPr sz="1800" b="1">
                <a:solidFill>
                  <a:srgbClr val="20262C"/>
                </a:solidFill>
                <a:latin typeface="Arial"/>
                <a:ea typeface="Arial"/>
                <a:cs typeface="Arial"/>
              </a:defRPr>
            </a:lvl9pPr>
          </a:lstStyle>
          <a:p xmlns:a="http://schemas.openxmlformats.org/drawingml/2006/main">
            <a:pPr algn="l">
              <a:defRPr sz="1800" b="1">
                <a:solidFill>
                  <a:srgbClr val="20262C"/>
                </a:solidFill>
                <a:latin typeface="Arial"/>
                <a:ea typeface="Arial"/>
                <a:cs typeface="Arial"/>
              </a:defRPr>
            </a:pPr>
            <a:r>
              <a:rPr sz="1800" b="1">
                <a:solidFill>
                  <a:srgbClr val="20262C"/>
                </a:solidFill>
                <a:latin typeface="Arial"/>
                <a:ea typeface="Arial"/>
                <a:cs typeface="Arial"/>
              </a:rPr>
              <a:t>3  Test runner executes</a:t>
            </a:r>
          </a:p>
        </p:txBody>
      </p:sp>
      <p:sp>
        <p:nvSpPr>
          <p:cNvPr id="34" name="!!dev.test.body">
            <a:extLst xmlns:a="http://schemas.openxmlformats.org/drawingml/2006/main">
              <a:ext uri="{FF2B5EF4-FFF2-40B4-BE49-F238E27FC236}">
                <a16:creationId xmlns:a16="http://schemas.microsoft.com/office/drawing/2014/main" id="{D5C30CDF-D292-4BE8-9F9D-5652375854DE}"/>
              </a:ext>
            </a:extLst>
          </p:cNvPr>
          <p:cNvSpPr>
            <a:spLocks xmlns:a="http://schemas.openxmlformats.org/drawingml/2006/main" noGrp="1"/>
          </p:cNvSpPr>
          <p:nvPr/>
        </p:nvSpPr>
        <p:spPr>
          <a:xfrm xmlns:a="http://schemas.openxmlformats.org/drawingml/2006/main">
            <a:off x="11563350" y="3771900"/>
            <a:ext cx="28384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62" b="0">
                <a:solidFill>
                  <a:srgbClr val="20262C"/>
                </a:solidFill>
                <a:latin typeface="Arial"/>
                <a:ea typeface="Arial"/>
                <a:cs typeface="Arial"/>
              </a:defRPr>
            </a:defPPr>
            <a:lvl1pPr algn="l">
              <a:defRPr sz="1762" b="0">
                <a:solidFill>
                  <a:srgbClr val="20262C"/>
                </a:solidFill>
                <a:latin typeface="Arial"/>
                <a:ea typeface="Arial"/>
                <a:cs typeface="Arial"/>
              </a:defRPr>
            </a:lvl1pPr>
            <a:lvl2pPr algn="l">
              <a:defRPr sz="1762" b="0">
                <a:solidFill>
                  <a:srgbClr val="20262C"/>
                </a:solidFill>
                <a:latin typeface="Arial"/>
                <a:ea typeface="Arial"/>
                <a:cs typeface="Arial"/>
              </a:defRPr>
            </a:lvl2pPr>
            <a:lvl3pPr algn="l">
              <a:defRPr sz="1762" b="0">
                <a:solidFill>
                  <a:srgbClr val="20262C"/>
                </a:solidFill>
                <a:latin typeface="Arial"/>
                <a:ea typeface="Arial"/>
                <a:cs typeface="Arial"/>
              </a:defRPr>
            </a:lvl3pPr>
            <a:lvl4pPr algn="l">
              <a:defRPr sz="1762" b="0">
                <a:solidFill>
                  <a:srgbClr val="20262C"/>
                </a:solidFill>
                <a:latin typeface="Arial"/>
                <a:ea typeface="Arial"/>
                <a:cs typeface="Arial"/>
              </a:defRPr>
            </a:lvl4pPr>
            <a:lvl5pPr algn="l">
              <a:defRPr sz="1762" b="0">
                <a:solidFill>
                  <a:srgbClr val="20262C"/>
                </a:solidFill>
                <a:latin typeface="Arial"/>
                <a:ea typeface="Arial"/>
                <a:cs typeface="Arial"/>
              </a:defRPr>
            </a:lvl5pPr>
            <a:lvl6pPr algn="l">
              <a:defRPr sz="1762" b="0">
                <a:solidFill>
                  <a:srgbClr val="20262C"/>
                </a:solidFill>
                <a:latin typeface="Arial"/>
                <a:ea typeface="Arial"/>
                <a:cs typeface="Arial"/>
              </a:defRPr>
            </a:lvl6pPr>
            <a:lvl7pPr algn="l">
              <a:defRPr sz="1762" b="0">
                <a:solidFill>
                  <a:srgbClr val="20262C"/>
                </a:solidFill>
                <a:latin typeface="Arial"/>
                <a:ea typeface="Arial"/>
                <a:cs typeface="Arial"/>
              </a:defRPr>
            </a:lvl7pPr>
            <a:lvl8pPr algn="l">
              <a:defRPr sz="1762" b="0">
                <a:solidFill>
                  <a:srgbClr val="20262C"/>
                </a:solidFill>
                <a:latin typeface="Arial"/>
                <a:ea typeface="Arial"/>
                <a:cs typeface="Arial"/>
              </a:defRPr>
            </a:lvl8pPr>
            <a:lvl9pPr algn="l">
              <a:defRPr sz="1762" b="0">
                <a:solidFill>
                  <a:srgbClr val="20262C"/>
                </a:solidFill>
                <a:latin typeface="Arial"/>
                <a:ea typeface="Arial"/>
                <a:cs typeface="Arial"/>
              </a:defRPr>
            </a:lvl9pPr>
          </a:lstStyle>
          <a:p xmlns:a="http://schemas.openxmlformats.org/drawingml/2006/main">
            <a:pPr algn="l">
              <a:defRPr sz="1762" b="0">
                <a:solidFill>
                  <a:srgbClr val="20262C"/>
                </a:solidFill>
                <a:latin typeface="Arial"/>
                <a:ea typeface="Arial"/>
                <a:cs typeface="Arial"/>
              </a:defRPr>
            </a:pPr>
            <a:r>
              <a:rPr sz="1762" b="0">
                <a:solidFill>
                  <a:srgbClr val="20262C"/>
                </a:solidFill>
                <a:latin typeface="Arial"/>
                <a:ea typeface="Arial"/>
                <a:cs typeface="Arial"/>
              </a:rPr>
              <a:t>Body changes found</a:t>
            </a:r>
          </a:p>
          <a:p xmlns:a="http://schemas.openxmlformats.org/drawingml/2006/main">
            <a:pPr algn="l">
              <a:defRPr sz="1762" b="0">
                <a:solidFill>
                  <a:srgbClr val="20262C"/>
                </a:solidFill>
                <a:latin typeface="Arial"/>
                <a:ea typeface="Arial"/>
                <a:cs typeface="Arial"/>
              </a:defRPr>
            </a:pPr>
            <a:r>
              <a:rPr sz="1762" b="0">
                <a:solidFill>
                  <a:srgbClr val="20262C"/>
                </a:solidFill>
                <a:latin typeface="Arial"/>
                <a:ea typeface="Arial"/>
                <a:cs typeface="Arial"/>
              </a:rPr>
              <a:t>Header changes falsely flagged</a:t>
            </a:r>
          </a:p>
        </p:txBody>
      </p:sp>
      <p:sp>
        <p:nvSpPr>
          <p:cNvPr id="35" name="!!dev.deliver">
            <a:extLst xmlns:a="http://schemas.openxmlformats.org/drawingml/2006/main">
              <a:ext uri="{FF2B5EF4-FFF2-40B4-BE49-F238E27FC236}">
                <a16:creationId xmlns:a16="http://schemas.microsoft.com/office/drawing/2014/main" id="{0DD96B84-586E-43EE-A4D5-50B764B86761}"/>
              </a:ext>
            </a:extLst>
          </p:cNvPr>
          <p:cNvSpPr>
            <a:spLocks xmlns:a="http://schemas.openxmlformats.org/drawingml/2006/main" noGrp="1"/>
          </p:cNvSpPr>
          <p:nvPr/>
        </p:nvSpPr>
        <p:spPr>
          <a:xfrm xmlns:a="http://schemas.openxmlformats.org/drawingml/2006/main">
            <a:off x="4057650" y="5524500"/>
            <a:ext cx="3219450" cy="142875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36" name="!!dev.deliver.role">
            <a:extLst xmlns:a="http://schemas.openxmlformats.org/drawingml/2006/main">
              <a:ext uri="{FF2B5EF4-FFF2-40B4-BE49-F238E27FC236}">
                <a16:creationId xmlns:a16="http://schemas.microsoft.com/office/drawing/2014/main" id="{C9E7FCC8-0613-4585-B97A-D0FFCD9ED3B4}"/>
              </a:ext>
            </a:extLst>
          </p:cNvPr>
          <p:cNvSpPr>
            <a:spLocks xmlns:a="http://schemas.openxmlformats.org/drawingml/2006/main" noGrp="1"/>
          </p:cNvSpPr>
          <p:nvPr/>
        </p:nvSpPr>
        <p:spPr>
          <a:xfrm xmlns:a="http://schemas.openxmlformats.org/drawingml/2006/main">
            <a:off x="4248150" y="5667375"/>
            <a:ext cx="28384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62C"/>
                </a:solidFill>
                <a:latin typeface="Arial"/>
                <a:ea typeface="Arial"/>
                <a:cs typeface="Arial"/>
              </a:defRPr>
            </a:defPPr>
            <a:lvl1pPr algn="l">
              <a:defRPr sz="1800" b="1">
                <a:solidFill>
                  <a:srgbClr val="20262C"/>
                </a:solidFill>
                <a:latin typeface="Arial"/>
                <a:ea typeface="Arial"/>
                <a:cs typeface="Arial"/>
              </a:defRPr>
            </a:lvl1pPr>
            <a:lvl2pPr algn="l">
              <a:defRPr sz="1800" b="1">
                <a:solidFill>
                  <a:srgbClr val="20262C"/>
                </a:solidFill>
                <a:latin typeface="Arial"/>
                <a:ea typeface="Arial"/>
                <a:cs typeface="Arial"/>
              </a:defRPr>
            </a:lvl2pPr>
            <a:lvl3pPr algn="l">
              <a:defRPr sz="1800" b="1">
                <a:solidFill>
                  <a:srgbClr val="20262C"/>
                </a:solidFill>
                <a:latin typeface="Arial"/>
                <a:ea typeface="Arial"/>
                <a:cs typeface="Arial"/>
              </a:defRPr>
            </a:lvl3pPr>
            <a:lvl4pPr algn="l">
              <a:defRPr sz="1800" b="1">
                <a:solidFill>
                  <a:srgbClr val="20262C"/>
                </a:solidFill>
                <a:latin typeface="Arial"/>
                <a:ea typeface="Arial"/>
                <a:cs typeface="Arial"/>
              </a:defRPr>
            </a:lvl4pPr>
            <a:lvl5pPr algn="l">
              <a:defRPr sz="1800" b="1">
                <a:solidFill>
                  <a:srgbClr val="20262C"/>
                </a:solidFill>
                <a:latin typeface="Arial"/>
                <a:ea typeface="Arial"/>
                <a:cs typeface="Arial"/>
              </a:defRPr>
            </a:lvl5pPr>
            <a:lvl6pPr algn="l">
              <a:defRPr sz="1800" b="1">
                <a:solidFill>
                  <a:srgbClr val="20262C"/>
                </a:solidFill>
                <a:latin typeface="Arial"/>
                <a:ea typeface="Arial"/>
                <a:cs typeface="Arial"/>
              </a:defRPr>
            </a:lvl6pPr>
            <a:lvl7pPr algn="l">
              <a:defRPr sz="1800" b="1">
                <a:solidFill>
                  <a:srgbClr val="20262C"/>
                </a:solidFill>
                <a:latin typeface="Arial"/>
                <a:ea typeface="Arial"/>
                <a:cs typeface="Arial"/>
              </a:defRPr>
            </a:lvl7pPr>
            <a:lvl8pPr algn="l">
              <a:defRPr sz="1800" b="1">
                <a:solidFill>
                  <a:srgbClr val="20262C"/>
                </a:solidFill>
                <a:latin typeface="Arial"/>
                <a:ea typeface="Arial"/>
                <a:cs typeface="Arial"/>
              </a:defRPr>
            </a:lvl8pPr>
            <a:lvl9pPr algn="l">
              <a:defRPr sz="1800" b="1">
                <a:solidFill>
                  <a:srgbClr val="20262C"/>
                </a:solidFill>
                <a:latin typeface="Arial"/>
                <a:ea typeface="Arial"/>
                <a:cs typeface="Arial"/>
              </a:defRPr>
            </a:lvl9pPr>
          </a:lstStyle>
          <a:p xmlns:a="http://schemas.openxmlformats.org/drawingml/2006/main">
            <a:pPr algn="l">
              <a:defRPr sz="1800" b="1">
                <a:solidFill>
                  <a:srgbClr val="20262C"/>
                </a:solidFill>
                <a:latin typeface="Arial"/>
                <a:ea typeface="Arial"/>
                <a:cs typeface="Arial"/>
              </a:defRPr>
            </a:pPr>
            <a:r>
              <a:rPr sz="1800" b="1">
                <a:solidFill>
                  <a:srgbClr val="20262C"/>
                </a:solidFill>
                <a:latin typeface="Arial"/>
                <a:ea typeface="Arial"/>
                <a:cs typeface="Arial"/>
              </a:rPr>
              <a:t>6  Developer retests</a:t>
            </a:r>
          </a:p>
        </p:txBody>
      </p:sp>
      <p:sp>
        <p:nvSpPr>
          <p:cNvPr id="37" name="!!dev.deliver.body">
            <a:extLst xmlns:a="http://schemas.openxmlformats.org/drawingml/2006/main">
              <a:ext uri="{FF2B5EF4-FFF2-40B4-BE49-F238E27FC236}">
                <a16:creationId xmlns:a16="http://schemas.microsoft.com/office/drawing/2014/main" id="{39943157-ABCE-4212-A135-BF8042F56444}"/>
              </a:ext>
            </a:extLst>
          </p:cNvPr>
          <p:cNvSpPr>
            <a:spLocks xmlns:a="http://schemas.openxmlformats.org/drawingml/2006/main" noGrp="1"/>
          </p:cNvSpPr>
          <p:nvPr/>
        </p:nvSpPr>
        <p:spPr>
          <a:xfrm xmlns:a="http://schemas.openxmlformats.org/drawingml/2006/main">
            <a:off x="4248150" y="6105525"/>
            <a:ext cx="28384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62" b="0">
                <a:solidFill>
                  <a:srgbClr val="20262C"/>
                </a:solidFill>
                <a:latin typeface="Arial"/>
                <a:ea typeface="Arial"/>
                <a:cs typeface="Arial"/>
              </a:defRPr>
            </a:defPPr>
            <a:lvl1pPr algn="l">
              <a:defRPr sz="1762" b="0">
                <a:solidFill>
                  <a:srgbClr val="20262C"/>
                </a:solidFill>
                <a:latin typeface="Arial"/>
                <a:ea typeface="Arial"/>
                <a:cs typeface="Arial"/>
              </a:defRPr>
            </a:lvl1pPr>
            <a:lvl2pPr algn="l">
              <a:defRPr sz="1762" b="0">
                <a:solidFill>
                  <a:srgbClr val="20262C"/>
                </a:solidFill>
                <a:latin typeface="Arial"/>
                <a:ea typeface="Arial"/>
                <a:cs typeface="Arial"/>
              </a:defRPr>
            </a:lvl2pPr>
            <a:lvl3pPr algn="l">
              <a:defRPr sz="1762" b="0">
                <a:solidFill>
                  <a:srgbClr val="20262C"/>
                </a:solidFill>
                <a:latin typeface="Arial"/>
                <a:ea typeface="Arial"/>
                <a:cs typeface="Arial"/>
              </a:defRPr>
            </a:lvl3pPr>
            <a:lvl4pPr algn="l">
              <a:defRPr sz="1762" b="0">
                <a:solidFill>
                  <a:srgbClr val="20262C"/>
                </a:solidFill>
                <a:latin typeface="Arial"/>
                <a:ea typeface="Arial"/>
                <a:cs typeface="Arial"/>
              </a:defRPr>
            </a:lvl4pPr>
            <a:lvl5pPr algn="l">
              <a:defRPr sz="1762" b="0">
                <a:solidFill>
                  <a:srgbClr val="20262C"/>
                </a:solidFill>
                <a:latin typeface="Arial"/>
                <a:ea typeface="Arial"/>
                <a:cs typeface="Arial"/>
              </a:defRPr>
            </a:lvl5pPr>
            <a:lvl6pPr algn="l">
              <a:defRPr sz="1762" b="0">
                <a:solidFill>
                  <a:srgbClr val="20262C"/>
                </a:solidFill>
                <a:latin typeface="Arial"/>
                <a:ea typeface="Arial"/>
                <a:cs typeface="Arial"/>
              </a:defRPr>
            </a:lvl6pPr>
            <a:lvl7pPr algn="l">
              <a:defRPr sz="1762" b="0">
                <a:solidFill>
                  <a:srgbClr val="20262C"/>
                </a:solidFill>
                <a:latin typeface="Arial"/>
                <a:ea typeface="Arial"/>
                <a:cs typeface="Arial"/>
              </a:defRPr>
            </a:lvl7pPr>
            <a:lvl8pPr algn="l">
              <a:defRPr sz="1762" b="0">
                <a:solidFill>
                  <a:srgbClr val="20262C"/>
                </a:solidFill>
                <a:latin typeface="Arial"/>
                <a:ea typeface="Arial"/>
                <a:cs typeface="Arial"/>
              </a:defRPr>
            </a:lvl8pPr>
            <a:lvl9pPr algn="l">
              <a:defRPr sz="1762" b="0">
                <a:solidFill>
                  <a:srgbClr val="20262C"/>
                </a:solidFill>
                <a:latin typeface="Arial"/>
                <a:ea typeface="Arial"/>
                <a:cs typeface="Arial"/>
              </a:defRPr>
            </a:lvl9pPr>
          </a:lstStyle>
          <a:p xmlns:a="http://schemas.openxmlformats.org/drawingml/2006/main">
            <a:pPr algn="l">
              <a:defRPr sz="1762" b="0">
                <a:solidFill>
                  <a:srgbClr val="20262C"/>
                </a:solidFill>
                <a:latin typeface="Arial"/>
                <a:ea typeface="Arial"/>
                <a:cs typeface="Arial"/>
              </a:defRPr>
            </a:pPr>
            <a:r>
              <a:rPr sz="1762" b="0">
                <a:solidFill>
                  <a:srgbClr val="20262C"/>
                </a:solidFill>
                <a:latin typeface="Arial"/>
                <a:ea typeface="Arial"/>
                <a:cs typeface="Arial"/>
              </a:rPr>
              <a:t>Review code and rerun tests</a:t>
            </a:r>
          </a:p>
          <a:p xmlns:a="http://schemas.openxmlformats.org/drawingml/2006/main">
            <a:pPr algn="l">
              <a:defRPr sz="1762" b="0">
                <a:solidFill>
                  <a:srgbClr val="20262C"/>
                </a:solidFill>
                <a:latin typeface="Arial"/>
                <a:ea typeface="Arial"/>
                <a:cs typeface="Arial"/>
              </a:defRPr>
            </a:pPr>
            <a:r>
              <a:rPr sz="1762" b="0">
                <a:solidFill>
                  <a:srgbClr val="20262C"/>
                </a:solidFill>
                <a:latin typeface="Arial"/>
                <a:ea typeface="Arial"/>
                <a:cs typeface="Arial"/>
              </a:rPr>
              <a:t>Provide the tool and guide</a:t>
            </a:r>
          </a:p>
        </p:txBody>
      </p:sp>
      <p:sp>
        <p:nvSpPr>
          <p:cNvPr id="38" name="!!dev.revise">
            <a:extLst xmlns:a="http://schemas.openxmlformats.org/drawingml/2006/main">
              <a:ext uri="{FF2B5EF4-FFF2-40B4-BE49-F238E27FC236}">
                <a16:creationId xmlns:a16="http://schemas.microsoft.com/office/drawing/2014/main" id="{8E3EB41B-C440-4249-9EF1-1C70A953BCAE}"/>
              </a:ext>
            </a:extLst>
          </p:cNvPr>
          <p:cNvSpPr>
            <a:spLocks xmlns:a="http://schemas.openxmlformats.org/drawingml/2006/main" noGrp="1"/>
          </p:cNvSpPr>
          <p:nvPr/>
        </p:nvSpPr>
        <p:spPr>
          <a:xfrm xmlns:a="http://schemas.openxmlformats.org/drawingml/2006/main">
            <a:off x="7715250" y="5524500"/>
            <a:ext cx="3219450" cy="142875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39" name="!!dev.revise.role">
            <a:extLst xmlns:a="http://schemas.openxmlformats.org/drawingml/2006/main">
              <a:ext uri="{FF2B5EF4-FFF2-40B4-BE49-F238E27FC236}">
                <a16:creationId xmlns:a16="http://schemas.microsoft.com/office/drawing/2014/main" id="{69D5CD80-95E6-4CB9-B8FF-A65A6FD26E0D}"/>
              </a:ext>
            </a:extLst>
          </p:cNvPr>
          <p:cNvSpPr>
            <a:spLocks xmlns:a="http://schemas.openxmlformats.org/drawingml/2006/main" noGrp="1"/>
          </p:cNvSpPr>
          <p:nvPr/>
        </p:nvSpPr>
        <p:spPr>
          <a:xfrm xmlns:a="http://schemas.openxmlformats.org/drawingml/2006/main">
            <a:off x="7905750" y="5667375"/>
            <a:ext cx="28384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62C"/>
                </a:solidFill>
                <a:latin typeface="Arial"/>
                <a:ea typeface="Arial"/>
                <a:cs typeface="Arial"/>
              </a:defRPr>
            </a:defPPr>
            <a:lvl1pPr algn="l">
              <a:defRPr sz="1800" b="1">
                <a:solidFill>
                  <a:srgbClr val="20262C"/>
                </a:solidFill>
                <a:latin typeface="Arial"/>
                <a:ea typeface="Arial"/>
                <a:cs typeface="Arial"/>
              </a:defRPr>
            </a:lvl1pPr>
            <a:lvl2pPr algn="l">
              <a:defRPr sz="1800" b="1">
                <a:solidFill>
                  <a:srgbClr val="20262C"/>
                </a:solidFill>
                <a:latin typeface="Arial"/>
                <a:ea typeface="Arial"/>
                <a:cs typeface="Arial"/>
              </a:defRPr>
            </a:lvl2pPr>
            <a:lvl3pPr algn="l">
              <a:defRPr sz="1800" b="1">
                <a:solidFill>
                  <a:srgbClr val="20262C"/>
                </a:solidFill>
                <a:latin typeface="Arial"/>
                <a:ea typeface="Arial"/>
                <a:cs typeface="Arial"/>
              </a:defRPr>
            </a:lvl3pPr>
            <a:lvl4pPr algn="l">
              <a:defRPr sz="1800" b="1">
                <a:solidFill>
                  <a:srgbClr val="20262C"/>
                </a:solidFill>
                <a:latin typeface="Arial"/>
                <a:ea typeface="Arial"/>
                <a:cs typeface="Arial"/>
              </a:defRPr>
            </a:lvl4pPr>
            <a:lvl5pPr algn="l">
              <a:defRPr sz="1800" b="1">
                <a:solidFill>
                  <a:srgbClr val="20262C"/>
                </a:solidFill>
                <a:latin typeface="Arial"/>
                <a:ea typeface="Arial"/>
                <a:cs typeface="Arial"/>
              </a:defRPr>
            </a:lvl5pPr>
            <a:lvl6pPr algn="l">
              <a:defRPr sz="1800" b="1">
                <a:solidFill>
                  <a:srgbClr val="20262C"/>
                </a:solidFill>
                <a:latin typeface="Arial"/>
                <a:ea typeface="Arial"/>
                <a:cs typeface="Arial"/>
              </a:defRPr>
            </a:lvl6pPr>
            <a:lvl7pPr algn="l">
              <a:defRPr sz="1800" b="1">
                <a:solidFill>
                  <a:srgbClr val="20262C"/>
                </a:solidFill>
                <a:latin typeface="Arial"/>
                <a:ea typeface="Arial"/>
                <a:cs typeface="Arial"/>
              </a:defRPr>
            </a:lvl7pPr>
            <a:lvl8pPr algn="l">
              <a:defRPr sz="1800" b="1">
                <a:solidFill>
                  <a:srgbClr val="20262C"/>
                </a:solidFill>
                <a:latin typeface="Arial"/>
                <a:ea typeface="Arial"/>
                <a:cs typeface="Arial"/>
              </a:defRPr>
            </a:lvl8pPr>
            <a:lvl9pPr algn="l">
              <a:defRPr sz="1800" b="1">
                <a:solidFill>
                  <a:srgbClr val="20262C"/>
                </a:solidFill>
                <a:latin typeface="Arial"/>
                <a:ea typeface="Arial"/>
                <a:cs typeface="Arial"/>
              </a:defRPr>
            </a:lvl9pPr>
          </a:lstStyle>
          <a:p xmlns:a="http://schemas.openxmlformats.org/drawingml/2006/main">
            <a:pPr algn="l">
              <a:defRPr sz="1800" b="1">
                <a:solidFill>
                  <a:srgbClr val="20262C"/>
                </a:solidFill>
                <a:latin typeface="Arial"/>
                <a:ea typeface="Arial"/>
                <a:cs typeface="Arial"/>
              </a:defRPr>
            </a:pPr>
            <a:r>
              <a:rPr sz="1800" b="1">
                <a:solidFill>
                  <a:srgbClr val="20262C"/>
                </a:solidFill>
                <a:latin typeface="Arial"/>
                <a:ea typeface="Arial"/>
                <a:cs typeface="Arial"/>
              </a:rPr>
              <a:t>5  LLM revises the code</a:t>
            </a:r>
          </a:p>
        </p:txBody>
      </p:sp>
      <p:sp>
        <p:nvSpPr>
          <p:cNvPr id="40" name="!!dev.revise.body">
            <a:extLst xmlns:a="http://schemas.openxmlformats.org/drawingml/2006/main">
              <a:ext uri="{FF2B5EF4-FFF2-40B4-BE49-F238E27FC236}">
                <a16:creationId xmlns:a16="http://schemas.microsoft.com/office/drawing/2014/main" id="{EB63020B-87A4-47F5-872C-26E80531677B}"/>
              </a:ext>
            </a:extLst>
          </p:cNvPr>
          <p:cNvSpPr>
            <a:spLocks xmlns:a="http://schemas.openxmlformats.org/drawingml/2006/main" noGrp="1"/>
          </p:cNvSpPr>
          <p:nvPr/>
        </p:nvSpPr>
        <p:spPr>
          <a:xfrm xmlns:a="http://schemas.openxmlformats.org/drawingml/2006/main">
            <a:off x="7905750" y="6105525"/>
            <a:ext cx="28384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62" b="0">
                <a:solidFill>
                  <a:srgbClr val="20262C"/>
                </a:solidFill>
                <a:latin typeface="Arial"/>
                <a:ea typeface="Arial"/>
                <a:cs typeface="Arial"/>
              </a:defRPr>
            </a:defPPr>
            <a:lvl1pPr algn="l">
              <a:defRPr sz="1762" b="0">
                <a:solidFill>
                  <a:srgbClr val="20262C"/>
                </a:solidFill>
                <a:latin typeface="Arial"/>
                <a:ea typeface="Arial"/>
                <a:cs typeface="Arial"/>
              </a:defRPr>
            </a:lvl1pPr>
            <a:lvl2pPr algn="l">
              <a:defRPr sz="1762" b="0">
                <a:solidFill>
                  <a:srgbClr val="20262C"/>
                </a:solidFill>
                <a:latin typeface="Arial"/>
                <a:ea typeface="Arial"/>
                <a:cs typeface="Arial"/>
              </a:defRPr>
            </a:lvl2pPr>
            <a:lvl3pPr algn="l">
              <a:defRPr sz="1762" b="0">
                <a:solidFill>
                  <a:srgbClr val="20262C"/>
                </a:solidFill>
                <a:latin typeface="Arial"/>
                <a:ea typeface="Arial"/>
                <a:cs typeface="Arial"/>
              </a:defRPr>
            </a:lvl3pPr>
            <a:lvl4pPr algn="l">
              <a:defRPr sz="1762" b="0">
                <a:solidFill>
                  <a:srgbClr val="20262C"/>
                </a:solidFill>
                <a:latin typeface="Arial"/>
                <a:ea typeface="Arial"/>
                <a:cs typeface="Arial"/>
              </a:defRPr>
            </a:lvl4pPr>
            <a:lvl5pPr algn="l">
              <a:defRPr sz="1762" b="0">
                <a:solidFill>
                  <a:srgbClr val="20262C"/>
                </a:solidFill>
                <a:latin typeface="Arial"/>
                <a:ea typeface="Arial"/>
                <a:cs typeface="Arial"/>
              </a:defRPr>
            </a:lvl5pPr>
            <a:lvl6pPr algn="l">
              <a:defRPr sz="1762" b="0">
                <a:solidFill>
                  <a:srgbClr val="20262C"/>
                </a:solidFill>
                <a:latin typeface="Arial"/>
                <a:ea typeface="Arial"/>
                <a:cs typeface="Arial"/>
              </a:defRPr>
            </a:lvl6pPr>
            <a:lvl7pPr algn="l">
              <a:defRPr sz="1762" b="0">
                <a:solidFill>
                  <a:srgbClr val="20262C"/>
                </a:solidFill>
                <a:latin typeface="Arial"/>
                <a:ea typeface="Arial"/>
                <a:cs typeface="Arial"/>
              </a:defRPr>
            </a:lvl7pPr>
            <a:lvl8pPr algn="l">
              <a:defRPr sz="1762" b="0">
                <a:solidFill>
                  <a:srgbClr val="20262C"/>
                </a:solidFill>
                <a:latin typeface="Arial"/>
                <a:ea typeface="Arial"/>
                <a:cs typeface="Arial"/>
              </a:defRPr>
            </a:lvl8pPr>
            <a:lvl9pPr algn="l">
              <a:defRPr sz="1762" b="0">
                <a:solidFill>
                  <a:srgbClr val="20262C"/>
                </a:solidFill>
                <a:latin typeface="Arial"/>
                <a:ea typeface="Arial"/>
                <a:cs typeface="Arial"/>
              </a:defRPr>
            </a:lvl9pPr>
          </a:lstStyle>
          <a:p xmlns:a="http://schemas.openxmlformats.org/drawingml/2006/main">
            <a:pPr algn="l">
              <a:defRPr sz="1762" b="0">
                <a:solidFill>
                  <a:srgbClr val="20262C"/>
                </a:solidFill>
                <a:latin typeface="Arial"/>
                <a:ea typeface="Arial"/>
                <a:cs typeface="Arial"/>
              </a:defRPr>
            </a:pPr>
            <a:r>
              <a:rPr sz="1762" b="0">
                <a:solidFill>
                  <a:srgbClr val="20262C"/>
                </a:solidFill>
                <a:latin typeface="Arial"/>
                <a:ea typeface="Arial"/>
                <a:cs typeface="Arial"/>
              </a:rPr>
              <a:t>Fix the repeated-header filter</a:t>
            </a:r>
          </a:p>
          <a:p xmlns:a="http://schemas.openxmlformats.org/drawingml/2006/main">
            <a:pPr algn="l">
              <a:defRPr sz="1762" b="0">
                <a:solidFill>
                  <a:srgbClr val="20262C"/>
                </a:solidFill>
                <a:latin typeface="Arial"/>
                <a:ea typeface="Arial"/>
                <a:cs typeface="Arial"/>
              </a:defRPr>
            </a:pPr>
            <a:r>
              <a:rPr sz="1762" b="0">
                <a:solidFill>
                  <a:srgbClr val="20262C"/>
                </a:solidFill>
                <a:latin typeface="Arial"/>
                <a:ea typeface="Arial"/>
                <a:cs typeface="Arial"/>
              </a:rPr>
              <a:t>Add a header-change test</a:t>
            </a:r>
          </a:p>
        </p:txBody>
      </p:sp>
      <p:sp>
        <p:nvSpPr>
          <p:cNvPr id="41" name="!!dev.feedback">
            <a:extLst xmlns:a="http://schemas.openxmlformats.org/drawingml/2006/main">
              <a:ext uri="{FF2B5EF4-FFF2-40B4-BE49-F238E27FC236}">
                <a16:creationId xmlns:a16="http://schemas.microsoft.com/office/drawing/2014/main" id="{3392EAA0-C912-46DB-A804-0B685E52B22C}"/>
              </a:ext>
            </a:extLst>
          </p:cNvPr>
          <p:cNvSpPr>
            <a:spLocks xmlns:a="http://schemas.openxmlformats.org/drawingml/2006/main" noGrp="1"/>
          </p:cNvSpPr>
          <p:nvPr/>
        </p:nvSpPr>
        <p:spPr>
          <a:xfrm xmlns:a="http://schemas.openxmlformats.org/drawingml/2006/main">
            <a:off x="11372850" y="5524500"/>
            <a:ext cx="3219450" cy="142875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42" name="!!dev.feedback.role">
            <a:extLst xmlns:a="http://schemas.openxmlformats.org/drawingml/2006/main">
              <a:ext uri="{FF2B5EF4-FFF2-40B4-BE49-F238E27FC236}">
                <a16:creationId xmlns:a16="http://schemas.microsoft.com/office/drawing/2014/main" id="{69D2BCE8-B596-4570-9922-B1BF800CCC28}"/>
              </a:ext>
            </a:extLst>
          </p:cNvPr>
          <p:cNvSpPr>
            <a:spLocks xmlns:a="http://schemas.openxmlformats.org/drawingml/2006/main" noGrp="1"/>
          </p:cNvSpPr>
          <p:nvPr/>
        </p:nvSpPr>
        <p:spPr>
          <a:xfrm xmlns:a="http://schemas.openxmlformats.org/drawingml/2006/main">
            <a:off x="11563350" y="5667375"/>
            <a:ext cx="28384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62C"/>
                </a:solidFill>
                <a:latin typeface="Arial"/>
                <a:ea typeface="Arial"/>
                <a:cs typeface="Arial"/>
              </a:defRPr>
            </a:defPPr>
            <a:lvl1pPr algn="l">
              <a:defRPr sz="1800" b="1">
                <a:solidFill>
                  <a:srgbClr val="20262C"/>
                </a:solidFill>
                <a:latin typeface="Arial"/>
                <a:ea typeface="Arial"/>
                <a:cs typeface="Arial"/>
              </a:defRPr>
            </a:lvl1pPr>
            <a:lvl2pPr algn="l">
              <a:defRPr sz="1800" b="1">
                <a:solidFill>
                  <a:srgbClr val="20262C"/>
                </a:solidFill>
                <a:latin typeface="Arial"/>
                <a:ea typeface="Arial"/>
                <a:cs typeface="Arial"/>
              </a:defRPr>
            </a:lvl2pPr>
            <a:lvl3pPr algn="l">
              <a:defRPr sz="1800" b="1">
                <a:solidFill>
                  <a:srgbClr val="20262C"/>
                </a:solidFill>
                <a:latin typeface="Arial"/>
                <a:ea typeface="Arial"/>
                <a:cs typeface="Arial"/>
              </a:defRPr>
            </a:lvl3pPr>
            <a:lvl4pPr algn="l">
              <a:defRPr sz="1800" b="1">
                <a:solidFill>
                  <a:srgbClr val="20262C"/>
                </a:solidFill>
                <a:latin typeface="Arial"/>
                <a:ea typeface="Arial"/>
                <a:cs typeface="Arial"/>
              </a:defRPr>
            </a:lvl4pPr>
            <a:lvl5pPr algn="l">
              <a:defRPr sz="1800" b="1">
                <a:solidFill>
                  <a:srgbClr val="20262C"/>
                </a:solidFill>
                <a:latin typeface="Arial"/>
                <a:ea typeface="Arial"/>
                <a:cs typeface="Arial"/>
              </a:defRPr>
            </a:lvl5pPr>
            <a:lvl6pPr algn="l">
              <a:defRPr sz="1800" b="1">
                <a:solidFill>
                  <a:srgbClr val="20262C"/>
                </a:solidFill>
                <a:latin typeface="Arial"/>
                <a:ea typeface="Arial"/>
                <a:cs typeface="Arial"/>
              </a:defRPr>
            </a:lvl6pPr>
            <a:lvl7pPr algn="l">
              <a:defRPr sz="1800" b="1">
                <a:solidFill>
                  <a:srgbClr val="20262C"/>
                </a:solidFill>
                <a:latin typeface="Arial"/>
                <a:ea typeface="Arial"/>
                <a:cs typeface="Arial"/>
              </a:defRPr>
            </a:lvl7pPr>
            <a:lvl8pPr algn="l">
              <a:defRPr sz="1800" b="1">
                <a:solidFill>
                  <a:srgbClr val="20262C"/>
                </a:solidFill>
                <a:latin typeface="Arial"/>
                <a:ea typeface="Arial"/>
                <a:cs typeface="Arial"/>
              </a:defRPr>
            </a:lvl8pPr>
            <a:lvl9pPr algn="l">
              <a:defRPr sz="1800" b="1">
                <a:solidFill>
                  <a:srgbClr val="20262C"/>
                </a:solidFill>
                <a:latin typeface="Arial"/>
                <a:ea typeface="Arial"/>
                <a:cs typeface="Arial"/>
              </a:defRPr>
            </a:lvl9pPr>
          </a:lstStyle>
          <a:p xmlns:a="http://schemas.openxmlformats.org/drawingml/2006/main">
            <a:pPr algn="l">
              <a:defRPr sz="1800" b="1">
                <a:solidFill>
                  <a:srgbClr val="20262C"/>
                </a:solidFill>
                <a:latin typeface="Arial"/>
                <a:ea typeface="Arial"/>
                <a:cs typeface="Arial"/>
              </a:defRPr>
            </a:pPr>
            <a:r>
              <a:rPr sz="1800" b="1">
                <a:solidFill>
                  <a:srgbClr val="20262C"/>
                </a:solidFill>
                <a:latin typeface="Arial"/>
                <a:ea typeface="Arial"/>
                <a:cs typeface="Arial"/>
              </a:rPr>
              <a:t>4  Developer: feedback</a:t>
            </a:r>
          </a:p>
        </p:txBody>
      </p:sp>
      <p:sp>
        <p:nvSpPr>
          <p:cNvPr id="43" name="!!dev.feedback.body">
            <a:extLst xmlns:a="http://schemas.openxmlformats.org/drawingml/2006/main">
              <a:ext uri="{FF2B5EF4-FFF2-40B4-BE49-F238E27FC236}">
                <a16:creationId xmlns:a16="http://schemas.microsoft.com/office/drawing/2014/main" id="{C96EBED9-0477-4623-9C4D-1E58FAE76981}"/>
              </a:ext>
            </a:extLst>
          </p:cNvPr>
          <p:cNvSpPr>
            <a:spLocks xmlns:a="http://schemas.openxmlformats.org/drawingml/2006/main" noGrp="1"/>
          </p:cNvSpPr>
          <p:nvPr/>
        </p:nvSpPr>
        <p:spPr>
          <a:xfrm xmlns:a="http://schemas.openxmlformats.org/drawingml/2006/main">
            <a:off x="11563350" y="6105525"/>
            <a:ext cx="28384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0262C"/>
                </a:solidFill>
                <a:latin typeface="Arial"/>
                <a:ea typeface="Arial"/>
                <a:cs typeface="Arial"/>
              </a:defRPr>
            </a:defPPr>
            <a:lvl1pPr algn="l">
              <a:defRPr sz="1875" b="0">
                <a:solidFill>
                  <a:srgbClr val="20262C"/>
                </a:solidFill>
                <a:latin typeface="Arial"/>
                <a:ea typeface="Arial"/>
                <a:cs typeface="Arial"/>
              </a:defRPr>
            </a:lvl1pPr>
            <a:lvl2pPr algn="l">
              <a:defRPr sz="1875" b="0">
                <a:solidFill>
                  <a:srgbClr val="20262C"/>
                </a:solidFill>
                <a:latin typeface="Arial"/>
                <a:ea typeface="Arial"/>
                <a:cs typeface="Arial"/>
              </a:defRPr>
            </a:lvl2pPr>
            <a:lvl3pPr algn="l">
              <a:defRPr sz="1875" b="0">
                <a:solidFill>
                  <a:srgbClr val="20262C"/>
                </a:solidFill>
                <a:latin typeface="Arial"/>
                <a:ea typeface="Arial"/>
                <a:cs typeface="Arial"/>
              </a:defRPr>
            </a:lvl3pPr>
            <a:lvl4pPr algn="l">
              <a:defRPr sz="1875" b="0">
                <a:solidFill>
                  <a:srgbClr val="20262C"/>
                </a:solidFill>
                <a:latin typeface="Arial"/>
                <a:ea typeface="Arial"/>
                <a:cs typeface="Arial"/>
              </a:defRPr>
            </a:lvl4pPr>
            <a:lvl5pPr algn="l">
              <a:defRPr sz="1875" b="0">
                <a:solidFill>
                  <a:srgbClr val="20262C"/>
                </a:solidFill>
                <a:latin typeface="Arial"/>
                <a:ea typeface="Arial"/>
                <a:cs typeface="Arial"/>
              </a:defRPr>
            </a:lvl5pPr>
            <a:lvl6pPr algn="l">
              <a:defRPr sz="1875" b="0">
                <a:solidFill>
                  <a:srgbClr val="20262C"/>
                </a:solidFill>
                <a:latin typeface="Arial"/>
                <a:ea typeface="Arial"/>
                <a:cs typeface="Arial"/>
              </a:defRPr>
            </a:lvl6pPr>
            <a:lvl7pPr algn="l">
              <a:defRPr sz="1875" b="0">
                <a:solidFill>
                  <a:srgbClr val="20262C"/>
                </a:solidFill>
                <a:latin typeface="Arial"/>
                <a:ea typeface="Arial"/>
                <a:cs typeface="Arial"/>
              </a:defRPr>
            </a:lvl7pPr>
            <a:lvl8pPr algn="l">
              <a:defRPr sz="1875" b="0">
                <a:solidFill>
                  <a:srgbClr val="20262C"/>
                </a:solidFill>
                <a:latin typeface="Arial"/>
                <a:ea typeface="Arial"/>
                <a:cs typeface="Arial"/>
              </a:defRPr>
            </a:lvl8pPr>
            <a:lvl9pPr algn="l">
              <a:defRPr sz="1875" b="0">
                <a:solidFill>
                  <a:srgbClr val="20262C"/>
                </a:solidFill>
                <a:latin typeface="Arial"/>
                <a:ea typeface="Arial"/>
                <a:cs typeface="Arial"/>
              </a:defRPr>
            </a:lvl9pPr>
          </a:lstStyle>
          <a:p xmlns:a="http://schemas.openxmlformats.org/drawingml/2006/main">
            <a:pPr algn="l">
              <a:defRPr sz="1875" b="0">
                <a:solidFill>
                  <a:srgbClr val="20262C"/>
                </a:solidFill>
                <a:latin typeface="Arial"/>
                <a:ea typeface="Arial"/>
                <a:cs typeface="Arial"/>
              </a:defRPr>
            </a:pPr>
            <a:r>
              <a:rPr sz="1875" b="0">
                <a:solidFill>
                  <a:srgbClr val="20262C"/>
                </a:solidFill>
                <a:latin typeface="Arial"/>
                <a:ea typeface="Arial"/>
                <a:cs typeface="Arial"/>
              </a:rPr>
              <a:t>Ignore repeated headers</a:t>
            </a:r>
          </a:p>
          <a:p xmlns:a="http://schemas.openxmlformats.org/drawingml/2006/main">
            <a:pPr algn="l">
              <a:defRPr sz="1875" b="0">
                <a:solidFill>
                  <a:srgbClr val="20262C"/>
                </a:solidFill>
                <a:latin typeface="Arial"/>
                <a:ea typeface="Arial"/>
                <a:cs typeface="Arial"/>
              </a:defRPr>
            </a:pPr>
            <a:r>
              <a:rPr sz="1875" b="0">
                <a:solidFill>
                  <a:srgbClr val="20262C"/>
                </a:solidFill>
                <a:latin typeface="Arial"/>
                <a:ea typeface="Arial"/>
                <a:cs typeface="Arial"/>
              </a:rPr>
              <a:t>Keep body-text changes</a:t>
            </a:r>
          </a:p>
        </p:txBody>
      </p:sp>
      <p:sp>
        <p:nvSpPr>
          <p:cNvPr id="44" name="!!dev.toLLM.line">
            <a:extLst xmlns:a="http://schemas.openxmlformats.org/drawingml/2006/main">
              <a:ext uri="{FF2B5EF4-FFF2-40B4-BE49-F238E27FC236}">
                <a16:creationId xmlns:a16="http://schemas.microsoft.com/office/drawing/2014/main" id="{3034DBE5-F88A-4E41-A648-B5AF9EA9C727}"/>
              </a:ext>
            </a:extLst>
          </p:cNvPr>
          <p:cNvSpPr>
            <a:spLocks xmlns:a="http://schemas.openxmlformats.org/drawingml/2006/main" noGrp="1"/>
          </p:cNvSpPr>
          <p:nvPr/>
        </p:nvSpPr>
        <p:spPr>
          <a:xfrm xmlns:a="http://schemas.openxmlformats.org/drawingml/2006/main" flipH="0" flipV="0">
            <a:off x="7372350" y="3895725"/>
            <a:ext cx="247650" cy="953"/>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45" name="!!dev.toLLM.tip">
            <a:extLst xmlns:a="http://schemas.openxmlformats.org/drawingml/2006/main">
              <a:ext uri="{FF2B5EF4-FFF2-40B4-BE49-F238E27FC236}">
                <a16:creationId xmlns:a16="http://schemas.microsoft.com/office/drawing/2014/main" id="{C2851DC9-FBCF-440B-92F5-6B8C6155D903}"/>
              </a:ext>
            </a:extLst>
          </p:cNvPr>
          <p:cNvSpPr>
            <a:spLocks xmlns:a="http://schemas.openxmlformats.org/drawingml/2006/main" noGrp="1"/>
          </p:cNvSpPr>
          <p:nvPr/>
        </p:nvSpPr>
        <p:spPr>
          <a:xfrm xmlns:a="http://schemas.openxmlformats.org/drawingml/2006/main" rot="5400000">
            <a:off x="7562850" y="3838575"/>
            <a:ext cx="114300" cy="11430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46" name="!!dev.toTest.line">
            <a:extLst xmlns:a="http://schemas.openxmlformats.org/drawingml/2006/main">
              <a:ext uri="{FF2B5EF4-FFF2-40B4-BE49-F238E27FC236}">
                <a16:creationId xmlns:a16="http://schemas.microsoft.com/office/drawing/2014/main" id="{7EF1C08C-9E45-44EF-A9F9-D9AF9295A86C}"/>
              </a:ext>
            </a:extLst>
          </p:cNvPr>
          <p:cNvSpPr>
            <a:spLocks xmlns:a="http://schemas.openxmlformats.org/drawingml/2006/main" noGrp="1"/>
          </p:cNvSpPr>
          <p:nvPr/>
        </p:nvSpPr>
        <p:spPr>
          <a:xfrm xmlns:a="http://schemas.openxmlformats.org/drawingml/2006/main" flipH="0" flipV="0">
            <a:off x="11029950" y="3895725"/>
            <a:ext cx="247650" cy="953"/>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47" name="!!dev.toTest.tip">
            <a:extLst xmlns:a="http://schemas.openxmlformats.org/drawingml/2006/main">
              <a:ext uri="{FF2B5EF4-FFF2-40B4-BE49-F238E27FC236}">
                <a16:creationId xmlns:a16="http://schemas.microsoft.com/office/drawing/2014/main" id="{468AB41A-3296-4847-A5F8-B1901C77BD8F}"/>
              </a:ext>
            </a:extLst>
          </p:cNvPr>
          <p:cNvSpPr>
            <a:spLocks xmlns:a="http://schemas.openxmlformats.org/drawingml/2006/main" noGrp="1"/>
          </p:cNvSpPr>
          <p:nvPr/>
        </p:nvSpPr>
        <p:spPr>
          <a:xfrm xmlns:a="http://schemas.openxmlformats.org/drawingml/2006/main" rot="5400000">
            <a:off x="11220450" y="3838575"/>
            <a:ext cx="114300" cy="11430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48" name="!!dev.testFeedback.line">
            <a:extLst xmlns:a="http://schemas.openxmlformats.org/drawingml/2006/main">
              <a:ext uri="{FF2B5EF4-FFF2-40B4-BE49-F238E27FC236}">
                <a16:creationId xmlns:a16="http://schemas.microsoft.com/office/drawing/2014/main" id="{C7B0FD2F-8BD0-4FA8-B048-F6088363E2A3}"/>
              </a:ext>
            </a:extLst>
          </p:cNvPr>
          <p:cNvSpPr>
            <a:spLocks xmlns:a="http://schemas.openxmlformats.org/drawingml/2006/main" noGrp="1"/>
          </p:cNvSpPr>
          <p:nvPr/>
        </p:nvSpPr>
        <p:spPr>
          <a:xfrm xmlns:a="http://schemas.openxmlformats.org/drawingml/2006/main" flipH="0" flipV="0">
            <a:off x="12982575" y="4714875"/>
            <a:ext cx="953" cy="714375"/>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49" name="!!dev.testFeedback.tip">
            <a:extLst xmlns:a="http://schemas.openxmlformats.org/drawingml/2006/main">
              <a:ext uri="{FF2B5EF4-FFF2-40B4-BE49-F238E27FC236}">
                <a16:creationId xmlns:a16="http://schemas.microsoft.com/office/drawing/2014/main" id="{24D3D04A-73EE-422B-9FF2-7CFE822AB222}"/>
              </a:ext>
            </a:extLst>
          </p:cNvPr>
          <p:cNvSpPr>
            <a:spLocks xmlns:a="http://schemas.openxmlformats.org/drawingml/2006/main" noGrp="1"/>
          </p:cNvSpPr>
          <p:nvPr/>
        </p:nvSpPr>
        <p:spPr>
          <a:xfrm xmlns:a="http://schemas.openxmlformats.org/drawingml/2006/main" rot="10800000">
            <a:off x="12925425" y="5372100"/>
            <a:ext cx="114300" cy="11430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50" name="!!dev.testFeedback.label">
            <a:extLst xmlns:a="http://schemas.openxmlformats.org/drawingml/2006/main">
              <a:ext uri="{FF2B5EF4-FFF2-40B4-BE49-F238E27FC236}">
                <a16:creationId xmlns:a16="http://schemas.microsoft.com/office/drawing/2014/main" id="{FE42F45E-DB20-4844-A698-D4B16C2F1A01}"/>
              </a:ext>
            </a:extLst>
          </p:cNvPr>
          <p:cNvSpPr>
            <a:spLocks xmlns:a="http://schemas.openxmlformats.org/drawingml/2006/main" noGrp="1"/>
          </p:cNvSpPr>
          <p:nvPr/>
        </p:nvSpPr>
        <p:spPr>
          <a:xfrm xmlns:a="http://schemas.openxmlformats.org/drawingml/2006/main">
            <a:off x="13144500" y="4933950"/>
            <a:ext cx="1447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20262C"/>
                </a:solidFill>
                <a:latin typeface="Arial"/>
                <a:ea typeface="Arial"/>
                <a:cs typeface="Arial"/>
              </a:defRPr>
            </a:defPPr>
            <a:lvl1pPr algn="l">
              <a:defRPr sz="1650" b="0">
                <a:solidFill>
                  <a:srgbClr val="20262C"/>
                </a:solidFill>
                <a:latin typeface="Arial"/>
                <a:ea typeface="Arial"/>
                <a:cs typeface="Arial"/>
              </a:defRPr>
            </a:lvl1pPr>
            <a:lvl2pPr algn="l">
              <a:defRPr sz="1650" b="0">
                <a:solidFill>
                  <a:srgbClr val="20262C"/>
                </a:solidFill>
                <a:latin typeface="Arial"/>
                <a:ea typeface="Arial"/>
                <a:cs typeface="Arial"/>
              </a:defRPr>
            </a:lvl2pPr>
            <a:lvl3pPr algn="l">
              <a:defRPr sz="1650" b="0">
                <a:solidFill>
                  <a:srgbClr val="20262C"/>
                </a:solidFill>
                <a:latin typeface="Arial"/>
                <a:ea typeface="Arial"/>
                <a:cs typeface="Arial"/>
              </a:defRPr>
            </a:lvl3pPr>
            <a:lvl4pPr algn="l">
              <a:defRPr sz="1650" b="0">
                <a:solidFill>
                  <a:srgbClr val="20262C"/>
                </a:solidFill>
                <a:latin typeface="Arial"/>
                <a:ea typeface="Arial"/>
                <a:cs typeface="Arial"/>
              </a:defRPr>
            </a:lvl4pPr>
            <a:lvl5pPr algn="l">
              <a:defRPr sz="1650" b="0">
                <a:solidFill>
                  <a:srgbClr val="20262C"/>
                </a:solidFill>
                <a:latin typeface="Arial"/>
                <a:ea typeface="Arial"/>
                <a:cs typeface="Arial"/>
              </a:defRPr>
            </a:lvl5pPr>
            <a:lvl6pPr algn="l">
              <a:defRPr sz="1650" b="0">
                <a:solidFill>
                  <a:srgbClr val="20262C"/>
                </a:solidFill>
                <a:latin typeface="Arial"/>
                <a:ea typeface="Arial"/>
                <a:cs typeface="Arial"/>
              </a:defRPr>
            </a:lvl6pPr>
            <a:lvl7pPr algn="l">
              <a:defRPr sz="1650" b="0">
                <a:solidFill>
                  <a:srgbClr val="20262C"/>
                </a:solidFill>
                <a:latin typeface="Arial"/>
                <a:ea typeface="Arial"/>
                <a:cs typeface="Arial"/>
              </a:defRPr>
            </a:lvl7pPr>
            <a:lvl8pPr algn="l">
              <a:defRPr sz="1650" b="0">
                <a:solidFill>
                  <a:srgbClr val="20262C"/>
                </a:solidFill>
                <a:latin typeface="Arial"/>
                <a:ea typeface="Arial"/>
                <a:cs typeface="Arial"/>
              </a:defRPr>
            </a:lvl8pPr>
            <a:lvl9pPr algn="l">
              <a:defRPr sz="1650" b="0">
                <a:solidFill>
                  <a:srgbClr val="20262C"/>
                </a:solidFill>
                <a:latin typeface="Arial"/>
                <a:ea typeface="Arial"/>
                <a:cs typeface="Arial"/>
              </a:defRPr>
            </a:lvl9pPr>
          </a:lstStyle>
          <a:p xmlns:a="http://schemas.openxmlformats.org/drawingml/2006/main">
            <a:pPr algn="l">
              <a:defRPr sz="1650" b="0">
                <a:solidFill>
                  <a:srgbClr val="20262C"/>
                </a:solidFill>
                <a:latin typeface="Arial"/>
                <a:ea typeface="Arial"/>
                <a:cs typeface="Arial"/>
              </a:defRPr>
            </a:pPr>
            <a:r>
              <a:rPr sz="1650" b="0">
                <a:solidFill>
                  <a:srgbClr val="20262C"/>
                </a:solidFill>
                <a:latin typeface="Arial"/>
                <a:ea typeface="Arial"/>
                <a:cs typeface="Arial"/>
              </a:rPr>
              <a:t>Test results</a:t>
            </a:r>
          </a:p>
        </p:txBody>
      </p:sp>
      <p:sp>
        <p:nvSpPr>
          <p:cNvPr id="51" name="!!dev.toRevise.line">
            <a:extLst xmlns:a="http://schemas.openxmlformats.org/drawingml/2006/main">
              <a:ext uri="{FF2B5EF4-FFF2-40B4-BE49-F238E27FC236}">
                <a16:creationId xmlns:a16="http://schemas.microsoft.com/office/drawing/2014/main" id="{08E267BD-C022-4778-891C-2BB842EAA426}"/>
              </a:ext>
            </a:extLst>
          </p:cNvPr>
          <p:cNvSpPr>
            <a:spLocks xmlns:a="http://schemas.openxmlformats.org/drawingml/2006/main" noGrp="1"/>
          </p:cNvSpPr>
          <p:nvPr/>
        </p:nvSpPr>
        <p:spPr>
          <a:xfrm xmlns:a="http://schemas.openxmlformats.org/drawingml/2006/main" flipH="1" flipV="0">
            <a:off x="11029950" y="6229350"/>
            <a:ext cx="247650" cy="953"/>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52" name="!!dev.toRevise.tip">
            <a:extLst xmlns:a="http://schemas.openxmlformats.org/drawingml/2006/main">
              <a:ext uri="{FF2B5EF4-FFF2-40B4-BE49-F238E27FC236}">
                <a16:creationId xmlns:a16="http://schemas.microsoft.com/office/drawing/2014/main" id="{F16305E5-4B8A-4A5E-83FE-48217888E55B}"/>
              </a:ext>
            </a:extLst>
          </p:cNvPr>
          <p:cNvSpPr>
            <a:spLocks xmlns:a="http://schemas.openxmlformats.org/drawingml/2006/main" noGrp="1"/>
          </p:cNvSpPr>
          <p:nvPr/>
        </p:nvSpPr>
        <p:spPr>
          <a:xfrm xmlns:a="http://schemas.openxmlformats.org/drawingml/2006/main" rot="16200000">
            <a:off x="10972800" y="6172200"/>
            <a:ext cx="114300" cy="11430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53" name="!!dev.toDelivery.line">
            <a:extLst xmlns:a="http://schemas.openxmlformats.org/drawingml/2006/main">
              <a:ext uri="{FF2B5EF4-FFF2-40B4-BE49-F238E27FC236}">
                <a16:creationId xmlns:a16="http://schemas.microsoft.com/office/drawing/2014/main" id="{F80C14D3-766A-4B25-864E-BCAFE0B86493}"/>
              </a:ext>
            </a:extLst>
          </p:cNvPr>
          <p:cNvSpPr>
            <a:spLocks xmlns:a="http://schemas.openxmlformats.org/drawingml/2006/main" noGrp="1"/>
          </p:cNvSpPr>
          <p:nvPr/>
        </p:nvSpPr>
        <p:spPr>
          <a:xfrm xmlns:a="http://schemas.openxmlformats.org/drawingml/2006/main" flipH="1" flipV="0">
            <a:off x="7372350" y="6229350"/>
            <a:ext cx="247650" cy="953"/>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54" name="!!dev.toDelivery.tip">
            <a:extLst xmlns:a="http://schemas.openxmlformats.org/drawingml/2006/main">
              <a:ext uri="{FF2B5EF4-FFF2-40B4-BE49-F238E27FC236}">
                <a16:creationId xmlns:a16="http://schemas.microsoft.com/office/drawing/2014/main" id="{0D4F4966-FBA1-4CE5-BF39-43EB18978BCC}"/>
              </a:ext>
            </a:extLst>
          </p:cNvPr>
          <p:cNvSpPr>
            <a:spLocks xmlns:a="http://schemas.openxmlformats.org/drawingml/2006/main" noGrp="1"/>
          </p:cNvSpPr>
          <p:nvPr/>
        </p:nvSpPr>
        <p:spPr>
          <a:xfrm xmlns:a="http://schemas.openxmlformats.org/drawingml/2006/main" rot="16200000">
            <a:off x="7315200" y="6172200"/>
            <a:ext cx="114300" cy="11430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56" name="!!story.header.client.bar">
            <a:extLst xmlns:a="http://schemas.openxmlformats.org/drawingml/2006/main">
              <a:ext uri="{FF2B5EF4-FFF2-40B4-BE49-F238E27FC236}">
                <a16:creationId xmlns:a16="http://schemas.microsoft.com/office/drawing/2014/main" id="{58B28CF6-8EC1-48E0-A018-C427F9849CEB}"/>
              </a:ext>
            </a:extLst>
          </p:cNvPr>
          <p:cNvSpPr>
            <a:spLocks xmlns:a="http://schemas.openxmlformats.org/drawingml/2006/main" noGrp="1"/>
          </p:cNvSpPr>
          <p:nvPr/>
        </p:nvSpPr>
        <p:spPr>
          <a:xfrm xmlns:a="http://schemas.openxmlformats.org/drawingml/2006/main">
            <a:off x="10668000" y="1257300"/>
            <a:ext cx="47625" cy="238125"/>
          </a:xfrm>
          <a:prstGeom xmlns:a="http://schemas.openxmlformats.org/drawingml/2006/main" prst="rect">
            <a:avLst/>
          </a:prstGeom>
          <a:solidFill xmlns:a="http://schemas.openxmlformats.org/drawingml/2006/main">
            <a:srgbClr val="7363A6"/>
          </a:solidFill>
          <a:ln xmlns:a="http://schemas.openxmlformats.org/drawingml/2006/main" w="0">
            <a:noFill/>
          </a:ln>
        </p:spPr>
      </p:sp>
      <p:sp>
        <p:nvSpPr>
          <p:cNvPr id="57" name="!!story.header.client.name">
            <a:extLst xmlns:a="http://schemas.openxmlformats.org/drawingml/2006/main">
              <a:ext uri="{FF2B5EF4-FFF2-40B4-BE49-F238E27FC236}">
                <a16:creationId xmlns:a16="http://schemas.microsoft.com/office/drawing/2014/main" id="{03F2AD37-C9D4-4A49-9701-BFB881346E30}"/>
              </a:ext>
            </a:extLst>
          </p:cNvPr>
          <p:cNvSpPr>
            <a:spLocks xmlns:a="http://schemas.openxmlformats.org/drawingml/2006/main" noGrp="1"/>
          </p:cNvSpPr>
          <p:nvPr/>
        </p:nvSpPr>
        <p:spPr>
          <a:xfrm xmlns:a="http://schemas.openxmlformats.org/drawingml/2006/main">
            <a:off x="10801350" y="1190625"/>
            <a:ext cx="152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7363A6"/>
                </a:solidFill>
                <a:latin typeface="Arial"/>
                <a:ea typeface="Arial"/>
                <a:cs typeface="Arial"/>
              </a:defRPr>
            </a:defPPr>
            <a:lvl1pPr algn="l">
              <a:defRPr sz="1800" b="1">
                <a:solidFill>
                  <a:srgbClr val="7363A6"/>
                </a:solidFill>
                <a:latin typeface="Arial"/>
                <a:ea typeface="Arial"/>
                <a:cs typeface="Arial"/>
              </a:defRPr>
            </a:lvl1pPr>
            <a:lvl2pPr algn="l">
              <a:defRPr sz="1800" b="1">
                <a:solidFill>
                  <a:srgbClr val="7363A6"/>
                </a:solidFill>
                <a:latin typeface="Arial"/>
                <a:ea typeface="Arial"/>
                <a:cs typeface="Arial"/>
              </a:defRPr>
            </a:lvl2pPr>
            <a:lvl3pPr algn="l">
              <a:defRPr sz="1800" b="1">
                <a:solidFill>
                  <a:srgbClr val="7363A6"/>
                </a:solidFill>
                <a:latin typeface="Arial"/>
                <a:ea typeface="Arial"/>
                <a:cs typeface="Arial"/>
              </a:defRPr>
            </a:lvl3pPr>
            <a:lvl4pPr algn="l">
              <a:defRPr sz="1800" b="1">
                <a:solidFill>
                  <a:srgbClr val="7363A6"/>
                </a:solidFill>
                <a:latin typeface="Arial"/>
                <a:ea typeface="Arial"/>
                <a:cs typeface="Arial"/>
              </a:defRPr>
            </a:lvl4pPr>
            <a:lvl5pPr algn="l">
              <a:defRPr sz="1800" b="1">
                <a:solidFill>
                  <a:srgbClr val="7363A6"/>
                </a:solidFill>
                <a:latin typeface="Arial"/>
                <a:ea typeface="Arial"/>
                <a:cs typeface="Arial"/>
              </a:defRPr>
            </a:lvl5pPr>
            <a:lvl6pPr algn="l">
              <a:defRPr sz="1800" b="1">
                <a:solidFill>
                  <a:srgbClr val="7363A6"/>
                </a:solidFill>
                <a:latin typeface="Arial"/>
                <a:ea typeface="Arial"/>
                <a:cs typeface="Arial"/>
              </a:defRPr>
            </a:lvl6pPr>
            <a:lvl7pPr algn="l">
              <a:defRPr sz="1800" b="1">
                <a:solidFill>
                  <a:srgbClr val="7363A6"/>
                </a:solidFill>
                <a:latin typeface="Arial"/>
                <a:ea typeface="Arial"/>
                <a:cs typeface="Arial"/>
              </a:defRPr>
            </a:lvl7pPr>
            <a:lvl8pPr algn="l">
              <a:defRPr sz="1800" b="1">
                <a:solidFill>
                  <a:srgbClr val="7363A6"/>
                </a:solidFill>
                <a:latin typeface="Arial"/>
                <a:ea typeface="Arial"/>
                <a:cs typeface="Arial"/>
              </a:defRPr>
            </a:lvl8pPr>
            <a:lvl9pPr algn="l">
              <a:defRPr sz="1800" b="1">
                <a:solidFill>
                  <a:srgbClr val="7363A6"/>
                </a:solidFill>
                <a:latin typeface="Arial"/>
                <a:ea typeface="Arial"/>
                <a:cs typeface="Arial"/>
              </a:defRPr>
            </a:lvl9pPr>
          </a:lstStyle>
          <a:p xmlns:a="http://schemas.openxmlformats.org/drawingml/2006/main">
            <a:pPr algn="l">
              <a:defRPr sz="1800" b="1">
                <a:solidFill>
                  <a:srgbClr val="7363A6"/>
                </a:solidFill>
                <a:latin typeface="Arial"/>
                <a:ea typeface="Arial"/>
                <a:cs typeface="Arial"/>
              </a:defRPr>
            </a:pPr>
            <a:r>
              <a:rPr sz="1800" b="1">
                <a:solidFill>
                  <a:srgbClr val="7363A6"/>
                </a:solidFill>
                <a:latin typeface="Arial"/>
                <a:ea typeface="Arial"/>
                <a:cs typeface="Arial"/>
              </a:rPr>
              <a:t>Client update</a:t>
            </a:r>
          </a:p>
        </p:txBody>
      </p:sp>
      <p:sp>
        <p:nvSpPr>
          <p:cNvPr id="58" name="!!story.header.client.qualifier">
            <a:extLst xmlns:a="http://schemas.openxmlformats.org/drawingml/2006/main">
              <a:ext uri="{FF2B5EF4-FFF2-40B4-BE49-F238E27FC236}">
                <a16:creationId xmlns:a16="http://schemas.microsoft.com/office/drawing/2014/main" id="{D4B7591C-8205-4CBF-A97C-CFEBB64BDC60}"/>
              </a:ext>
            </a:extLst>
          </p:cNvPr>
          <p:cNvSpPr>
            <a:spLocks xmlns:a="http://schemas.openxmlformats.org/drawingml/2006/main" noGrp="1"/>
          </p:cNvSpPr>
          <p:nvPr/>
        </p:nvSpPr>
        <p:spPr>
          <a:xfrm xmlns:a="http://schemas.openxmlformats.org/drawingml/2006/main">
            <a:off x="12430125" y="1238250"/>
            <a:ext cx="14001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707C88"/>
                </a:solidFill>
                <a:latin typeface="Arial"/>
                <a:ea typeface="Arial"/>
                <a:cs typeface="Arial"/>
              </a:defRPr>
            </a:defPPr>
            <a:lvl1pPr algn="l">
              <a:defRPr sz="1500" b="0">
                <a:solidFill>
                  <a:srgbClr val="707C88"/>
                </a:solidFill>
                <a:latin typeface="Arial"/>
                <a:ea typeface="Arial"/>
                <a:cs typeface="Arial"/>
              </a:defRPr>
            </a:lvl1pPr>
            <a:lvl2pPr algn="l">
              <a:defRPr sz="1500" b="0">
                <a:solidFill>
                  <a:srgbClr val="707C88"/>
                </a:solidFill>
                <a:latin typeface="Arial"/>
                <a:ea typeface="Arial"/>
                <a:cs typeface="Arial"/>
              </a:defRPr>
            </a:lvl2pPr>
            <a:lvl3pPr algn="l">
              <a:defRPr sz="1500" b="0">
                <a:solidFill>
                  <a:srgbClr val="707C88"/>
                </a:solidFill>
                <a:latin typeface="Arial"/>
                <a:ea typeface="Arial"/>
                <a:cs typeface="Arial"/>
              </a:defRPr>
            </a:lvl3pPr>
            <a:lvl4pPr algn="l">
              <a:defRPr sz="1500" b="0">
                <a:solidFill>
                  <a:srgbClr val="707C88"/>
                </a:solidFill>
                <a:latin typeface="Arial"/>
                <a:ea typeface="Arial"/>
                <a:cs typeface="Arial"/>
              </a:defRPr>
            </a:lvl4pPr>
            <a:lvl5pPr algn="l">
              <a:defRPr sz="1500" b="0">
                <a:solidFill>
                  <a:srgbClr val="707C88"/>
                </a:solidFill>
                <a:latin typeface="Arial"/>
                <a:ea typeface="Arial"/>
                <a:cs typeface="Arial"/>
              </a:defRPr>
            </a:lvl5pPr>
            <a:lvl6pPr algn="l">
              <a:defRPr sz="1500" b="0">
                <a:solidFill>
                  <a:srgbClr val="707C88"/>
                </a:solidFill>
                <a:latin typeface="Arial"/>
                <a:ea typeface="Arial"/>
                <a:cs typeface="Arial"/>
              </a:defRPr>
            </a:lvl6pPr>
            <a:lvl7pPr algn="l">
              <a:defRPr sz="1500" b="0">
                <a:solidFill>
                  <a:srgbClr val="707C88"/>
                </a:solidFill>
                <a:latin typeface="Arial"/>
                <a:ea typeface="Arial"/>
                <a:cs typeface="Arial"/>
              </a:defRPr>
            </a:lvl7pPr>
            <a:lvl8pPr algn="l">
              <a:defRPr sz="1500" b="0">
                <a:solidFill>
                  <a:srgbClr val="707C88"/>
                </a:solidFill>
                <a:latin typeface="Arial"/>
                <a:ea typeface="Arial"/>
                <a:cs typeface="Arial"/>
              </a:defRPr>
            </a:lvl8pPr>
            <a:lvl9pPr algn="l">
              <a:defRPr sz="1500" b="0">
                <a:solidFill>
                  <a:srgbClr val="707C88"/>
                </a:solidFill>
                <a:latin typeface="Arial"/>
                <a:ea typeface="Arial"/>
                <a:cs typeface="Arial"/>
              </a:defRPr>
            </a:lvl9pPr>
          </a:lstStyle>
          <a:p xmlns:a="http://schemas.openxmlformats.org/drawingml/2006/main">
            <a:pPr algn="l">
              <a:defRPr sz="1500" b="0">
                <a:solidFill>
                  <a:srgbClr val="707C88"/>
                </a:solidFill>
                <a:latin typeface="Arial"/>
                <a:ea typeface="Arial"/>
                <a:cs typeface="Arial"/>
              </a:defRPr>
            </a:pPr>
            <a:r>
              <a:rPr sz="1500" b="0">
                <a:solidFill>
                  <a:srgbClr val="707C88"/>
                </a:solidFill>
                <a:latin typeface="Arial"/>
                <a:ea typeface="Arial"/>
                <a:cs typeface="Arial"/>
              </a:rPr>
              <a:t>Dev example</a:t>
            </a:r>
          </a:p>
        </p:txBody>
      </p:sp>
      <p:sp>
        <p:nvSpPr>
          <p:cNvPr id="59" name="!!story.client.development.sample">
            <a:extLst xmlns:a="http://schemas.openxmlformats.org/drawingml/2006/main">
              <a:ext uri="{FF2B5EF4-FFF2-40B4-BE49-F238E27FC236}">
                <a16:creationId xmlns:a16="http://schemas.microsoft.com/office/drawing/2014/main" id="{DEF0843F-DA79-437D-BC48-9CDB1D9CFA63}"/>
              </a:ext>
            </a:extLst>
          </p:cNvPr>
          <p:cNvSpPr>
            <a:spLocks xmlns:a="http://schemas.openxmlformats.org/drawingml/2006/main" noGrp="1"/>
          </p:cNvSpPr>
          <p:nvPr/>
        </p:nvSpPr>
        <p:spPr>
          <a:xfrm xmlns:a="http://schemas.openxmlformats.org/drawingml/2006/main">
            <a:off x="4152900" y="3800475"/>
            <a:ext cx="38100" cy="304800"/>
          </a:xfrm>
          <a:prstGeom xmlns:a="http://schemas.openxmlformats.org/drawingml/2006/main" prst="rect">
            <a:avLst/>
          </a:prstGeom>
          <a:solidFill xmlns:a="http://schemas.openxmlformats.org/drawingml/2006/main">
            <a:srgbClr val="7363A6"/>
          </a:solidFill>
          <a:ln xmlns:a="http://schemas.openxmlformats.org/drawingml/2006/main" w="0">
            <a:noFill/>
          </a:ln>
        </p:spPr>
      </p:sp>
    </p:spTree>
    <p:extLst>
      <p:ext uri="{BB962C8B-B14F-4D97-AF65-F5344CB8AC3E}">
        <p14:creationId xmlns:p14="http://schemas.microsoft.com/office/powerpoint/2010/main" val="565635934"/>
      </p:ext>
    </p:extLst>
  </p:cSld>
  <mc:AlternateContent xmlns:mc="http://schemas.openxmlformats.org/markup-compatibility/2006">
    <mc:Choice xmlns:p159="http://schemas.microsoft.com/office/powerpoint/2015/09/main" Requires="p159">
      <p:transition xmlns:p14="http://schemas.microsoft.com/office/powerpoint/2010/main" spd="med" advClick="1" p14:dur="700">
        <p159:morph option="byObject"/>
      </p:transition>
    </mc:Choice>
    <mc:Fallback>
      <p:transition spd="fast" advClick="1">
        <p:fade/>
      </p:transition>
    </mc:Fallback>
  </mc:AlternateContent>
  <p:timing>
    <p:tnLst>
      <p:par>
        <p:cTn id="1" dur="indefinite" restart="never" nodeType="tmRoot">
          <p:childTnLst>
            <p:seq concurrent="1" nextAc="seek">
              <p:cTn id="2" dur="indefinite" nodeType="mainSeq">
                <p:childTnLst>
                  <p:par>
                    <p:cTn id="3" fill="hold">
                      <p:stCondLst>
                        <p:cond delay="0"/>
                      </p:stCondLst>
                      <p:childTnLst>
                        <p:par>
                          <p:cTn id="4" presetID="1" presetClass="entr" presetSubtype="0" fill="hold" nodeType="withEffect" grpId="0">
                            <p:stCondLst>
                              <p:cond delay="150"/>
                            </p:stCondLst>
                            <p:childTnLst>
                              <p:set>
                                <p:cBhvr>
                                  <p:cTn id="5" dur="1" fill="hold">
                                    <p:stCondLst>
                                      <p:cond delay="0"/>
                                    </p:stCondLst>
                                  </p:cTn>
                                  <p:tgtEl>
                                    <p:spTgt spid="29"/>
                                  </p:tgtEl>
                                  <p:attrNameLst>
                                    <p:attrName>style.visibility</p:attrName>
                                  </p:attrNameLst>
                                </p:cBhvr>
                                <p:to>
                                  <p:strVal val="visible"/>
                                </p:to>
                              </p:set>
                            </p:childTnLst>
                          </p:cTn>
                        </p:par>
                        <p:par>
                          <p:cTn id="6" presetID="1" presetClass="entr" presetSubtype="0" fill="hold" nodeType="withEffect" grpId="0">
                            <p:stCondLst>
                              <p:cond delay="150"/>
                            </p:stCondLst>
                            <p:childTnLst>
                              <p:set>
                                <p:cBhvr>
                                  <p:cTn id="7" dur="1" fill="hold">
                                    <p:stCondLst>
                                      <p:cond delay="0"/>
                                    </p:stCondLst>
                                  </p:cTn>
                                  <p:tgtEl>
                                    <p:spTgt spid="30"/>
                                  </p:tgtEl>
                                  <p:attrNameLst>
                                    <p:attrName>style.visibility</p:attrName>
                                  </p:attrNameLst>
                                </p:cBhvr>
                                <p:to>
                                  <p:strVal val="visible"/>
                                </p:to>
                              </p:set>
                            </p:childTnLst>
                          </p:cTn>
                        </p:par>
                        <p:par>
                          <p:cTn id="8" presetID="1" presetClass="entr" presetSubtype="0" fill="hold" nodeType="withEffect" grpId="0">
                            <p:stCondLst>
                              <p:cond delay="150"/>
                            </p:stCondLst>
                            <p:childTnLst>
                              <p:set>
                                <p:cBhvr>
                                  <p:cTn id="9" dur="1" fill="hold">
                                    <p:stCondLst>
                                      <p:cond delay="0"/>
                                    </p:stCondLst>
                                  </p:cTn>
                                  <p:tgtEl>
                                    <p:spTgt spid="31"/>
                                  </p:tgtEl>
                                  <p:attrNameLst>
                                    <p:attrName>style.visibility</p:attrName>
                                  </p:attrNameLst>
                                </p:cBhvr>
                                <p:to>
                                  <p:strVal val="visible"/>
                                </p:to>
                              </p:set>
                            </p:childTnLst>
                          </p:cTn>
                        </p:par>
                        <p:par>
                          <p:cTn id="10" presetID="1" presetClass="entr" presetSubtype="0" fill="hold" nodeType="withEffect" grpId="0">
                            <p:stCondLst>
                              <p:cond delay="700"/>
                            </p:stCondLst>
                            <p:childTnLst>
                              <p:set>
                                <p:cBhvr>
                                  <p:cTn id="11" dur="1" fill="hold">
                                    <p:stCondLst>
                                      <p:cond delay="0"/>
                                    </p:stCondLst>
                                  </p:cTn>
                                  <p:tgtEl>
                                    <p:spTgt spid="32"/>
                                  </p:tgtEl>
                                  <p:attrNameLst>
                                    <p:attrName>style.visibility</p:attrName>
                                  </p:attrNameLst>
                                </p:cBhvr>
                                <p:to>
                                  <p:strVal val="visible"/>
                                </p:to>
                              </p:set>
                            </p:childTnLst>
                          </p:cTn>
                        </p:par>
                        <p:par>
                          <p:cTn id="12" presetID="1" presetClass="entr" presetSubtype="0" fill="hold" nodeType="withEffect" grpId="0">
                            <p:stCondLst>
                              <p:cond delay="700"/>
                            </p:stCondLst>
                            <p:childTnLst>
                              <p:set>
                                <p:cBhvr>
                                  <p:cTn id="13" dur="1" fill="hold">
                                    <p:stCondLst>
                                      <p:cond delay="0"/>
                                    </p:stCondLst>
                                  </p:cTn>
                                  <p:tgtEl>
                                    <p:spTgt spid="33"/>
                                  </p:tgtEl>
                                  <p:attrNameLst>
                                    <p:attrName>style.visibility</p:attrName>
                                  </p:attrNameLst>
                                </p:cBhvr>
                                <p:to>
                                  <p:strVal val="visible"/>
                                </p:to>
                              </p:set>
                            </p:childTnLst>
                          </p:cTn>
                        </p:par>
                        <p:par>
                          <p:cTn id="14" presetID="1" presetClass="entr" presetSubtype="0" fill="hold" nodeType="withEffect" grpId="0">
                            <p:stCondLst>
                              <p:cond delay="700"/>
                            </p:stCondLst>
                            <p:childTnLst>
                              <p:set>
                                <p:cBhvr>
                                  <p:cTn id="15" dur="1" fill="hold">
                                    <p:stCondLst>
                                      <p:cond delay="0"/>
                                    </p:stCondLst>
                                  </p:cTn>
                                  <p:tgtEl>
                                    <p:spTgt spid="34"/>
                                  </p:tgtEl>
                                  <p:attrNameLst>
                                    <p:attrName>style.visibility</p:attrName>
                                  </p:attrNameLst>
                                </p:cBhvr>
                                <p:to>
                                  <p:strVal val="visible"/>
                                </p:to>
                              </p:set>
                            </p:childTnLst>
                          </p:cTn>
                        </p:par>
                        <p:par>
                          <p:cTn id="16" presetID="1" presetClass="entr" presetSubtype="0" fill="hold" nodeType="withEffect" grpId="0">
                            <p:stCondLst>
                              <p:cond delay="1250"/>
                            </p:stCondLst>
                            <p:childTnLst>
                              <p:set>
                                <p:cBhvr>
                                  <p:cTn id="17" dur="1" fill="hold">
                                    <p:stCondLst>
                                      <p:cond delay="0"/>
                                    </p:stCondLst>
                                  </p:cTn>
                                  <p:tgtEl>
                                    <p:spTgt spid="38"/>
                                  </p:tgtEl>
                                  <p:attrNameLst>
                                    <p:attrName>style.visibility</p:attrName>
                                  </p:attrNameLst>
                                </p:cBhvr>
                                <p:to>
                                  <p:strVal val="visible"/>
                                </p:to>
                              </p:set>
                            </p:childTnLst>
                          </p:cTn>
                        </p:par>
                        <p:par>
                          <p:cTn id="18" presetID="1" presetClass="entr" presetSubtype="0" fill="hold" nodeType="withEffect" grpId="0">
                            <p:stCondLst>
                              <p:cond delay="1250"/>
                            </p:stCondLst>
                            <p:childTnLst>
                              <p:set>
                                <p:cBhvr>
                                  <p:cTn id="19" dur="1" fill="hold">
                                    <p:stCondLst>
                                      <p:cond delay="0"/>
                                    </p:stCondLst>
                                  </p:cTn>
                                  <p:tgtEl>
                                    <p:spTgt spid="39"/>
                                  </p:tgtEl>
                                  <p:attrNameLst>
                                    <p:attrName>style.visibility</p:attrName>
                                  </p:attrNameLst>
                                </p:cBhvr>
                                <p:to>
                                  <p:strVal val="visible"/>
                                </p:to>
                              </p:set>
                            </p:childTnLst>
                          </p:cTn>
                        </p:par>
                        <p:par>
                          <p:cTn id="20" presetID="1" presetClass="entr" presetSubtype="0" fill="hold" nodeType="withEffect" grpId="0">
                            <p:stCondLst>
                              <p:cond delay="1250"/>
                            </p:stCondLst>
                            <p:childTnLst>
                              <p:set>
                                <p:cBhvr>
                                  <p:cTn id="21" dur="1" fill="hold">
                                    <p:stCondLst>
                                      <p:cond delay="0"/>
                                    </p:stCondLst>
                                  </p:cTn>
                                  <p:tgtEl>
                                    <p:spTgt spid="40"/>
                                  </p:tgtEl>
                                  <p:attrNameLst>
                                    <p:attrName>style.visibility</p:attrName>
                                  </p:attrNameLst>
                                </p:cBhvr>
                                <p:to>
                                  <p:strVal val="visible"/>
                                </p:to>
                              </p:set>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0" grpId="0" animBg="1"/>
      <p:bldP spid="31" grpId="0" animBg="1"/>
      <p:bldP spid="32" grpId="0" animBg="1"/>
      <p:bldP spid="33" grpId="0" animBg="1"/>
      <p:bldP spid="34" grpId="0" animBg="1"/>
      <p:bldP spid="38" grpId="0" animBg="1"/>
      <p:bldP spid="39" grpId="0" animBg="1"/>
      <p:bldP spid="40" grpId="0" animBg="1"/>
    </p:bldLst>
  </p:timing>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1" name="!!heading">
            <a:extLst xmlns:a="http://schemas.openxmlformats.org/drawingml/2006/main">
              <a:ext uri="{FF2B5EF4-FFF2-40B4-BE49-F238E27FC236}">
                <a16:creationId xmlns:a16="http://schemas.microsoft.com/office/drawing/2014/main" id="{84559E6B-610D-42A7-BB5E-2ED15285ACB9}"/>
              </a:ext>
            </a:extLst>
          </p:cNvPr>
          <p:cNvSpPr>
            <a:spLocks xmlns:a="http://schemas.openxmlformats.org/drawingml/2006/main" noGrp="1"/>
          </p:cNvSpPr>
          <p:nvPr/>
        </p:nvSpPr>
        <p:spPr>
          <a:xfrm xmlns:a="http://schemas.openxmlformats.org/drawingml/2006/main">
            <a:off x="647700" y="428625"/>
            <a:ext cx="13944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0262C"/>
                </a:solidFill>
                <a:latin typeface="Arial"/>
                <a:ea typeface="Arial"/>
                <a:cs typeface="Arial"/>
              </a:defRPr>
            </a:defPPr>
            <a:lvl1pPr algn="l">
              <a:defRPr sz="3300" b="1">
                <a:solidFill>
                  <a:srgbClr val="20262C"/>
                </a:solidFill>
                <a:latin typeface="Arial"/>
                <a:ea typeface="Arial"/>
                <a:cs typeface="Arial"/>
              </a:defRPr>
            </a:lvl1pPr>
            <a:lvl2pPr algn="l">
              <a:defRPr sz="3300" b="1">
                <a:solidFill>
                  <a:srgbClr val="20262C"/>
                </a:solidFill>
                <a:latin typeface="Arial"/>
                <a:ea typeface="Arial"/>
                <a:cs typeface="Arial"/>
              </a:defRPr>
            </a:lvl2pPr>
            <a:lvl3pPr algn="l">
              <a:defRPr sz="3300" b="1">
                <a:solidFill>
                  <a:srgbClr val="20262C"/>
                </a:solidFill>
                <a:latin typeface="Arial"/>
                <a:ea typeface="Arial"/>
                <a:cs typeface="Arial"/>
              </a:defRPr>
            </a:lvl3pPr>
            <a:lvl4pPr algn="l">
              <a:defRPr sz="3300" b="1">
                <a:solidFill>
                  <a:srgbClr val="20262C"/>
                </a:solidFill>
                <a:latin typeface="Arial"/>
                <a:ea typeface="Arial"/>
                <a:cs typeface="Arial"/>
              </a:defRPr>
            </a:lvl4pPr>
            <a:lvl5pPr algn="l">
              <a:defRPr sz="3300" b="1">
                <a:solidFill>
                  <a:srgbClr val="20262C"/>
                </a:solidFill>
                <a:latin typeface="Arial"/>
                <a:ea typeface="Arial"/>
                <a:cs typeface="Arial"/>
              </a:defRPr>
            </a:lvl5pPr>
            <a:lvl6pPr algn="l">
              <a:defRPr sz="3300" b="1">
                <a:solidFill>
                  <a:srgbClr val="20262C"/>
                </a:solidFill>
                <a:latin typeface="Arial"/>
                <a:ea typeface="Arial"/>
                <a:cs typeface="Arial"/>
              </a:defRPr>
            </a:lvl6pPr>
            <a:lvl7pPr algn="l">
              <a:defRPr sz="3300" b="1">
                <a:solidFill>
                  <a:srgbClr val="20262C"/>
                </a:solidFill>
                <a:latin typeface="Arial"/>
                <a:ea typeface="Arial"/>
                <a:cs typeface="Arial"/>
              </a:defRPr>
            </a:lvl7pPr>
            <a:lvl8pPr algn="l">
              <a:defRPr sz="3300" b="1">
                <a:solidFill>
                  <a:srgbClr val="20262C"/>
                </a:solidFill>
                <a:latin typeface="Arial"/>
                <a:ea typeface="Arial"/>
                <a:cs typeface="Arial"/>
              </a:defRPr>
            </a:lvl8pPr>
            <a:lvl9pPr algn="l">
              <a:defRPr sz="3300" b="1">
                <a:solidFill>
                  <a:srgbClr val="20262C"/>
                </a:solidFill>
                <a:latin typeface="Arial"/>
                <a:ea typeface="Arial"/>
                <a:cs typeface="Arial"/>
              </a:defRPr>
            </a:lvl9pPr>
          </a:lstStyle>
          <a:p xmlns:a="http://schemas.openxmlformats.org/drawingml/2006/main">
            <a:pPr algn="l">
              <a:defRPr sz="3300" b="1">
                <a:solidFill>
                  <a:srgbClr val="20262C"/>
                </a:solidFill>
                <a:latin typeface="Arial"/>
                <a:ea typeface="Arial"/>
                <a:cs typeface="Arial"/>
              </a:defRPr>
            </a:pPr>
            <a:r>
              <a:rPr sz="3300" b="1">
                <a:solidFill>
                  <a:srgbClr val="20262C"/>
                </a:solidFill>
                <a:latin typeface="Arial"/>
                <a:ea typeface="Arial"/>
                <a:cs typeface="Arial"/>
              </a:rPr>
              <a:t>Other back-office applications</a:t>
            </a:r>
          </a:p>
        </p:txBody>
      </p:sp>
      <p:sp>
        <p:nvSpPr>
          <p:cNvPr id="2" name="!!subtitle">
            <a:extLst xmlns:a="http://schemas.openxmlformats.org/drawingml/2006/main">
              <a:ext uri="{FF2B5EF4-FFF2-40B4-BE49-F238E27FC236}">
                <a16:creationId xmlns:a16="http://schemas.microsoft.com/office/drawing/2014/main" id="{AC247141-6191-4740-B4C6-129BCE24F2FA}"/>
              </a:ext>
            </a:extLst>
          </p:cNvPr>
          <p:cNvSpPr>
            <a:spLocks xmlns:a="http://schemas.openxmlformats.org/drawingml/2006/main" noGrp="1"/>
          </p:cNvSpPr>
          <p:nvPr/>
        </p:nvSpPr>
        <p:spPr>
          <a:xfrm xmlns:a="http://schemas.openxmlformats.org/drawingml/2006/main">
            <a:off x="647700" y="1190625"/>
            <a:ext cx="139446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05A9C"/>
                </a:solidFill>
                <a:latin typeface="Arial"/>
                <a:ea typeface="Arial"/>
                <a:cs typeface="Arial"/>
              </a:defRPr>
            </a:defPPr>
            <a:lvl1pPr algn="l">
              <a:defRPr sz="1875" b="0">
                <a:solidFill>
                  <a:srgbClr val="005A9C"/>
                </a:solidFill>
                <a:latin typeface="Arial"/>
                <a:ea typeface="Arial"/>
                <a:cs typeface="Arial"/>
              </a:defRPr>
            </a:lvl1pPr>
            <a:lvl2pPr algn="l">
              <a:defRPr sz="1875" b="0">
                <a:solidFill>
                  <a:srgbClr val="005A9C"/>
                </a:solidFill>
                <a:latin typeface="Arial"/>
                <a:ea typeface="Arial"/>
                <a:cs typeface="Arial"/>
              </a:defRPr>
            </a:lvl2pPr>
            <a:lvl3pPr algn="l">
              <a:defRPr sz="1875" b="0">
                <a:solidFill>
                  <a:srgbClr val="005A9C"/>
                </a:solidFill>
                <a:latin typeface="Arial"/>
                <a:ea typeface="Arial"/>
                <a:cs typeface="Arial"/>
              </a:defRPr>
            </a:lvl3pPr>
            <a:lvl4pPr algn="l">
              <a:defRPr sz="1875" b="0">
                <a:solidFill>
                  <a:srgbClr val="005A9C"/>
                </a:solidFill>
                <a:latin typeface="Arial"/>
                <a:ea typeface="Arial"/>
                <a:cs typeface="Arial"/>
              </a:defRPr>
            </a:lvl4pPr>
            <a:lvl5pPr algn="l">
              <a:defRPr sz="1875" b="0">
                <a:solidFill>
                  <a:srgbClr val="005A9C"/>
                </a:solidFill>
                <a:latin typeface="Arial"/>
                <a:ea typeface="Arial"/>
                <a:cs typeface="Arial"/>
              </a:defRPr>
            </a:lvl5pPr>
            <a:lvl6pPr algn="l">
              <a:defRPr sz="1875" b="0">
                <a:solidFill>
                  <a:srgbClr val="005A9C"/>
                </a:solidFill>
                <a:latin typeface="Arial"/>
                <a:ea typeface="Arial"/>
                <a:cs typeface="Arial"/>
              </a:defRPr>
            </a:lvl6pPr>
            <a:lvl7pPr algn="l">
              <a:defRPr sz="1875" b="0">
                <a:solidFill>
                  <a:srgbClr val="005A9C"/>
                </a:solidFill>
                <a:latin typeface="Arial"/>
                <a:ea typeface="Arial"/>
                <a:cs typeface="Arial"/>
              </a:defRPr>
            </a:lvl7pPr>
            <a:lvl8pPr algn="l">
              <a:defRPr sz="1875" b="0">
                <a:solidFill>
                  <a:srgbClr val="005A9C"/>
                </a:solidFill>
                <a:latin typeface="Arial"/>
                <a:ea typeface="Arial"/>
                <a:cs typeface="Arial"/>
              </a:defRPr>
            </a:lvl8pPr>
            <a:lvl9pPr algn="l">
              <a:defRPr sz="1875" b="0">
                <a:solidFill>
                  <a:srgbClr val="005A9C"/>
                </a:solidFill>
                <a:latin typeface="Arial"/>
                <a:ea typeface="Arial"/>
                <a:cs typeface="Arial"/>
              </a:defRPr>
            </a:lvl9pPr>
          </a:lstStyle>
          <a:p xmlns:a="http://schemas.openxmlformats.org/drawingml/2006/main">
            <a:pPr algn="l">
              <a:defRPr sz="1875" b="0">
                <a:solidFill>
                  <a:srgbClr val="005A9C"/>
                </a:solidFill>
                <a:latin typeface="Arial"/>
                <a:ea typeface="Arial"/>
                <a:cs typeface="Arial"/>
              </a:defRPr>
            </a:pPr>
            <a:r>
              <a:rPr sz="1875" b="0">
                <a:solidFill>
                  <a:srgbClr val="005A9C"/>
                </a:solidFill>
                <a:latin typeface="Arial"/>
                <a:ea typeface="Arial"/>
                <a:cs typeface="Arial"/>
              </a:rPr>
              <a:t>Back office  /  Other applications</a:t>
            </a:r>
          </a:p>
        </p:txBody>
      </p:sp>
      <p:sp>
        <p:nvSpPr>
          <p:cNvPr id="3" name="!!heading.rule">
            <a:extLst xmlns:a="http://schemas.openxmlformats.org/drawingml/2006/main">
              <a:ext uri="{FF2B5EF4-FFF2-40B4-BE49-F238E27FC236}">
                <a16:creationId xmlns:a16="http://schemas.microsoft.com/office/drawing/2014/main" id="{CA34DC66-922B-44C9-B197-8BDE0EF3E2D3}"/>
              </a:ext>
            </a:extLst>
          </p:cNvPr>
          <p:cNvSpPr>
            <a:spLocks xmlns:a="http://schemas.openxmlformats.org/drawingml/2006/main" noGrp="1"/>
          </p:cNvSpPr>
          <p:nvPr/>
        </p:nvSpPr>
        <p:spPr>
          <a:xfrm xmlns:a="http://schemas.openxmlformats.org/drawingml/2006/main" flipH="0" flipV="0">
            <a:off x="647700" y="1733550"/>
            <a:ext cx="13944600" cy="953"/>
          </a:xfrm>
          <a:prstGeom xmlns:a="http://schemas.openxmlformats.org/drawingml/2006/main" prst="line">
            <a:avLst/>
          </a:prstGeom>
          <a:noFill xmlns:a="http://schemas.openxmlformats.org/drawingml/2006/main"/>
          <a:ln xmlns:a="http://schemas.openxmlformats.org/drawingml/2006/main" w="11430">
            <a:solidFill>
              <a:srgbClr val="BCC6CF"/>
            </a:solidFill>
            <a:prstDash val="solid"/>
          </a:ln>
        </p:spPr>
      </p:sp>
      <p:sp>
        <p:nvSpPr>
          <p:cNvPr id="4" name="!!map.front">
            <a:extLst xmlns:a="http://schemas.openxmlformats.org/drawingml/2006/main">
              <a:ext uri="{FF2B5EF4-FFF2-40B4-BE49-F238E27FC236}">
                <a16:creationId xmlns:a16="http://schemas.microsoft.com/office/drawing/2014/main" id="{979C947B-13B7-453F-A6EB-03B50EC7EDFC}"/>
              </a:ext>
            </a:extLst>
          </p:cNvPr>
          <p:cNvSpPr>
            <a:spLocks xmlns:a="http://schemas.openxmlformats.org/drawingml/2006/main" noGrp="1"/>
          </p:cNvSpPr>
          <p:nvPr/>
        </p:nvSpPr>
        <p:spPr>
          <a:xfrm xmlns:a="http://schemas.openxmlformats.org/drawingml/2006/main">
            <a:off x="647700" y="1990725"/>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5" name="!!nav.front">
            <ns0:hlinkClick xmlns:ns0="http://schemas.openxmlformats.org/drawingml/2006/main" xmlns:ns1="http://schemas.openxmlformats.org/officeDocument/2006/relationships" ns1:id="rIdNavSlide4" action="ppaction://hlinksldjump" tooltip="Slide 4: Preparing a company research assessment"/>
            <a:extLst xmlns:a="http://schemas.openxmlformats.org/drawingml/2006/main">
              <a:ext uri="{FF2B5EF4-FFF2-40B4-BE49-F238E27FC236}">
                <a16:creationId xmlns:a16="http://schemas.microsoft.com/office/drawing/2014/main" id="{68BBF1C8-2D77-4BF2-8B22-6E5D9D544F7E}"/>
              </a:ext>
            </a:extLst>
          </p:cNvPr>
          <p:cNvSpPr>
            <a:spLocks xmlns:a="http://schemas.openxmlformats.org/drawingml/2006/main" noGrp="1"/>
          </p:cNvSpPr>
          <p:nvPr/>
        </p:nvSpPr>
        <p:spPr>
          <a:xfrm xmlns:a="http://schemas.openxmlformats.org/drawingml/2006/main">
            <a:off x="647700" y="1990725"/>
            <a:ext cx="2609850" cy="409575"/>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005A9C"/>
                </a:solidFill>
                <a:latin typeface="Arial"/>
                <a:ea typeface="Arial"/>
                <a:cs typeface="Arial"/>
              </a:defRPr>
            </a:defPPr>
            <a:lvl1pPr algn="ctr">
              <a:defRPr sz="2025" b="1">
                <a:solidFill>
                  <a:srgbClr val="005A9C"/>
                </a:solidFill>
                <a:latin typeface="Arial"/>
                <a:ea typeface="Arial"/>
                <a:cs typeface="Arial"/>
              </a:defRPr>
            </a:lvl1pPr>
            <a:lvl2pPr algn="ctr">
              <a:defRPr sz="2025" b="1">
                <a:solidFill>
                  <a:srgbClr val="005A9C"/>
                </a:solidFill>
                <a:latin typeface="Arial"/>
                <a:ea typeface="Arial"/>
                <a:cs typeface="Arial"/>
              </a:defRPr>
            </a:lvl2pPr>
            <a:lvl3pPr algn="ctr">
              <a:defRPr sz="2025" b="1">
                <a:solidFill>
                  <a:srgbClr val="005A9C"/>
                </a:solidFill>
                <a:latin typeface="Arial"/>
                <a:ea typeface="Arial"/>
                <a:cs typeface="Arial"/>
              </a:defRPr>
            </a:lvl3pPr>
            <a:lvl4pPr algn="ctr">
              <a:defRPr sz="2025" b="1">
                <a:solidFill>
                  <a:srgbClr val="005A9C"/>
                </a:solidFill>
                <a:latin typeface="Arial"/>
                <a:ea typeface="Arial"/>
                <a:cs typeface="Arial"/>
              </a:defRPr>
            </a:lvl4pPr>
            <a:lvl5pPr algn="ctr">
              <a:defRPr sz="2025" b="1">
                <a:solidFill>
                  <a:srgbClr val="005A9C"/>
                </a:solidFill>
                <a:latin typeface="Arial"/>
                <a:ea typeface="Arial"/>
                <a:cs typeface="Arial"/>
              </a:defRPr>
            </a:lvl5pPr>
            <a:lvl6pPr algn="ctr">
              <a:defRPr sz="2025" b="1">
                <a:solidFill>
                  <a:srgbClr val="005A9C"/>
                </a:solidFill>
                <a:latin typeface="Arial"/>
                <a:ea typeface="Arial"/>
                <a:cs typeface="Arial"/>
              </a:defRPr>
            </a:lvl6pPr>
            <a:lvl7pPr algn="ctr">
              <a:defRPr sz="2025" b="1">
                <a:solidFill>
                  <a:srgbClr val="005A9C"/>
                </a:solidFill>
                <a:latin typeface="Arial"/>
                <a:ea typeface="Arial"/>
                <a:cs typeface="Arial"/>
              </a:defRPr>
            </a:lvl7pPr>
            <a:lvl8pPr algn="ctr">
              <a:defRPr sz="2025" b="1">
                <a:solidFill>
                  <a:srgbClr val="005A9C"/>
                </a:solidFill>
                <a:latin typeface="Arial"/>
                <a:ea typeface="Arial"/>
                <a:cs typeface="Arial"/>
              </a:defRPr>
            </a:lvl8pPr>
            <a:lvl9pPr algn="ctr">
              <a:defRPr sz="2025" b="1">
                <a:solidFill>
                  <a:srgbClr val="005A9C"/>
                </a:solidFill>
                <a:latin typeface="Arial"/>
                <a:ea typeface="Arial"/>
                <a:cs typeface="Arial"/>
              </a:defRPr>
            </a:lvl9pPr>
          </a:lstStyle>
          <a:p xmlns:a="http://schemas.openxmlformats.org/drawingml/2006/main">
            <a:pPr algn="ctr">
              <a:defRPr sz="2025" b="1">
                <a:solidFill>
                  <a:srgbClr val="005A9C"/>
                </a:solidFill>
                <a:latin typeface="Arial"/>
                <a:ea typeface="Arial"/>
                <a:cs typeface="Arial"/>
              </a:defRPr>
            </a:pPr>
            <a:r>
              <a:rPr sz="2025" b="1">
                <a:solidFill>
                  <a:srgbClr val="005A9C"/>
                </a:solidFill>
                <a:latin typeface="Arial"/>
                <a:ea typeface="Arial"/>
                <a:cs typeface="Arial"/>
              </a:rPr>
              <a:t>Front office</a:t>
            </a:r>
          </a:p>
        </p:txBody>
      </p:sp>
      <p:sp>
        <p:nvSpPr>
          <p:cNvPr id="6" name="!!task.research">
            <ns0:hlinkClick xmlns:ns0="http://schemas.openxmlformats.org/drawingml/2006/main" xmlns:ns1="http://schemas.openxmlformats.org/officeDocument/2006/relationships" ns1:id="rIdNavSlide4" action="ppaction://hlinksldjump" tooltip="Slide 4: Preparing a company research assessment"/>
            <a:extLst xmlns:a="http://schemas.openxmlformats.org/drawingml/2006/main">
              <a:ext uri="{FF2B5EF4-FFF2-40B4-BE49-F238E27FC236}">
                <a16:creationId xmlns:a16="http://schemas.microsoft.com/office/drawing/2014/main" id="{95609D03-8096-4C7A-94F4-C7CDD8C0D3D5}"/>
              </a:ext>
            </a:extLst>
          </p:cNvPr>
          <p:cNvSpPr>
            <a:spLocks xmlns:a="http://schemas.openxmlformats.org/drawingml/2006/main" noGrp="1"/>
          </p:cNvSpPr>
          <p:nvPr/>
        </p:nvSpPr>
        <p:spPr>
          <a:xfrm xmlns:a="http://schemas.openxmlformats.org/drawingml/2006/main">
            <a:off x="762000" y="249555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Research</a:t>
            </a:r>
          </a:p>
        </p:txBody>
      </p:sp>
      <p:sp>
        <p:nvSpPr>
          <p:cNvPr id="7" name="!!task.trade">
            <ns0:hlinkClick xmlns:ns0="http://schemas.openxmlformats.org/drawingml/2006/main" xmlns:ns1="http://schemas.openxmlformats.org/officeDocument/2006/relationships" ns1:id="rIdNavSlide9" action="ppaction://hlinksldjump" tooltip="Slide 9: Preparing a bond quote request"/>
            <a:extLst xmlns:a="http://schemas.openxmlformats.org/drawingml/2006/main">
              <a:ext uri="{FF2B5EF4-FFF2-40B4-BE49-F238E27FC236}">
                <a16:creationId xmlns:a16="http://schemas.microsoft.com/office/drawing/2014/main" id="{DC7D89BF-B6AA-4E0A-9B4C-76E6A9BC4432}"/>
              </a:ext>
            </a:extLst>
          </p:cNvPr>
          <p:cNvSpPr>
            <a:spLocks xmlns:a="http://schemas.openxmlformats.org/drawingml/2006/main" noGrp="1"/>
          </p:cNvSpPr>
          <p:nvPr/>
        </p:nvSpPr>
        <p:spPr>
          <a:xfrm xmlns:a="http://schemas.openxmlformats.org/drawingml/2006/main">
            <a:off x="762000" y="280987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Trading support</a:t>
            </a:r>
          </a:p>
        </p:txBody>
      </p:sp>
      <p:sp>
        <p:nvSpPr>
          <p:cNvPr id="8" name="!!task.client">
            <ns0:hlinkClick xmlns:ns0="http://schemas.openxmlformats.org/drawingml/2006/main" xmlns:ns1="http://schemas.openxmlformats.org/officeDocument/2006/relationships" ns1:id="rIdNavSlide12" action="ppaction://hlinksldjump" tooltip="Slide 12: Preparing a quarterly client update"/>
            <a:extLst xmlns:a="http://schemas.openxmlformats.org/drawingml/2006/main">
              <a:ext uri="{FF2B5EF4-FFF2-40B4-BE49-F238E27FC236}">
                <a16:creationId xmlns:a16="http://schemas.microsoft.com/office/drawing/2014/main" id="{041C2B43-D6DF-4812-8BE2-882571CB2900}"/>
              </a:ext>
            </a:extLst>
          </p:cNvPr>
          <p:cNvSpPr>
            <a:spLocks xmlns:a="http://schemas.openxmlformats.org/drawingml/2006/main" noGrp="1"/>
          </p:cNvSpPr>
          <p:nvPr/>
        </p:nvSpPr>
        <p:spPr>
          <a:xfrm xmlns:a="http://schemas.openxmlformats.org/drawingml/2006/main">
            <a:off x="762000" y="312420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Client materials</a:t>
            </a:r>
          </a:p>
        </p:txBody>
      </p:sp>
      <p:sp>
        <p:nvSpPr>
          <p:cNvPr id="9" name="!!map.middle">
            <a:extLst xmlns:a="http://schemas.openxmlformats.org/drawingml/2006/main">
              <a:ext uri="{FF2B5EF4-FFF2-40B4-BE49-F238E27FC236}">
                <a16:creationId xmlns:a16="http://schemas.microsoft.com/office/drawing/2014/main" id="{6F1F6591-FE45-4897-884B-164490C2E6BE}"/>
              </a:ext>
            </a:extLst>
          </p:cNvPr>
          <p:cNvSpPr>
            <a:spLocks xmlns:a="http://schemas.openxmlformats.org/drawingml/2006/main" noGrp="1"/>
          </p:cNvSpPr>
          <p:nvPr/>
        </p:nvSpPr>
        <p:spPr>
          <a:xfrm xmlns:a="http://schemas.openxmlformats.org/drawingml/2006/main">
            <a:off x="647700" y="3657600"/>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10" name="!!nav.middle">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17A992DF-39C6-4DD4-B9F3-466DBA7D77CE}"/>
              </a:ext>
            </a:extLst>
          </p:cNvPr>
          <p:cNvSpPr>
            <a:spLocks xmlns:a="http://schemas.openxmlformats.org/drawingml/2006/main" noGrp="1"/>
          </p:cNvSpPr>
          <p:nvPr/>
        </p:nvSpPr>
        <p:spPr>
          <a:xfrm xmlns:a="http://schemas.openxmlformats.org/drawingml/2006/main">
            <a:off x="647700" y="3657600"/>
            <a:ext cx="2609850" cy="409575"/>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005A9C"/>
                </a:solidFill>
                <a:latin typeface="Arial"/>
                <a:ea typeface="Arial"/>
                <a:cs typeface="Arial"/>
              </a:defRPr>
            </a:defPPr>
            <a:lvl1pPr algn="ctr">
              <a:defRPr sz="2025" b="1">
                <a:solidFill>
                  <a:srgbClr val="005A9C"/>
                </a:solidFill>
                <a:latin typeface="Arial"/>
                <a:ea typeface="Arial"/>
                <a:cs typeface="Arial"/>
              </a:defRPr>
            </a:lvl1pPr>
            <a:lvl2pPr algn="ctr">
              <a:defRPr sz="2025" b="1">
                <a:solidFill>
                  <a:srgbClr val="005A9C"/>
                </a:solidFill>
                <a:latin typeface="Arial"/>
                <a:ea typeface="Arial"/>
                <a:cs typeface="Arial"/>
              </a:defRPr>
            </a:lvl2pPr>
            <a:lvl3pPr algn="ctr">
              <a:defRPr sz="2025" b="1">
                <a:solidFill>
                  <a:srgbClr val="005A9C"/>
                </a:solidFill>
                <a:latin typeface="Arial"/>
                <a:ea typeface="Arial"/>
                <a:cs typeface="Arial"/>
              </a:defRPr>
            </a:lvl3pPr>
            <a:lvl4pPr algn="ctr">
              <a:defRPr sz="2025" b="1">
                <a:solidFill>
                  <a:srgbClr val="005A9C"/>
                </a:solidFill>
                <a:latin typeface="Arial"/>
                <a:ea typeface="Arial"/>
                <a:cs typeface="Arial"/>
              </a:defRPr>
            </a:lvl4pPr>
            <a:lvl5pPr algn="ctr">
              <a:defRPr sz="2025" b="1">
                <a:solidFill>
                  <a:srgbClr val="005A9C"/>
                </a:solidFill>
                <a:latin typeface="Arial"/>
                <a:ea typeface="Arial"/>
                <a:cs typeface="Arial"/>
              </a:defRPr>
            </a:lvl5pPr>
            <a:lvl6pPr algn="ctr">
              <a:defRPr sz="2025" b="1">
                <a:solidFill>
                  <a:srgbClr val="005A9C"/>
                </a:solidFill>
                <a:latin typeface="Arial"/>
                <a:ea typeface="Arial"/>
                <a:cs typeface="Arial"/>
              </a:defRPr>
            </a:lvl6pPr>
            <a:lvl7pPr algn="ctr">
              <a:defRPr sz="2025" b="1">
                <a:solidFill>
                  <a:srgbClr val="005A9C"/>
                </a:solidFill>
                <a:latin typeface="Arial"/>
                <a:ea typeface="Arial"/>
                <a:cs typeface="Arial"/>
              </a:defRPr>
            </a:lvl7pPr>
            <a:lvl8pPr algn="ctr">
              <a:defRPr sz="2025" b="1">
                <a:solidFill>
                  <a:srgbClr val="005A9C"/>
                </a:solidFill>
                <a:latin typeface="Arial"/>
                <a:ea typeface="Arial"/>
                <a:cs typeface="Arial"/>
              </a:defRPr>
            </a:lvl8pPr>
            <a:lvl9pPr algn="ctr">
              <a:defRPr sz="2025" b="1">
                <a:solidFill>
                  <a:srgbClr val="005A9C"/>
                </a:solidFill>
                <a:latin typeface="Arial"/>
                <a:ea typeface="Arial"/>
                <a:cs typeface="Arial"/>
              </a:defRPr>
            </a:lvl9pPr>
          </a:lstStyle>
          <a:p xmlns:a="http://schemas.openxmlformats.org/drawingml/2006/main">
            <a:pPr algn="ctr">
              <a:defRPr sz="2025" b="1">
                <a:solidFill>
                  <a:srgbClr val="005A9C"/>
                </a:solidFill>
                <a:latin typeface="Arial"/>
                <a:ea typeface="Arial"/>
                <a:cs typeface="Arial"/>
              </a:defRPr>
            </a:pPr>
            <a:r>
              <a:rPr sz="2025" b="1">
                <a:solidFill>
                  <a:srgbClr val="005A9C"/>
                </a:solidFill>
                <a:latin typeface="Arial"/>
                <a:ea typeface="Arial"/>
                <a:cs typeface="Arial"/>
              </a:rPr>
              <a:t>Middle office</a:t>
            </a:r>
          </a:p>
        </p:txBody>
      </p:sp>
      <p:sp>
        <p:nvSpPr>
          <p:cNvPr id="11" name="!!task.review">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39DA17E3-E4E9-4C98-958D-3B2FEB615F6C}"/>
              </a:ext>
            </a:extLst>
          </p:cNvPr>
          <p:cNvSpPr>
            <a:spLocks xmlns:a="http://schemas.openxmlformats.org/drawingml/2006/main" noGrp="1"/>
          </p:cNvSpPr>
          <p:nvPr/>
        </p:nvSpPr>
        <p:spPr>
          <a:xfrm xmlns:a="http://schemas.openxmlformats.org/drawingml/2006/main">
            <a:off x="762000" y="416242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Content review</a:t>
            </a:r>
          </a:p>
        </p:txBody>
      </p:sp>
      <p:sp>
        <p:nvSpPr>
          <p:cNvPr id="12" name="!!task.risk">
            <ns0:hlinkClick xmlns:ns0="http://schemas.openxmlformats.org/drawingml/2006/main" xmlns:ns1="http://schemas.openxmlformats.org/officeDocument/2006/relationships" ns1:id="rIdNavSlide19" action="ppaction://hlinksldjump" tooltip="Slide 19: Investigating a risk alert"/>
            <a:extLst xmlns:a="http://schemas.openxmlformats.org/drawingml/2006/main">
              <a:ext uri="{FF2B5EF4-FFF2-40B4-BE49-F238E27FC236}">
                <a16:creationId xmlns:a16="http://schemas.microsoft.com/office/drawing/2014/main" id="{418E81F5-1009-4D48-9E19-42FACBE4D20C}"/>
              </a:ext>
            </a:extLst>
          </p:cNvPr>
          <p:cNvSpPr>
            <a:spLocks xmlns:a="http://schemas.openxmlformats.org/drawingml/2006/main" noGrp="1"/>
          </p:cNvSpPr>
          <p:nvPr/>
        </p:nvSpPr>
        <p:spPr>
          <a:xfrm xmlns:a="http://schemas.openxmlformats.org/drawingml/2006/main">
            <a:off x="762000" y="447675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Risk analysis</a:t>
            </a:r>
          </a:p>
        </p:txBody>
      </p:sp>
      <p:sp>
        <p:nvSpPr>
          <p:cNvPr id="13" name="!!map.back">
            <a:extLst xmlns:a="http://schemas.openxmlformats.org/drawingml/2006/main">
              <a:ext uri="{FF2B5EF4-FFF2-40B4-BE49-F238E27FC236}">
                <a16:creationId xmlns:a16="http://schemas.microsoft.com/office/drawing/2014/main" id="{82582A76-BA3F-4E2C-8075-686942B100BF}"/>
              </a:ext>
            </a:extLst>
          </p:cNvPr>
          <p:cNvSpPr>
            <a:spLocks xmlns:a="http://schemas.openxmlformats.org/drawingml/2006/main" noGrp="1"/>
          </p:cNvSpPr>
          <p:nvPr/>
        </p:nvSpPr>
        <p:spPr>
          <a:xfrm xmlns:a="http://schemas.openxmlformats.org/drawingml/2006/main">
            <a:off x="647700" y="5324475"/>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14" name="!!nav.back">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5E824473-F3B8-43D2-B52A-F96917A58AF4}"/>
              </a:ext>
            </a:extLst>
          </p:cNvPr>
          <p:cNvSpPr>
            <a:spLocks xmlns:a="http://schemas.openxmlformats.org/drawingml/2006/main" noGrp="1"/>
          </p:cNvSpPr>
          <p:nvPr/>
        </p:nvSpPr>
        <p:spPr>
          <a:xfrm xmlns:a="http://schemas.openxmlformats.org/drawingml/2006/main">
            <a:off x="647700" y="5324475"/>
            <a:ext cx="2609850" cy="409575"/>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FFFFFF"/>
                </a:solidFill>
                <a:latin typeface="Arial"/>
                <a:ea typeface="Arial"/>
                <a:cs typeface="Arial"/>
              </a:defRPr>
            </a:defPPr>
            <a:lvl1pPr algn="ctr">
              <a:defRPr sz="2025" b="1">
                <a:solidFill>
                  <a:srgbClr val="FFFFFF"/>
                </a:solidFill>
                <a:latin typeface="Arial"/>
                <a:ea typeface="Arial"/>
                <a:cs typeface="Arial"/>
              </a:defRPr>
            </a:lvl1pPr>
            <a:lvl2pPr algn="ctr">
              <a:defRPr sz="2025" b="1">
                <a:solidFill>
                  <a:srgbClr val="FFFFFF"/>
                </a:solidFill>
                <a:latin typeface="Arial"/>
                <a:ea typeface="Arial"/>
                <a:cs typeface="Arial"/>
              </a:defRPr>
            </a:lvl2pPr>
            <a:lvl3pPr algn="ctr">
              <a:defRPr sz="2025" b="1">
                <a:solidFill>
                  <a:srgbClr val="FFFFFF"/>
                </a:solidFill>
                <a:latin typeface="Arial"/>
                <a:ea typeface="Arial"/>
                <a:cs typeface="Arial"/>
              </a:defRPr>
            </a:lvl3pPr>
            <a:lvl4pPr algn="ctr">
              <a:defRPr sz="2025" b="1">
                <a:solidFill>
                  <a:srgbClr val="FFFFFF"/>
                </a:solidFill>
                <a:latin typeface="Arial"/>
                <a:ea typeface="Arial"/>
                <a:cs typeface="Arial"/>
              </a:defRPr>
            </a:lvl4pPr>
            <a:lvl5pPr algn="ctr">
              <a:defRPr sz="2025" b="1">
                <a:solidFill>
                  <a:srgbClr val="FFFFFF"/>
                </a:solidFill>
                <a:latin typeface="Arial"/>
                <a:ea typeface="Arial"/>
                <a:cs typeface="Arial"/>
              </a:defRPr>
            </a:lvl5pPr>
            <a:lvl6pPr algn="ctr">
              <a:defRPr sz="2025" b="1">
                <a:solidFill>
                  <a:srgbClr val="FFFFFF"/>
                </a:solidFill>
                <a:latin typeface="Arial"/>
                <a:ea typeface="Arial"/>
                <a:cs typeface="Arial"/>
              </a:defRPr>
            </a:lvl6pPr>
            <a:lvl7pPr algn="ctr">
              <a:defRPr sz="2025" b="1">
                <a:solidFill>
                  <a:srgbClr val="FFFFFF"/>
                </a:solidFill>
                <a:latin typeface="Arial"/>
                <a:ea typeface="Arial"/>
                <a:cs typeface="Arial"/>
              </a:defRPr>
            </a:lvl7pPr>
            <a:lvl8pPr algn="ctr">
              <a:defRPr sz="2025" b="1">
                <a:solidFill>
                  <a:srgbClr val="FFFFFF"/>
                </a:solidFill>
                <a:latin typeface="Arial"/>
                <a:ea typeface="Arial"/>
                <a:cs typeface="Arial"/>
              </a:defRPr>
            </a:lvl8pPr>
            <a:lvl9pPr algn="ctr">
              <a:defRPr sz="2025" b="1">
                <a:solidFill>
                  <a:srgbClr val="FFFFFF"/>
                </a:solidFill>
                <a:latin typeface="Arial"/>
                <a:ea typeface="Arial"/>
                <a:cs typeface="Arial"/>
              </a:defRPr>
            </a:lvl9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Back office</a:t>
            </a:r>
          </a:p>
        </p:txBody>
      </p:sp>
      <p:sp>
        <p:nvSpPr>
          <p:cNvPr id="15" name="!!task.files">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A61E6DE6-E855-4429-BF20-678E4EEBAD36}"/>
              </a:ext>
            </a:extLst>
          </p:cNvPr>
          <p:cNvSpPr>
            <a:spLocks xmlns:a="http://schemas.openxmlformats.org/drawingml/2006/main" noGrp="1"/>
          </p:cNvSpPr>
          <p:nvPr/>
        </p:nvSpPr>
        <p:spPr>
          <a:xfrm xmlns:a="http://schemas.openxmlformats.org/drawingml/2006/main">
            <a:off x="762000" y="582930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Document processing</a:t>
            </a:r>
          </a:p>
        </p:txBody>
      </p:sp>
      <p:sp>
        <p:nvSpPr>
          <p:cNvPr id="16" name="!!task.dev">
            <ns0:hlinkClick xmlns:ns0="http://schemas.openxmlformats.org/drawingml/2006/main" xmlns:ns1="http://schemas.openxmlformats.org/officeDocument/2006/relationships" ns1:id="rIdNavSlide25" action="ppaction://hlinksldjump" tooltip="Slide 25: Turning a business request into a working tool"/>
            <a:extLst xmlns:a="http://schemas.openxmlformats.org/drawingml/2006/main">
              <a:ext uri="{FF2B5EF4-FFF2-40B4-BE49-F238E27FC236}">
                <a16:creationId xmlns:a16="http://schemas.microsoft.com/office/drawing/2014/main" id="{A65AFC5C-BC43-41DA-8278-59FEDD56EBD9}"/>
              </a:ext>
            </a:extLst>
          </p:cNvPr>
          <p:cNvSpPr>
            <a:spLocks xmlns:a="http://schemas.openxmlformats.org/drawingml/2006/main" noGrp="1"/>
          </p:cNvSpPr>
          <p:nvPr/>
        </p:nvSpPr>
        <p:spPr>
          <a:xfrm xmlns:a="http://schemas.openxmlformats.org/drawingml/2006/main">
            <a:off x="762000" y="614362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Tool development</a:t>
            </a:r>
          </a:p>
        </p:txBody>
      </p:sp>
      <p:sp>
        <p:nvSpPr>
          <p:cNvPr id="17" name="!!map.separator">
            <a:extLst xmlns:a="http://schemas.openxmlformats.org/drawingml/2006/main">
              <a:ext uri="{FF2B5EF4-FFF2-40B4-BE49-F238E27FC236}">
                <a16:creationId xmlns:a16="http://schemas.microsoft.com/office/drawing/2014/main" id="{3733D4AF-5EF3-4210-A17E-C293E6040D50}"/>
              </a:ext>
            </a:extLst>
          </p:cNvPr>
          <p:cNvSpPr>
            <a:spLocks xmlns:a="http://schemas.openxmlformats.org/drawingml/2006/main" noGrp="1"/>
          </p:cNvSpPr>
          <p:nvPr/>
        </p:nvSpPr>
        <p:spPr>
          <a:xfrm xmlns:a="http://schemas.openxmlformats.org/drawingml/2006/main" flipH="0" flipV="0">
            <a:off x="3600450" y="1990725"/>
            <a:ext cx="953" cy="5076825"/>
          </a:xfrm>
          <a:prstGeom xmlns:a="http://schemas.openxmlformats.org/drawingml/2006/main" prst="line">
            <a:avLst/>
          </a:prstGeom>
          <a:noFill xmlns:a="http://schemas.openxmlformats.org/drawingml/2006/main"/>
          <a:ln xmlns:a="http://schemas.openxmlformats.org/drawingml/2006/main" w="9525">
            <a:solidFill>
              <a:srgbClr val="BCC6CF"/>
            </a:solidFill>
            <a:prstDash val="solid"/>
          </a:ln>
        </p:spPr>
      </p:sp>
      <p:sp>
        <p:nvSpPr>
          <p:cNvPr id="18" name="!!nav.home">
            <ns0:hlinkClick xmlns:ns0="http://schemas.openxmlformats.org/drawingml/2006/main" xmlns:ns1="http://schemas.openxmlformats.org/officeDocument/2006/relationships" ns1:id="rIdNavSlide3" action="ppaction://hlinksldjump" tooltip="Slide 3: Seven workflows across the firm"/>
            <a:extLst xmlns:a="http://schemas.openxmlformats.org/drawingml/2006/main">
              <a:ext uri="{FF2B5EF4-FFF2-40B4-BE49-F238E27FC236}">
                <a16:creationId xmlns:a16="http://schemas.microsoft.com/office/drawing/2014/main" id="{4DA4DF70-5F51-4E55-8E31-9DFC5C0E140D}"/>
              </a:ext>
            </a:extLst>
          </p:cNvPr>
          <p:cNvSpPr>
            <a:spLocks xmlns:a="http://schemas.openxmlformats.org/drawingml/2006/main" noGrp="1"/>
          </p:cNvSpPr>
          <p:nvPr/>
        </p:nvSpPr>
        <p:spPr>
          <a:xfrm xmlns:a="http://schemas.openxmlformats.org/drawingml/2006/main">
            <a:off x="647700" y="7496175"/>
            <a:ext cx="26098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BCC6CF"/>
            </a:solidFill>
            <a:prstDash val="solid"/>
          </a:ln>
        </p:spPr>
        <p:txBody>
          <a:bodyPr xmlns:a="http://schemas.openxmlformats.org/drawingml/2006/main" wrap="square" lIns="114300" tIns="0" rIns="114300" bIns="0" anchor="ctr">
            <a:noAutofit/>
          </a:bodyPr>
          <a:lstStyle xmlns:a="http://schemas.openxmlformats.org/drawingml/2006/main">
            <a:defPPr algn="ctr">
              <a:defRPr sz="1800" b="1">
                <a:solidFill>
                  <a:srgbClr val="005A9C"/>
                </a:solidFill>
                <a:latin typeface="Arial"/>
                <a:ea typeface="Arial"/>
                <a:cs typeface="Arial"/>
              </a:defRPr>
            </a:defPPr>
            <a:lvl1pPr algn="ctr">
              <a:defRPr sz="1800" b="1">
                <a:solidFill>
                  <a:srgbClr val="005A9C"/>
                </a:solidFill>
                <a:latin typeface="Arial"/>
                <a:ea typeface="Arial"/>
                <a:cs typeface="Arial"/>
              </a:defRPr>
            </a:lvl1pPr>
            <a:lvl2pPr algn="ctr">
              <a:defRPr sz="1800" b="1">
                <a:solidFill>
                  <a:srgbClr val="005A9C"/>
                </a:solidFill>
                <a:latin typeface="Arial"/>
                <a:ea typeface="Arial"/>
                <a:cs typeface="Arial"/>
              </a:defRPr>
            </a:lvl2pPr>
            <a:lvl3pPr algn="ctr">
              <a:defRPr sz="1800" b="1">
                <a:solidFill>
                  <a:srgbClr val="005A9C"/>
                </a:solidFill>
                <a:latin typeface="Arial"/>
                <a:ea typeface="Arial"/>
                <a:cs typeface="Arial"/>
              </a:defRPr>
            </a:lvl3pPr>
            <a:lvl4pPr algn="ctr">
              <a:defRPr sz="1800" b="1">
                <a:solidFill>
                  <a:srgbClr val="005A9C"/>
                </a:solidFill>
                <a:latin typeface="Arial"/>
                <a:ea typeface="Arial"/>
                <a:cs typeface="Arial"/>
              </a:defRPr>
            </a:lvl4pPr>
            <a:lvl5pPr algn="ctr">
              <a:defRPr sz="1800" b="1">
                <a:solidFill>
                  <a:srgbClr val="005A9C"/>
                </a:solidFill>
                <a:latin typeface="Arial"/>
                <a:ea typeface="Arial"/>
                <a:cs typeface="Arial"/>
              </a:defRPr>
            </a:lvl5pPr>
            <a:lvl6pPr algn="ctr">
              <a:defRPr sz="1800" b="1">
                <a:solidFill>
                  <a:srgbClr val="005A9C"/>
                </a:solidFill>
                <a:latin typeface="Arial"/>
                <a:ea typeface="Arial"/>
                <a:cs typeface="Arial"/>
              </a:defRPr>
            </a:lvl6pPr>
            <a:lvl7pPr algn="ctr">
              <a:defRPr sz="1800" b="1">
                <a:solidFill>
                  <a:srgbClr val="005A9C"/>
                </a:solidFill>
                <a:latin typeface="Arial"/>
                <a:ea typeface="Arial"/>
                <a:cs typeface="Arial"/>
              </a:defRPr>
            </a:lvl7pPr>
            <a:lvl8pPr algn="ctr">
              <a:defRPr sz="1800" b="1">
                <a:solidFill>
                  <a:srgbClr val="005A9C"/>
                </a:solidFill>
                <a:latin typeface="Arial"/>
                <a:ea typeface="Arial"/>
                <a:cs typeface="Arial"/>
              </a:defRPr>
            </a:lvl8pPr>
            <a:lvl9pPr algn="ctr">
              <a:defRPr sz="1800" b="1">
                <a:solidFill>
                  <a:srgbClr val="005A9C"/>
                </a:solidFill>
                <a:latin typeface="Arial"/>
                <a:ea typeface="Arial"/>
                <a:cs typeface="Arial"/>
              </a:defRPr>
            </a:lvl9pPr>
          </a:lstStyle>
          <a:p xmlns:a="http://schemas.openxmlformats.org/drawingml/2006/main">
            <a:pPr algn="ctr">
              <a:defRPr sz="1800" b="1">
                <a:solidFill>
                  <a:srgbClr val="005A9C"/>
                </a:solidFill>
                <a:latin typeface="Arial"/>
                <a:ea typeface="Arial"/>
                <a:cs typeface="Arial"/>
              </a:defRPr>
            </a:pPr>
            <a:r>
              <a:rPr sz="1800" b="1">
                <a:solidFill>
                  <a:srgbClr val="005A9C"/>
                </a:solidFill>
                <a:latin typeface="Arial"/>
                <a:ea typeface="Arial"/>
                <a:cs typeface="Arial"/>
              </a:rPr>
              <a:t>Firm overview</a:t>
            </a:r>
          </a:p>
        </p:txBody>
      </p:sp>
      <p:sp>
        <p:nvSpPr>
          <p:cNvPr id="19" name="!!page">
            <a:extLst xmlns:a="http://schemas.openxmlformats.org/drawingml/2006/main">
              <a:ext uri="{FF2B5EF4-FFF2-40B4-BE49-F238E27FC236}">
                <a16:creationId xmlns:a16="http://schemas.microsoft.com/office/drawing/2014/main" id="{C61A0F5A-22A7-4297-A697-D1157057AF34}"/>
              </a:ext>
            </a:extLst>
          </p:cNvPr>
          <p:cNvSpPr>
            <a:spLocks xmlns:a="http://schemas.openxmlformats.org/drawingml/2006/main" noGrp="1"/>
          </p:cNvSpPr>
          <p:nvPr/>
        </p:nvSpPr>
        <p:spPr>
          <a:xfrm xmlns:a="http://schemas.openxmlformats.org/drawingml/2006/main">
            <a:off x="11144250" y="7591425"/>
            <a:ext cx="904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650" b="0">
                <a:solidFill>
                  <a:srgbClr val="707C88"/>
                </a:solidFill>
                <a:latin typeface="Arial"/>
                <a:ea typeface="Arial"/>
                <a:cs typeface="Arial"/>
              </a:defRPr>
            </a:defPPr>
            <a:lvl1pPr algn="r">
              <a:defRPr sz="1650" b="0">
                <a:solidFill>
                  <a:srgbClr val="707C88"/>
                </a:solidFill>
                <a:latin typeface="Arial"/>
                <a:ea typeface="Arial"/>
                <a:cs typeface="Arial"/>
              </a:defRPr>
            </a:lvl1pPr>
            <a:lvl2pPr algn="r">
              <a:defRPr sz="1650" b="0">
                <a:solidFill>
                  <a:srgbClr val="707C88"/>
                </a:solidFill>
                <a:latin typeface="Arial"/>
                <a:ea typeface="Arial"/>
                <a:cs typeface="Arial"/>
              </a:defRPr>
            </a:lvl2pPr>
            <a:lvl3pPr algn="r">
              <a:defRPr sz="1650" b="0">
                <a:solidFill>
                  <a:srgbClr val="707C88"/>
                </a:solidFill>
                <a:latin typeface="Arial"/>
                <a:ea typeface="Arial"/>
                <a:cs typeface="Arial"/>
              </a:defRPr>
            </a:lvl3pPr>
            <a:lvl4pPr algn="r">
              <a:defRPr sz="1650" b="0">
                <a:solidFill>
                  <a:srgbClr val="707C88"/>
                </a:solidFill>
                <a:latin typeface="Arial"/>
                <a:ea typeface="Arial"/>
                <a:cs typeface="Arial"/>
              </a:defRPr>
            </a:lvl4pPr>
            <a:lvl5pPr algn="r">
              <a:defRPr sz="1650" b="0">
                <a:solidFill>
                  <a:srgbClr val="707C88"/>
                </a:solidFill>
                <a:latin typeface="Arial"/>
                <a:ea typeface="Arial"/>
                <a:cs typeface="Arial"/>
              </a:defRPr>
            </a:lvl5pPr>
            <a:lvl6pPr algn="r">
              <a:defRPr sz="1650" b="0">
                <a:solidFill>
                  <a:srgbClr val="707C88"/>
                </a:solidFill>
                <a:latin typeface="Arial"/>
                <a:ea typeface="Arial"/>
                <a:cs typeface="Arial"/>
              </a:defRPr>
            </a:lvl6pPr>
            <a:lvl7pPr algn="r">
              <a:defRPr sz="1650" b="0">
                <a:solidFill>
                  <a:srgbClr val="707C88"/>
                </a:solidFill>
                <a:latin typeface="Arial"/>
                <a:ea typeface="Arial"/>
                <a:cs typeface="Arial"/>
              </a:defRPr>
            </a:lvl7pPr>
            <a:lvl8pPr algn="r">
              <a:defRPr sz="1650" b="0">
                <a:solidFill>
                  <a:srgbClr val="707C88"/>
                </a:solidFill>
                <a:latin typeface="Arial"/>
                <a:ea typeface="Arial"/>
                <a:cs typeface="Arial"/>
              </a:defRPr>
            </a:lvl8pPr>
            <a:lvl9pPr algn="r">
              <a:defRPr sz="1650" b="0">
                <a:solidFill>
                  <a:srgbClr val="707C88"/>
                </a:solidFill>
                <a:latin typeface="Arial"/>
                <a:ea typeface="Arial"/>
                <a:cs typeface="Arial"/>
              </a:defRPr>
            </a:lvl9pPr>
          </a:lstStyle>
          <a:p xmlns:a="http://schemas.openxmlformats.org/drawingml/2006/main">
            <a:pPr algn="r">
              <a:defRPr sz="1650" b="0">
                <a:solidFill>
                  <a:srgbClr val="707C88"/>
                </a:solidFill>
                <a:latin typeface="Arial"/>
                <a:ea typeface="Arial"/>
                <a:cs typeface="Arial"/>
              </a:defRPr>
            </a:pPr>
            <a:r>
              <a:rPr sz="1650" b="0">
                <a:solidFill>
                  <a:srgbClr val="707C88"/>
                </a:solidFill>
                <a:latin typeface="Arial"/>
                <a:ea typeface="Arial"/>
                <a:cs typeface="Arial"/>
              </a:rPr>
              <a:t>28 / 33</a:t>
            </a:r>
          </a:p>
        </p:txBody>
      </p:sp>
      <p:sp>
        <p:nvSpPr>
          <p:cNvPr id="20" name="!!nav.prev">
            <ns0:hlinkClick xmlns:ns0="http://schemas.openxmlformats.org/drawingml/2006/main" xmlns:ns1="http://schemas.openxmlformats.org/officeDocument/2006/relationships" ns1:id="rIdNavSlide27" action="ppaction://hlinksldjump" tooltip="Slide 27: Proposed software development workflow"/>
            <a:extLst xmlns:a="http://schemas.openxmlformats.org/drawingml/2006/main">
              <a:ext uri="{FF2B5EF4-FFF2-40B4-BE49-F238E27FC236}">
                <a16:creationId xmlns:a16="http://schemas.microsoft.com/office/drawing/2014/main" id="{3E89FC04-48EE-4E62-B038-A65006EFDEF4}"/>
              </a:ext>
            </a:extLst>
          </p:cNvPr>
          <p:cNvSpPr>
            <a:spLocks xmlns:a="http://schemas.openxmlformats.org/drawingml/2006/main" noGrp="1"/>
          </p:cNvSpPr>
          <p:nvPr/>
        </p:nvSpPr>
        <p:spPr>
          <a:xfrm xmlns:a="http://schemas.openxmlformats.org/drawingml/2006/main">
            <a:off x="12287250" y="7496175"/>
            <a:ext cx="1047750" cy="4572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725" b="1">
                <a:solidFill>
                  <a:srgbClr val="005A9C"/>
                </a:solidFill>
                <a:latin typeface="Arial"/>
                <a:ea typeface="Arial"/>
                <a:cs typeface="Arial"/>
              </a:defRPr>
            </a:defPPr>
            <a:lvl1pPr algn="ctr">
              <a:defRPr sz="1725" b="1">
                <a:solidFill>
                  <a:srgbClr val="005A9C"/>
                </a:solidFill>
                <a:latin typeface="Arial"/>
                <a:ea typeface="Arial"/>
                <a:cs typeface="Arial"/>
              </a:defRPr>
            </a:lvl1pPr>
            <a:lvl2pPr algn="ctr">
              <a:defRPr sz="1725" b="1">
                <a:solidFill>
                  <a:srgbClr val="005A9C"/>
                </a:solidFill>
                <a:latin typeface="Arial"/>
                <a:ea typeface="Arial"/>
                <a:cs typeface="Arial"/>
              </a:defRPr>
            </a:lvl2pPr>
            <a:lvl3pPr algn="ctr">
              <a:defRPr sz="1725" b="1">
                <a:solidFill>
                  <a:srgbClr val="005A9C"/>
                </a:solidFill>
                <a:latin typeface="Arial"/>
                <a:ea typeface="Arial"/>
                <a:cs typeface="Arial"/>
              </a:defRPr>
            </a:lvl3pPr>
            <a:lvl4pPr algn="ctr">
              <a:defRPr sz="1725" b="1">
                <a:solidFill>
                  <a:srgbClr val="005A9C"/>
                </a:solidFill>
                <a:latin typeface="Arial"/>
                <a:ea typeface="Arial"/>
                <a:cs typeface="Arial"/>
              </a:defRPr>
            </a:lvl4pPr>
            <a:lvl5pPr algn="ctr">
              <a:defRPr sz="1725" b="1">
                <a:solidFill>
                  <a:srgbClr val="005A9C"/>
                </a:solidFill>
                <a:latin typeface="Arial"/>
                <a:ea typeface="Arial"/>
                <a:cs typeface="Arial"/>
              </a:defRPr>
            </a:lvl5pPr>
            <a:lvl6pPr algn="ctr">
              <a:defRPr sz="1725" b="1">
                <a:solidFill>
                  <a:srgbClr val="005A9C"/>
                </a:solidFill>
                <a:latin typeface="Arial"/>
                <a:ea typeface="Arial"/>
                <a:cs typeface="Arial"/>
              </a:defRPr>
            </a:lvl6pPr>
            <a:lvl7pPr algn="ctr">
              <a:defRPr sz="1725" b="1">
                <a:solidFill>
                  <a:srgbClr val="005A9C"/>
                </a:solidFill>
                <a:latin typeface="Arial"/>
                <a:ea typeface="Arial"/>
                <a:cs typeface="Arial"/>
              </a:defRPr>
            </a:lvl7pPr>
            <a:lvl8pPr algn="ctr">
              <a:defRPr sz="1725" b="1">
                <a:solidFill>
                  <a:srgbClr val="005A9C"/>
                </a:solidFill>
                <a:latin typeface="Arial"/>
                <a:ea typeface="Arial"/>
                <a:cs typeface="Arial"/>
              </a:defRPr>
            </a:lvl8pPr>
            <a:lvl9pPr algn="ctr">
              <a:defRPr sz="1725" b="1">
                <a:solidFill>
                  <a:srgbClr val="005A9C"/>
                </a:solidFill>
                <a:latin typeface="Arial"/>
                <a:ea typeface="Arial"/>
                <a:cs typeface="Arial"/>
              </a:defRPr>
            </a:lvl9pPr>
          </a:lstStyle>
          <a:p xmlns:a="http://schemas.openxmlformats.org/drawingml/2006/main">
            <a:pPr algn="ctr">
              <a:defRPr sz="1725" b="1">
                <a:solidFill>
                  <a:srgbClr val="005A9C"/>
                </a:solidFill>
                <a:latin typeface="Arial"/>
                <a:ea typeface="Arial"/>
                <a:cs typeface="Arial"/>
              </a:defRPr>
            </a:pPr>
            <a:r>
              <a:rPr sz="1725" b="1">
                <a:solidFill>
                  <a:srgbClr val="005A9C"/>
                </a:solidFill>
                <a:latin typeface="Arial"/>
                <a:ea typeface="Arial"/>
                <a:cs typeface="Arial"/>
              </a:rPr>
              <a:t>Back</a:t>
            </a:r>
          </a:p>
        </p:txBody>
      </p:sp>
      <p:sp>
        <p:nvSpPr>
          <p:cNvPr id="21" name="!!nav.next">
            <ns0:hlinkClick xmlns:ns0="http://schemas.openxmlformats.org/drawingml/2006/main" xmlns:ns1="http://schemas.openxmlformats.org/officeDocument/2006/relationships" ns1:id="rIdNavSlide29" action="ppaction://hlinksldjump" tooltip="Slide 29: Seven proposed applications"/>
            <a:extLst xmlns:a="http://schemas.openxmlformats.org/drawingml/2006/main">
              <a:ext uri="{FF2B5EF4-FFF2-40B4-BE49-F238E27FC236}">
                <a16:creationId xmlns:a16="http://schemas.microsoft.com/office/drawing/2014/main" id="{DB66F164-0663-458E-9DE4-1D6EB466DEC5}"/>
              </a:ext>
            </a:extLst>
          </p:cNvPr>
          <p:cNvSpPr>
            <a:spLocks xmlns:a="http://schemas.openxmlformats.org/drawingml/2006/main" noGrp="1"/>
          </p:cNvSpPr>
          <p:nvPr/>
        </p:nvSpPr>
        <p:spPr>
          <a:xfrm xmlns:a="http://schemas.openxmlformats.org/drawingml/2006/main">
            <a:off x="13506450" y="7496175"/>
            <a:ext cx="1085850" cy="45720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725" b="1">
                <a:solidFill>
                  <a:srgbClr val="FFFFFF"/>
                </a:solidFill>
                <a:latin typeface="Arial"/>
                <a:ea typeface="Arial"/>
                <a:cs typeface="Arial"/>
              </a:defRPr>
            </a:defPPr>
            <a:lvl1pPr algn="ctr">
              <a:defRPr sz="1725" b="1">
                <a:solidFill>
                  <a:srgbClr val="FFFFFF"/>
                </a:solidFill>
                <a:latin typeface="Arial"/>
                <a:ea typeface="Arial"/>
                <a:cs typeface="Arial"/>
              </a:defRPr>
            </a:lvl1pPr>
            <a:lvl2pPr algn="ctr">
              <a:defRPr sz="1725" b="1">
                <a:solidFill>
                  <a:srgbClr val="FFFFFF"/>
                </a:solidFill>
                <a:latin typeface="Arial"/>
                <a:ea typeface="Arial"/>
                <a:cs typeface="Arial"/>
              </a:defRPr>
            </a:lvl2pPr>
            <a:lvl3pPr algn="ctr">
              <a:defRPr sz="1725" b="1">
                <a:solidFill>
                  <a:srgbClr val="FFFFFF"/>
                </a:solidFill>
                <a:latin typeface="Arial"/>
                <a:ea typeface="Arial"/>
                <a:cs typeface="Arial"/>
              </a:defRPr>
            </a:lvl3pPr>
            <a:lvl4pPr algn="ctr">
              <a:defRPr sz="1725" b="1">
                <a:solidFill>
                  <a:srgbClr val="FFFFFF"/>
                </a:solidFill>
                <a:latin typeface="Arial"/>
                <a:ea typeface="Arial"/>
                <a:cs typeface="Arial"/>
              </a:defRPr>
            </a:lvl4pPr>
            <a:lvl5pPr algn="ctr">
              <a:defRPr sz="1725" b="1">
                <a:solidFill>
                  <a:srgbClr val="FFFFFF"/>
                </a:solidFill>
                <a:latin typeface="Arial"/>
                <a:ea typeface="Arial"/>
                <a:cs typeface="Arial"/>
              </a:defRPr>
            </a:lvl5pPr>
            <a:lvl6pPr algn="ctr">
              <a:defRPr sz="1725" b="1">
                <a:solidFill>
                  <a:srgbClr val="FFFFFF"/>
                </a:solidFill>
                <a:latin typeface="Arial"/>
                <a:ea typeface="Arial"/>
                <a:cs typeface="Arial"/>
              </a:defRPr>
            </a:lvl6pPr>
            <a:lvl7pPr algn="ctr">
              <a:defRPr sz="1725" b="1">
                <a:solidFill>
                  <a:srgbClr val="FFFFFF"/>
                </a:solidFill>
                <a:latin typeface="Arial"/>
                <a:ea typeface="Arial"/>
                <a:cs typeface="Arial"/>
              </a:defRPr>
            </a:lvl7pPr>
            <a:lvl8pPr algn="ctr">
              <a:defRPr sz="1725" b="1">
                <a:solidFill>
                  <a:srgbClr val="FFFFFF"/>
                </a:solidFill>
                <a:latin typeface="Arial"/>
                <a:ea typeface="Arial"/>
                <a:cs typeface="Arial"/>
              </a:defRPr>
            </a:lvl8pPr>
            <a:lvl9pPr algn="ctr">
              <a:defRPr sz="1725" b="1">
                <a:solidFill>
                  <a:srgbClr val="FFFFFF"/>
                </a:solidFill>
                <a:latin typeface="Arial"/>
                <a:ea typeface="Arial"/>
                <a:cs typeface="Arial"/>
              </a:defRPr>
            </a:lvl9pPr>
          </a:lstStyle>
          <a:p xmlns:a="http://schemas.openxmlformats.org/drawingml/2006/main">
            <a:pPr algn="ctr">
              <a:defRPr sz="1725" b="1">
                <a:solidFill>
                  <a:srgbClr val="FFFFFF"/>
                </a:solidFill>
                <a:latin typeface="Arial"/>
                <a:ea typeface="Arial"/>
                <a:cs typeface="Arial"/>
              </a:defRPr>
            </a:pPr>
            <a:r>
              <a:rPr sz="1725" b="1">
                <a:solidFill>
                  <a:srgbClr val="FFFFFF"/>
                </a:solidFill>
                <a:latin typeface="Arial"/>
                <a:ea typeface="Arial"/>
                <a:cs typeface="Arial"/>
              </a:rPr>
              <a:t>Next</a:t>
            </a:r>
          </a:p>
        </p:txBody>
      </p:sp>
      <p:sp>
        <p:nvSpPr>
          <p:cNvPr id="22" name="!!footer.rule">
            <a:extLst xmlns:a="http://schemas.openxmlformats.org/drawingml/2006/main">
              <a:ext uri="{FF2B5EF4-FFF2-40B4-BE49-F238E27FC236}">
                <a16:creationId xmlns:a16="http://schemas.microsoft.com/office/drawing/2014/main" id="{00C3E674-B653-44F5-8F81-9F2B5ABF6371}"/>
              </a:ext>
            </a:extLst>
          </p:cNvPr>
          <p:cNvSpPr>
            <a:spLocks xmlns:a="http://schemas.openxmlformats.org/drawingml/2006/main" noGrp="1"/>
          </p:cNvSpPr>
          <p:nvPr/>
        </p:nvSpPr>
        <p:spPr>
          <a:xfrm xmlns:a="http://schemas.openxmlformats.org/drawingml/2006/main" flipH="0" flipV="0">
            <a:off x="647700" y="8134350"/>
            <a:ext cx="13944600" cy="953"/>
          </a:xfrm>
          <a:prstGeom xmlns:a="http://schemas.openxmlformats.org/drawingml/2006/main" prst="line">
            <a:avLst/>
          </a:prstGeom>
          <a:noFill xmlns:a="http://schemas.openxmlformats.org/drawingml/2006/main"/>
          <a:ln xmlns:a="http://schemas.openxmlformats.org/drawingml/2006/main" w="9525">
            <a:solidFill>
              <a:srgbClr val="BCC6CF"/>
            </a:solidFill>
            <a:prstDash val="solid"/>
          </a:ln>
        </p:spPr>
      </p:sp>
      <p:sp>
        <p:nvSpPr>
          <p:cNvPr id="23" name="!!source">
            <a:extLst xmlns:a="http://schemas.openxmlformats.org/drawingml/2006/main">
              <a:ext uri="{FF2B5EF4-FFF2-40B4-BE49-F238E27FC236}">
                <a16:creationId xmlns:a16="http://schemas.microsoft.com/office/drawing/2014/main" id="{6A92F043-2E78-4CB1-9568-5B951551544B}"/>
              </a:ext>
            </a:extLst>
          </p:cNvPr>
          <p:cNvSpPr>
            <a:spLocks xmlns:a="http://schemas.openxmlformats.org/drawingml/2006/main" noGrp="1"/>
          </p:cNvSpPr>
          <p:nvPr/>
        </p:nvSpPr>
        <p:spPr>
          <a:xfrm xmlns:a="http://schemas.openxmlformats.org/drawingml/2006/main">
            <a:off x="647700" y="8267700"/>
            <a:ext cx="13944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707C88"/>
                </a:solidFill>
                <a:latin typeface="Arial"/>
                <a:ea typeface="Arial"/>
                <a:cs typeface="Arial"/>
              </a:defRPr>
            </a:defPPr>
            <a:lvl1pPr algn="l">
              <a:defRPr sz="1050" b="0">
                <a:solidFill>
                  <a:srgbClr val="707C88"/>
                </a:solidFill>
                <a:latin typeface="Arial"/>
                <a:ea typeface="Arial"/>
                <a:cs typeface="Arial"/>
              </a:defRPr>
            </a:lvl1pPr>
            <a:lvl2pPr algn="l">
              <a:defRPr sz="1050" b="0">
                <a:solidFill>
                  <a:srgbClr val="707C88"/>
                </a:solidFill>
                <a:latin typeface="Arial"/>
                <a:ea typeface="Arial"/>
                <a:cs typeface="Arial"/>
              </a:defRPr>
            </a:lvl2pPr>
            <a:lvl3pPr algn="l">
              <a:defRPr sz="1050" b="0">
                <a:solidFill>
                  <a:srgbClr val="707C88"/>
                </a:solidFill>
                <a:latin typeface="Arial"/>
                <a:ea typeface="Arial"/>
                <a:cs typeface="Arial"/>
              </a:defRPr>
            </a:lvl3pPr>
            <a:lvl4pPr algn="l">
              <a:defRPr sz="1050" b="0">
                <a:solidFill>
                  <a:srgbClr val="707C88"/>
                </a:solidFill>
                <a:latin typeface="Arial"/>
                <a:ea typeface="Arial"/>
                <a:cs typeface="Arial"/>
              </a:defRPr>
            </a:lvl4pPr>
            <a:lvl5pPr algn="l">
              <a:defRPr sz="1050" b="0">
                <a:solidFill>
                  <a:srgbClr val="707C88"/>
                </a:solidFill>
                <a:latin typeface="Arial"/>
                <a:ea typeface="Arial"/>
                <a:cs typeface="Arial"/>
              </a:defRPr>
            </a:lvl5pPr>
            <a:lvl6pPr algn="l">
              <a:defRPr sz="1050" b="0">
                <a:solidFill>
                  <a:srgbClr val="707C88"/>
                </a:solidFill>
                <a:latin typeface="Arial"/>
                <a:ea typeface="Arial"/>
                <a:cs typeface="Arial"/>
              </a:defRPr>
            </a:lvl6pPr>
            <a:lvl7pPr algn="l">
              <a:defRPr sz="1050" b="0">
                <a:solidFill>
                  <a:srgbClr val="707C88"/>
                </a:solidFill>
                <a:latin typeface="Arial"/>
                <a:ea typeface="Arial"/>
                <a:cs typeface="Arial"/>
              </a:defRPr>
            </a:lvl7pPr>
            <a:lvl8pPr algn="l">
              <a:defRPr sz="1050" b="0">
                <a:solidFill>
                  <a:srgbClr val="707C88"/>
                </a:solidFill>
                <a:latin typeface="Arial"/>
                <a:ea typeface="Arial"/>
                <a:cs typeface="Arial"/>
              </a:defRPr>
            </a:lvl8pPr>
            <a:lvl9pPr algn="l">
              <a:defRPr sz="1050" b="0">
                <a:solidFill>
                  <a:srgbClr val="707C88"/>
                </a:solidFill>
                <a:latin typeface="Arial"/>
                <a:ea typeface="Arial"/>
                <a:cs typeface="Arial"/>
              </a:defRPr>
            </a:lvl9pPr>
          </a:lstStyle>
          <a:p xmlns:a="http://schemas.openxmlformats.org/drawingml/2006/main">
            <a:pPr algn="l">
              <a:defRPr sz="1050" b="0">
                <a:solidFill>
                  <a:srgbClr val="707C88"/>
                </a:solidFill>
                <a:latin typeface="Arial"/>
                <a:ea typeface="Arial"/>
                <a:cs typeface="Arial"/>
              </a:defRPr>
            </a:pPr>
            <a:r>
              <a:rPr sz="1050" b="0">
                <a:solidFill>
                  <a:srgbClr val="707C88"/>
                </a:solidFill>
                <a:latin typeface="Arial"/>
                <a:ea typeface="Arial"/>
                <a:cs typeface="Arial"/>
              </a:rPr>
              <a:t>Sources: China Merchants Fund; Ping An Fund; Maxwealth Fund; China Universal patent CN121958380A</a:t>
            </a:r>
          </a:p>
        </p:txBody>
      </p:sp>
      <p:sp>
        <p:nvSpPr>
          <p:cNvPr id="24" name="!!other.0.title">
            <a:extLst xmlns:a="http://schemas.openxmlformats.org/drawingml/2006/main">
              <a:ext uri="{FF2B5EF4-FFF2-40B4-BE49-F238E27FC236}">
                <a16:creationId xmlns:a16="http://schemas.microsoft.com/office/drawing/2014/main" id="{69B106D5-A2F9-4010-9157-7920A8064951}"/>
              </a:ext>
            </a:extLst>
          </p:cNvPr>
          <p:cNvSpPr>
            <a:spLocks xmlns:a="http://schemas.openxmlformats.org/drawingml/2006/main" noGrp="1"/>
          </p:cNvSpPr>
          <p:nvPr/>
        </p:nvSpPr>
        <p:spPr>
          <a:xfrm xmlns:a="http://schemas.openxmlformats.org/drawingml/2006/main">
            <a:off x="4057650" y="2143125"/>
            <a:ext cx="266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005A9C"/>
                </a:solidFill>
                <a:latin typeface="Arial"/>
                <a:ea typeface="Arial"/>
                <a:cs typeface="Arial"/>
              </a:defRPr>
            </a:defPPr>
            <a:lvl1pPr algn="l">
              <a:defRPr sz="2250" b="1">
                <a:solidFill>
                  <a:srgbClr val="005A9C"/>
                </a:solidFill>
                <a:latin typeface="Arial"/>
                <a:ea typeface="Arial"/>
                <a:cs typeface="Arial"/>
              </a:defRPr>
            </a:lvl1pPr>
            <a:lvl2pPr algn="l">
              <a:defRPr sz="2250" b="1">
                <a:solidFill>
                  <a:srgbClr val="005A9C"/>
                </a:solidFill>
                <a:latin typeface="Arial"/>
                <a:ea typeface="Arial"/>
                <a:cs typeface="Arial"/>
              </a:defRPr>
            </a:lvl2pPr>
            <a:lvl3pPr algn="l">
              <a:defRPr sz="2250" b="1">
                <a:solidFill>
                  <a:srgbClr val="005A9C"/>
                </a:solidFill>
                <a:latin typeface="Arial"/>
                <a:ea typeface="Arial"/>
                <a:cs typeface="Arial"/>
              </a:defRPr>
            </a:lvl3pPr>
            <a:lvl4pPr algn="l">
              <a:defRPr sz="2250" b="1">
                <a:solidFill>
                  <a:srgbClr val="005A9C"/>
                </a:solidFill>
                <a:latin typeface="Arial"/>
                <a:ea typeface="Arial"/>
                <a:cs typeface="Arial"/>
              </a:defRPr>
            </a:lvl4pPr>
            <a:lvl5pPr algn="l">
              <a:defRPr sz="2250" b="1">
                <a:solidFill>
                  <a:srgbClr val="005A9C"/>
                </a:solidFill>
                <a:latin typeface="Arial"/>
                <a:ea typeface="Arial"/>
                <a:cs typeface="Arial"/>
              </a:defRPr>
            </a:lvl5pPr>
            <a:lvl6pPr algn="l">
              <a:defRPr sz="2250" b="1">
                <a:solidFill>
                  <a:srgbClr val="005A9C"/>
                </a:solidFill>
                <a:latin typeface="Arial"/>
                <a:ea typeface="Arial"/>
                <a:cs typeface="Arial"/>
              </a:defRPr>
            </a:lvl6pPr>
            <a:lvl7pPr algn="l">
              <a:defRPr sz="2250" b="1">
                <a:solidFill>
                  <a:srgbClr val="005A9C"/>
                </a:solidFill>
                <a:latin typeface="Arial"/>
                <a:ea typeface="Arial"/>
                <a:cs typeface="Arial"/>
              </a:defRPr>
            </a:lvl7pPr>
            <a:lvl8pPr algn="l">
              <a:defRPr sz="2250" b="1">
                <a:solidFill>
                  <a:srgbClr val="005A9C"/>
                </a:solidFill>
                <a:latin typeface="Arial"/>
                <a:ea typeface="Arial"/>
                <a:cs typeface="Arial"/>
              </a:defRPr>
            </a:lvl8pPr>
            <a:lvl9pPr algn="l">
              <a:defRPr sz="2250" b="1">
                <a:solidFill>
                  <a:srgbClr val="005A9C"/>
                </a:solidFill>
                <a:latin typeface="Arial"/>
                <a:ea typeface="Arial"/>
                <a:cs typeface="Arial"/>
              </a:defRPr>
            </a:lvl9pPr>
          </a:lstStyle>
          <a:p xmlns:a="http://schemas.openxmlformats.org/drawingml/2006/main">
            <a:pPr algn="l">
              <a:defRPr sz="2250" b="1">
                <a:solidFill>
                  <a:srgbClr val="005A9C"/>
                </a:solidFill>
                <a:latin typeface="Arial"/>
                <a:ea typeface="Arial"/>
                <a:cs typeface="Arial"/>
              </a:defRPr>
            </a:pPr>
            <a:r>
              <a:rPr sz="2250" b="1">
                <a:solidFill>
                  <a:srgbClr val="005A9C"/>
                </a:solidFill>
                <a:latin typeface="Arial"/>
                <a:ea typeface="Arial"/>
                <a:cs typeface="Arial"/>
              </a:rPr>
              <a:t>Internal services</a:t>
            </a:r>
          </a:p>
        </p:txBody>
      </p:sp>
      <p:sp>
        <p:nvSpPr>
          <p:cNvPr id="25" name="!!other.0.company">
            <a:extLst xmlns:a="http://schemas.openxmlformats.org/drawingml/2006/main">
              <a:ext uri="{FF2B5EF4-FFF2-40B4-BE49-F238E27FC236}">
                <a16:creationId xmlns:a16="http://schemas.microsoft.com/office/drawing/2014/main" id="{DDB384E0-DB46-4D1A-9191-3B9339EF79FC}"/>
              </a:ext>
            </a:extLst>
          </p:cNvPr>
          <p:cNvSpPr>
            <a:spLocks xmlns:a="http://schemas.openxmlformats.org/drawingml/2006/main" noGrp="1"/>
          </p:cNvSpPr>
          <p:nvPr/>
        </p:nvSpPr>
        <p:spPr>
          <a:xfrm xmlns:a="http://schemas.openxmlformats.org/drawingml/2006/main">
            <a:off x="6953250" y="2171700"/>
            <a:ext cx="76390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707C88"/>
                </a:solidFill>
                <a:latin typeface="Arial"/>
                <a:ea typeface="Arial"/>
                <a:cs typeface="Arial"/>
              </a:defRPr>
            </a:defPPr>
            <a:lvl1pPr algn="l">
              <a:defRPr sz="1800" b="0">
                <a:solidFill>
                  <a:srgbClr val="707C88"/>
                </a:solidFill>
                <a:latin typeface="Arial"/>
                <a:ea typeface="Arial"/>
                <a:cs typeface="Arial"/>
              </a:defRPr>
            </a:lvl1pPr>
            <a:lvl2pPr algn="l">
              <a:defRPr sz="1800" b="0">
                <a:solidFill>
                  <a:srgbClr val="707C88"/>
                </a:solidFill>
                <a:latin typeface="Arial"/>
                <a:ea typeface="Arial"/>
                <a:cs typeface="Arial"/>
              </a:defRPr>
            </a:lvl2pPr>
            <a:lvl3pPr algn="l">
              <a:defRPr sz="1800" b="0">
                <a:solidFill>
                  <a:srgbClr val="707C88"/>
                </a:solidFill>
                <a:latin typeface="Arial"/>
                <a:ea typeface="Arial"/>
                <a:cs typeface="Arial"/>
              </a:defRPr>
            </a:lvl3pPr>
            <a:lvl4pPr algn="l">
              <a:defRPr sz="1800" b="0">
                <a:solidFill>
                  <a:srgbClr val="707C88"/>
                </a:solidFill>
                <a:latin typeface="Arial"/>
                <a:ea typeface="Arial"/>
                <a:cs typeface="Arial"/>
              </a:defRPr>
            </a:lvl4pPr>
            <a:lvl5pPr algn="l">
              <a:defRPr sz="1800" b="0">
                <a:solidFill>
                  <a:srgbClr val="707C88"/>
                </a:solidFill>
                <a:latin typeface="Arial"/>
                <a:ea typeface="Arial"/>
                <a:cs typeface="Arial"/>
              </a:defRPr>
            </a:lvl5pPr>
            <a:lvl6pPr algn="l">
              <a:defRPr sz="1800" b="0">
                <a:solidFill>
                  <a:srgbClr val="707C88"/>
                </a:solidFill>
                <a:latin typeface="Arial"/>
                <a:ea typeface="Arial"/>
                <a:cs typeface="Arial"/>
              </a:defRPr>
            </a:lvl6pPr>
            <a:lvl7pPr algn="l">
              <a:defRPr sz="1800" b="0">
                <a:solidFill>
                  <a:srgbClr val="707C88"/>
                </a:solidFill>
                <a:latin typeface="Arial"/>
                <a:ea typeface="Arial"/>
                <a:cs typeface="Arial"/>
              </a:defRPr>
            </a:lvl7pPr>
            <a:lvl8pPr algn="l">
              <a:defRPr sz="1800" b="0">
                <a:solidFill>
                  <a:srgbClr val="707C88"/>
                </a:solidFill>
                <a:latin typeface="Arial"/>
                <a:ea typeface="Arial"/>
                <a:cs typeface="Arial"/>
              </a:defRPr>
            </a:lvl8pPr>
            <a:lvl9pPr algn="l">
              <a:defRPr sz="1800" b="0">
                <a:solidFill>
                  <a:srgbClr val="707C88"/>
                </a:solidFill>
                <a:latin typeface="Arial"/>
                <a:ea typeface="Arial"/>
                <a:cs typeface="Arial"/>
              </a:defRPr>
            </a:lvl9pPr>
          </a:lstStyle>
          <a:p xmlns:a="http://schemas.openxmlformats.org/drawingml/2006/main">
            <a:pPr algn="l">
              <a:defRPr sz="1800" b="0">
                <a:solidFill>
                  <a:srgbClr val="707C88"/>
                </a:solidFill>
                <a:latin typeface="Arial"/>
                <a:ea typeface="Arial"/>
                <a:cs typeface="Arial"/>
              </a:defRPr>
            </a:pPr>
            <a:r>
              <a:rPr sz="1800" b="0">
                <a:solidFill>
                  <a:srgbClr val="707C88"/>
                </a:solidFill>
                <a:latin typeface="Arial"/>
                <a:ea typeface="Arial"/>
                <a:cs typeface="Arial"/>
              </a:rPr>
              <a:t>China Merchants Fund, Ping An Fund</a:t>
            </a:r>
          </a:p>
        </p:txBody>
      </p:sp>
      <p:sp>
        <p:nvSpPr>
          <p:cNvPr id="26" name="!!other.0.flow.0">
            <a:extLst xmlns:a="http://schemas.openxmlformats.org/drawingml/2006/main">
              <a:ext uri="{FF2B5EF4-FFF2-40B4-BE49-F238E27FC236}">
                <a16:creationId xmlns:a16="http://schemas.microsoft.com/office/drawing/2014/main" id="{786D9927-3E32-4520-A528-F67DDAD2FFF0}"/>
              </a:ext>
            </a:extLst>
          </p:cNvPr>
          <p:cNvSpPr>
            <a:spLocks xmlns:a="http://schemas.openxmlformats.org/drawingml/2006/main" noGrp="1"/>
          </p:cNvSpPr>
          <p:nvPr/>
        </p:nvSpPr>
        <p:spPr>
          <a:xfrm xmlns:a="http://schemas.openxmlformats.org/drawingml/2006/main">
            <a:off x="4057650" y="2733675"/>
            <a:ext cx="3289300" cy="74295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800" b="1">
                <a:solidFill>
                  <a:srgbClr val="20262C"/>
                </a:solidFill>
                <a:latin typeface="Arial"/>
                <a:ea typeface="Arial"/>
                <a:cs typeface="Arial"/>
              </a:defRPr>
            </a:defPPr>
            <a:lvl1pPr algn="ctr">
              <a:defRPr sz="1800" b="1">
                <a:solidFill>
                  <a:srgbClr val="20262C"/>
                </a:solidFill>
                <a:latin typeface="Arial"/>
                <a:ea typeface="Arial"/>
                <a:cs typeface="Arial"/>
              </a:defRPr>
            </a:lvl1pPr>
            <a:lvl2pPr algn="ctr">
              <a:defRPr sz="1800" b="1">
                <a:solidFill>
                  <a:srgbClr val="20262C"/>
                </a:solidFill>
                <a:latin typeface="Arial"/>
                <a:ea typeface="Arial"/>
                <a:cs typeface="Arial"/>
              </a:defRPr>
            </a:lvl2pPr>
            <a:lvl3pPr algn="ctr">
              <a:defRPr sz="1800" b="1">
                <a:solidFill>
                  <a:srgbClr val="20262C"/>
                </a:solidFill>
                <a:latin typeface="Arial"/>
                <a:ea typeface="Arial"/>
                <a:cs typeface="Arial"/>
              </a:defRPr>
            </a:lvl3pPr>
            <a:lvl4pPr algn="ctr">
              <a:defRPr sz="1800" b="1">
                <a:solidFill>
                  <a:srgbClr val="20262C"/>
                </a:solidFill>
                <a:latin typeface="Arial"/>
                <a:ea typeface="Arial"/>
                <a:cs typeface="Arial"/>
              </a:defRPr>
            </a:lvl4pPr>
            <a:lvl5pPr algn="ctr">
              <a:defRPr sz="1800" b="1">
                <a:solidFill>
                  <a:srgbClr val="20262C"/>
                </a:solidFill>
                <a:latin typeface="Arial"/>
                <a:ea typeface="Arial"/>
                <a:cs typeface="Arial"/>
              </a:defRPr>
            </a:lvl5pPr>
            <a:lvl6pPr algn="ctr">
              <a:defRPr sz="1800" b="1">
                <a:solidFill>
                  <a:srgbClr val="20262C"/>
                </a:solidFill>
                <a:latin typeface="Arial"/>
                <a:ea typeface="Arial"/>
                <a:cs typeface="Arial"/>
              </a:defRPr>
            </a:lvl6pPr>
            <a:lvl7pPr algn="ctr">
              <a:defRPr sz="1800" b="1">
                <a:solidFill>
                  <a:srgbClr val="20262C"/>
                </a:solidFill>
                <a:latin typeface="Arial"/>
                <a:ea typeface="Arial"/>
                <a:cs typeface="Arial"/>
              </a:defRPr>
            </a:lvl7pPr>
            <a:lvl8pPr algn="ctr">
              <a:defRPr sz="1800" b="1">
                <a:solidFill>
                  <a:srgbClr val="20262C"/>
                </a:solidFill>
                <a:latin typeface="Arial"/>
                <a:ea typeface="Arial"/>
                <a:cs typeface="Arial"/>
              </a:defRPr>
            </a:lvl8pPr>
            <a:lvl9pPr algn="ctr">
              <a:defRPr sz="1800" b="1">
                <a:solidFill>
                  <a:srgbClr val="20262C"/>
                </a:solidFill>
                <a:latin typeface="Arial"/>
                <a:ea typeface="Arial"/>
                <a:cs typeface="Arial"/>
              </a:defRPr>
            </a:lvl9pPr>
          </a:lstStyle>
          <a:p xmlns:a="http://schemas.openxmlformats.org/drawingml/2006/main">
            <a:pPr algn="ctr">
              <a:defRPr sz="1800" b="1">
                <a:solidFill>
                  <a:srgbClr val="20262C"/>
                </a:solidFill>
                <a:latin typeface="Arial"/>
                <a:ea typeface="Arial"/>
                <a:cs typeface="Arial"/>
              </a:defRPr>
            </a:pPr>
            <a:r>
              <a:rPr sz="1800" b="1">
                <a:solidFill>
                  <a:srgbClr val="20262C"/>
                </a:solidFill>
                <a:latin typeface="Arial"/>
                <a:ea typeface="Arial"/>
                <a:cs typeface="Arial"/>
              </a:rPr>
              <a:t>Policy and process questions</a:t>
            </a:r>
          </a:p>
        </p:txBody>
      </p:sp>
      <p:sp>
        <p:nvSpPr>
          <p:cNvPr id="27" name="!!other.0.flow.link0.line">
            <a:extLst xmlns:a="http://schemas.openxmlformats.org/drawingml/2006/main">
              <a:ext uri="{FF2B5EF4-FFF2-40B4-BE49-F238E27FC236}">
                <a16:creationId xmlns:a16="http://schemas.microsoft.com/office/drawing/2014/main" id="{FD184F08-E407-42CC-8150-99B9CDB94C22}"/>
              </a:ext>
            </a:extLst>
          </p:cNvPr>
          <p:cNvSpPr>
            <a:spLocks xmlns:a="http://schemas.openxmlformats.org/drawingml/2006/main" noGrp="1"/>
          </p:cNvSpPr>
          <p:nvPr/>
        </p:nvSpPr>
        <p:spPr>
          <a:xfrm xmlns:a="http://schemas.openxmlformats.org/drawingml/2006/main" flipH="0" flipV="0">
            <a:off x="7385050" y="3105150"/>
            <a:ext cx="209550" cy="953"/>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28" name="!!other.0.flow.link0.tip">
            <a:extLst xmlns:a="http://schemas.openxmlformats.org/drawingml/2006/main">
              <a:ext uri="{FF2B5EF4-FFF2-40B4-BE49-F238E27FC236}">
                <a16:creationId xmlns:a16="http://schemas.microsoft.com/office/drawing/2014/main" id="{3B873C44-9ECC-4D06-9F13-9605CEB36E9B}"/>
              </a:ext>
            </a:extLst>
          </p:cNvPr>
          <p:cNvSpPr>
            <a:spLocks xmlns:a="http://schemas.openxmlformats.org/drawingml/2006/main" noGrp="1"/>
          </p:cNvSpPr>
          <p:nvPr/>
        </p:nvSpPr>
        <p:spPr>
          <a:xfrm xmlns:a="http://schemas.openxmlformats.org/drawingml/2006/main" rot="5400000">
            <a:off x="7537450" y="3048000"/>
            <a:ext cx="114300" cy="11430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29" name="!!other.0.flow.1">
            <a:extLst xmlns:a="http://schemas.openxmlformats.org/drawingml/2006/main">
              <a:ext uri="{FF2B5EF4-FFF2-40B4-BE49-F238E27FC236}">
                <a16:creationId xmlns:a16="http://schemas.microsoft.com/office/drawing/2014/main" id="{2029F67E-7230-4D0A-9927-44D4D605AAFB}"/>
              </a:ext>
            </a:extLst>
          </p:cNvPr>
          <p:cNvSpPr>
            <a:spLocks xmlns:a="http://schemas.openxmlformats.org/drawingml/2006/main" noGrp="1"/>
          </p:cNvSpPr>
          <p:nvPr/>
        </p:nvSpPr>
        <p:spPr>
          <a:xfrm xmlns:a="http://schemas.openxmlformats.org/drawingml/2006/main">
            <a:off x="7680325" y="2733675"/>
            <a:ext cx="3289300" cy="74295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800" b="1">
                <a:solidFill>
                  <a:srgbClr val="20262C"/>
                </a:solidFill>
                <a:latin typeface="Arial"/>
                <a:ea typeface="Arial"/>
                <a:cs typeface="Arial"/>
              </a:defRPr>
            </a:defPPr>
            <a:lvl1pPr algn="ctr">
              <a:defRPr sz="1800" b="1">
                <a:solidFill>
                  <a:srgbClr val="20262C"/>
                </a:solidFill>
                <a:latin typeface="Arial"/>
                <a:ea typeface="Arial"/>
                <a:cs typeface="Arial"/>
              </a:defRPr>
            </a:lvl1pPr>
            <a:lvl2pPr algn="ctr">
              <a:defRPr sz="1800" b="1">
                <a:solidFill>
                  <a:srgbClr val="20262C"/>
                </a:solidFill>
                <a:latin typeface="Arial"/>
                <a:ea typeface="Arial"/>
                <a:cs typeface="Arial"/>
              </a:defRPr>
            </a:lvl2pPr>
            <a:lvl3pPr algn="ctr">
              <a:defRPr sz="1800" b="1">
                <a:solidFill>
                  <a:srgbClr val="20262C"/>
                </a:solidFill>
                <a:latin typeface="Arial"/>
                <a:ea typeface="Arial"/>
                <a:cs typeface="Arial"/>
              </a:defRPr>
            </a:lvl3pPr>
            <a:lvl4pPr algn="ctr">
              <a:defRPr sz="1800" b="1">
                <a:solidFill>
                  <a:srgbClr val="20262C"/>
                </a:solidFill>
                <a:latin typeface="Arial"/>
                <a:ea typeface="Arial"/>
                <a:cs typeface="Arial"/>
              </a:defRPr>
            </a:lvl4pPr>
            <a:lvl5pPr algn="ctr">
              <a:defRPr sz="1800" b="1">
                <a:solidFill>
                  <a:srgbClr val="20262C"/>
                </a:solidFill>
                <a:latin typeface="Arial"/>
                <a:ea typeface="Arial"/>
                <a:cs typeface="Arial"/>
              </a:defRPr>
            </a:lvl5pPr>
            <a:lvl6pPr algn="ctr">
              <a:defRPr sz="1800" b="1">
                <a:solidFill>
                  <a:srgbClr val="20262C"/>
                </a:solidFill>
                <a:latin typeface="Arial"/>
                <a:ea typeface="Arial"/>
                <a:cs typeface="Arial"/>
              </a:defRPr>
            </a:lvl6pPr>
            <a:lvl7pPr algn="ctr">
              <a:defRPr sz="1800" b="1">
                <a:solidFill>
                  <a:srgbClr val="20262C"/>
                </a:solidFill>
                <a:latin typeface="Arial"/>
                <a:ea typeface="Arial"/>
                <a:cs typeface="Arial"/>
              </a:defRPr>
            </a:lvl7pPr>
            <a:lvl8pPr algn="ctr">
              <a:defRPr sz="1800" b="1">
                <a:solidFill>
                  <a:srgbClr val="20262C"/>
                </a:solidFill>
                <a:latin typeface="Arial"/>
                <a:ea typeface="Arial"/>
                <a:cs typeface="Arial"/>
              </a:defRPr>
            </a:lvl8pPr>
            <a:lvl9pPr algn="ctr">
              <a:defRPr sz="1800" b="1">
                <a:solidFill>
                  <a:srgbClr val="20262C"/>
                </a:solidFill>
                <a:latin typeface="Arial"/>
                <a:ea typeface="Arial"/>
                <a:cs typeface="Arial"/>
              </a:defRPr>
            </a:lvl9pPr>
          </a:lstStyle>
          <a:p xmlns:a="http://schemas.openxmlformats.org/drawingml/2006/main">
            <a:pPr algn="ctr">
              <a:defRPr sz="1800" b="1">
                <a:solidFill>
                  <a:srgbClr val="20262C"/>
                </a:solidFill>
                <a:latin typeface="Arial"/>
                <a:ea typeface="Arial"/>
                <a:cs typeface="Arial"/>
              </a:defRPr>
            </a:pPr>
            <a:r>
              <a:rPr sz="1800" b="1">
                <a:solidFill>
                  <a:srgbClr val="20262C"/>
                </a:solidFill>
                <a:latin typeface="Arial"/>
                <a:ea typeface="Arial"/>
                <a:cs typeface="Arial"/>
              </a:rPr>
              <a:t>LLM retrieves and explains</a:t>
            </a:r>
          </a:p>
        </p:txBody>
      </p:sp>
      <p:sp>
        <p:nvSpPr>
          <p:cNvPr id="30" name="!!other.0.flow.link1.line">
            <a:extLst xmlns:a="http://schemas.openxmlformats.org/drawingml/2006/main">
              <a:ext uri="{FF2B5EF4-FFF2-40B4-BE49-F238E27FC236}">
                <a16:creationId xmlns:a16="http://schemas.microsoft.com/office/drawing/2014/main" id="{1E632043-8858-4ABF-8821-25DDA79AB8E5}"/>
              </a:ext>
            </a:extLst>
          </p:cNvPr>
          <p:cNvSpPr>
            <a:spLocks xmlns:a="http://schemas.openxmlformats.org/drawingml/2006/main" noGrp="1"/>
          </p:cNvSpPr>
          <p:nvPr/>
        </p:nvSpPr>
        <p:spPr>
          <a:xfrm xmlns:a="http://schemas.openxmlformats.org/drawingml/2006/main" flipH="0" flipV="0">
            <a:off x="11007725" y="3105150"/>
            <a:ext cx="209550" cy="953"/>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31" name="!!other.0.flow.link1.tip">
            <a:extLst xmlns:a="http://schemas.openxmlformats.org/drawingml/2006/main">
              <a:ext uri="{FF2B5EF4-FFF2-40B4-BE49-F238E27FC236}">
                <a16:creationId xmlns:a16="http://schemas.microsoft.com/office/drawing/2014/main" id="{7B02BCC8-8797-4D51-96EE-0485361E17FA}"/>
              </a:ext>
            </a:extLst>
          </p:cNvPr>
          <p:cNvSpPr>
            <a:spLocks xmlns:a="http://schemas.openxmlformats.org/drawingml/2006/main" noGrp="1"/>
          </p:cNvSpPr>
          <p:nvPr/>
        </p:nvSpPr>
        <p:spPr>
          <a:xfrm xmlns:a="http://schemas.openxmlformats.org/drawingml/2006/main" rot="5400000">
            <a:off x="11160125" y="3048000"/>
            <a:ext cx="114300" cy="11430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32" name="!!other.0.flow.2">
            <a:extLst xmlns:a="http://schemas.openxmlformats.org/drawingml/2006/main">
              <a:ext uri="{FF2B5EF4-FFF2-40B4-BE49-F238E27FC236}">
                <a16:creationId xmlns:a16="http://schemas.microsoft.com/office/drawing/2014/main" id="{6430E800-852D-4409-8413-6A3E57D03BF1}"/>
              </a:ext>
            </a:extLst>
          </p:cNvPr>
          <p:cNvSpPr>
            <a:spLocks xmlns:a="http://schemas.openxmlformats.org/drawingml/2006/main" noGrp="1"/>
          </p:cNvSpPr>
          <p:nvPr/>
        </p:nvSpPr>
        <p:spPr>
          <a:xfrm xmlns:a="http://schemas.openxmlformats.org/drawingml/2006/main">
            <a:off x="11303000" y="2733675"/>
            <a:ext cx="3289300" cy="74295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800" b="1">
                <a:solidFill>
                  <a:srgbClr val="20262C"/>
                </a:solidFill>
                <a:latin typeface="Arial"/>
                <a:ea typeface="Arial"/>
                <a:cs typeface="Arial"/>
              </a:defRPr>
            </a:defPPr>
            <a:lvl1pPr algn="ctr">
              <a:defRPr sz="1800" b="1">
                <a:solidFill>
                  <a:srgbClr val="20262C"/>
                </a:solidFill>
                <a:latin typeface="Arial"/>
                <a:ea typeface="Arial"/>
                <a:cs typeface="Arial"/>
              </a:defRPr>
            </a:lvl1pPr>
            <a:lvl2pPr algn="ctr">
              <a:defRPr sz="1800" b="1">
                <a:solidFill>
                  <a:srgbClr val="20262C"/>
                </a:solidFill>
                <a:latin typeface="Arial"/>
                <a:ea typeface="Arial"/>
                <a:cs typeface="Arial"/>
              </a:defRPr>
            </a:lvl2pPr>
            <a:lvl3pPr algn="ctr">
              <a:defRPr sz="1800" b="1">
                <a:solidFill>
                  <a:srgbClr val="20262C"/>
                </a:solidFill>
                <a:latin typeface="Arial"/>
                <a:ea typeface="Arial"/>
                <a:cs typeface="Arial"/>
              </a:defRPr>
            </a:lvl3pPr>
            <a:lvl4pPr algn="ctr">
              <a:defRPr sz="1800" b="1">
                <a:solidFill>
                  <a:srgbClr val="20262C"/>
                </a:solidFill>
                <a:latin typeface="Arial"/>
                <a:ea typeface="Arial"/>
                <a:cs typeface="Arial"/>
              </a:defRPr>
            </a:lvl4pPr>
            <a:lvl5pPr algn="ctr">
              <a:defRPr sz="1800" b="1">
                <a:solidFill>
                  <a:srgbClr val="20262C"/>
                </a:solidFill>
                <a:latin typeface="Arial"/>
                <a:ea typeface="Arial"/>
                <a:cs typeface="Arial"/>
              </a:defRPr>
            </a:lvl5pPr>
            <a:lvl6pPr algn="ctr">
              <a:defRPr sz="1800" b="1">
                <a:solidFill>
                  <a:srgbClr val="20262C"/>
                </a:solidFill>
                <a:latin typeface="Arial"/>
                <a:ea typeface="Arial"/>
                <a:cs typeface="Arial"/>
              </a:defRPr>
            </a:lvl6pPr>
            <a:lvl7pPr algn="ctr">
              <a:defRPr sz="1800" b="1">
                <a:solidFill>
                  <a:srgbClr val="20262C"/>
                </a:solidFill>
                <a:latin typeface="Arial"/>
                <a:ea typeface="Arial"/>
                <a:cs typeface="Arial"/>
              </a:defRPr>
            </a:lvl7pPr>
            <a:lvl8pPr algn="ctr">
              <a:defRPr sz="1800" b="1">
                <a:solidFill>
                  <a:srgbClr val="20262C"/>
                </a:solidFill>
                <a:latin typeface="Arial"/>
                <a:ea typeface="Arial"/>
                <a:cs typeface="Arial"/>
              </a:defRPr>
            </a:lvl8pPr>
            <a:lvl9pPr algn="ctr">
              <a:defRPr sz="1800" b="1">
                <a:solidFill>
                  <a:srgbClr val="20262C"/>
                </a:solidFill>
                <a:latin typeface="Arial"/>
                <a:ea typeface="Arial"/>
                <a:cs typeface="Arial"/>
              </a:defRPr>
            </a:lvl9pPr>
          </a:lstStyle>
          <a:p xmlns:a="http://schemas.openxmlformats.org/drawingml/2006/main">
            <a:pPr algn="ctr">
              <a:defRPr sz="1800" b="1">
                <a:solidFill>
                  <a:srgbClr val="20262C"/>
                </a:solidFill>
                <a:latin typeface="Arial"/>
                <a:ea typeface="Arial"/>
                <a:cs typeface="Arial"/>
              </a:defRPr>
            </a:pPr>
            <a:r>
              <a:rPr sz="1800" b="1">
                <a:solidFill>
                  <a:srgbClr val="20262C"/>
                </a:solidFill>
                <a:latin typeface="Arial"/>
                <a:ea typeface="Arial"/>
                <a:cs typeface="Arial"/>
              </a:rPr>
              <a:t>Guidance for employees</a:t>
            </a:r>
          </a:p>
        </p:txBody>
      </p:sp>
      <p:sp>
        <p:nvSpPr>
          <p:cNvPr id="33" name="!!other.1.title">
            <a:extLst xmlns:a="http://schemas.openxmlformats.org/drawingml/2006/main">
              <a:ext uri="{FF2B5EF4-FFF2-40B4-BE49-F238E27FC236}">
                <a16:creationId xmlns:a16="http://schemas.microsoft.com/office/drawing/2014/main" id="{319B6879-9BC2-4722-B522-83B86C87999F}"/>
              </a:ext>
            </a:extLst>
          </p:cNvPr>
          <p:cNvSpPr>
            <a:spLocks xmlns:a="http://schemas.openxmlformats.org/drawingml/2006/main" noGrp="1"/>
          </p:cNvSpPr>
          <p:nvPr/>
        </p:nvSpPr>
        <p:spPr>
          <a:xfrm xmlns:a="http://schemas.openxmlformats.org/drawingml/2006/main">
            <a:off x="4057650" y="3838575"/>
            <a:ext cx="266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005A9C"/>
                </a:solidFill>
                <a:latin typeface="Arial"/>
                <a:ea typeface="Arial"/>
                <a:cs typeface="Arial"/>
              </a:defRPr>
            </a:defPPr>
            <a:lvl1pPr algn="l">
              <a:defRPr sz="2250" b="1">
                <a:solidFill>
                  <a:srgbClr val="005A9C"/>
                </a:solidFill>
                <a:latin typeface="Arial"/>
                <a:ea typeface="Arial"/>
                <a:cs typeface="Arial"/>
              </a:defRPr>
            </a:lvl1pPr>
            <a:lvl2pPr algn="l">
              <a:defRPr sz="2250" b="1">
                <a:solidFill>
                  <a:srgbClr val="005A9C"/>
                </a:solidFill>
                <a:latin typeface="Arial"/>
                <a:ea typeface="Arial"/>
                <a:cs typeface="Arial"/>
              </a:defRPr>
            </a:lvl2pPr>
            <a:lvl3pPr algn="l">
              <a:defRPr sz="2250" b="1">
                <a:solidFill>
                  <a:srgbClr val="005A9C"/>
                </a:solidFill>
                <a:latin typeface="Arial"/>
                <a:ea typeface="Arial"/>
                <a:cs typeface="Arial"/>
              </a:defRPr>
            </a:lvl3pPr>
            <a:lvl4pPr algn="l">
              <a:defRPr sz="2250" b="1">
                <a:solidFill>
                  <a:srgbClr val="005A9C"/>
                </a:solidFill>
                <a:latin typeface="Arial"/>
                <a:ea typeface="Arial"/>
                <a:cs typeface="Arial"/>
              </a:defRPr>
            </a:lvl4pPr>
            <a:lvl5pPr algn="l">
              <a:defRPr sz="2250" b="1">
                <a:solidFill>
                  <a:srgbClr val="005A9C"/>
                </a:solidFill>
                <a:latin typeface="Arial"/>
                <a:ea typeface="Arial"/>
                <a:cs typeface="Arial"/>
              </a:defRPr>
            </a:lvl5pPr>
            <a:lvl6pPr algn="l">
              <a:defRPr sz="2250" b="1">
                <a:solidFill>
                  <a:srgbClr val="005A9C"/>
                </a:solidFill>
                <a:latin typeface="Arial"/>
                <a:ea typeface="Arial"/>
                <a:cs typeface="Arial"/>
              </a:defRPr>
            </a:lvl6pPr>
            <a:lvl7pPr algn="l">
              <a:defRPr sz="2250" b="1">
                <a:solidFill>
                  <a:srgbClr val="005A9C"/>
                </a:solidFill>
                <a:latin typeface="Arial"/>
                <a:ea typeface="Arial"/>
                <a:cs typeface="Arial"/>
              </a:defRPr>
            </a:lvl7pPr>
            <a:lvl8pPr algn="l">
              <a:defRPr sz="2250" b="1">
                <a:solidFill>
                  <a:srgbClr val="005A9C"/>
                </a:solidFill>
                <a:latin typeface="Arial"/>
                <a:ea typeface="Arial"/>
                <a:cs typeface="Arial"/>
              </a:defRPr>
            </a:lvl8pPr>
            <a:lvl9pPr algn="l">
              <a:defRPr sz="2250" b="1">
                <a:solidFill>
                  <a:srgbClr val="005A9C"/>
                </a:solidFill>
                <a:latin typeface="Arial"/>
                <a:ea typeface="Arial"/>
                <a:cs typeface="Arial"/>
              </a:defRPr>
            </a:lvl9pPr>
          </a:lstStyle>
          <a:p xmlns:a="http://schemas.openxmlformats.org/drawingml/2006/main">
            <a:pPr algn="l">
              <a:defRPr sz="2250" b="1">
                <a:solidFill>
                  <a:srgbClr val="005A9C"/>
                </a:solidFill>
                <a:latin typeface="Arial"/>
                <a:ea typeface="Arial"/>
                <a:cs typeface="Arial"/>
              </a:defRPr>
            </a:pPr>
            <a:r>
              <a:rPr sz="2250" b="1">
                <a:solidFill>
                  <a:srgbClr val="005A9C"/>
                </a:solidFill>
                <a:latin typeface="Arial"/>
                <a:ea typeface="Arial"/>
                <a:cs typeface="Arial"/>
              </a:rPr>
              <a:t>Email security</a:t>
            </a:r>
          </a:p>
        </p:txBody>
      </p:sp>
      <p:sp>
        <p:nvSpPr>
          <p:cNvPr id="34" name="!!other.1.company">
            <a:extLst xmlns:a="http://schemas.openxmlformats.org/drawingml/2006/main">
              <a:ext uri="{FF2B5EF4-FFF2-40B4-BE49-F238E27FC236}">
                <a16:creationId xmlns:a16="http://schemas.microsoft.com/office/drawing/2014/main" id="{3E3C6490-281F-47DA-9D51-CA2A47F88D9C}"/>
              </a:ext>
            </a:extLst>
          </p:cNvPr>
          <p:cNvSpPr>
            <a:spLocks xmlns:a="http://schemas.openxmlformats.org/drawingml/2006/main" noGrp="1"/>
          </p:cNvSpPr>
          <p:nvPr/>
        </p:nvSpPr>
        <p:spPr>
          <a:xfrm xmlns:a="http://schemas.openxmlformats.org/drawingml/2006/main">
            <a:off x="6953250" y="3867150"/>
            <a:ext cx="76390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707C88"/>
                </a:solidFill>
                <a:latin typeface="Arial"/>
                <a:ea typeface="Arial"/>
                <a:cs typeface="Arial"/>
              </a:defRPr>
            </a:defPPr>
            <a:lvl1pPr algn="l">
              <a:defRPr sz="1800" b="0">
                <a:solidFill>
                  <a:srgbClr val="707C88"/>
                </a:solidFill>
                <a:latin typeface="Arial"/>
                <a:ea typeface="Arial"/>
                <a:cs typeface="Arial"/>
              </a:defRPr>
            </a:lvl1pPr>
            <a:lvl2pPr algn="l">
              <a:defRPr sz="1800" b="0">
                <a:solidFill>
                  <a:srgbClr val="707C88"/>
                </a:solidFill>
                <a:latin typeface="Arial"/>
                <a:ea typeface="Arial"/>
                <a:cs typeface="Arial"/>
              </a:defRPr>
            </a:lvl2pPr>
            <a:lvl3pPr algn="l">
              <a:defRPr sz="1800" b="0">
                <a:solidFill>
                  <a:srgbClr val="707C88"/>
                </a:solidFill>
                <a:latin typeface="Arial"/>
                <a:ea typeface="Arial"/>
                <a:cs typeface="Arial"/>
              </a:defRPr>
            </a:lvl3pPr>
            <a:lvl4pPr algn="l">
              <a:defRPr sz="1800" b="0">
                <a:solidFill>
                  <a:srgbClr val="707C88"/>
                </a:solidFill>
                <a:latin typeface="Arial"/>
                <a:ea typeface="Arial"/>
                <a:cs typeface="Arial"/>
              </a:defRPr>
            </a:lvl4pPr>
            <a:lvl5pPr algn="l">
              <a:defRPr sz="1800" b="0">
                <a:solidFill>
                  <a:srgbClr val="707C88"/>
                </a:solidFill>
                <a:latin typeface="Arial"/>
                <a:ea typeface="Arial"/>
                <a:cs typeface="Arial"/>
              </a:defRPr>
            </a:lvl5pPr>
            <a:lvl6pPr algn="l">
              <a:defRPr sz="1800" b="0">
                <a:solidFill>
                  <a:srgbClr val="707C88"/>
                </a:solidFill>
                <a:latin typeface="Arial"/>
                <a:ea typeface="Arial"/>
                <a:cs typeface="Arial"/>
              </a:defRPr>
            </a:lvl6pPr>
            <a:lvl7pPr algn="l">
              <a:defRPr sz="1800" b="0">
                <a:solidFill>
                  <a:srgbClr val="707C88"/>
                </a:solidFill>
                <a:latin typeface="Arial"/>
                <a:ea typeface="Arial"/>
                <a:cs typeface="Arial"/>
              </a:defRPr>
            </a:lvl7pPr>
            <a:lvl8pPr algn="l">
              <a:defRPr sz="1800" b="0">
                <a:solidFill>
                  <a:srgbClr val="707C88"/>
                </a:solidFill>
                <a:latin typeface="Arial"/>
                <a:ea typeface="Arial"/>
                <a:cs typeface="Arial"/>
              </a:defRPr>
            </a:lvl8pPr>
            <a:lvl9pPr algn="l">
              <a:defRPr sz="1800" b="0">
                <a:solidFill>
                  <a:srgbClr val="707C88"/>
                </a:solidFill>
                <a:latin typeface="Arial"/>
                <a:ea typeface="Arial"/>
                <a:cs typeface="Arial"/>
              </a:defRPr>
            </a:lvl9pPr>
          </a:lstStyle>
          <a:p xmlns:a="http://schemas.openxmlformats.org/drawingml/2006/main">
            <a:pPr algn="l">
              <a:defRPr sz="1800" b="0">
                <a:solidFill>
                  <a:srgbClr val="707C88"/>
                </a:solidFill>
                <a:latin typeface="Arial"/>
                <a:ea typeface="Arial"/>
                <a:cs typeface="Arial"/>
              </a:defRPr>
            </a:pPr>
            <a:r>
              <a:rPr sz="1800" b="0">
                <a:solidFill>
                  <a:srgbClr val="707C88"/>
                </a:solidFill>
                <a:latin typeface="Arial"/>
                <a:ea typeface="Arial"/>
                <a:cs typeface="Arial"/>
              </a:rPr>
              <a:t>Maxwealth Fund</a:t>
            </a:r>
          </a:p>
        </p:txBody>
      </p:sp>
      <p:sp>
        <p:nvSpPr>
          <p:cNvPr id="35" name="!!other.1.flow.0">
            <a:extLst xmlns:a="http://schemas.openxmlformats.org/drawingml/2006/main">
              <a:ext uri="{FF2B5EF4-FFF2-40B4-BE49-F238E27FC236}">
                <a16:creationId xmlns:a16="http://schemas.microsoft.com/office/drawing/2014/main" id="{B1C7976E-66F7-427C-9620-131EE4E4D319}"/>
              </a:ext>
            </a:extLst>
          </p:cNvPr>
          <p:cNvSpPr>
            <a:spLocks xmlns:a="http://schemas.openxmlformats.org/drawingml/2006/main" noGrp="1"/>
          </p:cNvSpPr>
          <p:nvPr/>
        </p:nvSpPr>
        <p:spPr>
          <a:xfrm xmlns:a="http://schemas.openxmlformats.org/drawingml/2006/main">
            <a:off x="4057650" y="4429125"/>
            <a:ext cx="3289300" cy="74295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800" b="1">
                <a:solidFill>
                  <a:srgbClr val="20262C"/>
                </a:solidFill>
                <a:latin typeface="Arial"/>
                <a:ea typeface="Arial"/>
                <a:cs typeface="Arial"/>
              </a:defRPr>
            </a:defPPr>
            <a:lvl1pPr algn="ctr">
              <a:defRPr sz="1800" b="1">
                <a:solidFill>
                  <a:srgbClr val="20262C"/>
                </a:solidFill>
                <a:latin typeface="Arial"/>
                <a:ea typeface="Arial"/>
                <a:cs typeface="Arial"/>
              </a:defRPr>
            </a:lvl1pPr>
            <a:lvl2pPr algn="ctr">
              <a:defRPr sz="1800" b="1">
                <a:solidFill>
                  <a:srgbClr val="20262C"/>
                </a:solidFill>
                <a:latin typeface="Arial"/>
                <a:ea typeface="Arial"/>
                <a:cs typeface="Arial"/>
              </a:defRPr>
            </a:lvl2pPr>
            <a:lvl3pPr algn="ctr">
              <a:defRPr sz="1800" b="1">
                <a:solidFill>
                  <a:srgbClr val="20262C"/>
                </a:solidFill>
                <a:latin typeface="Arial"/>
                <a:ea typeface="Arial"/>
                <a:cs typeface="Arial"/>
              </a:defRPr>
            </a:lvl3pPr>
            <a:lvl4pPr algn="ctr">
              <a:defRPr sz="1800" b="1">
                <a:solidFill>
                  <a:srgbClr val="20262C"/>
                </a:solidFill>
                <a:latin typeface="Arial"/>
                <a:ea typeface="Arial"/>
                <a:cs typeface="Arial"/>
              </a:defRPr>
            </a:lvl4pPr>
            <a:lvl5pPr algn="ctr">
              <a:defRPr sz="1800" b="1">
                <a:solidFill>
                  <a:srgbClr val="20262C"/>
                </a:solidFill>
                <a:latin typeface="Arial"/>
                <a:ea typeface="Arial"/>
                <a:cs typeface="Arial"/>
              </a:defRPr>
            </a:lvl5pPr>
            <a:lvl6pPr algn="ctr">
              <a:defRPr sz="1800" b="1">
                <a:solidFill>
                  <a:srgbClr val="20262C"/>
                </a:solidFill>
                <a:latin typeface="Arial"/>
                <a:ea typeface="Arial"/>
                <a:cs typeface="Arial"/>
              </a:defRPr>
            </a:lvl6pPr>
            <a:lvl7pPr algn="ctr">
              <a:defRPr sz="1800" b="1">
                <a:solidFill>
                  <a:srgbClr val="20262C"/>
                </a:solidFill>
                <a:latin typeface="Arial"/>
                <a:ea typeface="Arial"/>
                <a:cs typeface="Arial"/>
              </a:defRPr>
            </a:lvl7pPr>
            <a:lvl8pPr algn="ctr">
              <a:defRPr sz="1800" b="1">
                <a:solidFill>
                  <a:srgbClr val="20262C"/>
                </a:solidFill>
                <a:latin typeface="Arial"/>
                <a:ea typeface="Arial"/>
                <a:cs typeface="Arial"/>
              </a:defRPr>
            </a:lvl8pPr>
            <a:lvl9pPr algn="ctr">
              <a:defRPr sz="1800" b="1">
                <a:solidFill>
                  <a:srgbClr val="20262C"/>
                </a:solidFill>
                <a:latin typeface="Arial"/>
                <a:ea typeface="Arial"/>
                <a:cs typeface="Arial"/>
              </a:defRPr>
            </a:lvl9pPr>
          </a:lstStyle>
          <a:p xmlns:a="http://schemas.openxmlformats.org/drawingml/2006/main">
            <a:pPr algn="ctr">
              <a:defRPr sz="1800" b="1">
                <a:solidFill>
                  <a:srgbClr val="20262C"/>
                </a:solidFill>
                <a:latin typeface="Arial"/>
                <a:ea typeface="Arial"/>
                <a:cs typeface="Arial"/>
              </a:defRPr>
            </a:pPr>
            <a:r>
              <a:rPr sz="1800" b="1">
                <a:solidFill>
                  <a:srgbClr val="20262C"/>
                </a:solidFill>
                <a:latin typeface="Arial"/>
                <a:ea typeface="Arial"/>
                <a:cs typeface="Arial"/>
              </a:rPr>
              <a:t>Email, attachments and links</a:t>
            </a:r>
          </a:p>
        </p:txBody>
      </p:sp>
      <p:sp>
        <p:nvSpPr>
          <p:cNvPr id="36" name="!!other.1.flow.link0.line">
            <a:extLst xmlns:a="http://schemas.openxmlformats.org/drawingml/2006/main">
              <a:ext uri="{FF2B5EF4-FFF2-40B4-BE49-F238E27FC236}">
                <a16:creationId xmlns:a16="http://schemas.microsoft.com/office/drawing/2014/main" id="{6C1945BD-CDF8-49F6-8D85-82DFEF85CEF7}"/>
              </a:ext>
            </a:extLst>
          </p:cNvPr>
          <p:cNvSpPr>
            <a:spLocks xmlns:a="http://schemas.openxmlformats.org/drawingml/2006/main" noGrp="1"/>
          </p:cNvSpPr>
          <p:nvPr/>
        </p:nvSpPr>
        <p:spPr>
          <a:xfrm xmlns:a="http://schemas.openxmlformats.org/drawingml/2006/main" flipH="0" flipV="0">
            <a:off x="7385050" y="4800600"/>
            <a:ext cx="209550" cy="953"/>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37" name="!!other.1.flow.link0.tip">
            <a:extLst xmlns:a="http://schemas.openxmlformats.org/drawingml/2006/main">
              <a:ext uri="{FF2B5EF4-FFF2-40B4-BE49-F238E27FC236}">
                <a16:creationId xmlns:a16="http://schemas.microsoft.com/office/drawing/2014/main" id="{AFCAEA4C-CA34-41DF-9EB7-EDC12F232528}"/>
              </a:ext>
            </a:extLst>
          </p:cNvPr>
          <p:cNvSpPr>
            <a:spLocks xmlns:a="http://schemas.openxmlformats.org/drawingml/2006/main" noGrp="1"/>
          </p:cNvSpPr>
          <p:nvPr/>
        </p:nvSpPr>
        <p:spPr>
          <a:xfrm xmlns:a="http://schemas.openxmlformats.org/drawingml/2006/main" rot="5400000">
            <a:off x="7537450" y="4743450"/>
            <a:ext cx="114300" cy="11430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38" name="!!other.1.flow.1">
            <a:extLst xmlns:a="http://schemas.openxmlformats.org/drawingml/2006/main">
              <a:ext uri="{FF2B5EF4-FFF2-40B4-BE49-F238E27FC236}">
                <a16:creationId xmlns:a16="http://schemas.microsoft.com/office/drawing/2014/main" id="{9B13C32C-C1C7-4EA6-8ACA-8091C5390E4B}"/>
              </a:ext>
            </a:extLst>
          </p:cNvPr>
          <p:cNvSpPr>
            <a:spLocks xmlns:a="http://schemas.openxmlformats.org/drawingml/2006/main" noGrp="1"/>
          </p:cNvSpPr>
          <p:nvPr/>
        </p:nvSpPr>
        <p:spPr>
          <a:xfrm xmlns:a="http://schemas.openxmlformats.org/drawingml/2006/main">
            <a:off x="7680325" y="4429125"/>
            <a:ext cx="3289300" cy="74295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800" b="1">
                <a:solidFill>
                  <a:srgbClr val="20262C"/>
                </a:solidFill>
                <a:latin typeface="Arial"/>
                <a:ea typeface="Arial"/>
                <a:cs typeface="Arial"/>
              </a:defRPr>
            </a:defPPr>
            <a:lvl1pPr algn="ctr">
              <a:defRPr sz="1800" b="1">
                <a:solidFill>
                  <a:srgbClr val="20262C"/>
                </a:solidFill>
                <a:latin typeface="Arial"/>
                <a:ea typeface="Arial"/>
                <a:cs typeface="Arial"/>
              </a:defRPr>
            </a:lvl1pPr>
            <a:lvl2pPr algn="ctr">
              <a:defRPr sz="1800" b="1">
                <a:solidFill>
                  <a:srgbClr val="20262C"/>
                </a:solidFill>
                <a:latin typeface="Arial"/>
                <a:ea typeface="Arial"/>
                <a:cs typeface="Arial"/>
              </a:defRPr>
            </a:lvl2pPr>
            <a:lvl3pPr algn="ctr">
              <a:defRPr sz="1800" b="1">
                <a:solidFill>
                  <a:srgbClr val="20262C"/>
                </a:solidFill>
                <a:latin typeface="Arial"/>
                <a:ea typeface="Arial"/>
                <a:cs typeface="Arial"/>
              </a:defRPr>
            </a:lvl3pPr>
            <a:lvl4pPr algn="ctr">
              <a:defRPr sz="1800" b="1">
                <a:solidFill>
                  <a:srgbClr val="20262C"/>
                </a:solidFill>
                <a:latin typeface="Arial"/>
                <a:ea typeface="Arial"/>
                <a:cs typeface="Arial"/>
              </a:defRPr>
            </a:lvl4pPr>
            <a:lvl5pPr algn="ctr">
              <a:defRPr sz="1800" b="1">
                <a:solidFill>
                  <a:srgbClr val="20262C"/>
                </a:solidFill>
                <a:latin typeface="Arial"/>
                <a:ea typeface="Arial"/>
                <a:cs typeface="Arial"/>
              </a:defRPr>
            </a:lvl5pPr>
            <a:lvl6pPr algn="ctr">
              <a:defRPr sz="1800" b="1">
                <a:solidFill>
                  <a:srgbClr val="20262C"/>
                </a:solidFill>
                <a:latin typeface="Arial"/>
                <a:ea typeface="Arial"/>
                <a:cs typeface="Arial"/>
              </a:defRPr>
            </a:lvl6pPr>
            <a:lvl7pPr algn="ctr">
              <a:defRPr sz="1800" b="1">
                <a:solidFill>
                  <a:srgbClr val="20262C"/>
                </a:solidFill>
                <a:latin typeface="Arial"/>
                <a:ea typeface="Arial"/>
                <a:cs typeface="Arial"/>
              </a:defRPr>
            </a:lvl7pPr>
            <a:lvl8pPr algn="ctr">
              <a:defRPr sz="1800" b="1">
                <a:solidFill>
                  <a:srgbClr val="20262C"/>
                </a:solidFill>
                <a:latin typeface="Arial"/>
                <a:ea typeface="Arial"/>
                <a:cs typeface="Arial"/>
              </a:defRPr>
            </a:lvl8pPr>
            <a:lvl9pPr algn="ctr">
              <a:defRPr sz="1800" b="1">
                <a:solidFill>
                  <a:srgbClr val="20262C"/>
                </a:solidFill>
                <a:latin typeface="Arial"/>
                <a:ea typeface="Arial"/>
                <a:cs typeface="Arial"/>
              </a:defRPr>
            </a:lvl9pPr>
          </a:lstStyle>
          <a:p xmlns:a="http://schemas.openxmlformats.org/drawingml/2006/main">
            <a:pPr algn="ctr">
              <a:defRPr sz="1800" b="1">
                <a:solidFill>
                  <a:srgbClr val="20262C"/>
                </a:solidFill>
                <a:latin typeface="Arial"/>
                <a:ea typeface="Arial"/>
                <a:cs typeface="Arial"/>
              </a:defRPr>
            </a:pPr>
            <a:r>
              <a:rPr sz="1800" b="1">
                <a:solidFill>
                  <a:srgbClr val="20262C"/>
                </a:solidFill>
                <a:latin typeface="Arial"/>
                <a:ea typeface="Arial"/>
                <a:cs typeface="Arial"/>
              </a:rPr>
              <a:t>LLM assesses intent</a:t>
            </a:r>
          </a:p>
          <a:p xmlns:a="http://schemas.openxmlformats.org/drawingml/2006/main">
            <a:pPr algn="ctr">
              <a:defRPr sz="1800" b="1">
                <a:solidFill>
                  <a:srgbClr val="20262C"/>
                </a:solidFill>
                <a:latin typeface="Arial"/>
                <a:ea typeface="Arial"/>
                <a:cs typeface="Arial"/>
              </a:defRPr>
            </a:pPr>
            <a:r>
              <a:rPr sz="1800" b="1">
                <a:solidFill>
                  <a:srgbClr val="20262C"/>
                </a:solidFill>
                <a:latin typeface="Arial"/>
                <a:ea typeface="Arial"/>
                <a:cs typeface="Arial"/>
              </a:rPr>
              <a:t>and calls detection tools</a:t>
            </a:r>
          </a:p>
        </p:txBody>
      </p:sp>
      <p:sp>
        <p:nvSpPr>
          <p:cNvPr id="39" name="!!other.1.flow.link1.line">
            <a:extLst xmlns:a="http://schemas.openxmlformats.org/drawingml/2006/main">
              <a:ext uri="{FF2B5EF4-FFF2-40B4-BE49-F238E27FC236}">
                <a16:creationId xmlns:a16="http://schemas.microsoft.com/office/drawing/2014/main" id="{0645D836-2273-4F40-AA15-0A38D999D979}"/>
              </a:ext>
            </a:extLst>
          </p:cNvPr>
          <p:cNvSpPr>
            <a:spLocks xmlns:a="http://schemas.openxmlformats.org/drawingml/2006/main" noGrp="1"/>
          </p:cNvSpPr>
          <p:nvPr/>
        </p:nvSpPr>
        <p:spPr>
          <a:xfrm xmlns:a="http://schemas.openxmlformats.org/drawingml/2006/main" flipH="0" flipV="0">
            <a:off x="11007725" y="4800600"/>
            <a:ext cx="209550" cy="953"/>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40" name="!!other.1.flow.link1.tip">
            <a:extLst xmlns:a="http://schemas.openxmlformats.org/drawingml/2006/main">
              <a:ext uri="{FF2B5EF4-FFF2-40B4-BE49-F238E27FC236}">
                <a16:creationId xmlns:a16="http://schemas.microsoft.com/office/drawing/2014/main" id="{B938BE59-CBCF-4380-8800-31B1BD385107}"/>
              </a:ext>
            </a:extLst>
          </p:cNvPr>
          <p:cNvSpPr>
            <a:spLocks xmlns:a="http://schemas.openxmlformats.org/drawingml/2006/main" noGrp="1"/>
          </p:cNvSpPr>
          <p:nvPr/>
        </p:nvSpPr>
        <p:spPr>
          <a:xfrm xmlns:a="http://schemas.openxmlformats.org/drawingml/2006/main" rot="5400000">
            <a:off x="11160125" y="4743450"/>
            <a:ext cx="114300" cy="11430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41" name="!!other.1.flow.2">
            <a:extLst xmlns:a="http://schemas.openxmlformats.org/drawingml/2006/main">
              <a:ext uri="{FF2B5EF4-FFF2-40B4-BE49-F238E27FC236}">
                <a16:creationId xmlns:a16="http://schemas.microsoft.com/office/drawing/2014/main" id="{5510AAC7-DE90-4751-8979-262385C1E1E4}"/>
              </a:ext>
            </a:extLst>
          </p:cNvPr>
          <p:cNvSpPr>
            <a:spLocks xmlns:a="http://schemas.openxmlformats.org/drawingml/2006/main" noGrp="1"/>
          </p:cNvSpPr>
          <p:nvPr/>
        </p:nvSpPr>
        <p:spPr>
          <a:xfrm xmlns:a="http://schemas.openxmlformats.org/drawingml/2006/main">
            <a:off x="11303000" y="4429125"/>
            <a:ext cx="3289300" cy="74295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800" b="1">
                <a:solidFill>
                  <a:srgbClr val="20262C"/>
                </a:solidFill>
                <a:latin typeface="Arial"/>
                <a:ea typeface="Arial"/>
                <a:cs typeface="Arial"/>
              </a:defRPr>
            </a:defPPr>
            <a:lvl1pPr algn="ctr">
              <a:defRPr sz="1800" b="1">
                <a:solidFill>
                  <a:srgbClr val="20262C"/>
                </a:solidFill>
                <a:latin typeface="Arial"/>
                <a:ea typeface="Arial"/>
                <a:cs typeface="Arial"/>
              </a:defRPr>
            </a:lvl1pPr>
            <a:lvl2pPr algn="ctr">
              <a:defRPr sz="1800" b="1">
                <a:solidFill>
                  <a:srgbClr val="20262C"/>
                </a:solidFill>
                <a:latin typeface="Arial"/>
                <a:ea typeface="Arial"/>
                <a:cs typeface="Arial"/>
              </a:defRPr>
            </a:lvl2pPr>
            <a:lvl3pPr algn="ctr">
              <a:defRPr sz="1800" b="1">
                <a:solidFill>
                  <a:srgbClr val="20262C"/>
                </a:solidFill>
                <a:latin typeface="Arial"/>
                <a:ea typeface="Arial"/>
                <a:cs typeface="Arial"/>
              </a:defRPr>
            </a:lvl3pPr>
            <a:lvl4pPr algn="ctr">
              <a:defRPr sz="1800" b="1">
                <a:solidFill>
                  <a:srgbClr val="20262C"/>
                </a:solidFill>
                <a:latin typeface="Arial"/>
                <a:ea typeface="Arial"/>
                <a:cs typeface="Arial"/>
              </a:defRPr>
            </a:lvl4pPr>
            <a:lvl5pPr algn="ctr">
              <a:defRPr sz="1800" b="1">
                <a:solidFill>
                  <a:srgbClr val="20262C"/>
                </a:solidFill>
                <a:latin typeface="Arial"/>
                <a:ea typeface="Arial"/>
                <a:cs typeface="Arial"/>
              </a:defRPr>
            </a:lvl5pPr>
            <a:lvl6pPr algn="ctr">
              <a:defRPr sz="1800" b="1">
                <a:solidFill>
                  <a:srgbClr val="20262C"/>
                </a:solidFill>
                <a:latin typeface="Arial"/>
                <a:ea typeface="Arial"/>
                <a:cs typeface="Arial"/>
              </a:defRPr>
            </a:lvl6pPr>
            <a:lvl7pPr algn="ctr">
              <a:defRPr sz="1800" b="1">
                <a:solidFill>
                  <a:srgbClr val="20262C"/>
                </a:solidFill>
                <a:latin typeface="Arial"/>
                <a:ea typeface="Arial"/>
                <a:cs typeface="Arial"/>
              </a:defRPr>
            </a:lvl7pPr>
            <a:lvl8pPr algn="ctr">
              <a:defRPr sz="1800" b="1">
                <a:solidFill>
                  <a:srgbClr val="20262C"/>
                </a:solidFill>
                <a:latin typeface="Arial"/>
                <a:ea typeface="Arial"/>
                <a:cs typeface="Arial"/>
              </a:defRPr>
            </a:lvl8pPr>
            <a:lvl9pPr algn="ctr">
              <a:defRPr sz="1800" b="1">
                <a:solidFill>
                  <a:srgbClr val="20262C"/>
                </a:solidFill>
                <a:latin typeface="Arial"/>
                <a:ea typeface="Arial"/>
                <a:cs typeface="Arial"/>
              </a:defRPr>
            </a:lvl9pPr>
          </a:lstStyle>
          <a:p xmlns:a="http://schemas.openxmlformats.org/drawingml/2006/main">
            <a:pPr algn="ctr">
              <a:defRPr sz="1800" b="1">
                <a:solidFill>
                  <a:srgbClr val="20262C"/>
                </a:solidFill>
                <a:latin typeface="Arial"/>
                <a:ea typeface="Arial"/>
                <a:cs typeface="Arial"/>
              </a:defRPr>
            </a:pPr>
            <a:r>
              <a:rPr sz="1800" b="1">
                <a:solidFill>
                  <a:srgbClr val="20262C"/>
                </a:solidFill>
                <a:latin typeface="Arial"/>
                <a:ea typeface="Arial"/>
                <a:cs typeface="Arial"/>
              </a:rPr>
              <a:t>Security response</a:t>
            </a:r>
          </a:p>
        </p:txBody>
      </p:sp>
      <p:sp>
        <p:nvSpPr>
          <p:cNvPr id="42" name="!!other.2.title">
            <a:extLst xmlns:a="http://schemas.openxmlformats.org/drawingml/2006/main">
              <a:ext uri="{FF2B5EF4-FFF2-40B4-BE49-F238E27FC236}">
                <a16:creationId xmlns:a16="http://schemas.microsoft.com/office/drawing/2014/main" id="{734754DB-76A1-4F37-B58C-868CDE18854F}"/>
              </a:ext>
            </a:extLst>
          </p:cNvPr>
          <p:cNvSpPr>
            <a:spLocks xmlns:a="http://schemas.openxmlformats.org/drawingml/2006/main" noGrp="1"/>
          </p:cNvSpPr>
          <p:nvPr/>
        </p:nvSpPr>
        <p:spPr>
          <a:xfrm xmlns:a="http://schemas.openxmlformats.org/drawingml/2006/main">
            <a:off x="4057650" y="5534025"/>
            <a:ext cx="266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005A9C"/>
                </a:solidFill>
                <a:latin typeface="Arial"/>
                <a:ea typeface="Arial"/>
                <a:cs typeface="Arial"/>
              </a:defRPr>
            </a:defPPr>
            <a:lvl1pPr algn="l">
              <a:defRPr sz="2250" b="1">
                <a:solidFill>
                  <a:srgbClr val="005A9C"/>
                </a:solidFill>
                <a:latin typeface="Arial"/>
                <a:ea typeface="Arial"/>
                <a:cs typeface="Arial"/>
              </a:defRPr>
            </a:lvl1pPr>
            <a:lvl2pPr algn="l">
              <a:defRPr sz="2250" b="1">
                <a:solidFill>
                  <a:srgbClr val="005A9C"/>
                </a:solidFill>
                <a:latin typeface="Arial"/>
                <a:ea typeface="Arial"/>
                <a:cs typeface="Arial"/>
              </a:defRPr>
            </a:lvl2pPr>
            <a:lvl3pPr algn="l">
              <a:defRPr sz="2250" b="1">
                <a:solidFill>
                  <a:srgbClr val="005A9C"/>
                </a:solidFill>
                <a:latin typeface="Arial"/>
                <a:ea typeface="Arial"/>
                <a:cs typeface="Arial"/>
              </a:defRPr>
            </a:lvl3pPr>
            <a:lvl4pPr algn="l">
              <a:defRPr sz="2250" b="1">
                <a:solidFill>
                  <a:srgbClr val="005A9C"/>
                </a:solidFill>
                <a:latin typeface="Arial"/>
                <a:ea typeface="Arial"/>
                <a:cs typeface="Arial"/>
              </a:defRPr>
            </a:lvl4pPr>
            <a:lvl5pPr algn="l">
              <a:defRPr sz="2250" b="1">
                <a:solidFill>
                  <a:srgbClr val="005A9C"/>
                </a:solidFill>
                <a:latin typeface="Arial"/>
                <a:ea typeface="Arial"/>
                <a:cs typeface="Arial"/>
              </a:defRPr>
            </a:lvl5pPr>
            <a:lvl6pPr algn="l">
              <a:defRPr sz="2250" b="1">
                <a:solidFill>
                  <a:srgbClr val="005A9C"/>
                </a:solidFill>
                <a:latin typeface="Arial"/>
                <a:ea typeface="Arial"/>
                <a:cs typeface="Arial"/>
              </a:defRPr>
            </a:lvl6pPr>
            <a:lvl7pPr algn="l">
              <a:defRPr sz="2250" b="1">
                <a:solidFill>
                  <a:srgbClr val="005A9C"/>
                </a:solidFill>
                <a:latin typeface="Arial"/>
                <a:ea typeface="Arial"/>
                <a:cs typeface="Arial"/>
              </a:defRPr>
            </a:lvl7pPr>
            <a:lvl8pPr algn="l">
              <a:defRPr sz="2250" b="1">
                <a:solidFill>
                  <a:srgbClr val="005A9C"/>
                </a:solidFill>
                <a:latin typeface="Arial"/>
                <a:ea typeface="Arial"/>
                <a:cs typeface="Arial"/>
              </a:defRPr>
            </a:lvl8pPr>
            <a:lvl9pPr algn="l">
              <a:defRPr sz="2250" b="1">
                <a:solidFill>
                  <a:srgbClr val="005A9C"/>
                </a:solidFill>
                <a:latin typeface="Arial"/>
                <a:ea typeface="Arial"/>
                <a:cs typeface="Arial"/>
              </a:defRPr>
            </a:lvl9pPr>
          </a:lstStyle>
          <a:p xmlns:a="http://schemas.openxmlformats.org/drawingml/2006/main">
            <a:pPr algn="l">
              <a:defRPr sz="2250" b="1">
                <a:solidFill>
                  <a:srgbClr val="005A9C"/>
                </a:solidFill>
                <a:latin typeface="Arial"/>
                <a:ea typeface="Arial"/>
                <a:cs typeface="Arial"/>
              </a:defRPr>
            </a:pPr>
            <a:r>
              <a:rPr sz="2250" b="1">
                <a:solidFill>
                  <a:srgbClr val="005A9C"/>
                </a:solidFill>
                <a:latin typeface="Arial"/>
                <a:ea typeface="Arial"/>
                <a:cs typeface="Arial"/>
              </a:rPr>
              <a:t>Business analytics</a:t>
            </a:r>
          </a:p>
        </p:txBody>
      </p:sp>
      <p:sp>
        <p:nvSpPr>
          <p:cNvPr id="43" name="!!other.2.company">
            <a:extLst xmlns:a="http://schemas.openxmlformats.org/drawingml/2006/main">
              <a:ext uri="{FF2B5EF4-FFF2-40B4-BE49-F238E27FC236}">
                <a16:creationId xmlns:a16="http://schemas.microsoft.com/office/drawing/2014/main" id="{3D685739-F636-42EC-B0B1-7F5517C727A0}"/>
              </a:ext>
            </a:extLst>
          </p:cNvPr>
          <p:cNvSpPr>
            <a:spLocks xmlns:a="http://schemas.openxmlformats.org/drawingml/2006/main" noGrp="1"/>
          </p:cNvSpPr>
          <p:nvPr/>
        </p:nvSpPr>
        <p:spPr>
          <a:xfrm xmlns:a="http://schemas.openxmlformats.org/drawingml/2006/main">
            <a:off x="6953250" y="5562600"/>
            <a:ext cx="76390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707C88"/>
                </a:solidFill>
                <a:latin typeface="Arial"/>
                <a:ea typeface="Arial"/>
                <a:cs typeface="Arial"/>
              </a:defRPr>
            </a:defPPr>
            <a:lvl1pPr algn="l">
              <a:defRPr sz="1800" b="0">
                <a:solidFill>
                  <a:srgbClr val="707C88"/>
                </a:solidFill>
                <a:latin typeface="Arial"/>
                <a:ea typeface="Arial"/>
                <a:cs typeface="Arial"/>
              </a:defRPr>
            </a:lvl1pPr>
            <a:lvl2pPr algn="l">
              <a:defRPr sz="1800" b="0">
                <a:solidFill>
                  <a:srgbClr val="707C88"/>
                </a:solidFill>
                <a:latin typeface="Arial"/>
                <a:ea typeface="Arial"/>
                <a:cs typeface="Arial"/>
              </a:defRPr>
            </a:lvl2pPr>
            <a:lvl3pPr algn="l">
              <a:defRPr sz="1800" b="0">
                <a:solidFill>
                  <a:srgbClr val="707C88"/>
                </a:solidFill>
                <a:latin typeface="Arial"/>
                <a:ea typeface="Arial"/>
                <a:cs typeface="Arial"/>
              </a:defRPr>
            </a:lvl3pPr>
            <a:lvl4pPr algn="l">
              <a:defRPr sz="1800" b="0">
                <a:solidFill>
                  <a:srgbClr val="707C88"/>
                </a:solidFill>
                <a:latin typeface="Arial"/>
                <a:ea typeface="Arial"/>
                <a:cs typeface="Arial"/>
              </a:defRPr>
            </a:lvl4pPr>
            <a:lvl5pPr algn="l">
              <a:defRPr sz="1800" b="0">
                <a:solidFill>
                  <a:srgbClr val="707C88"/>
                </a:solidFill>
                <a:latin typeface="Arial"/>
                <a:ea typeface="Arial"/>
                <a:cs typeface="Arial"/>
              </a:defRPr>
            </a:lvl5pPr>
            <a:lvl6pPr algn="l">
              <a:defRPr sz="1800" b="0">
                <a:solidFill>
                  <a:srgbClr val="707C88"/>
                </a:solidFill>
                <a:latin typeface="Arial"/>
                <a:ea typeface="Arial"/>
                <a:cs typeface="Arial"/>
              </a:defRPr>
            </a:lvl6pPr>
            <a:lvl7pPr algn="l">
              <a:defRPr sz="1800" b="0">
                <a:solidFill>
                  <a:srgbClr val="707C88"/>
                </a:solidFill>
                <a:latin typeface="Arial"/>
                <a:ea typeface="Arial"/>
                <a:cs typeface="Arial"/>
              </a:defRPr>
            </a:lvl7pPr>
            <a:lvl8pPr algn="l">
              <a:defRPr sz="1800" b="0">
                <a:solidFill>
                  <a:srgbClr val="707C88"/>
                </a:solidFill>
                <a:latin typeface="Arial"/>
                <a:ea typeface="Arial"/>
                <a:cs typeface="Arial"/>
              </a:defRPr>
            </a:lvl8pPr>
            <a:lvl9pPr algn="l">
              <a:defRPr sz="1800" b="0">
                <a:solidFill>
                  <a:srgbClr val="707C88"/>
                </a:solidFill>
                <a:latin typeface="Arial"/>
                <a:ea typeface="Arial"/>
                <a:cs typeface="Arial"/>
              </a:defRPr>
            </a:lvl9pPr>
          </a:lstStyle>
          <a:p xmlns:a="http://schemas.openxmlformats.org/drawingml/2006/main">
            <a:pPr algn="l">
              <a:defRPr sz="1800" b="0">
                <a:solidFill>
                  <a:srgbClr val="707C88"/>
                </a:solidFill>
                <a:latin typeface="Arial"/>
                <a:ea typeface="Arial"/>
                <a:cs typeface="Arial"/>
              </a:defRPr>
            </a:pPr>
            <a:r>
              <a:rPr sz="1800" b="0">
                <a:solidFill>
                  <a:srgbClr val="707C88"/>
                </a:solidFill>
                <a:latin typeface="Arial"/>
                <a:ea typeface="Arial"/>
                <a:cs typeface="Arial"/>
              </a:rPr>
              <a:t>Method proposed in a China Universal patent</a:t>
            </a:r>
          </a:p>
        </p:txBody>
      </p:sp>
      <p:sp>
        <p:nvSpPr>
          <p:cNvPr id="44" name="!!other.2.flow.0">
            <a:extLst xmlns:a="http://schemas.openxmlformats.org/drawingml/2006/main">
              <a:ext uri="{FF2B5EF4-FFF2-40B4-BE49-F238E27FC236}">
                <a16:creationId xmlns:a16="http://schemas.microsoft.com/office/drawing/2014/main" id="{5B56DEBF-58E2-4683-AC4B-A71731C0ED41}"/>
              </a:ext>
            </a:extLst>
          </p:cNvPr>
          <p:cNvSpPr>
            <a:spLocks xmlns:a="http://schemas.openxmlformats.org/drawingml/2006/main" noGrp="1"/>
          </p:cNvSpPr>
          <p:nvPr/>
        </p:nvSpPr>
        <p:spPr>
          <a:xfrm xmlns:a="http://schemas.openxmlformats.org/drawingml/2006/main">
            <a:off x="4057650" y="6124575"/>
            <a:ext cx="3289300" cy="74295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800" b="1">
                <a:solidFill>
                  <a:srgbClr val="20262C"/>
                </a:solidFill>
                <a:latin typeface="Arial"/>
                <a:ea typeface="Arial"/>
                <a:cs typeface="Arial"/>
              </a:defRPr>
            </a:defPPr>
            <a:lvl1pPr algn="ctr">
              <a:defRPr sz="1800" b="1">
                <a:solidFill>
                  <a:srgbClr val="20262C"/>
                </a:solidFill>
                <a:latin typeface="Arial"/>
                <a:ea typeface="Arial"/>
                <a:cs typeface="Arial"/>
              </a:defRPr>
            </a:lvl1pPr>
            <a:lvl2pPr algn="ctr">
              <a:defRPr sz="1800" b="1">
                <a:solidFill>
                  <a:srgbClr val="20262C"/>
                </a:solidFill>
                <a:latin typeface="Arial"/>
                <a:ea typeface="Arial"/>
                <a:cs typeface="Arial"/>
              </a:defRPr>
            </a:lvl2pPr>
            <a:lvl3pPr algn="ctr">
              <a:defRPr sz="1800" b="1">
                <a:solidFill>
                  <a:srgbClr val="20262C"/>
                </a:solidFill>
                <a:latin typeface="Arial"/>
                <a:ea typeface="Arial"/>
                <a:cs typeface="Arial"/>
              </a:defRPr>
            </a:lvl3pPr>
            <a:lvl4pPr algn="ctr">
              <a:defRPr sz="1800" b="1">
                <a:solidFill>
                  <a:srgbClr val="20262C"/>
                </a:solidFill>
                <a:latin typeface="Arial"/>
                <a:ea typeface="Arial"/>
                <a:cs typeface="Arial"/>
              </a:defRPr>
            </a:lvl4pPr>
            <a:lvl5pPr algn="ctr">
              <a:defRPr sz="1800" b="1">
                <a:solidFill>
                  <a:srgbClr val="20262C"/>
                </a:solidFill>
                <a:latin typeface="Arial"/>
                <a:ea typeface="Arial"/>
                <a:cs typeface="Arial"/>
              </a:defRPr>
            </a:lvl5pPr>
            <a:lvl6pPr algn="ctr">
              <a:defRPr sz="1800" b="1">
                <a:solidFill>
                  <a:srgbClr val="20262C"/>
                </a:solidFill>
                <a:latin typeface="Arial"/>
                <a:ea typeface="Arial"/>
                <a:cs typeface="Arial"/>
              </a:defRPr>
            </a:lvl6pPr>
            <a:lvl7pPr algn="ctr">
              <a:defRPr sz="1800" b="1">
                <a:solidFill>
                  <a:srgbClr val="20262C"/>
                </a:solidFill>
                <a:latin typeface="Arial"/>
                <a:ea typeface="Arial"/>
                <a:cs typeface="Arial"/>
              </a:defRPr>
            </a:lvl7pPr>
            <a:lvl8pPr algn="ctr">
              <a:defRPr sz="1800" b="1">
                <a:solidFill>
                  <a:srgbClr val="20262C"/>
                </a:solidFill>
                <a:latin typeface="Arial"/>
                <a:ea typeface="Arial"/>
                <a:cs typeface="Arial"/>
              </a:defRPr>
            </a:lvl8pPr>
            <a:lvl9pPr algn="ctr">
              <a:defRPr sz="1800" b="1">
                <a:solidFill>
                  <a:srgbClr val="20262C"/>
                </a:solidFill>
                <a:latin typeface="Arial"/>
                <a:ea typeface="Arial"/>
                <a:cs typeface="Arial"/>
              </a:defRPr>
            </a:lvl9pPr>
          </a:lstStyle>
          <a:p xmlns:a="http://schemas.openxmlformats.org/drawingml/2006/main">
            <a:pPr algn="ctr">
              <a:defRPr sz="1800" b="1">
                <a:solidFill>
                  <a:srgbClr val="20262C"/>
                </a:solidFill>
                <a:latin typeface="Arial"/>
                <a:ea typeface="Arial"/>
                <a:cs typeface="Arial"/>
              </a:defRPr>
            </a:pPr>
            <a:r>
              <a:rPr sz="1800" b="1">
                <a:solidFill>
                  <a:srgbClr val="20262C"/>
                </a:solidFill>
                <a:latin typeface="Arial"/>
                <a:ea typeface="Arial"/>
                <a:cs typeface="Arial"/>
              </a:rPr>
              <a:t>Fund, period and metric</a:t>
            </a:r>
          </a:p>
        </p:txBody>
      </p:sp>
      <p:sp>
        <p:nvSpPr>
          <p:cNvPr id="45" name="!!other.2.flow.link0.line">
            <a:extLst xmlns:a="http://schemas.openxmlformats.org/drawingml/2006/main">
              <a:ext uri="{FF2B5EF4-FFF2-40B4-BE49-F238E27FC236}">
                <a16:creationId xmlns:a16="http://schemas.microsoft.com/office/drawing/2014/main" id="{1A719EFF-E911-4AD4-9D1C-17EDD2A13A32}"/>
              </a:ext>
            </a:extLst>
          </p:cNvPr>
          <p:cNvSpPr>
            <a:spLocks xmlns:a="http://schemas.openxmlformats.org/drawingml/2006/main" noGrp="1"/>
          </p:cNvSpPr>
          <p:nvPr/>
        </p:nvSpPr>
        <p:spPr>
          <a:xfrm xmlns:a="http://schemas.openxmlformats.org/drawingml/2006/main" flipH="0" flipV="0">
            <a:off x="7385050" y="6496050"/>
            <a:ext cx="209550" cy="953"/>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46" name="!!other.2.flow.link0.tip">
            <a:extLst xmlns:a="http://schemas.openxmlformats.org/drawingml/2006/main">
              <a:ext uri="{FF2B5EF4-FFF2-40B4-BE49-F238E27FC236}">
                <a16:creationId xmlns:a16="http://schemas.microsoft.com/office/drawing/2014/main" id="{6C446C12-3E18-407F-8AD2-9B66CE699CE4}"/>
              </a:ext>
            </a:extLst>
          </p:cNvPr>
          <p:cNvSpPr>
            <a:spLocks xmlns:a="http://schemas.openxmlformats.org/drawingml/2006/main" noGrp="1"/>
          </p:cNvSpPr>
          <p:nvPr/>
        </p:nvSpPr>
        <p:spPr>
          <a:xfrm xmlns:a="http://schemas.openxmlformats.org/drawingml/2006/main" rot="5400000">
            <a:off x="7537450" y="6438900"/>
            <a:ext cx="114300" cy="11430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47" name="!!other.2.flow.1">
            <a:extLst xmlns:a="http://schemas.openxmlformats.org/drawingml/2006/main">
              <a:ext uri="{FF2B5EF4-FFF2-40B4-BE49-F238E27FC236}">
                <a16:creationId xmlns:a16="http://schemas.microsoft.com/office/drawing/2014/main" id="{B21E885D-B85B-4468-96E5-11C50994C0C4}"/>
              </a:ext>
            </a:extLst>
          </p:cNvPr>
          <p:cNvSpPr>
            <a:spLocks xmlns:a="http://schemas.openxmlformats.org/drawingml/2006/main" noGrp="1"/>
          </p:cNvSpPr>
          <p:nvPr/>
        </p:nvSpPr>
        <p:spPr>
          <a:xfrm xmlns:a="http://schemas.openxmlformats.org/drawingml/2006/main">
            <a:off x="7680325" y="6124575"/>
            <a:ext cx="3289300" cy="74295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725" b="1">
                <a:solidFill>
                  <a:srgbClr val="20262C"/>
                </a:solidFill>
                <a:latin typeface="Arial"/>
                <a:ea typeface="Arial"/>
                <a:cs typeface="Arial"/>
              </a:defRPr>
            </a:defPPr>
            <a:lvl1pPr algn="ctr">
              <a:defRPr sz="1725" b="1">
                <a:solidFill>
                  <a:srgbClr val="20262C"/>
                </a:solidFill>
                <a:latin typeface="Arial"/>
                <a:ea typeface="Arial"/>
                <a:cs typeface="Arial"/>
              </a:defRPr>
            </a:lvl1pPr>
            <a:lvl2pPr algn="ctr">
              <a:defRPr sz="1725" b="1">
                <a:solidFill>
                  <a:srgbClr val="20262C"/>
                </a:solidFill>
                <a:latin typeface="Arial"/>
                <a:ea typeface="Arial"/>
                <a:cs typeface="Arial"/>
              </a:defRPr>
            </a:lvl2pPr>
            <a:lvl3pPr algn="ctr">
              <a:defRPr sz="1725" b="1">
                <a:solidFill>
                  <a:srgbClr val="20262C"/>
                </a:solidFill>
                <a:latin typeface="Arial"/>
                <a:ea typeface="Arial"/>
                <a:cs typeface="Arial"/>
              </a:defRPr>
            </a:lvl3pPr>
            <a:lvl4pPr algn="ctr">
              <a:defRPr sz="1725" b="1">
                <a:solidFill>
                  <a:srgbClr val="20262C"/>
                </a:solidFill>
                <a:latin typeface="Arial"/>
                <a:ea typeface="Arial"/>
                <a:cs typeface="Arial"/>
              </a:defRPr>
            </a:lvl4pPr>
            <a:lvl5pPr algn="ctr">
              <a:defRPr sz="1725" b="1">
                <a:solidFill>
                  <a:srgbClr val="20262C"/>
                </a:solidFill>
                <a:latin typeface="Arial"/>
                <a:ea typeface="Arial"/>
                <a:cs typeface="Arial"/>
              </a:defRPr>
            </a:lvl5pPr>
            <a:lvl6pPr algn="ctr">
              <a:defRPr sz="1725" b="1">
                <a:solidFill>
                  <a:srgbClr val="20262C"/>
                </a:solidFill>
                <a:latin typeface="Arial"/>
                <a:ea typeface="Arial"/>
                <a:cs typeface="Arial"/>
              </a:defRPr>
            </a:lvl6pPr>
            <a:lvl7pPr algn="ctr">
              <a:defRPr sz="1725" b="1">
                <a:solidFill>
                  <a:srgbClr val="20262C"/>
                </a:solidFill>
                <a:latin typeface="Arial"/>
                <a:ea typeface="Arial"/>
                <a:cs typeface="Arial"/>
              </a:defRPr>
            </a:lvl7pPr>
            <a:lvl8pPr algn="ctr">
              <a:defRPr sz="1725" b="1">
                <a:solidFill>
                  <a:srgbClr val="20262C"/>
                </a:solidFill>
                <a:latin typeface="Arial"/>
                <a:ea typeface="Arial"/>
                <a:cs typeface="Arial"/>
              </a:defRPr>
            </a:lvl8pPr>
            <a:lvl9pPr algn="ctr">
              <a:defRPr sz="1725" b="1">
                <a:solidFill>
                  <a:srgbClr val="20262C"/>
                </a:solidFill>
                <a:latin typeface="Arial"/>
                <a:ea typeface="Arial"/>
                <a:cs typeface="Arial"/>
              </a:defRPr>
            </a:lvl9pPr>
          </a:lstStyle>
          <a:p xmlns:a="http://schemas.openxmlformats.org/drawingml/2006/main">
            <a:pPr algn="ctr">
              <a:defRPr sz="1725" b="1">
                <a:solidFill>
                  <a:srgbClr val="20262C"/>
                </a:solidFill>
                <a:latin typeface="Arial"/>
                <a:ea typeface="Arial"/>
                <a:cs typeface="Arial"/>
              </a:defRPr>
            </a:pPr>
            <a:r>
              <a:rPr sz="1725" b="1">
                <a:solidFill>
                  <a:srgbClr val="20262C"/>
                </a:solidFill>
                <a:latin typeface="Arial"/>
                <a:ea typeface="Arial"/>
                <a:cs typeface="Arial"/>
              </a:rPr>
              <a:t>LLM interprets the question</a:t>
            </a:r>
          </a:p>
          <a:p xmlns:a="http://schemas.openxmlformats.org/drawingml/2006/main">
            <a:pPr algn="ctr">
              <a:defRPr sz="1725" b="1">
                <a:solidFill>
                  <a:srgbClr val="20262C"/>
                </a:solidFill>
                <a:latin typeface="Arial"/>
                <a:ea typeface="Arial"/>
                <a:cs typeface="Arial"/>
              </a:defRPr>
            </a:pPr>
            <a:r>
              <a:rPr sz="1725" b="1">
                <a:solidFill>
                  <a:srgbClr val="20262C"/>
                </a:solidFill>
                <a:latin typeface="Arial"/>
                <a:ea typeface="Arial"/>
                <a:cs typeface="Arial"/>
              </a:rPr>
              <a:t>Algorithms calculate drivers</a:t>
            </a:r>
          </a:p>
        </p:txBody>
      </p:sp>
      <p:sp>
        <p:nvSpPr>
          <p:cNvPr id="48" name="!!other.2.flow.link1.line">
            <a:extLst xmlns:a="http://schemas.openxmlformats.org/drawingml/2006/main">
              <a:ext uri="{FF2B5EF4-FFF2-40B4-BE49-F238E27FC236}">
                <a16:creationId xmlns:a16="http://schemas.microsoft.com/office/drawing/2014/main" id="{22B69FDD-9400-4633-8149-84DA037E0A53}"/>
              </a:ext>
            </a:extLst>
          </p:cNvPr>
          <p:cNvSpPr>
            <a:spLocks xmlns:a="http://schemas.openxmlformats.org/drawingml/2006/main" noGrp="1"/>
          </p:cNvSpPr>
          <p:nvPr/>
        </p:nvSpPr>
        <p:spPr>
          <a:xfrm xmlns:a="http://schemas.openxmlformats.org/drawingml/2006/main" flipH="0" flipV="0">
            <a:off x="11007725" y="6496050"/>
            <a:ext cx="209550" cy="953"/>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49" name="!!other.2.flow.link1.tip">
            <a:extLst xmlns:a="http://schemas.openxmlformats.org/drawingml/2006/main">
              <a:ext uri="{FF2B5EF4-FFF2-40B4-BE49-F238E27FC236}">
                <a16:creationId xmlns:a16="http://schemas.microsoft.com/office/drawing/2014/main" id="{E3EF810B-AD27-4245-A06A-DEDBF5A235C4}"/>
              </a:ext>
            </a:extLst>
          </p:cNvPr>
          <p:cNvSpPr>
            <a:spLocks xmlns:a="http://schemas.openxmlformats.org/drawingml/2006/main" noGrp="1"/>
          </p:cNvSpPr>
          <p:nvPr/>
        </p:nvSpPr>
        <p:spPr>
          <a:xfrm xmlns:a="http://schemas.openxmlformats.org/drawingml/2006/main" rot="5400000">
            <a:off x="11160125" y="6438900"/>
            <a:ext cx="114300" cy="11430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50" name="!!other.2.flow.2">
            <a:extLst xmlns:a="http://schemas.openxmlformats.org/drawingml/2006/main">
              <a:ext uri="{FF2B5EF4-FFF2-40B4-BE49-F238E27FC236}">
                <a16:creationId xmlns:a16="http://schemas.microsoft.com/office/drawing/2014/main" id="{D55D487A-5617-40C5-A77F-A671AB2CFF54}"/>
              </a:ext>
            </a:extLst>
          </p:cNvPr>
          <p:cNvSpPr>
            <a:spLocks xmlns:a="http://schemas.openxmlformats.org/drawingml/2006/main" noGrp="1"/>
          </p:cNvSpPr>
          <p:nvPr/>
        </p:nvSpPr>
        <p:spPr>
          <a:xfrm xmlns:a="http://schemas.openxmlformats.org/drawingml/2006/main">
            <a:off x="11303000" y="6124575"/>
            <a:ext cx="3289300" cy="74295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800" b="1">
                <a:solidFill>
                  <a:srgbClr val="20262C"/>
                </a:solidFill>
                <a:latin typeface="Arial"/>
                <a:ea typeface="Arial"/>
                <a:cs typeface="Arial"/>
              </a:defRPr>
            </a:defPPr>
            <a:lvl1pPr algn="ctr">
              <a:defRPr sz="1800" b="1">
                <a:solidFill>
                  <a:srgbClr val="20262C"/>
                </a:solidFill>
                <a:latin typeface="Arial"/>
                <a:ea typeface="Arial"/>
                <a:cs typeface="Arial"/>
              </a:defRPr>
            </a:lvl1pPr>
            <a:lvl2pPr algn="ctr">
              <a:defRPr sz="1800" b="1">
                <a:solidFill>
                  <a:srgbClr val="20262C"/>
                </a:solidFill>
                <a:latin typeface="Arial"/>
                <a:ea typeface="Arial"/>
                <a:cs typeface="Arial"/>
              </a:defRPr>
            </a:lvl2pPr>
            <a:lvl3pPr algn="ctr">
              <a:defRPr sz="1800" b="1">
                <a:solidFill>
                  <a:srgbClr val="20262C"/>
                </a:solidFill>
                <a:latin typeface="Arial"/>
                <a:ea typeface="Arial"/>
                <a:cs typeface="Arial"/>
              </a:defRPr>
            </a:lvl3pPr>
            <a:lvl4pPr algn="ctr">
              <a:defRPr sz="1800" b="1">
                <a:solidFill>
                  <a:srgbClr val="20262C"/>
                </a:solidFill>
                <a:latin typeface="Arial"/>
                <a:ea typeface="Arial"/>
                <a:cs typeface="Arial"/>
              </a:defRPr>
            </a:lvl4pPr>
            <a:lvl5pPr algn="ctr">
              <a:defRPr sz="1800" b="1">
                <a:solidFill>
                  <a:srgbClr val="20262C"/>
                </a:solidFill>
                <a:latin typeface="Arial"/>
                <a:ea typeface="Arial"/>
                <a:cs typeface="Arial"/>
              </a:defRPr>
            </a:lvl5pPr>
            <a:lvl6pPr algn="ctr">
              <a:defRPr sz="1800" b="1">
                <a:solidFill>
                  <a:srgbClr val="20262C"/>
                </a:solidFill>
                <a:latin typeface="Arial"/>
                <a:ea typeface="Arial"/>
                <a:cs typeface="Arial"/>
              </a:defRPr>
            </a:lvl6pPr>
            <a:lvl7pPr algn="ctr">
              <a:defRPr sz="1800" b="1">
                <a:solidFill>
                  <a:srgbClr val="20262C"/>
                </a:solidFill>
                <a:latin typeface="Arial"/>
                <a:ea typeface="Arial"/>
                <a:cs typeface="Arial"/>
              </a:defRPr>
            </a:lvl7pPr>
            <a:lvl8pPr algn="ctr">
              <a:defRPr sz="1800" b="1">
                <a:solidFill>
                  <a:srgbClr val="20262C"/>
                </a:solidFill>
                <a:latin typeface="Arial"/>
                <a:ea typeface="Arial"/>
                <a:cs typeface="Arial"/>
              </a:defRPr>
            </a:lvl8pPr>
            <a:lvl9pPr algn="ctr">
              <a:defRPr sz="1800" b="1">
                <a:solidFill>
                  <a:srgbClr val="20262C"/>
                </a:solidFill>
                <a:latin typeface="Arial"/>
                <a:ea typeface="Arial"/>
                <a:cs typeface="Arial"/>
              </a:defRPr>
            </a:lvl9pPr>
          </a:lstStyle>
          <a:p xmlns:a="http://schemas.openxmlformats.org/drawingml/2006/main">
            <a:pPr algn="ctr">
              <a:defRPr sz="1800" b="1">
                <a:solidFill>
                  <a:srgbClr val="20262C"/>
                </a:solidFill>
                <a:latin typeface="Arial"/>
                <a:ea typeface="Arial"/>
                <a:cs typeface="Arial"/>
              </a:defRPr>
            </a:pPr>
            <a:r>
              <a:rPr sz="1800" b="1">
                <a:solidFill>
                  <a:srgbClr val="20262C"/>
                </a:solidFill>
                <a:latin typeface="Arial"/>
                <a:ea typeface="Arial"/>
                <a:cs typeface="Arial"/>
              </a:rPr>
              <a:t>LLM writes the analysis</a:t>
            </a:r>
          </a:p>
        </p:txBody>
      </p:sp>
    </p:spTree>
    <p:extLst>
      <p:ext uri="{BB962C8B-B14F-4D97-AF65-F5344CB8AC3E}">
        <p14:creationId xmlns:p14="http://schemas.microsoft.com/office/powerpoint/2010/main" val="1608397055"/>
      </p:ext>
    </p:extLst>
  </p:cSld>
  <mc:AlternateContent xmlns:mc="http://schemas.openxmlformats.org/markup-compatibility/2006">
    <mc:Choice xmlns:p159="http://schemas.microsoft.com/office/powerpoint/2015/09/main" Requires="p159">
      <p:transition xmlns:p14="http://schemas.microsoft.com/office/powerpoint/2010/main" spd="med" advClick="1" p14:dur="700">
        <p159:morph option="byObject"/>
      </p:transition>
    </mc:Choice>
    <mc:Fallback>
      <p:transition spd="fast" advClick="1">
        <p:fade/>
      </p:transition>
    </mc:Fallback>
  </mc:AlternateContent>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heading">
            <a:extLst xmlns:a="http://schemas.openxmlformats.org/drawingml/2006/main">
              <a:ext uri="{FF2B5EF4-FFF2-40B4-BE49-F238E27FC236}">
                <a16:creationId xmlns:a16="http://schemas.microsoft.com/office/drawing/2014/main" id="{1215663C-E14F-4F1C-84B9-CED778EE9E78}"/>
              </a:ext>
            </a:extLst>
          </p:cNvPr>
          <p:cNvSpPr>
            <a:spLocks xmlns:a="http://schemas.openxmlformats.org/drawingml/2006/main" noGrp="1"/>
          </p:cNvSpPr>
          <p:nvPr/>
        </p:nvSpPr>
        <p:spPr>
          <a:xfrm xmlns:a="http://schemas.openxmlformats.org/drawingml/2006/main">
            <a:off x="647700" y="428625"/>
            <a:ext cx="13944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0262C"/>
                </a:solidFill>
                <a:latin typeface="Arial"/>
                <a:ea typeface="Arial"/>
                <a:cs typeface="Arial"/>
              </a:defRPr>
            </a:defPPr>
            <a:lvl1pPr algn="l">
              <a:defRPr sz="3300" b="1">
                <a:solidFill>
                  <a:srgbClr val="20262C"/>
                </a:solidFill>
                <a:latin typeface="Arial"/>
                <a:ea typeface="Arial"/>
                <a:cs typeface="Arial"/>
              </a:defRPr>
            </a:lvl1pPr>
            <a:lvl2pPr algn="l">
              <a:defRPr sz="3300" b="1">
                <a:solidFill>
                  <a:srgbClr val="20262C"/>
                </a:solidFill>
                <a:latin typeface="Arial"/>
                <a:ea typeface="Arial"/>
                <a:cs typeface="Arial"/>
              </a:defRPr>
            </a:lvl2pPr>
            <a:lvl3pPr algn="l">
              <a:defRPr sz="3300" b="1">
                <a:solidFill>
                  <a:srgbClr val="20262C"/>
                </a:solidFill>
                <a:latin typeface="Arial"/>
                <a:ea typeface="Arial"/>
                <a:cs typeface="Arial"/>
              </a:defRPr>
            </a:lvl3pPr>
            <a:lvl4pPr algn="l">
              <a:defRPr sz="3300" b="1">
                <a:solidFill>
                  <a:srgbClr val="20262C"/>
                </a:solidFill>
                <a:latin typeface="Arial"/>
                <a:ea typeface="Arial"/>
                <a:cs typeface="Arial"/>
              </a:defRPr>
            </a:lvl4pPr>
            <a:lvl5pPr algn="l">
              <a:defRPr sz="3300" b="1">
                <a:solidFill>
                  <a:srgbClr val="20262C"/>
                </a:solidFill>
                <a:latin typeface="Arial"/>
                <a:ea typeface="Arial"/>
                <a:cs typeface="Arial"/>
              </a:defRPr>
            </a:lvl5pPr>
            <a:lvl6pPr algn="l">
              <a:defRPr sz="3300" b="1">
                <a:solidFill>
                  <a:srgbClr val="20262C"/>
                </a:solidFill>
                <a:latin typeface="Arial"/>
                <a:ea typeface="Arial"/>
                <a:cs typeface="Arial"/>
              </a:defRPr>
            </a:lvl6pPr>
            <a:lvl7pPr algn="l">
              <a:defRPr sz="3300" b="1">
                <a:solidFill>
                  <a:srgbClr val="20262C"/>
                </a:solidFill>
                <a:latin typeface="Arial"/>
                <a:ea typeface="Arial"/>
                <a:cs typeface="Arial"/>
              </a:defRPr>
            </a:lvl7pPr>
            <a:lvl8pPr algn="l">
              <a:defRPr sz="3300" b="1">
                <a:solidFill>
                  <a:srgbClr val="20262C"/>
                </a:solidFill>
                <a:latin typeface="Arial"/>
                <a:ea typeface="Arial"/>
                <a:cs typeface="Arial"/>
              </a:defRPr>
            </a:lvl8pPr>
            <a:lvl9pPr algn="l">
              <a:defRPr sz="3300" b="1">
                <a:solidFill>
                  <a:srgbClr val="20262C"/>
                </a:solidFill>
                <a:latin typeface="Arial"/>
                <a:ea typeface="Arial"/>
                <a:cs typeface="Arial"/>
              </a:defRPr>
            </a:lvl9pPr>
          </a:lstStyle>
          <a:p xmlns:a="http://schemas.openxmlformats.org/drawingml/2006/main">
            <a:pPr algn="l">
              <a:defRPr sz="3300" b="1">
                <a:solidFill>
                  <a:srgbClr val="20262C"/>
                </a:solidFill>
                <a:latin typeface="Arial"/>
                <a:ea typeface="Arial"/>
                <a:cs typeface="Arial"/>
              </a:defRPr>
            </a:pPr>
            <a:r>
              <a:rPr sz="3300" b="1">
                <a:solidFill>
                  <a:srgbClr val="20262C"/>
                </a:solidFill>
                <a:latin typeface="Arial"/>
                <a:ea typeface="Arial"/>
                <a:cs typeface="Arial"/>
              </a:rPr>
              <a:t>Seven proposed applications</a:t>
            </a:r>
          </a:p>
        </p:txBody>
      </p:sp>
      <p:sp>
        <p:nvSpPr>
          <p:cNvPr id="2" name="!!subtitle">
            <a:extLst xmlns:a="http://schemas.openxmlformats.org/drawingml/2006/main">
              <a:ext uri="{FF2B5EF4-FFF2-40B4-BE49-F238E27FC236}">
                <a16:creationId xmlns:a16="http://schemas.microsoft.com/office/drawing/2014/main" id="{0E583D89-2844-4882-80C6-03165118A7AD}"/>
              </a:ext>
            </a:extLst>
          </p:cNvPr>
          <p:cNvSpPr>
            <a:spLocks xmlns:a="http://schemas.openxmlformats.org/drawingml/2006/main" noGrp="1"/>
          </p:cNvSpPr>
          <p:nvPr/>
        </p:nvSpPr>
        <p:spPr>
          <a:xfrm xmlns:a="http://schemas.openxmlformats.org/drawingml/2006/main">
            <a:off x="647700" y="1190625"/>
            <a:ext cx="139446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05A9C"/>
                </a:solidFill>
                <a:latin typeface="Arial"/>
                <a:ea typeface="Arial"/>
                <a:cs typeface="Arial"/>
              </a:defRPr>
            </a:defPPr>
            <a:lvl1pPr algn="l">
              <a:defRPr sz="1875" b="0">
                <a:solidFill>
                  <a:srgbClr val="005A9C"/>
                </a:solidFill>
                <a:latin typeface="Arial"/>
                <a:ea typeface="Arial"/>
                <a:cs typeface="Arial"/>
              </a:defRPr>
            </a:lvl1pPr>
            <a:lvl2pPr algn="l">
              <a:defRPr sz="1875" b="0">
                <a:solidFill>
                  <a:srgbClr val="005A9C"/>
                </a:solidFill>
                <a:latin typeface="Arial"/>
                <a:ea typeface="Arial"/>
                <a:cs typeface="Arial"/>
              </a:defRPr>
            </a:lvl2pPr>
            <a:lvl3pPr algn="l">
              <a:defRPr sz="1875" b="0">
                <a:solidFill>
                  <a:srgbClr val="005A9C"/>
                </a:solidFill>
                <a:latin typeface="Arial"/>
                <a:ea typeface="Arial"/>
                <a:cs typeface="Arial"/>
              </a:defRPr>
            </a:lvl3pPr>
            <a:lvl4pPr algn="l">
              <a:defRPr sz="1875" b="0">
                <a:solidFill>
                  <a:srgbClr val="005A9C"/>
                </a:solidFill>
                <a:latin typeface="Arial"/>
                <a:ea typeface="Arial"/>
                <a:cs typeface="Arial"/>
              </a:defRPr>
            </a:lvl4pPr>
            <a:lvl5pPr algn="l">
              <a:defRPr sz="1875" b="0">
                <a:solidFill>
                  <a:srgbClr val="005A9C"/>
                </a:solidFill>
                <a:latin typeface="Arial"/>
                <a:ea typeface="Arial"/>
                <a:cs typeface="Arial"/>
              </a:defRPr>
            </a:lvl5pPr>
            <a:lvl6pPr algn="l">
              <a:defRPr sz="1875" b="0">
                <a:solidFill>
                  <a:srgbClr val="005A9C"/>
                </a:solidFill>
                <a:latin typeface="Arial"/>
                <a:ea typeface="Arial"/>
                <a:cs typeface="Arial"/>
              </a:defRPr>
            </a:lvl6pPr>
            <a:lvl7pPr algn="l">
              <a:defRPr sz="1875" b="0">
                <a:solidFill>
                  <a:srgbClr val="005A9C"/>
                </a:solidFill>
                <a:latin typeface="Arial"/>
                <a:ea typeface="Arial"/>
                <a:cs typeface="Arial"/>
              </a:defRPr>
            </a:lvl7pPr>
            <a:lvl8pPr algn="l">
              <a:defRPr sz="1875" b="0">
                <a:solidFill>
                  <a:srgbClr val="005A9C"/>
                </a:solidFill>
                <a:latin typeface="Arial"/>
                <a:ea typeface="Arial"/>
                <a:cs typeface="Arial"/>
              </a:defRPr>
            </a:lvl8pPr>
            <a:lvl9pPr algn="l">
              <a:defRPr sz="1875" b="0">
                <a:solidFill>
                  <a:srgbClr val="005A9C"/>
                </a:solidFill>
                <a:latin typeface="Arial"/>
                <a:ea typeface="Arial"/>
                <a:cs typeface="Arial"/>
              </a:defRPr>
            </a:lvl9pPr>
          </a:lstStyle>
          <a:p xmlns:a="http://schemas.openxmlformats.org/drawingml/2006/main">
            <a:pPr algn="l">
              <a:defRPr sz="1875" b="0">
                <a:solidFill>
                  <a:srgbClr val="005A9C"/>
                </a:solidFill>
                <a:latin typeface="Arial"/>
                <a:ea typeface="Arial"/>
                <a:cs typeface="Arial"/>
              </a:defRPr>
            </a:pPr>
            <a:r>
              <a:rPr sz="1875" b="0">
                <a:solidFill>
                  <a:srgbClr val="005A9C"/>
                </a:solidFill>
                <a:latin typeface="Arial"/>
                <a:ea typeface="Arial"/>
                <a:cs typeface="Arial"/>
              </a:rPr>
              <a:t>Proposed applications</a:t>
            </a:r>
          </a:p>
        </p:txBody>
      </p:sp>
      <p:sp>
        <p:nvSpPr>
          <p:cNvPr id="3" name="!!heading.rule">
            <a:extLst xmlns:a="http://schemas.openxmlformats.org/drawingml/2006/main">
              <a:ext uri="{FF2B5EF4-FFF2-40B4-BE49-F238E27FC236}">
                <a16:creationId xmlns:a16="http://schemas.microsoft.com/office/drawing/2014/main" id="{673A44C8-896D-48C8-926A-4F4D718C87B2}"/>
              </a:ext>
            </a:extLst>
          </p:cNvPr>
          <p:cNvSpPr>
            <a:spLocks xmlns:a="http://schemas.openxmlformats.org/drawingml/2006/main" noGrp="1"/>
          </p:cNvSpPr>
          <p:nvPr/>
        </p:nvSpPr>
        <p:spPr>
          <a:xfrm xmlns:a="http://schemas.openxmlformats.org/drawingml/2006/main" flipH="0" flipV="0">
            <a:off x="647700" y="1733550"/>
            <a:ext cx="13944600" cy="953"/>
          </a:xfrm>
          <a:prstGeom xmlns:a="http://schemas.openxmlformats.org/drawingml/2006/main" prst="line">
            <a:avLst/>
          </a:prstGeom>
          <a:noFill xmlns:a="http://schemas.openxmlformats.org/drawingml/2006/main"/>
          <a:ln xmlns:a="http://schemas.openxmlformats.org/drawingml/2006/main" w="11430">
            <a:solidFill>
              <a:srgbClr val="BCC6CF"/>
            </a:solidFill>
            <a:prstDash val="solid"/>
          </a:ln>
        </p:spPr>
      </p:sp>
      <p:sp>
        <p:nvSpPr>
          <p:cNvPr id="4" name="!!map.front">
            <a:extLst xmlns:a="http://schemas.openxmlformats.org/drawingml/2006/main">
              <a:ext uri="{FF2B5EF4-FFF2-40B4-BE49-F238E27FC236}">
                <a16:creationId xmlns:a16="http://schemas.microsoft.com/office/drawing/2014/main" id="{8FDAD361-476E-4A57-A6E2-03EE3053172B}"/>
              </a:ext>
            </a:extLst>
          </p:cNvPr>
          <p:cNvSpPr>
            <a:spLocks xmlns:a="http://schemas.openxmlformats.org/drawingml/2006/main" noGrp="1"/>
          </p:cNvSpPr>
          <p:nvPr/>
        </p:nvSpPr>
        <p:spPr>
          <a:xfrm xmlns:a="http://schemas.openxmlformats.org/drawingml/2006/main">
            <a:off x="647700" y="2114550"/>
            <a:ext cx="4419600" cy="40005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5" name="!!nav.front">
            <ns0:hlinkClick xmlns:ns0="http://schemas.openxmlformats.org/drawingml/2006/main" xmlns:ns1="http://schemas.openxmlformats.org/officeDocument/2006/relationships" ns1:id="rIdNavSlide4" action="ppaction://hlinksldjump" tooltip="Slide 4: Preparing a company research assessment"/>
            <a:extLst xmlns:a="http://schemas.openxmlformats.org/drawingml/2006/main">
              <a:ext uri="{FF2B5EF4-FFF2-40B4-BE49-F238E27FC236}">
                <a16:creationId xmlns:a16="http://schemas.microsoft.com/office/drawing/2014/main" id="{6A1FECCD-B16D-4217-A700-922B2D902D60}"/>
              </a:ext>
            </a:extLst>
          </p:cNvPr>
          <p:cNvSpPr>
            <a:spLocks xmlns:a="http://schemas.openxmlformats.org/drawingml/2006/main" noGrp="1"/>
          </p:cNvSpPr>
          <p:nvPr/>
        </p:nvSpPr>
        <p:spPr>
          <a:xfrm xmlns:a="http://schemas.openxmlformats.org/drawingml/2006/main">
            <a:off x="647700" y="2114550"/>
            <a:ext cx="4419600" cy="55245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475" b="1">
                <a:solidFill>
                  <a:srgbClr val="FFFFFF"/>
                </a:solidFill>
                <a:latin typeface="Arial"/>
                <a:ea typeface="Arial"/>
                <a:cs typeface="Arial"/>
              </a:defRPr>
            </a:defPPr>
            <a:lvl1pPr algn="ctr">
              <a:defRPr sz="2475" b="1">
                <a:solidFill>
                  <a:srgbClr val="FFFFFF"/>
                </a:solidFill>
                <a:latin typeface="Arial"/>
                <a:ea typeface="Arial"/>
                <a:cs typeface="Arial"/>
              </a:defRPr>
            </a:lvl1pPr>
            <a:lvl2pPr algn="ctr">
              <a:defRPr sz="2475" b="1">
                <a:solidFill>
                  <a:srgbClr val="FFFFFF"/>
                </a:solidFill>
                <a:latin typeface="Arial"/>
                <a:ea typeface="Arial"/>
                <a:cs typeface="Arial"/>
              </a:defRPr>
            </a:lvl2pPr>
            <a:lvl3pPr algn="ctr">
              <a:defRPr sz="2475" b="1">
                <a:solidFill>
                  <a:srgbClr val="FFFFFF"/>
                </a:solidFill>
                <a:latin typeface="Arial"/>
                <a:ea typeface="Arial"/>
                <a:cs typeface="Arial"/>
              </a:defRPr>
            </a:lvl3pPr>
            <a:lvl4pPr algn="ctr">
              <a:defRPr sz="2475" b="1">
                <a:solidFill>
                  <a:srgbClr val="FFFFFF"/>
                </a:solidFill>
                <a:latin typeface="Arial"/>
                <a:ea typeface="Arial"/>
                <a:cs typeface="Arial"/>
              </a:defRPr>
            </a:lvl4pPr>
            <a:lvl5pPr algn="ctr">
              <a:defRPr sz="2475" b="1">
                <a:solidFill>
                  <a:srgbClr val="FFFFFF"/>
                </a:solidFill>
                <a:latin typeface="Arial"/>
                <a:ea typeface="Arial"/>
                <a:cs typeface="Arial"/>
              </a:defRPr>
            </a:lvl5pPr>
            <a:lvl6pPr algn="ctr">
              <a:defRPr sz="2475" b="1">
                <a:solidFill>
                  <a:srgbClr val="FFFFFF"/>
                </a:solidFill>
                <a:latin typeface="Arial"/>
                <a:ea typeface="Arial"/>
                <a:cs typeface="Arial"/>
              </a:defRPr>
            </a:lvl6pPr>
            <a:lvl7pPr algn="ctr">
              <a:defRPr sz="2475" b="1">
                <a:solidFill>
                  <a:srgbClr val="FFFFFF"/>
                </a:solidFill>
                <a:latin typeface="Arial"/>
                <a:ea typeface="Arial"/>
                <a:cs typeface="Arial"/>
              </a:defRPr>
            </a:lvl7pPr>
            <a:lvl8pPr algn="ctr">
              <a:defRPr sz="2475" b="1">
                <a:solidFill>
                  <a:srgbClr val="FFFFFF"/>
                </a:solidFill>
                <a:latin typeface="Arial"/>
                <a:ea typeface="Arial"/>
                <a:cs typeface="Arial"/>
              </a:defRPr>
            </a:lvl8pPr>
            <a:lvl9pPr algn="ctr">
              <a:defRPr sz="2475" b="1">
                <a:solidFill>
                  <a:srgbClr val="FFFFFF"/>
                </a:solidFill>
                <a:latin typeface="Arial"/>
                <a:ea typeface="Arial"/>
                <a:cs typeface="Arial"/>
              </a:defRPr>
            </a:lvl9pPr>
          </a:lstStyle>
          <a:p xmlns:a="http://schemas.openxmlformats.org/drawingml/2006/main">
            <a:pPr algn="ctr">
              <a:defRPr sz="2475" b="1">
                <a:solidFill>
                  <a:srgbClr val="FFFFFF"/>
                </a:solidFill>
                <a:latin typeface="Arial"/>
                <a:ea typeface="Arial"/>
                <a:cs typeface="Arial"/>
              </a:defRPr>
            </a:pPr>
            <a:r>
              <a:rPr sz="2475" b="1">
                <a:solidFill>
                  <a:srgbClr val="FFFFFF"/>
                </a:solidFill>
                <a:latin typeface="Arial"/>
                <a:ea typeface="Arial"/>
                <a:cs typeface="Arial"/>
              </a:rPr>
              <a:t>Front office</a:t>
            </a:r>
          </a:p>
        </p:txBody>
      </p:sp>
      <p:sp>
        <p:nvSpPr>
          <p:cNvPr id="6" name="!!task.research">
            <ns0:hlinkClick xmlns:ns0="http://schemas.openxmlformats.org/drawingml/2006/main" xmlns:ns1="http://schemas.openxmlformats.org/officeDocument/2006/relationships" ns1:id="rIdNavSlide4" action="ppaction://hlinksldjump" tooltip="Slide 4: Preparing a company research assessment"/>
            <a:extLst xmlns:a="http://schemas.openxmlformats.org/drawingml/2006/main">
              <a:ext uri="{FF2B5EF4-FFF2-40B4-BE49-F238E27FC236}">
                <a16:creationId xmlns:a16="http://schemas.microsoft.com/office/drawing/2014/main" id="{00CFEBE0-E12C-4FF1-958C-BC2792B43FF9}"/>
              </a:ext>
            </a:extLst>
          </p:cNvPr>
          <p:cNvSpPr>
            <a:spLocks xmlns:a="http://schemas.openxmlformats.org/drawingml/2006/main" noGrp="1"/>
          </p:cNvSpPr>
          <p:nvPr/>
        </p:nvSpPr>
        <p:spPr>
          <a:xfrm xmlns:a="http://schemas.openxmlformats.org/drawingml/2006/main">
            <a:off x="838200" y="2962275"/>
            <a:ext cx="4038600" cy="523875"/>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250" b="1">
                <a:solidFill>
                  <a:srgbClr val="005A9C"/>
                </a:solidFill>
                <a:latin typeface="Arial"/>
                <a:ea typeface="Arial"/>
                <a:cs typeface="Arial"/>
              </a:defRPr>
            </a:defPPr>
            <a:lvl1pPr algn="ctr">
              <a:defRPr sz="2250" b="1">
                <a:solidFill>
                  <a:srgbClr val="005A9C"/>
                </a:solidFill>
                <a:latin typeface="Arial"/>
                <a:ea typeface="Arial"/>
                <a:cs typeface="Arial"/>
              </a:defRPr>
            </a:lvl1pPr>
            <a:lvl2pPr algn="ctr">
              <a:defRPr sz="2250" b="1">
                <a:solidFill>
                  <a:srgbClr val="005A9C"/>
                </a:solidFill>
                <a:latin typeface="Arial"/>
                <a:ea typeface="Arial"/>
                <a:cs typeface="Arial"/>
              </a:defRPr>
            </a:lvl2pPr>
            <a:lvl3pPr algn="ctr">
              <a:defRPr sz="2250" b="1">
                <a:solidFill>
                  <a:srgbClr val="005A9C"/>
                </a:solidFill>
                <a:latin typeface="Arial"/>
                <a:ea typeface="Arial"/>
                <a:cs typeface="Arial"/>
              </a:defRPr>
            </a:lvl3pPr>
            <a:lvl4pPr algn="ctr">
              <a:defRPr sz="2250" b="1">
                <a:solidFill>
                  <a:srgbClr val="005A9C"/>
                </a:solidFill>
                <a:latin typeface="Arial"/>
                <a:ea typeface="Arial"/>
                <a:cs typeface="Arial"/>
              </a:defRPr>
            </a:lvl4pPr>
            <a:lvl5pPr algn="ctr">
              <a:defRPr sz="2250" b="1">
                <a:solidFill>
                  <a:srgbClr val="005A9C"/>
                </a:solidFill>
                <a:latin typeface="Arial"/>
                <a:ea typeface="Arial"/>
                <a:cs typeface="Arial"/>
              </a:defRPr>
            </a:lvl5pPr>
            <a:lvl6pPr algn="ctr">
              <a:defRPr sz="2250" b="1">
                <a:solidFill>
                  <a:srgbClr val="005A9C"/>
                </a:solidFill>
                <a:latin typeface="Arial"/>
                <a:ea typeface="Arial"/>
                <a:cs typeface="Arial"/>
              </a:defRPr>
            </a:lvl6pPr>
            <a:lvl7pPr algn="ctr">
              <a:defRPr sz="2250" b="1">
                <a:solidFill>
                  <a:srgbClr val="005A9C"/>
                </a:solidFill>
                <a:latin typeface="Arial"/>
                <a:ea typeface="Arial"/>
                <a:cs typeface="Arial"/>
              </a:defRPr>
            </a:lvl7pPr>
            <a:lvl8pPr algn="ctr">
              <a:defRPr sz="2250" b="1">
                <a:solidFill>
                  <a:srgbClr val="005A9C"/>
                </a:solidFill>
                <a:latin typeface="Arial"/>
                <a:ea typeface="Arial"/>
                <a:cs typeface="Arial"/>
              </a:defRPr>
            </a:lvl8pPr>
            <a:lvl9pPr algn="ctr">
              <a:defRPr sz="2250" b="1">
                <a:solidFill>
                  <a:srgbClr val="005A9C"/>
                </a:solidFill>
                <a:latin typeface="Arial"/>
                <a:ea typeface="Arial"/>
                <a:cs typeface="Arial"/>
              </a:defRPr>
            </a:lvl9pPr>
          </a:lstStyle>
          <a:p xmlns:a="http://schemas.openxmlformats.org/drawingml/2006/main">
            <a:pPr algn="ctr">
              <a:defRPr sz="2250" b="1">
                <a:solidFill>
                  <a:srgbClr val="005A9C"/>
                </a:solidFill>
                <a:latin typeface="Arial"/>
                <a:ea typeface="Arial"/>
                <a:cs typeface="Arial"/>
              </a:defRPr>
            </a:pPr>
            <a:r>
              <a:rPr sz="2250" b="1">
                <a:solidFill>
                  <a:srgbClr val="005A9C"/>
                </a:solidFill>
                <a:latin typeface="Arial"/>
                <a:ea typeface="Arial"/>
                <a:cs typeface="Arial"/>
              </a:rPr>
              <a:t>1  Research</a:t>
            </a:r>
          </a:p>
        </p:txBody>
      </p:sp>
      <p:sp>
        <p:nvSpPr>
          <p:cNvPr id="7" name="!!task.research.outcome">
            <a:extLst xmlns:a="http://schemas.openxmlformats.org/drawingml/2006/main">
              <a:ext uri="{FF2B5EF4-FFF2-40B4-BE49-F238E27FC236}">
                <a16:creationId xmlns:a16="http://schemas.microsoft.com/office/drawing/2014/main" id="{30D6C68F-537C-4F44-B7EB-AC7209584427}"/>
              </a:ext>
            </a:extLst>
          </p:cNvPr>
          <p:cNvSpPr>
            <a:spLocks xmlns:a="http://schemas.openxmlformats.org/drawingml/2006/main" noGrp="1"/>
          </p:cNvSpPr>
          <p:nvPr/>
        </p:nvSpPr>
        <p:spPr>
          <a:xfrm xmlns:a="http://schemas.openxmlformats.org/drawingml/2006/main">
            <a:off x="1047750" y="3524250"/>
            <a:ext cx="3619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707C88"/>
                </a:solidFill>
                <a:latin typeface="Arial"/>
                <a:ea typeface="Arial"/>
                <a:cs typeface="Arial"/>
              </a:defRPr>
            </a:defPPr>
            <a:lvl1pPr algn="l">
              <a:defRPr sz="1725" b="0">
                <a:solidFill>
                  <a:srgbClr val="707C88"/>
                </a:solidFill>
                <a:latin typeface="Arial"/>
                <a:ea typeface="Arial"/>
                <a:cs typeface="Arial"/>
              </a:defRPr>
            </a:lvl1pPr>
            <a:lvl2pPr algn="l">
              <a:defRPr sz="1725" b="0">
                <a:solidFill>
                  <a:srgbClr val="707C88"/>
                </a:solidFill>
                <a:latin typeface="Arial"/>
                <a:ea typeface="Arial"/>
                <a:cs typeface="Arial"/>
              </a:defRPr>
            </a:lvl2pPr>
            <a:lvl3pPr algn="l">
              <a:defRPr sz="1725" b="0">
                <a:solidFill>
                  <a:srgbClr val="707C88"/>
                </a:solidFill>
                <a:latin typeface="Arial"/>
                <a:ea typeface="Arial"/>
                <a:cs typeface="Arial"/>
              </a:defRPr>
            </a:lvl3pPr>
            <a:lvl4pPr algn="l">
              <a:defRPr sz="1725" b="0">
                <a:solidFill>
                  <a:srgbClr val="707C88"/>
                </a:solidFill>
                <a:latin typeface="Arial"/>
                <a:ea typeface="Arial"/>
                <a:cs typeface="Arial"/>
              </a:defRPr>
            </a:lvl4pPr>
            <a:lvl5pPr algn="l">
              <a:defRPr sz="1725" b="0">
                <a:solidFill>
                  <a:srgbClr val="707C88"/>
                </a:solidFill>
                <a:latin typeface="Arial"/>
                <a:ea typeface="Arial"/>
                <a:cs typeface="Arial"/>
              </a:defRPr>
            </a:lvl5pPr>
            <a:lvl6pPr algn="l">
              <a:defRPr sz="1725" b="0">
                <a:solidFill>
                  <a:srgbClr val="707C88"/>
                </a:solidFill>
                <a:latin typeface="Arial"/>
                <a:ea typeface="Arial"/>
                <a:cs typeface="Arial"/>
              </a:defRPr>
            </a:lvl6pPr>
            <a:lvl7pPr algn="l">
              <a:defRPr sz="1725" b="0">
                <a:solidFill>
                  <a:srgbClr val="707C88"/>
                </a:solidFill>
                <a:latin typeface="Arial"/>
                <a:ea typeface="Arial"/>
                <a:cs typeface="Arial"/>
              </a:defRPr>
            </a:lvl7pPr>
            <a:lvl8pPr algn="l">
              <a:defRPr sz="1725" b="0">
                <a:solidFill>
                  <a:srgbClr val="707C88"/>
                </a:solidFill>
                <a:latin typeface="Arial"/>
                <a:ea typeface="Arial"/>
                <a:cs typeface="Arial"/>
              </a:defRPr>
            </a:lvl8pPr>
            <a:lvl9pPr algn="l">
              <a:defRPr sz="1725" b="0">
                <a:solidFill>
                  <a:srgbClr val="707C88"/>
                </a:solidFill>
                <a:latin typeface="Arial"/>
                <a:ea typeface="Arial"/>
                <a:cs typeface="Arial"/>
              </a:defRPr>
            </a:lvl9pPr>
          </a:lstStyle>
          <a:p xmlns:a="http://schemas.openxmlformats.org/drawingml/2006/main">
            <a:pPr algn="l">
              <a:defRPr sz="1725" b="0">
                <a:solidFill>
                  <a:srgbClr val="707C88"/>
                </a:solidFill>
                <a:latin typeface="Arial"/>
                <a:ea typeface="Arial"/>
                <a:cs typeface="Arial"/>
              </a:defRPr>
            </a:pPr>
            <a:r>
              <a:rPr sz="1725" b="0">
                <a:solidFill>
                  <a:srgbClr val="707C88"/>
                </a:solidFill>
                <a:latin typeface="Arial"/>
                <a:ea typeface="Arial"/>
                <a:cs typeface="Arial"/>
              </a:rPr>
              <a:t>Analysts: analysis with sources</a:t>
            </a:r>
          </a:p>
        </p:txBody>
      </p:sp>
      <p:sp>
        <p:nvSpPr>
          <p:cNvPr id="8" name="!!task.trade">
            <ns0:hlinkClick xmlns:ns0="http://schemas.openxmlformats.org/drawingml/2006/main" xmlns:ns1="http://schemas.openxmlformats.org/officeDocument/2006/relationships" ns1:id="rIdNavSlide9" action="ppaction://hlinksldjump" tooltip="Slide 9: Preparing a bond quote request"/>
            <a:extLst xmlns:a="http://schemas.openxmlformats.org/drawingml/2006/main">
              <a:ext uri="{FF2B5EF4-FFF2-40B4-BE49-F238E27FC236}">
                <a16:creationId xmlns:a16="http://schemas.microsoft.com/office/drawing/2014/main" id="{3B61FE0E-B01B-4517-8E60-96C62C77E438}"/>
              </a:ext>
            </a:extLst>
          </p:cNvPr>
          <p:cNvSpPr>
            <a:spLocks xmlns:a="http://schemas.openxmlformats.org/drawingml/2006/main" noGrp="1"/>
          </p:cNvSpPr>
          <p:nvPr/>
        </p:nvSpPr>
        <p:spPr>
          <a:xfrm xmlns:a="http://schemas.openxmlformats.org/drawingml/2006/main">
            <a:off x="838200" y="3924300"/>
            <a:ext cx="4038600" cy="523875"/>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250" b="1">
                <a:solidFill>
                  <a:srgbClr val="005A9C"/>
                </a:solidFill>
                <a:latin typeface="Arial"/>
                <a:ea typeface="Arial"/>
                <a:cs typeface="Arial"/>
              </a:defRPr>
            </a:defPPr>
            <a:lvl1pPr algn="ctr">
              <a:defRPr sz="2250" b="1">
                <a:solidFill>
                  <a:srgbClr val="005A9C"/>
                </a:solidFill>
                <a:latin typeface="Arial"/>
                <a:ea typeface="Arial"/>
                <a:cs typeface="Arial"/>
              </a:defRPr>
            </a:lvl1pPr>
            <a:lvl2pPr algn="ctr">
              <a:defRPr sz="2250" b="1">
                <a:solidFill>
                  <a:srgbClr val="005A9C"/>
                </a:solidFill>
                <a:latin typeface="Arial"/>
                <a:ea typeface="Arial"/>
                <a:cs typeface="Arial"/>
              </a:defRPr>
            </a:lvl2pPr>
            <a:lvl3pPr algn="ctr">
              <a:defRPr sz="2250" b="1">
                <a:solidFill>
                  <a:srgbClr val="005A9C"/>
                </a:solidFill>
                <a:latin typeface="Arial"/>
                <a:ea typeface="Arial"/>
                <a:cs typeface="Arial"/>
              </a:defRPr>
            </a:lvl3pPr>
            <a:lvl4pPr algn="ctr">
              <a:defRPr sz="2250" b="1">
                <a:solidFill>
                  <a:srgbClr val="005A9C"/>
                </a:solidFill>
                <a:latin typeface="Arial"/>
                <a:ea typeface="Arial"/>
                <a:cs typeface="Arial"/>
              </a:defRPr>
            </a:lvl4pPr>
            <a:lvl5pPr algn="ctr">
              <a:defRPr sz="2250" b="1">
                <a:solidFill>
                  <a:srgbClr val="005A9C"/>
                </a:solidFill>
                <a:latin typeface="Arial"/>
                <a:ea typeface="Arial"/>
                <a:cs typeface="Arial"/>
              </a:defRPr>
            </a:lvl5pPr>
            <a:lvl6pPr algn="ctr">
              <a:defRPr sz="2250" b="1">
                <a:solidFill>
                  <a:srgbClr val="005A9C"/>
                </a:solidFill>
                <a:latin typeface="Arial"/>
                <a:ea typeface="Arial"/>
                <a:cs typeface="Arial"/>
              </a:defRPr>
            </a:lvl6pPr>
            <a:lvl7pPr algn="ctr">
              <a:defRPr sz="2250" b="1">
                <a:solidFill>
                  <a:srgbClr val="005A9C"/>
                </a:solidFill>
                <a:latin typeface="Arial"/>
                <a:ea typeface="Arial"/>
                <a:cs typeface="Arial"/>
              </a:defRPr>
            </a:lvl7pPr>
            <a:lvl8pPr algn="ctr">
              <a:defRPr sz="2250" b="1">
                <a:solidFill>
                  <a:srgbClr val="005A9C"/>
                </a:solidFill>
                <a:latin typeface="Arial"/>
                <a:ea typeface="Arial"/>
                <a:cs typeface="Arial"/>
              </a:defRPr>
            </a:lvl8pPr>
            <a:lvl9pPr algn="ctr">
              <a:defRPr sz="2250" b="1">
                <a:solidFill>
                  <a:srgbClr val="005A9C"/>
                </a:solidFill>
                <a:latin typeface="Arial"/>
                <a:ea typeface="Arial"/>
                <a:cs typeface="Arial"/>
              </a:defRPr>
            </a:lvl9pPr>
          </a:lstStyle>
          <a:p xmlns:a="http://schemas.openxmlformats.org/drawingml/2006/main">
            <a:pPr algn="ctr">
              <a:defRPr sz="2250" b="1">
                <a:solidFill>
                  <a:srgbClr val="005A9C"/>
                </a:solidFill>
                <a:latin typeface="Arial"/>
                <a:ea typeface="Arial"/>
                <a:cs typeface="Arial"/>
              </a:defRPr>
            </a:pPr>
            <a:r>
              <a:rPr sz="2250" b="1">
                <a:solidFill>
                  <a:srgbClr val="005A9C"/>
                </a:solidFill>
                <a:latin typeface="Arial"/>
                <a:ea typeface="Arial"/>
                <a:cs typeface="Arial"/>
              </a:rPr>
              <a:t>2  Trading support</a:t>
            </a:r>
          </a:p>
        </p:txBody>
      </p:sp>
      <p:sp>
        <p:nvSpPr>
          <p:cNvPr id="9" name="!!task.trade.outcome">
            <a:extLst xmlns:a="http://schemas.openxmlformats.org/drawingml/2006/main">
              <a:ext uri="{FF2B5EF4-FFF2-40B4-BE49-F238E27FC236}">
                <a16:creationId xmlns:a16="http://schemas.microsoft.com/office/drawing/2014/main" id="{14C3C204-C263-4045-83A4-70B2D825B70E}"/>
              </a:ext>
            </a:extLst>
          </p:cNvPr>
          <p:cNvSpPr>
            <a:spLocks xmlns:a="http://schemas.openxmlformats.org/drawingml/2006/main" noGrp="1"/>
          </p:cNvSpPr>
          <p:nvPr/>
        </p:nvSpPr>
        <p:spPr>
          <a:xfrm xmlns:a="http://schemas.openxmlformats.org/drawingml/2006/main">
            <a:off x="1047750" y="4486275"/>
            <a:ext cx="3619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707C88"/>
                </a:solidFill>
                <a:latin typeface="Arial"/>
                <a:ea typeface="Arial"/>
                <a:cs typeface="Arial"/>
              </a:defRPr>
            </a:defPPr>
            <a:lvl1pPr algn="l">
              <a:defRPr sz="1725" b="0">
                <a:solidFill>
                  <a:srgbClr val="707C88"/>
                </a:solidFill>
                <a:latin typeface="Arial"/>
                <a:ea typeface="Arial"/>
                <a:cs typeface="Arial"/>
              </a:defRPr>
            </a:lvl1pPr>
            <a:lvl2pPr algn="l">
              <a:defRPr sz="1725" b="0">
                <a:solidFill>
                  <a:srgbClr val="707C88"/>
                </a:solidFill>
                <a:latin typeface="Arial"/>
                <a:ea typeface="Arial"/>
                <a:cs typeface="Arial"/>
              </a:defRPr>
            </a:lvl2pPr>
            <a:lvl3pPr algn="l">
              <a:defRPr sz="1725" b="0">
                <a:solidFill>
                  <a:srgbClr val="707C88"/>
                </a:solidFill>
                <a:latin typeface="Arial"/>
                <a:ea typeface="Arial"/>
                <a:cs typeface="Arial"/>
              </a:defRPr>
            </a:lvl3pPr>
            <a:lvl4pPr algn="l">
              <a:defRPr sz="1725" b="0">
                <a:solidFill>
                  <a:srgbClr val="707C88"/>
                </a:solidFill>
                <a:latin typeface="Arial"/>
                <a:ea typeface="Arial"/>
                <a:cs typeface="Arial"/>
              </a:defRPr>
            </a:lvl4pPr>
            <a:lvl5pPr algn="l">
              <a:defRPr sz="1725" b="0">
                <a:solidFill>
                  <a:srgbClr val="707C88"/>
                </a:solidFill>
                <a:latin typeface="Arial"/>
                <a:ea typeface="Arial"/>
                <a:cs typeface="Arial"/>
              </a:defRPr>
            </a:lvl5pPr>
            <a:lvl6pPr algn="l">
              <a:defRPr sz="1725" b="0">
                <a:solidFill>
                  <a:srgbClr val="707C88"/>
                </a:solidFill>
                <a:latin typeface="Arial"/>
                <a:ea typeface="Arial"/>
                <a:cs typeface="Arial"/>
              </a:defRPr>
            </a:lvl6pPr>
            <a:lvl7pPr algn="l">
              <a:defRPr sz="1725" b="0">
                <a:solidFill>
                  <a:srgbClr val="707C88"/>
                </a:solidFill>
                <a:latin typeface="Arial"/>
                <a:ea typeface="Arial"/>
                <a:cs typeface="Arial"/>
              </a:defRPr>
            </a:lvl7pPr>
            <a:lvl8pPr algn="l">
              <a:defRPr sz="1725" b="0">
                <a:solidFill>
                  <a:srgbClr val="707C88"/>
                </a:solidFill>
                <a:latin typeface="Arial"/>
                <a:ea typeface="Arial"/>
                <a:cs typeface="Arial"/>
              </a:defRPr>
            </a:lvl8pPr>
            <a:lvl9pPr algn="l">
              <a:defRPr sz="1725" b="0">
                <a:solidFill>
                  <a:srgbClr val="707C88"/>
                </a:solidFill>
                <a:latin typeface="Arial"/>
                <a:ea typeface="Arial"/>
                <a:cs typeface="Arial"/>
              </a:defRPr>
            </a:lvl9pPr>
          </a:lstStyle>
          <a:p xmlns:a="http://schemas.openxmlformats.org/drawingml/2006/main">
            <a:pPr algn="l">
              <a:defRPr sz="1725" b="0">
                <a:solidFill>
                  <a:srgbClr val="707C88"/>
                </a:solidFill>
                <a:latin typeface="Arial"/>
                <a:ea typeface="Arial"/>
                <a:cs typeface="Arial"/>
              </a:defRPr>
            </a:pPr>
            <a:r>
              <a:rPr sz="1725" b="0">
                <a:solidFill>
                  <a:srgbClr val="707C88"/>
                </a:solidFill>
                <a:latin typeface="Arial"/>
                <a:ea typeface="Arial"/>
                <a:cs typeface="Arial"/>
              </a:rPr>
              <a:t>Traders: queries and quotes</a:t>
            </a:r>
          </a:p>
        </p:txBody>
      </p:sp>
      <p:sp>
        <p:nvSpPr>
          <p:cNvPr id="10" name="!!task.client">
            <ns0:hlinkClick xmlns:ns0="http://schemas.openxmlformats.org/drawingml/2006/main" xmlns:ns1="http://schemas.openxmlformats.org/officeDocument/2006/relationships" ns1:id="rIdNavSlide12" action="ppaction://hlinksldjump" tooltip="Slide 12: Preparing a quarterly client update"/>
            <a:extLst xmlns:a="http://schemas.openxmlformats.org/drawingml/2006/main">
              <a:ext uri="{FF2B5EF4-FFF2-40B4-BE49-F238E27FC236}">
                <a16:creationId xmlns:a16="http://schemas.microsoft.com/office/drawing/2014/main" id="{3B7BD74A-21B5-4A9C-A685-267988647964}"/>
              </a:ext>
            </a:extLst>
          </p:cNvPr>
          <p:cNvSpPr>
            <a:spLocks xmlns:a="http://schemas.openxmlformats.org/drawingml/2006/main" noGrp="1"/>
          </p:cNvSpPr>
          <p:nvPr/>
        </p:nvSpPr>
        <p:spPr>
          <a:xfrm xmlns:a="http://schemas.openxmlformats.org/drawingml/2006/main">
            <a:off x="838200" y="4886325"/>
            <a:ext cx="4038600" cy="523875"/>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250" b="1">
                <a:solidFill>
                  <a:srgbClr val="005A9C"/>
                </a:solidFill>
                <a:latin typeface="Arial"/>
                <a:ea typeface="Arial"/>
                <a:cs typeface="Arial"/>
              </a:defRPr>
            </a:defPPr>
            <a:lvl1pPr algn="ctr">
              <a:defRPr sz="2250" b="1">
                <a:solidFill>
                  <a:srgbClr val="005A9C"/>
                </a:solidFill>
                <a:latin typeface="Arial"/>
                <a:ea typeface="Arial"/>
                <a:cs typeface="Arial"/>
              </a:defRPr>
            </a:lvl1pPr>
            <a:lvl2pPr algn="ctr">
              <a:defRPr sz="2250" b="1">
                <a:solidFill>
                  <a:srgbClr val="005A9C"/>
                </a:solidFill>
                <a:latin typeface="Arial"/>
                <a:ea typeface="Arial"/>
                <a:cs typeface="Arial"/>
              </a:defRPr>
            </a:lvl2pPr>
            <a:lvl3pPr algn="ctr">
              <a:defRPr sz="2250" b="1">
                <a:solidFill>
                  <a:srgbClr val="005A9C"/>
                </a:solidFill>
                <a:latin typeface="Arial"/>
                <a:ea typeface="Arial"/>
                <a:cs typeface="Arial"/>
              </a:defRPr>
            </a:lvl3pPr>
            <a:lvl4pPr algn="ctr">
              <a:defRPr sz="2250" b="1">
                <a:solidFill>
                  <a:srgbClr val="005A9C"/>
                </a:solidFill>
                <a:latin typeface="Arial"/>
                <a:ea typeface="Arial"/>
                <a:cs typeface="Arial"/>
              </a:defRPr>
            </a:lvl4pPr>
            <a:lvl5pPr algn="ctr">
              <a:defRPr sz="2250" b="1">
                <a:solidFill>
                  <a:srgbClr val="005A9C"/>
                </a:solidFill>
                <a:latin typeface="Arial"/>
                <a:ea typeface="Arial"/>
                <a:cs typeface="Arial"/>
              </a:defRPr>
            </a:lvl5pPr>
            <a:lvl6pPr algn="ctr">
              <a:defRPr sz="2250" b="1">
                <a:solidFill>
                  <a:srgbClr val="005A9C"/>
                </a:solidFill>
                <a:latin typeface="Arial"/>
                <a:ea typeface="Arial"/>
                <a:cs typeface="Arial"/>
              </a:defRPr>
            </a:lvl6pPr>
            <a:lvl7pPr algn="ctr">
              <a:defRPr sz="2250" b="1">
                <a:solidFill>
                  <a:srgbClr val="005A9C"/>
                </a:solidFill>
                <a:latin typeface="Arial"/>
                <a:ea typeface="Arial"/>
                <a:cs typeface="Arial"/>
              </a:defRPr>
            </a:lvl7pPr>
            <a:lvl8pPr algn="ctr">
              <a:defRPr sz="2250" b="1">
                <a:solidFill>
                  <a:srgbClr val="005A9C"/>
                </a:solidFill>
                <a:latin typeface="Arial"/>
                <a:ea typeface="Arial"/>
                <a:cs typeface="Arial"/>
              </a:defRPr>
            </a:lvl8pPr>
            <a:lvl9pPr algn="ctr">
              <a:defRPr sz="2250" b="1">
                <a:solidFill>
                  <a:srgbClr val="005A9C"/>
                </a:solidFill>
                <a:latin typeface="Arial"/>
                <a:ea typeface="Arial"/>
                <a:cs typeface="Arial"/>
              </a:defRPr>
            </a:lvl9pPr>
          </a:lstStyle>
          <a:p xmlns:a="http://schemas.openxmlformats.org/drawingml/2006/main">
            <a:pPr algn="ctr">
              <a:defRPr sz="2250" b="1">
                <a:solidFill>
                  <a:srgbClr val="005A9C"/>
                </a:solidFill>
                <a:latin typeface="Arial"/>
                <a:ea typeface="Arial"/>
                <a:cs typeface="Arial"/>
              </a:defRPr>
            </a:pPr>
            <a:r>
              <a:rPr sz="2250" b="1">
                <a:solidFill>
                  <a:srgbClr val="005A9C"/>
                </a:solidFill>
                <a:latin typeface="Arial"/>
                <a:ea typeface="Arial"/>
                <a:cs typeface="Arial"/>
              </a:rPr>
              <a:t>3  Client materials</a:t>
            </a:r>
          </a:p>
        </p:txBody>
      </p:sp>
      <p:sp>
        <p:nvSpPr>
          <p:cNvPr id="11" name="!!task.client.outcome">
            <a:extLst xmlns:a="http://schemas.openxmlformats.org/drawingml/2006/main">
              <a:ext uri="{FF2B5EF4-FFF2-40B4-BE49-F238E27FC236}">
                <a16:creationId xmlns:a16="http://schemas.microsoft.com/office/drawing/2014/main" id="{EBE62538-3C84-490D-A5B7-17831D313616}"/>
              </a:ext>
            </a:extLst>
          </p:cNvPr>
          <p:cNvSpPr>
            <a:spLocks xmlns:a="http://schemas.openxmlformats.org/drawingml/2006/main" noGrp="1"/>
          </p:cNvSpPr>
          <p:nvPr/>
        </p:nvSpPr>
        <p:spPr>
          <a:xfrm xmlns:a="http://schemas.openxmlformats.org/drawingml/2006/main">
            <a:off x="1047750" y="5448300"/>
            <a:ext cx="3619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707C88"/>
                </a:solidFill>
                <a:latin typeface="Arial"/>
                <a:ea typeface="Arial"/>
                <a:cs typeface="Arial"/>
              </a:defRPr>
            </a:defPPr>
            <a:lvl1pPr algn="l">
              <a:defRPr sz="1725" b="0">
                <a:solidFill>
                  <a:srgbClr val="707C88"/>
                </a:solidFill>
                <a:latin typeface="Arial"/>
                <a:ea typeface="Arial"/>
                <a:cs typeface="Arial"/>
              </a:defRPr>
            </a:lvl1pPr>
            <a:lvl2pPr algn="l">
              <a:defRPr sz="1725" b="0">
                <a:solidFill>
                  <a:srgbClr val="707C88"/>
                </a:solidFill>
                <a:latin typeface="Arial"/>
                <a:ea typeface="Arial"/>
                <a:cs typeface="Arial"/>
              </a:defRPr>
            </a:lvl2pPr>
            <a:lvl3pPr algn="l">
              <a:defRPr sz="1725" b="0">
                <a:solidFill>
                  <a:srgbClr val="707C88"/>
                </a:solidFill>
                <a:latin typeface="Arial"/>
                <a:ea typeface="Arial"/>
                <a:cs typeface="Arial"/>
              </a:defRPr>
            </a:lvl3pPr>
            <a:lvl4pPr algn="l">
              <a:defRPr sz="1725" b="0">
                <a:solidFill>
                  <a:srgbClr val="707C88"/>
                </a:solidFill>
                <a:latin typeface="Arial"/>
                <a:ea typeface="Arial"/>
                <a:cs typeface="Arial"/>
              </a:defRPr>
            </a:lvl4pPr>
            <a:lvl5pPr algn="l">
              <a:defRPr sz="1725" b="0">
                <a:solidFill>
                  <a:srgbClr val="707C88"/>
                </a:solidFill>
                <a:latin typeface="Arial"/>
                <a:ea typeface="Arial"/>
                <a:cs typeface="Arial"/>
              </a:defRPr>
            </a:lvl5pPr>
            <a:lvl6pPr algn="l">
              <a:defRPr sz="1725" b="0">
                <a:solidFill>
                  <a:srgbClr val="707C88"/>
                </a:solidFill>
                <a:latin typeface="Arial"/>
                <a:ea typeface="Arial"/>
                <a:cs typeface="Arial"/>
              </a:defRPr>
            </a:lvl6pPr>
            <a:lvl7pPr algn="l">
              <a:defRPr sz="1725" b="0">
                <a:solidFill>
                  <a:srgbClr val="707C88"/>
                </a:solidFill>
                <a:latin typeface="Arial"/>
                <a:ea typeface="Arial"/>
                <a:cs typeface="Arial"/>
              </a:defRPr>
            </a:lvl7pPr>
            <a:lvl8pPr algn="l">
              <a:defRPr sz="1725" b="0">
                <a:solidFill>
                  <a:srgbClr val="707C88"/>
                </a:solidFill>
                <a:latin typeface="Arial"/>
                <a:ea typeface="Arial"/>
                <a:cs typeface="Arial"/>
              </a:defRPr>
            </a:lvl8pPr>
            <a:lvl9pPr algn="l">
              <a:defRPr sz="1725" b="0">
                <a:solidFill>
                  <a:srgbClr val="707C88"/>
                </a:solidFill>
                <a:latin typeface="Arial"/>
                <a:ea typeface="Arial"/>
                <a:cs typeface="Arial"/>
              </a:defRPr>
            </a:lvl9pPr>
          </a:lstStyle>
          <a:p xmlns:a="http://schemas.openxmlformats.org/drawingml/2006/main">
            <a:pPr algn="l">
              <a:defRPr sz="1725" b="0">
                <a:solidFill>
                  <a:srgbClr val="707C88"/>
                </a:solidFill>
                <a:latin typeface="Arial"/>
                <a:ea typeface="Arial"/>
                <a:cs typeface="Arial"/>
              </a:defRPr>
            </a:pPr>
            <a:r>
              <a:rPr sz="1725" b="0">
                <a:solidFill>
                  <a:srgbClr val="707C88"/>
                </a:solidFill>
                <a:latin typeface="Arial"/>
                <a:ea typeface="Arial"/>
                <a:cs typeface="Arial"/>
              </a:rPr>
              <a:t>Client teams: updates and Q&amp;A</a:t>
            </a:r>
          </a:p>
        </p:txBody>
      </p:sp>
      <p:sp>
        <p:nvSpPr>
          <p:cNvPr id="12" name="!!map.middle">
            <a:extLst xmlns:a="http://schemas.openxmlformats.org/drawingml/2006/main">
              <a:ext uri="{FF2B5EF4-FFF2-40B4-BE49-F238E27FC236}">
                <a16:creationId xmlns:a16="http://schemas.microsoft.com/office/drawing/2014/main" id="{34139328-1F18-4884-9086-B1B95C137725}"/>
              </a:ext>
            </a:extLst>
          </p:cNvPr>
          <p:cNvSpPr>
            <a:spLocks xmlns:a="http://schemas.openxmlformats.org/drawingml/2006/main" noGrp="1"/>
          </p:cNvSpPr>
          <p:nvPr/>
        </p:nvSpPr>
        <p:spPr>
          <a:xfrm xmlns:a="http://schemas.openxmlformats.org/drawingml/2006/main">
            <a:off x="5410200" y="2114550"/>
            <a:ext cx="4419600" cy="40005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13" name="!!nav.middle">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321DCF91-9077-4A19-A382-0294C3D47320}"/>
              </a:ext>
            </a:extLst>
          </p:cNvPr>
          <p:cNvSpPr>
            <a:spLocks xmlns:a="http://schemas.openxmlformats.org/drawingml/2006/main" noGrp="1"/>
          </p:cNvSpPr>
          <p:nvPr/>
        </p:nvSpPr>
        <p:spPr>
          <a:xfrm xmlns:a="http://schemas.openxmlformats.org/drawingml/2006/main">
            <a:off x="5410200" y="2114550"/>
            <a:ext cx="4419600" cy="55245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475" b="1">
                <a:solidFill>
                  <a:srgbClr val="FFFFFF"/>
                </a:solidFill>
                <a:latin typeface="Arial"/>
                <a:ea typeface="Arial"/>
                <a:cs typeface="Arial"/>
              </a:defRPr>
            </a:defPPr>
            <a:lvl1pPr algn="ctr">
              <a:defRPr sz="2475" b="1">
                <a:solidFill>
                  <a:srgbClr val="FFFFFF"/>
                </a:solidFill>
                <a:latin typeface="Arial"/>
                <a:ea typeface="Arial"/>
                <a:cs typeface="Arial"/>
              </a:defRPr>
            </a:lvl1pPr>
            <a:lvl2pPr algn="ctr">
              <a:defRPr sz="2475" b="1">
                <a:solidFill>
                  <a:srgbClr val="FFFFFF"/>
                </a:solidFill>
                <a:latin typeface="Arial"/>
                <a:ea typeface="Arial"/>
                <a:cs typeface="Arial"/>
              </a:defRPr>
            </a:lvl2pPr>
            <a:lvl3pPr algn="ctr">
              <a:defRPr sz="2475" b="1">
                <a:solidFill>
                  <a:srgbClr val="FFFFFF"/>
                </a:solidFill>
                <a:latin typeface="Arial"/>
                <a:ea typeface="Arial"/>
                <a:cs typeface="Arial"/>
              </a:defRPr>
            </a:lvl3pPr>
            <a:lvl4pPr algn="ctr">
              <a:defRPr sz="2475" b="1">
                <a:solidFill>
                  <a:srgbClr val="FFFFFF"/>
                </a:solidFill>
                <a:latin typeface="Arial"/>
                <a:ea typeface="Arial"/>
                <a:cs typeface="Arial"/>
              </a:defRPr>
            </a:lvl4pPr>
            <a:lvl5pPr algn="ctr">
              <a:defRPr sz="2475" b="1">
                <a:solidFill>
                  <a:srgbClr val="FFFFFF"/>
                </a:solidFill>
                <a:latin typeface="Arial"/>
                <a:ea typeface="Arial"/>
                <a:cs typeface="Arial"/>
              </a:defRPr>
            </a:lvl5pPr>
            <a:lvl6pPr algn="ctr">
              <a:defRPr sz="2475" b="1">
                <a:solidFill>
                  <a:srgbClr val="FFFFFF"/>
                </a:solidFill>
                <a:latin typeface="Arial"/>
                <a:ea typeface="Arial"/>
                <a:cs typeface="Arial"/>
              </a:defRPr>
            </a:lvl6pPr>
            <a:lvl7pPr algn="ctr">
              <a:defRPr sz="2475" b="1">
                <a:solidFill>
                  <a:srgbClr val="FFFFFF"/>
                </a:solidFill>
                <a:latin typeface="Arial"/>
                <a:ea typeface="Arial"/>
                <a:cs typeface="Arial"/>
              </a:defRPr>
            </a:lvl7pPr>
            <a:lvl8pPr algn="ctr">
              <a:defRPr sz="2475" b="1">
                <a:solidFill>
                  <a:srgbClr val="FFFFFF"/>
                </a:solidFill>
                <a:latin typeface="Arial"/>
                <a:ea typeface="Arial"/>
                <a:cs typeface="Arial"/>
              </a:defRPr>
            </a:lvl8pPr>
            <a:lvl9pPr algn="ctr">
              <a:defRPr sz="2475" b="1">
                <a:solidFill>
                  <a:srgbClr val="FFFFFF"/>
                </a:solidFill>
                <a:latin typeface="Arial"/>
                <a:ea typeface="Arial"/>
                <a:cs typeface="Arial"/>
              </a:defRPr>
            </a:lvl9pPr>
          </a:lstStyle>
          <a:p xmlns:a="http://schemas.openxmlformats.org/drawingml/2006/main">
            <a:pPr algn="ctr">
              <a:defRPr sz="2475" b="1">
                <a:solidFill>
                  <a:srgbClr val="FFFFFF"/>
                </a:solidFill>
                <a:latin typeface="Arial"/>
                <a:ea typeface="Arial"/>
                <a:cs typeface="Arial"/>
              </a:defRPr>
            </a:pPr>
            <a:r>
              <a:rPr sz="2475" b="1">
                <a:solidFill>
                  <a:srgbClr val="FFFFFF"/>
                </a:solidFill>
                <a:latin typeface="Arial"/>
                <a:ea typeface="Arial"/>
                <a:cs typeface="Arial"/>
              </a:rPr>
              <a:t>Middle office</a:t>
            </a:r>
          </a:p>
        </p:txBody>
      </p:sp>
      <p:sp>
        <p:nvSpPr>
          <p:cNvPr id="14" name="!!task.review">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D959D0A6-F9DF-4B63-9D32-4EA972578E89}"/>
              </a:ext>
            </a:extLst>
          </p:cNvPr>
          <p:cNvSpPr>
            <a:spLocks xmlns:a="http://schemas.openxmlformats.org/drawingml/2006/main" noGrp="1"/>
          </p:cNvSpPr>
          <p:nvPr/>
        </p:nvSpPr>
        <p:spPr>
          <a:xfrm xmlns:a="http://schemas.openxmlformats.org/drawingml/2006/main">
            <a:off x="5600700" y="2962275"/>
            <a:ext cx="4038600" cy="523875"/>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250" b="1">
                <a:solidFill>
                  <a:srgbClr val="005A9C"/>
                </a:solidFill>
                <a:latin typeface="Arial"/>
                <a:ea typeface="Arial"/>
                <a:cs typeface="Arial"/>
              </a:defRPr>
            </a:defPPr>
            <a:lvl1pPr algn="ctr">
              <a:defRPr sz="2250" b="1">
                <a:solidFill>
                  <a:srgbClr val="005A9C"/>
                </a:solidFill>
                <a:latin typeface="Arial"/>
                <a:ea typeface="Arial"/>
                <a:cs typeface="Arial"/>
              </a:defRPr>
            </a:lvl1pPr>
            <a:lvl2pPr algn="ctr">
              <a:defRPr sz="2250" b="1">
                <a:solidFill>
                  <a:srgbClr val="005A9C"/>
                </a:solidFill>
                <a:latin typeface="Arial"/>
                <a:ea typeface="Arial"/>
                <a:cs typeface="Arial"/>
              </a:defRPr>
            </a:lvl2pPr>
            <a:lvl3pPr algn="ctr">
              <a:defRPr sz="2250" b="1">
                <a:solidFill>
                  <a:srgbClr val="005A9C"/>
                </a:solidFill>
                <a:latin typeface="Arial"/>
                <a:ea typeface="Arial"/>
                <a:cs typeface="Arial"/>
              </a:defRPr>
            </a:lvl3pPr>
            <a:lvl4pPr algn="ctr">
              <a:defRPr sz="2250" b="1">
                <a:solidFill>
                  <a:srgbClr val="005A9C"/>
                </a:solidFill>
                <a:latin typeface="Arial"/>
                <a:ea typeface="Arial"/>
                <a:cs typeface="Arial"/>
              </a:defRPr>
            </a:lvl4pPr>
            <a:lvl5pPr algn="ctr">
              <a:defRPr sz="2250" b="1">
                <a:solidFill>
                  <a:srgbClr val="005A9C"/>
                </a:solidFill>
                <a:latin typeface="Arial"/>
                <a:ea typeface="Arial"/>
                <a:cs typeface="Arial"/>
              </a:defRPr>
            </a:lvl5pPr>
            <a:lvl6pPr algn="ctr">
              <a:defRPr sz="2250" b="1">
                <a:solidFill>
                  <a:srgbClr val="005A9C"/>
                </a:solidFill>
                <a:latin typeface="Arial"/>
                <a:ea typeface="Arial"/>
                <a:cs typeface="Arial"/>
              </a:defRPr>
            </a:lvl6pPr>
            <a:lvl7pPr algn="ctr">
              <a:defRPr sz="2250" b="1">
                <a:solidFill>
                  <a:srgbClr val="005A9C"/>
                </a:solidFill>
                <a:latin typeface="Arial"/>
                <a:ea typeface="Arial"/>
                <a:cs typeface="Arial"/>
              </a:defRPr>
            </a:lvl7pPr>
            <a:lvl8pPr algn="ctr">
              <a:defRPr sz="2250" b="1">
                <a:solidFill>
                  <a:srgbClr val="005A9C"/>
                </a:solidFill>
                <a:latin typeface="Arial"/>
                <a:ea typeface="Arial"/>
                <a:cs typeface="Arial"/>
              </a:defRPr>
            </a:lvl8pPr>
            <a:lvl9pPr algn="ctr">
              <a:defRPr sz="2250" b="1">
                <a:solidFill>
                  <a:srgbClr val="005A9C"/>
                </a:solidFill>
                <a:latin typeface="Arial"/>
                <a:ea typeface="Arial"/>
                <a:cs typeface="Arial"/>
              </a:defRPr>
            </a:lvl9pPr>
          </a:lstStyle>
          <a:p xmlns:a="http://schemas.openxmlformats.org/drawingml/2006/main">
            <a:pPr algn="ctr">
              <a:defRPr sz="2250" b="1">
                <a:solidFill>
                  <a:srgbClr val="005A9C"/>
                </a:solidFill>
                <a:latin typeface="Arial"/>
                <a:ea typeface="Arial"/>
                <a:cs typeface="Arial"/>
              </a:defRPr>
            </a:pPr>
            <a:r>
              <a:rPr sz="2250" b="1">
                <a:solidFill>
                  <a:srgbClr val="005A9C"/>
                </a:solidFill>
                <a:latin typeface="Arial"/>
                <a:ea typeface="Arial"/>
                <a:cs typeface="Arial"/>
              </a:rPr>
              <a:t>4  Content review</a:t>
            </a:r>
          </a:p>
        </p:txBody>
      </p:sp>
      <p:sp>
        <p:nvSpPr>
          <p:cNvPr id="15" name="!!task.review.outcome">
            <a:extLst xmlns:a="http://schemas.openxmlformats.org/drawingml/2006/main">
              <a:ext uri="{FF2B5EF4-FFF2-40B4-BE49-F238E27FC236}">
                <a16:creationId xmlns:a16="http://schemas.microsoft.com/office/drawing/2014/main" id="{65E9C240-3CE3-482D-A40C-D53B0497BDF2}"/>
              </a:ext>
            </a:extLst>
          </p:cNvPr>
          <p:cNvSpPr>
            <a:spLocks xmlns:a="http://schemas.openxmlformats.org/drawingml/2006/main" noGrp="1"/>
          </p:cNvSpPr>
          <p:nvPr/>
        </p:nvSpPr>
        <p:spPr>
          <a:xfrm xmlns:a="http://schemas.openxmlformats.org/drawingml/2006/main">
            <a:off x="5810250" y="3524250"/>
            <a:ext cx="3619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707C88"/>
                </a:solidFill>
                <a:latin typeface="Arial"/>
                <a:ea typeface="Arial"/>
                <a:cs typeface="Arial"/>
              </a:defRPr>
            </a:defPPr>
            <a:lvl1pPr algn="l">
              <a:defRPr sz="1725" b="0">
                <a:solidFill>
                  <a:srgbClr val="707C88"/>
                </a:solidFill>
                <a:latin typeface="Arial"/>
                <a:ea typeface="Arial"/>
                <a:cs typeface="Arial"/>
              </a:defRPr>
            </a:lvl1pPr>
            <a:lvl2pPr algn="l">
              <a:defRPr sz="1725" b="0">
                <a:solidFill>
                  <a:srgbClr val="707C88"/>
                </a:solidFill>
                <a:latin typeface="Arial"/>
                <a:ea typeface="Arial"/>
                <a:cs typeface="Arial"/>
              </a:defRPr>
            </a:lvl2pPr>
            <a:lvl3pPr algn="l">
              <a:defRPr sz="1725" b="0">
                <a:solidFill>
                  <a:srgbClr val="707C88"/>
                </a:solidFill>
                <a:latin typeface="Arial"/>
                <a:ea typeface="Arial"/>
                <a:cs typeface="Arial"/>
              </a:defRPr>
            </a:lvl3pPr>
            <a:lvl4pPr algn="l">
              <a:defRPr sz="1725" b="0">
                <a:solidFill>
                  <a:srgbClr val="707C88"/>
                </a:solidFill>
                <a:latin typeface="Arial"/>
                <a:ea typeface="Arial"/>
                <a:cs typeface="Arial"/>
              </a:defRPr>
            </a:lvl4pPr>
            <a:lvl5pPr algn="l">
              <a:defRPr sz="1725" b="0">
                <a:solidFill>
                  <a:srgbClr val="707C88"/>
                </a:solidFill>
                <a:latin typeface="Arial"/>
                <a:ea typeface="Arial"/>
                <a:cs typeface="Arial"/>
              </a:defRPr>
            </a:lvl5pPr>
            <a:lvl6pPr algn="l">
              <a:defRPr sz="1725" b="0">
                <a:solidFill>
                  <a:srgbClr val="707C88"/>
                </a:solidFill>
                <a:latin typeface="Arial"/>
                <a:ea typeface="Arial"/>
                <a:cs typeface="Arial"/>
              </a:defRPr>
            </a:lvl6pPr>
            <a:lvl7pPr algn="l">
              <a:defRPr sz="1725" b="0">
                <a:solidFill>
                  <a:srgbClr val="707C88"/>
                </a:solidFill>
                <a:latin typeface="Arial"/>
                <a:ea typeface="Arial"/>
                <a:cs typeface="Arial"/>
              </a:defRPr>
            </a:lvl7pPr>
            <a:lvl8pPr algn="l">
              <a:defRPr sz="1725" b="0">
                <a:solidFill>
                  <a:srgbClr val="707C88"/>
                </a:solidFill>
                <a:latin typeface="Arial"/>
                <a:ea typeface="Arial"/>
                <a:cs typeface="Arial"/>
              </a:defRPr>
            </a:lvl8pPr>
            <a:lvl9pPr algn="l">
              <a:defRPr sz="1725" b="0">
                <a:solidFill>
                  <a:srgbClr val="707C88"/>
                </a:solidFill>
                <a:latin typeface="Arial"/>
                <a:ea typeface="Arial"/>
                <a:cs typeface="Arial"/>
              </a:defRPr>
            </a:lvl9pPr>
          </a:lstStyle>
          <a:p xmlns:a="http://schemas.openxmlformats.org/drawingml/2006/main">
            <a:pPr algn="l">
              <a:defRPr sz="1725" b="0">
                <a:solidFill>
                  <a:srgbClr val="707C88"/>
                </a:solidFill>
                <a:latin typeface="Arial"/>
                <a:ea typeface="Arial"/>
                <a:cs typeface="Arial"/>
              </a:defRPr>
            </a:pPr>
            <a:r>
              <a:rPr sz="1725" b="0">
                <a:solidFill>
                  <a:srgbClr val="707C88"/>
                </a:solidFill>
                <a:latin typeface="Arial"/>
                <a:ea typeface="Arial"/>
                <a:cs typeface="Arial"/>
              </a:rPr>
              <a:t>Reviewers: rationale and edits</a:t>
            </a:r>
          </a:p>
        </p:txBody>
      </p:sp>
      <p:sp>
        <p:nvSpPr>
          <p:cNvPr id="16" name="!!task.risk">
            <ns0:hlinkClick xmlns:ns0="http://schemas.openxmlformats.org/drawingml/2006/main" xmlns:ns1="http://schemas.openxmlformats.org/officeDocument/2006/relationships" ns1:id="rIdNavSlide19" action="ppaction://hlinksldjump" tooltip="Slide 19: Investigating a risk alert"/>
            <a:extLst xmlns:a="http://schemas.openxmlformats.org/drawingml/2006/main">
              <a:ext uri="{FF2B5EF4-FFF2-40B4-BE49-F238E27FC236}">
                <a16:creationId xmlns:a16="http://schemas.microsoft.com/office/drawing/2014/main" id="{71EDAB76-A207-4314-AC11-3C2D2AA54CCE}"/>
              </a:ext>
            </a:extLst>
          </p:cNvPr>
          <p:cNvSpPr>
            <a:spLocks xmlns:a="http://schemas.openxmlformats.org/drawingml/2006/main" noGrp="1"/>
          </p:cNvSpPr>
          <p:nvPr/>
        </p:nvSpPr>
        <p:spPr>
          <a:xfrm xmlns:a="http://schemas.openxmlformats.org/drawingml/2006/main">
            <a:off x="5600700" y="3924300"/>
            <a:ext cx="4038600" cy="523875"/>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250" b="1">
                <a:solidFill>
                  <a:srgbClr val="005A9C"/>
                </a:solidFill>
                <a:latin typeface="Arial"/>
                <a:ea typeface="Arial"/>
                <a:cs typeface="Arial"/>
              </a:defRPr>
            </a:defPPr>
            <a:lvl1pPr algn="ctr">
              <a:defRPr sz="2250" b="1">
                <a:solidFill>
                  <a:srgbClr val="005A9C"/>
                </a:solidFill>
                <a:latin typeface="Arial"/>
                <a:ea typeface="Arial"/>
                <a:cs typeface="Arial"/>
              </a:defRPr>
            </a:lvl1pPr>
            <a:lvl2pPr algn="ctr">
              <a:defRPr sz="2250" b="1">
                <a:solidFill>
                  <a:srgbClr val="005A9C"/>
                </a:solidFill>
                <a:latin typeface="Arial"/>
                <a:ea typeface="Arial"/>
                <a:cs typeface="Arial"/>
              </a:defRPr>
            </a:lvl2pPr>
            <a:lvl3pPr algn="ctr">
              <a:defRPr sz="2250" b="1">
                <a:solidFill>
                  <a:srgbClr val="005A9C"/>
                </a:solidFill>
                <a:latin typeface="Arial"/>
                <a:ea typeface="Arial"/>
                <a:cs typeface="Arial"/>
              </a:defRPr>
            </a:lvl3pPr>
            <a:lvl4pPr algn="ctr">
              <a:defRPr sz="2250" b="1">
                <a:solidFill>
                  <a:srgbClr val="005A9C"/>
                </a:solidFill>
                <a:latin typeface="Arial"/>
                <a:ea typeface="Arial"/>
                <a:cs typeface="Arial"/>
              </a:defRPr>
            </a:lvl4pPr>
            <a:lvl5pPr algn="ctr">
              <a:defRPr sz="2250" b="1">
                <a:solidFill>
                  <a:srgbClr val="005A9C"/>
                </a:solidFill>
                <a:latin typeface="Arial"/>
                <a:ea typeface="Arial"/>
                <a:cs typeface="Arial"/>
              </a:defRPr>
            </a:lvl5pPr>
            <a:lvl6pPr algn="ctr">
              <a:defRPr sz="2250" b="1">
                <a:solidFill>
                  <a:srgbClr val="005A9C"/>
                </a:solidFill>
                <a:latin typeface="Arial"/>
                <a:ea typeface="Arial"/>
                <a:cs typeface="Arial"/>
              </a:defRPr>
            </a:lvl6pPr>
            <a:lvl7pPr algn="ctr">
              <a:defRPr sz="2250" b="1">
                <a:solidFill>
                  <a:srgbClr val="005A9C"/>
                </a:solidFill>
                <a:latin typeface="Arial"/>
                <a:ea typeface="Arial"/>
                <a:cs typeface="Arial"/>
              </a:defRPr>
            </a:lvl7pPr>
            <a:lvl8pPr algn="ctr">
              <a:defRPr sz="2250" b="1">
                <a:solidFill>
                  <a:srgbClr val="005A9C"/>
                </a:solidFill>
                <a:latin typeface="Arial"/>
                <a:ea typeface="Arial"/>
                <a:cs typeface="Arial"/>
              </a:defRPr>
            </a:lvl8pPr>
            <a:lvl9pPr algn="ctr">
              <a:defRPr sz="2250" b="1">
                <a:solidFill>
                  <a:srgbClr val="005A9C"/>
                </a:solidFill>
                <a:latin typeface="Arial"/>
                <a:ea typeface="Arial"/>
                <a:cs typeface="Arial"/>
              </a:defRPr>
            </a:lvl9pPr>
          </a:lstStyle>
          <a:p xmlns:a="http://schemas.openxmlformats.org/drawingml/2006/main">
            <a:pPr algn="ctr">
              <a:defRPr sz="2250" b="1">
                <a:solidFill>
                  <a:srgbClr val="005A9C"/>
                </a:solidFill>
                <a:latin typeface="Arial"/>
                <a:ea typeface="Arial"/>
                <a:cs typeface="Arial"/>
              </a:defRPr>
            </a:pPr>
            <a:r>
              <a:rPr sz="2250" b="1">
                <a:solidFill>
                  <a:srgbClr val="005A9C"/>
                </a:solidFill>
                <a:latin typeface="Arial"/>
                <a:ea typeface="Arial"/>
                <a:cs typeface="Arial"/>
              </a:rPr>
              <a:t>5  Risk analysis</a:t>
            </a:r>
          </a:p>
        </p:txBody>
      </p:sp>
      <p:sp>
        <p:nvSpPr>
          <p:cNvPr id="17" name="!!task.risk.outcome">
            <a:extLst xmlns:a="http://schemas.openxmlformats.org/drawingml/2006/main">
              <a:ext uri="{FF2B5EF4-FFF2-40B4-BE49-F238E27FC236}">
                <a16:creationId xmlns:a16="http://schemas.microsoft.com/office/drawing/2014/main" id="{76E09871-76D3-4E87-9D4E-39B22DA08094}"/>
              </a:ext>
            </a:extLst>
          </p:cNvPr>
          <p:cNvSpPr>
            <a:spLocks xmlns:a="http://schemas.openxmlformats.org/drawingml/2006/main" noGrp="1"/>
          </p:cNvSpPr>
          <p:nvPr/>
        </p:nvSpPr>
        <p:spPr>
          <a:xfrm xmlns:a="http://schemas.openxmlformats.org/drawingml/2006/main">
            <a:off x="5810250" y="4486275"/>
            <a:ext cx="3619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707C88"/>
                </a:solidFill>
                <a:latin typeface="Arial"/>
                <a:ea typeface="Arial"/>
                <a:cs typeface="Arial"/>
              </a:defRPr>
            </a:defPPr>
            <a:lvl1pPr algn="l">
              <a:defRPr sz="1725" b="0">
                <a:solidFill>
                  <a:srgbClr val="707C88"/>
                </a:solidFill>
                <a:latin typeface="Arial"/>
                <a:ea typeface="Arial"/>
                <a:cs typeface="Arial"/>
              </a:defRPr>
            </a:lvl1pPr>
            <a:lvl2pPr algn="l">
              <a:defRPr sz="1725" b="0">
                <a:solidFill>
                  <a:srgbClr val="707C88"/>
                </a:solidFill>
                <a:latin typeface="Arial"/>
                <a:ea typeface="Arial"/>
                <a:cs typeface="Arial"/>
              </a:defRPr>
            </a:lvl2pPr>
            <a:lvl3pPr algn="l">
              <a:defRPr sz="1725" b="0">
                <a:solidFill>
                  <a:srgbClr val="707C88"/>
                </a:solidFill>
                <a:latin typeface="Arial"/>
                <a:ea typeface="Arial"/>
                <a:cs typeface="Arial"/>
              </a:defRPr>
            </a:lvl3pPr>
            <a:lvl4pPr algn="l">
              <a:defRPr sz="1725" b="0">
                <a:solidFill>
                  <a:srgbClr val="707C88"/>
                </a:solidFill>
                <a:latin typeface="Arial"/>
                <a:ea typeface="Arial"/>
                <a:cs typeface="Arial"/>
              </a:defRPr>
            </a:lvl4pPr>
            <a:lvl5pPr algn="l">
              <a:defRPr sz="1725" b="0">
                <a:solidFill>
                  <a:srgbClr val="707C88"/>
                </a:solidFill>
                <a:latin typeface="Arial"/>
                <a:ea typeface="Arial"/>
                <a:cs typeface="Arial"/>
              </a:defRPr>
            </a:lvl5pPr>
            <a:lvl6pPr algn="l">
              <a:defRPr sz="1725" b="0">
                <a:solidFill>
                  <a:srgbClr val="707C88"/>
                </a:solidFill>
                <a:latin typeface="Arial"/>
                <a:ea typeface="Arial"/>
                <a:cs typeface="Arial"/>
              </a:defRPr>
            </a:lvl6pPr>
            <a:lvl7pPr algn="l">
              <a:defRPr sz="1725" b="0">
                <a:solidFill>
                  <a:srgbClr val="707C88"/>
                </a:solidFill>
                <a:latin typeface="Arial"/>
                <a:ea typeface="Arial"/>
                <a:cs typeface="Arial"/>
              </a:defRPr>
            </a:lvl7pPr>
            <a:lvl8pPr algn="l">
              <a:defRPr sz="1725" b="0">
                <a:solidFill>
                  <a:srgbClr val="707C88"/>
                </a:solidFill>
                <a:latin typeface="Arial"/>
                <a:ea typeface="Arial"/>
                <a:cs typeface="Arial"/>
              </a:defRPr>
            </a:lvl8pPr>
            <a:lvl9pPr algn="l">
              <a:defRPr sz="1725" b="0">
                <a:solidFill>
                  <a:srgbClr val="707C88"/>
                </a:solidFill>
                <a:latin typeface="Arial"/>
                <a:ea typeface="Arial"/>
                <a:cs typeface="Arial"/>
              </a:defRPr>
            </a:lvl9pPr>
          </a:lstStyle>
          <a:p xmlns:a="http://schemas.openxmlformats.org/drawingml/2006/main">
            <a:pPr algn="l">
              <a:defRPr sz="1725" b="0">
                <a:solidFill>
                  <a:srgbClr val="707C88"/>
                </a:solidFill>
                <a:latin typeface="Arial"/>
                <a:ea typeface="Arial"/>
                <a:cs typeface="Arial"/>
              </a:defRPr>
            </a:pPr>
            <a:r>
              <a:rPr sz="1725" b="0">
                <a:solidFill>
                  <a:srgbClr val="707C88"/>
                </a:solidFill>
                <a:latin typeface="Arial"/>
                <a:ea typeface="Arial"/>
                <a:cs typeface="Arial"/>
              </a:rPr>
              <a:t>Risk: assessments and actions</a:t>
            </a:r>
          </a:p>
        </p:txBody>
      </p:sp>
      <p:sp>
        <p:nvSpPr>
          <p:cNvPr id="18" name="!!map.back">
            <a:extLst xmlns:a="http://schemas.openxmlformats.org/drawingml/2006/main">
              <a:ext uri="{FF2B5EF4-FFF2-40B4-BE49-F238E27FC236}">
                <a16:creationId xmlns:a16="http://schemas.microsoft.com/office/drawing/2014/main" id="{7743D2F6-C9E5-4155-A58F-03D00EC64405}"/>
              </a:ext>
            </a:extLst>
          </p:cNvPr>
          <p:cNvSpPr>
            <a:spLocks xmlns:a="http://schemas.openxmlformats.org/drawingml/2006/main" noGrp="1"/>
          </p:cNvSpPr>
          <p:nvPr/>
        </p:nvSpPr>
        <p:spPr>
          <a:xfrm xmlns:a="http://schemas.openxmlformats.org/drawingml/2006/main">
            <a:off x="10172700" y="2114550"/>
            <a:ext cx="4419600" cy="40005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19" name="!!nav.back">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3CC9D681-4193-4213-8B66-33D1DAEF9BB4}"/>
              </a:ext>
            </a:extLst>
          </p:cNvPr>
          <p:cNvSpPr>
            <a:spLocks xmlns:a="http://schemas.openxmlformats.org/drawingml/2006/main" noGrp="1"/>
          </p:cNvSpPr>
          <p:nvPr/>
        </p:nvSpPr>
        <p:spPr>
          <a:xfrm xmlns:a="http://schemas.openxmlformats.org/drawingml/2006/main">
            <a:off x="10172700" y="2114550"/>
            <a:ext cx="4419600" cy="55245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475" b="1">
                <a:solidFill>
                  <a:srgbClr val="FFFFFF"/>
                </a:solidFill>
                <a:latin typeface="Arial"/>
                <a:ea typeface="Arial"/>
                <a:cs typeface="Arial"/>
              </a:defRPr>
            </a:defPPr>
            <a:lvl1pPr algn="ctr">
              <a:defRPr sz="2475" b="1">
                <a:solidFill>
                  <a:srgbClr val="FFFFFF"/>
                </a:solidFill>
                <a:latin typeface="Arial"/>
                <a:ea typeface="Arial"/>
                <a:cs typeface="Arial"/>
              </a:defRPr>
            </a:lvl1pPr>
            <a:lvl2pPr algn="ctr">
              <a:defRPr sz="2475" b="1">
                <a:solidFill>
                  <a:srgbClr val="FFFFFF"/>
                </a:solidFill>
                <a:latin typeface="Arial"/>
                <a:ea typeface="Arial"/>
                <a:cs typeface="Arial"/>
              </a:defRPr>
            </a:lvl2pPr>
            <a:lvl3pPr algn="ctr">
              <a:defRPr sz="2475" b="1">
                <a:solidFill>
                  <a:srgbClr val="FFFFFF"/>
                </a:solidFill>
                <a:latin typeface="Arial"/>
                <a:ea typeface="Arial"/>
                <a:cs typeface="Arial"/>
              </a:defRPr>
            </a:lvl3pPr>
            <a:lvl4pPr algn="ctr">
              <a:defRPr sz="2475" b="1">
                <a:solidFill>
                  <a:srgbClr val="FFFFFF"/>
                </a:solidFill>
                <a:latin typeface="Arial"/>
                <a:ea typeface="Arial"/>
                <a:cs typeface="Arial"/>
              </a:defRPr>
            </a:lvl4pPr>
            <a:lvl5pPr algn="ctr">
              <a:defRPr sz="2475" b="1">
                <a:solidFill>
                  <a:srgbClr val="FFFFFF"/>
                </a:solidFill>
                <a:latin typeface="Arial"/>
                <a:ea typeface="Arial"/>
                <a:cs typeface="Arial"/>
              </a:defRPr>
            </a:lvl5pPr>
            <a:lvl6pPr algn="ctr">
              <a:defRPr sz="2475" b="1">
                <a:solidFill>
                  <a:srgbClr val="FFFFFF"/>
                </a:solidFill>
                <a:latin typeface="Arial"/>
                <a:ea typeface="Arial"/>
                <a:cs typeface="Arial"/>
              </a:defRPr>
            </a:lvl6pPr>
            <a:lvl7pPr algn="ctr">
              <a:defRPr sz="2475" b="1">
                <a:solidFill>
                  <a:srgbClr val="FFFFFF"/>
                </a:solidFill>
                <a:latin typeface="Arial"/>
                <a:ea typeface="Arial"/>
                <a:cs typeface="Arial"/>
              </a:defRPr>
            </a:lvl7pPr>
            <a:lvl8pPr algn="ctr">
              <a:defRPr sz="2475" b="1">
                <a:solidFill>
                  <a:srgbClr val="FFFFFF"/>
                </a:solidFill>
                <a:latin typeface="Arial"/>
                <a:ea typeface="Arial"/>
                <a:cs typeface="Arial"/>
              </a:defRPr>
            </a:lvl8pPr>
            <a:lvl9pPr algn="ctr">
              <a:defRPr sz="2475" b="1">
                <a:solidFill>
                  <a:srgbClr val="FFFFFF"/>
                </a:solidFill>
                <a:latin typeface="Arial"/>
                <a:ea typeface="Arial"/>
                <a:cs typeface="Arial"/>
              </a:defRPr>
            </a:lvl9pPr>
          </a:lstStyle>
          <a:p xmlns:a="http://schemas.openxmlformats.org/drawingml/2006/main">
            <a:pPr algn="ctr">
              <a:defRPr sz="2475" b="1">
                <a:solidFill>
                  <a:srgbClr val="FFFFFF"/>
                </a:solidFill>
                <a:latin typeface="Arial"/>
                <a:ea typeface="Arial"/>
                <a:cs typeface="Arial"/>
              </a:defRPr>
            </a:pPr>
            <a:r>
              <a:rPr sz="2475" b="1">
                <a:solidFill>
                  <a:srgbClr val="FFFFFF"/>
                </a:solidFill>
                <a:latin typeface="Arial"/>
                <a:ea typeface="Arial"/>
                <a:cs typeface="Arial"/>
              </a:rPr>
              <a:t>Back office</a:t>
            </a:r>
          </a:p>
        </p:txBody>
      </p:sp>
      <p:sp>
        <p:nvSpPr>
          <p:cNvPr id="20" name="!!task.files">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4151AB6D-0D08-4A96-8E29-D8D252016A1A}"/>
              </a:ext>
            </a:extLst>
          </p:cNvPr>
          <p:cNvSpPr>
            <a:spLocks xmlns:a="http://schemas.openxmlformats.org/drawingml/2006/main" noGrp="1"/>
          </p:cNvSpPr>
          <p:nvPr/>
        </p:nvSpPr>
        <p:spPr>
          <a:xfrm xmlns:a="http://schemas.openxmlformats.org/drawingml/2006/main">
            <a:off x="10363200" y="2962275"/>
            <a:ext cx="4038600" cy="523875"/>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250" b="1">
                <a:solidFill>
                  <a:srgbClr val="005A9C"/>
                </a:solidFill>
                <a:latin typeface="Arial"/>
                <a:ea typeface="Arial"/>
                <a:cs typeface="Arial"/>
              </a:defRPr>
            </a:defPPr>
            <a:lvl1pPr algn="ctr">
              <a:defRPr sz="2250" b="1">
                <a:solidFill>
                  <a:srgbClr val="005A9C"/>
                </a:solidFill>
                <a:latin typeface="Arial"/>
                <a:ea typeface="Arial"/>
                <a:cs typeface="Arial"/>
              </a:defRPr>
            </a:lvl1pPr>
            <a:lvl2pPr algn="ctr">
              <a:defRPr sz="2250" b="1">
                <a:solidFill>
                  <a:srgbClr val="005A9C"/>
                </a:solidFill>
                <a:latin typeface="Arial"/>
                <a:ea typeface="Arial"/>
                <a:cs typeface="Arial"/>
              </a:defRPr>
            </a:lvl2pPr>
            <a:lvl3pPr algn="ctr">
              <a:defRPr sz="2250" b="1">
                <a:solidFill>
                  <a:srgbClr val="005A9C"/>
                </a:solidFill>
                <a:latin typeface="Arial"/>
                <a:ea typeface="Arial"/>
                <a:cs typeface="Arial"/>
              </a:defRPr>
            </a:lvl3pPr>
            <a:lvl4pPr algn="ctr">
              <a:defRPr sz="2250" b="1">
                <a:solidFill>
                  <a:srgbClr val="005A9C"/>
                </a:solidFill>
                <a:latin typeface="Arial"/>
                <a:ea typeface="Arial"/>
                <a:cs typeface="Arial"/>
              </a:defRPr>
            </a:lvl4pPr>
            <a:lvl5pPr algn="ctr">
              <a:defRPr sz="2250" b="1">
                <a:solidFill>
                  <a:srgbClr val="005A9C"/>
                </a:solidFill>
                <a:latin typeface="Arial"/>
                <a:ea typeface="Arial"/>
                <a:cs typeface="Arial"/>
              </a:defRPr>
            </a:lvl5pPr>
            <a:lvl6pPr algn="ctr">
              <a:defRPr sz="2250" b="1">
                <a:solidFill>
                  <a:srgbClr val="005A9C"/>
                </a:solidFill>
                <a:latin typeface="Arial"/>
                <a:ea typeface="Arial"/>
                <a:cs typeface="Arial"/>
              </a:defRPr>
            </a:lvl6pPr>
            <a:lvl7pPr algn="ctr">
              <a:defRPr sz="2250" b="1">
                <a:solidFill>
                  <a:srgbClr val="005A9C"/>
                </a:solidFill>
                <a:latin typeface="Arial"/>
                <a:ea typeface="Arial"/>
                <a:cs typeface="Arial"/>
              </a:defRPr>
            </a:lvl7pPr>
            <a:lvl8pPr algn="ctr">
              <a:defRPr sz="2250" b="1">
                <a:solidFill>
                  <a:srgbClr val="005A9C"/>
                </a:solidFill>
                <a:latin typeface="Arial"/>
                <a:ea typeface="Arial"/>
                <a:cs typeface="Arial"/>
              </a:defRPr>
            </a:lvl8pPr>
            <a:lvl9pPr algn="ctr">
              <a:defRPr sz="2250" b="1">
                <a:solidFill>
                  <a:srgbClr val="005A9C"/>
                </a:solidFill>
                <a:latin typeface="Arial"/>
                <a:ea typeface="Arial"/>
                <a:cs typeface="Arial"/>
              </a:defRPr>
            </a:lvl9pPr>
          </a:lstStyle>
          <a:p xmlns:a="http://schemas.openxmlformats.org/drawingml/2006/main">
            <a:pPr algn="ctr">
              <a:defRPr sz="2250" b="1">
                <a:solidFill>
                  <a:srgbClr val="005A9C"/>
                </a:solidFill>
                <a:latin typeface="Arial"/>
                <a:ea typeface="Arial"/>
                <a:cs typeface="Arial"/>
              </a:defRPr>
            </a:pPr>
            <a:r>
              <a:rPr sz="2250" b="1">
                <a:solidFill>
                  <a:srgbClr val="005A9C"/>
                </a:solidFill>
                <a:latin typeface="Arial"/>
                <a:ea typeface="Arial"/>
                <a:cs typeface="Arial"/>
              </a:rPr>
              <a:t>6  Document processing</a:t>
            </a:r>
          </a:p>
        </p:txBody>
      </p:sp>
      <p:sp>
        <p:nvSpPr>
          <p:cNvPr id="21" name="!!task.files.outcome">
            <a:extLst xmlns:a="http://schemas.openxmlformats.org/drawingml/2006/main">
              <a:ext uri="{FF2B5EF4-FFF2-40B4-BE49-F238E27FC236}">
                <a16:creationId xmlns:a16="http://schemas.microsoft.com/office/drawing/2014/main" id="{D45D27A6-377B-4F3F-8313-074AEB34B579}"/>
              </a:ext>
            </a:extLst>
          </p:cNvPr>
          <p:cNvSpPr>
            <a:spLocks xmlns:a="http://schemas.openxmlformats.org/drawingml/2006/main" noGrp="1"/>
          </p:cNvSpPr>
          <p:nvPr/>
        </p:nvSpPr>
        <p:spPr>
          <a:xfrm xmlns:a="http://schemas.openxmlformats.org/drawingml/2006/main">
            <a:off x="10572750" y="3524250"/>
            <a:ext cx="3619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88" b="0">
                <a:solidFill>
                  <a:srgbClr val="707C88"/>
                </a:solidFill>
                <a:latin typeface="Arial"/>
                <a:ea typeface="Arial"/>
                <a:cs typeface="Arial"/>
              </a:defRPr>
            </a:defPPr>
            <a:lvl1pPr algn="l">
              <a:defRPr sz="1688" b="0">
                <a:solidFill>
                  <a:srgbClr val="707C88"/>
                </a:solidFill>
                <a:latin typeface="Arial"/>
                <a:ea typeface="Arial"/>
                <a:cs typeface="Arial"/>
              </a:defRPr>
            </a:lvl1pPr>
            <a:lvl2pPr algn="l">
              <a:defRPr sz="1688" b="0">
                <a:solidFill>
                  <a:srgbClr val="707C88"/>
                </a:solidFill>
                <a:latin typeface="Arial"/>
                <a:ea typeface="Arial"/>
                <a:cs typeface="Arial"/>
              </a:defRPr>
            </a:lvl2pPr>
            <a:lvl3pPr algn="l">
              <a:defRPr sz="1688" b="0">
                <a:solidFill>
                  <a:srgbClr val="707C88"/>
                </a:solidFill>
                <a:latin typeface="Arial"/>
                <a:ea typeface="Arial"/>
                <a:cs typeface="Arial"/>
              </a:defRPr>
            </a:lvl3pPr>
            <a:lvl4pPr algn="l">
              <a:defRPr sz="1688" b="0">
                <a:solidFill>
                  <a:srgbClr val="707C88"/>
                </a:solidFill>
                <a:latin typeface="Arial"/>
                <a:ea typeface="Arial"/>
                <a:cs typeface="Arial"/>
              </a:defRPr>
            </a:lvl4pPr>
            <a:lvl5pPr algn="l">
              <a:defRPr sz="1688" b="0">
                <a:solidFill>
                  <a:srgbClr val="707C88"/>
                </a:solidFill>
                <a:latin typeface="Arial"/>
                <a:ea typeface="Arial"/>
                <a:cs typeface="Arial"/>
              </a:defRPr>
            </a:lvl5pPr>
            <a:lvl6pPr algn="l">
              <a:defRPr sz="1688" b="0">
                <a:solidFill>
                  <a:srgbClr val="707C88"/>
                </a:solidFill>
                <a:latin typeface="Arial"/>
                <a:ea typeface="Arial"/>
                <a:cs typeface="Arial"/>
              </a:defRPr>
            </a:lvl6pPr>
            <a:lvl7pPr algn="l">
              <a:defRPr sz="1688" b="0">
                <a:solidFill>
                  <a:srgbClr val="707C88"/>
                </a:solidFill>
                <a:latin typeface="Arial"/>
                <a:ea typeface="Arial"/>
                <a:cs typeface="Arial"/>
              </a:defRPr>
            </a:lvl7pPr>
            <a:lvl8pPr algn="l">
              <a:defRPr sz="1688" b="0">
                <a:solidFill>
                  <a:srgbClr val="707C88"/>
                </a:solidFill>
                <a:latin typeface="Arial"/>
                <a:ea typeface="Arial"/>
                <a:cs typeface="Arial"/>
              </a:defRPr>
            </a:lvl8pPr>
            <a:lvl9pPr algn="l">
              <a:defRPr sz="1688" b="0">
                <a:solidFill>
                  <a:srgbClr val="707C88"/>
                </a:solidFill>
                <a:latin typeface="Arial"/>
                <a:ea typeface="Arial"/>
                <a:cs typeface="Arial"/>
              </a:defRPr>
            </a:lvl9pPr>
          </a:lstStyle>
          <a:p xmlns:a="http://schemas.openxmlformats.org/drawingml/2006/main">
            <a:pPr algn="l">
              <a:defRPr sz="1688" b="0">
                <a:solidFill>
                  <a:srgbClr val="707C88"/>
                </a:solidFill>
                <a:latin typeface="Arial"/>
                <a:ea typeface="Arial"/>
                <a:cs typeface="Arial"/>
              </a:defRPr>
            </a:pPr>
            <a:r>
              <a:rPr sz="1688" b="0">
                <a:solidFill>
                  <a:srgbClr val="707C88"/>
                </a:solidFill>
                <a:latin typeface="Arial"/>
                <a:ea typeface="Arial"/>
                <a:cs typeface="Arial"/>
              </a:rPr>
              <a:t>Operations: records and change logs</a:t>
            </a:r>
          </a:p>
        </p:txBody>
      </p:sp>
      <p:sp>
        <p:nvSpPr>
          <p:cNvPr id="22" name="!!task.dev">
            <ns0:hlinkClick xmlns:ns0="http://schemas.openxmlformats.org/drawingml/2006/main" xmlns:ns1="http://schemas.openxmlformats.org/officeDocument/2006/relationships" ns1:id="rIdNavSlide25" action="ppaction://hlinksldjump" tooltip="Slide 25: Turning a business request into a working tool"/>
            <a:extLst xmlns:a="http://schemas.openxmlformats.org/drawingml/2006/main">
              <a:ext uri="{FF2B5EF4-FFF2-40B4-BE49-F238E27FC236}">
                <a16:creationId xmlns:a16="http://schemas.microsoft.com/office/drawing/2014/main" id="{DBAE4ADD-7CE5-47A8-88BB-50ED753BD83E}"/>
              </a:ext>
            </a:extLst>
          </p:cNvPr>
          <p:cNvSpPr>
            <a:spLocks xmlns:a="http://schemas.openxmlformats.org/drawingml/2006/main" noGrp="1"/>
          </p:cNvSpPr>
          <p:nvPr/>
        </p:nvSpPr>
        <p:spPr>
          <a:xfrm xmlns:a="http://schemas.openxmlformats.org/drawingml/2006/main">
            <a:off x="10363200" y="3924300"/>
            <a:ext cx="4038600" cy="523875"/>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250" b="1">
                <a:solidFill>
                  <a:srgbClr val="005A9C"/>
                </a:solidFill>
                <a:latin typeface="Arial"/>
                <a:ea typeface="Arial"/>
                <a:cs typeface="Arial"/>
              </a:defRPr>
            </a:defPPr>
            <a:lvl1pPr algn="ctr">
              <a:defRPr sz="2250" b="1">
                <a:solidFill>
                  <a:srgbClr val="005A9C"/>
                </a:solidFill>
                <a:latin typeface="Arial"/>
                <a:ea typeface="Arial"/>
                <a:cs typeface="Arial"/>
              </a:defRPr>
            </a:lvl1pPr>
            <a:lvl2pPr algn="ctr">
              <a:defRPr sz="2250" b="1">
                <a:solidFill>
                  <a:srgbClr val="005A9C"/>
                </a:solidFill>
                <a:latin typeface="Arial"/>
                <a:ea typeface="Arial"/>
                <a:cs typeface="Arial"/>
              </a:defRPr>
            </a:lvl2pPr>
            <a:lvl3pPr algn="ctr">
              <a:defRPr sz="2250" b="1">
                <a:solidFill>
                  <a:srgbClr val="005A9C"/>
                </a:solidFill>
                <a:latin typeface="Arial"/>
                <a:ea typeface="Arial"/>
                <a:cs typeface="Arial"/>
              </a:defRPr>
            </a:lvl3pPr>
            <a:lvl4pPr algn="ctr">
              <a:defRPr sz="2250" b="1">
                <a:solidFill>
                  <a:srgbClr val="005A9C"/>
                </a:solidFill>
                <a:latin typeface="Arial"/>
                <a:ea typeface="Arial"/>
                <a:cs typeface="Arial"/>
              </a:defRPr>
            </a:lvl4pPr>
            <a:lvl5pPr algn="ctr">
              <a:defRPr sz="2250" b="1">
                <a:solidFill>
                  <a:srgbClr val="005A9C"/>
                </a:solidFill>
                <a:latin typeface="Arial"/>
                <a:ea typeface="Arial"/>
                <a:cs typeface="Arial"/>
              </a:defRPr>
            </a:lvl5pPr>
            <a:lvl6pPr algn="ctr">
              <a:defRPr sz="2250" b="1">
                <a:solidFill>
                  <a:srgbClr val="005A9C"/>
                </a:solidFill>
                <a:latin typeface="Arial"/>
                <a:ea typeface="Arial"/>
                <a:cs typeface="Arial"/>
              </a:defRPr>
            </a:lvl6pPr>
            <a:lvl7pPr algn="ctr">
              <a:defRPr sz="2250" b="1">
                <a:solidFill>
                  <a:srgbClr val="005A9C"/>
                </a:solidFill>
                <a:latin typeface="Arial"/>
                <a:ea typeface="Arial"/>
                <a:cs typeface="Arial"/>
              </a:defRPr>
            </a:lvl7pPr>
            <a:lvl8pPr algn="ctr">
              <a:defRPr sz="2250" b="1">
                <a:solidFill>
                  <a:srgbClr val="005A9C"/>
                </a:solidFill>
                <a:latin typeface="Arial"/>
                <a:ea typeface="Arial"/>
                <a:cs typeface="Arial"/>
              </a:defRPr>
            </a:lvl8pPr>
            <a:lvl9pPr algn="ctr">
              <a:defRPr sz="2250" b="1">
                <a:solidFill>
                  <a:srgbClr val="005A9C"/>
                </a:solidFill>
                <a:latin typeface="Arial"/>
                <a:ea typeface="Arial"/>
                <a:cs typeface="Arial"/>
              </a:defRPr>
            </a:lvl9pPr>
          </a:lstStyle>
          <a:p xmlns:a="http://schemas.openxmlformats.org/drawingml/2006/main">
            <a:pPr algn="ctr">
              <a:defRPr sz="2250" b="1">
                <a:solidFill>
                  <a:srgbClr val="005A9C"/>
                </a:solidFill>
                <a:latin typeface="Arial"/>
                <a:ea typeface="Arial"/>
                <a:cs typeface="Arial"/>
              </a:defRPr>
            </a:pPr>
            <a:r>
              <a:rPr sz="2250" b="1">
                <a:solidFill>
                  <a:srgbClr val="005A9C"/>
                </a:solidFill>
                <a:latin typeface="Arial"/>
                <a:ea typeface="Arial"/>
                <a:cs typeface="Arial"/>
              </a:rPr>
              <a:t>7  Tool development</a:t>
            </a:r>
          </a:p>
        </p:txBody>
      </p:sp>
      <p:sp>
        <p:nvSpPr>
          <p:cNvPr id="23" name="!!task.dev.outcome">
            <a:extLst xmlns:a="http://schemas.openxmlformats.org/drawingml/2006/main">
              <a:ext uri="{FF2B5EF4-FFF2-40B4-BE49-F238E27FC236}">
                <a16:creationId xmlns:a16="http://schemas.microsoft.com/office/drawing/2014/main" id="{887FBDDB-0083-4104-BDED-8BB69D8400AF}"/>
              </a:ext>
            </a:extLst>
          </p:cNvPr>
          <p:cNvSpPr>
            <a:spLocks xmlns:a="http://schemas.openxmlformats.org/drawingml/2006/main" noGrp="1"/>
          </p:cNvSpPr>
          <p:nvPr/>
        </p:nvSpPr>
        <p:spPr>
          <a:xfrm xmlns:a="http://schemas.openxmlformats.org/drawingml/2006/main">
            <a:off x="10572750" y="4486275"/>
            <a:ext cx="3619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707C88"/>
                </a:solidFill>
                <a:latin typeface="Arial"/>
                <a:ea typeface="Arial"/>
                <a:cs typeface="Arial"/>
              </a:defRPr>
            </a:defPPr>
            <a:lvl1pPr algn="l">
              <a:defRPr sz="1725" b="0">
                <a:solidFill>
                  <a:srgbClr val="707C88"/>
                </a:solidFill>
                <a:latin typeface="Arial"/>
                <a:ea typeface="Arial"/>
                <a:cs typeface="Arial"/>
              </a:defRPr>
            </a:lvl1pPr>
            <a:lvl2pPr algn="l">
              <a:defRPr sz="1725" b="0">
                <a:solidFill>
                  <a:srgbClr val="707C88"/>
                </a:solidFill>
                <a:latin typeface="Arial"/>
                <a:ea typeface="Arial"/>
                <a:cs typeface="Arial"/>
              </a:defRPr>
            </a:lvl2pPr>
            <a:lvl3pPr algn="l">
              <a:defRPr sz="1725" b="0">
                <a:solidFill>
                  <a:srgbClr val="707C88"/>
                </a:solidFill>
                <a:latin typeface="Arial"/>
                <a:ea typeface="Arial"/>
                <a:cs typeface="Arial"/>
              </a:defRPr>
            </a:lvl3pPr>
            <a:lvl4pPr algn="l">
              <a:defRPr sz="1725" b="0">
                <a:solidFill>
                  <a:srgbClr val="707C88"/>
                </a:solidFill>
                <a:latin typeface="Arial"/>
                <a:ea typeface="Arial"/>
                <a:cs typeface="Arial"/>
              </a:defRPr>
            </a:lvl4pPr>
            <a:lvl5pPr algn="l">
              <a:defRPr sz="1725" b="0">
                <a:solidFill>
                  <a:srgbClr val="707C88"/>
                </a:solidFill>
                <a:latin typeface="Arial"/>
                <a:ea typeface="Arial"/>
                <a:cs typeface="Arial"/>
              </a:defRPr>
            </a:lvl5pPr>
            <a:lvl6pPr algn="l">
              <a:defRPr sz="1725" b="0">
                <a:solidFill>
                  <a:srgbClr val="707C88"/>
                </a:solidFill>
                <a:latin typeface="Arial"/>
                <a:ea typeface="Arial"/>
                <a:cs typeface="Arial"/>
              </a:defRPr>
            </a:lvl6pPr>
            <a:lvl7pPr algn="l">
              <a:defRPr sz="1725" b="0">
                <a:solidFill>
                  <a:srgbClr val="707C88"/>
                </a:solidFill>
                <a:latin typeface="Arial"/>
                <a:ea typeface="Arial"/>
                <a:cs typeface="Arial"/>
              </a:defRPr>
            </a:lvl7pPr>
            <a:lvl8pPr algn="l">
              <a:defRPr sz="1725" b="0">
                <a:solidFill>
                  <a:srgbClr val="707C88"/>
                </a:solidFill>
                <a:latin typeface="Arial"/>
                <a:ea typeface="Arial"/>
                <a:cs typeface="Arial"/>
              </a:defRPr>
            </a:lvl8pPr>
            <a:lvl9pPr algn="l">
              <a:defRPr sz="1725" b="0">
                <a:solidFill>
                  <a:srgbClr val="707C88"/>
                </a:solidFill>
                <a:latin typeface="Arial"/>
                <a:ea typeface="Arial"/>
                <a:cs typeface="Arial"/>
              </a:defRPr>
            </a:lvl9pPr>
          </a:lstStyle>
          <a:p xmlns:a="http://schemas.openxmlformats.org/drawingml/2006/main">
            <a:pPr algn="l">
              <a:defRPr sz="1725" b="0">
                <a:solidFill>
                  <a:srgbClr val="707C88"/>
                </a:solidFill>
                <a:latin typeface="Arial"/>
                <a:ea typeface="Arial"/>
                <a:cs typeface="Arial"/>
              </a:defRPr>
            </a:pPr>
            <a:r>
              <a:rPr sz="1725" b="0">
                <a:solidFill>
                  <a:srgbClr val="707C88"/>
                </a:solidFill>
                <a:latin typeface="Arial"/>
                <a:ea typeface="Arial"/>
                <a:cs typeface="Arial"/>
              </a:rPr>
              <a:t>Developers: code and test cases</a:t>
            </a:r>
          </a:p>
        </p:txBody>
      </p:sp>
      <p:sp>
        <p:nvSpPr>
          <p:cNvPr id="24" name="!!nav.home">
            <ns0:hlinkClick xmlns:ns0="http://schemas.openxmlformats.org/drawingml/2006/main" xmlns:ns1="http://schemas.openxmlformats.org/officeDocument/2006/relationships" ns1:id="rIdNavSlide3" action="ppaction://hlinksldjump" tooltip="Slide 3: Seven workflows across the firm"/>
            <a:extLst xmlns:a="http://schemas.openxmlformats.org/drawingml/2006/main">
              <a:ext uri="{FF2B5EF4-FFF2-40B4-BE49-F238E27FC236}">
                <a16:creationId xmlns:a16="http://schemas.microsoft.com/office/drawing/2014/main" id="{87C31D1B-65A7-4A84-848E-9F2B82F6F48D}"/>
              </a:ext>
            </a:extLst>
          </p:cNvPr>
          <p:cNvSpPr>
            <a:spLocks xmlns:a="http://schemas.openxmlformats.org/drawingml/2006/main" noGrp="1"/>
          </p:cNvSpPr>
          <p:nvPr/>
        </p:nvSpPr>
        <p:spPr>
          <a:xfrm xmlns:a="http://schemas.openxmlformats.org/drawingml/2006/main">
            <a:off x="647700" y="7496175"/>
            <a:ext cx="26098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BCC6CF"/>
            </a:solidFill>
            <a:prstDash val="solid"/>
          </a:ln>
        </p:spPr>
        <p:txBody>
          <a:bodyPr xmlns:a="http://schemas.openxmlformats.org/drawingml/2006/main" wrap="square" lIns="114300" tIns="0" rIns="114300" bIns="0" anchor="ctr">
            <a:noAutofit/>
          </a:bodyPr>
          <a:lstStyle xmlns:a="http://schemas.openxmlformats.org/drawingml/2006/main">
            <a:defPPr algn="ctr">
              <a:defRPr sz="1800" b="1">
                <a:solidFill>
                  <a:srgbClr val="005A9C"/>
                </a:solidFill>
                <a:latin typeface="Arial"/>
                <a:ea typeface="Arial"/>
                <a:cs typeface="Arial"/>
              </a:defRPr>
            </a:defPPr>
            <a:lvl1pPr algn="ctr">
              <a:defRPr sz="1800" b="1">
                <a:solidFill>
                  <a:srgbClr val="005A9C"/>
                </a:solidFill>
                <a:latin typeface="Arial"/>
                <a:ea typeface="Arial"/>
                <a:cs typeface="Arial"/>
              </a:defRPr>
            </a:lvl1pPr>
            <a:lvl2pPr algn="ctr">
              <a:defRPr sz="1800" b="1">
                <a:solidFill>
                  <a:srgbClr val="005A9C"/>
                </a:solidFill>
                <a:latin typeface="Arial"/>
                <a:ea typeface="Arial"/>
                <a:cs typeface="Arial"/>
              </a:defRPr>
            </a:lvl2pPr>
            <a:lvl3pPr algn="ctr">
              <a:defRPr sz="1800" b="1">
                <a:solidFill>
                  <a:srgbClr val="005A9C"/>
                </a:solidFill>
                <a:latin typeface="Arial"/>
                <a:ea typeface="Arial"/>
                <a:cs typeface="Arial"/>
              </a:defRPr>
            </a:lvl3pPr>
            <a:lvl4pPr algn="ctr">
              <a:defRPr sz="1800" b="1">
                <a:solidFill>
                  <a:srgbClr val="005A9C"/>
                </a:solidFill>
                <a:latin typeface="Arial"/>
                <a:ea typeface="Arial"/>
                <a:cs typeface="Arial"/>
              </a:defRPr>
            </a:lvl4pPr>
            <a:lvl5pPr algn="ctr">
              <a:defRPr sz="1800" b="1">
                <a:solidFill>
                  <a:srgbClr val="005A9C"/>
                </a:solidFill>
                <a:latin typeface="Arial"/>
                <a:ea typeface="Arial"/>
                <a:cs typeface="Arial"/>
              </a:defRPr>
            </a:lvl5pPr>
            <a:lvl6pPr algn="ctr">
              <a:defRPr sz="1800" b="1">
                <a:solidFill>
                  <a:srgbClr val="005A9C"/>
                </a:solidFill>
                <a:latin typeface="Arial"/>
                <a:ea typeface="Arial"/>
                <a:cs typeface="Arial"/>
              </a:defRPr>
            </a:lvl6pPr>
            <a:lvl7pPr algn="ctr">
              <a:defRPr sz="1800" b="1">
                <a:solidFill>
                  <a:srgbClr val="005A9C"/>
                </a:solidFill>
                <a:latin typeface="Arial"/>
                <a:ea typeface="Arial"/>
                <a:cs typeface="Arial"/>
              </a:defRPr>
            </a:lvl7pPr>
            <a:lvl8pPr algn="ctr">
              <a:defRPr sz="1800" b="1">
                <a:solidFill>
                  <a:srgbClr val="005A9C"/>
                </a:solidFill>
                <a:latin typeface="Arial"/>
                <a:ea typeface="Arial"/>
                <a:cs typeface="Arial"/>
              </a:defRPr>
            </a:lvl8pPr>
            <a:lvl9pPr algn="ctr">
              <a:defRPr sz="1800" b="1">
                <a:solidFill>
                  <a:srgbClr val="005A9C"/>
                </a:solidFill>
                <a:latin typeface="Arial"/>
                <a:ea typeface="Arial"/>
                <a:cs typeface="Arial"/>
              </a:defRPr>
            </a:lvl9pPr>
          </a:lstStyle>
          <a:p xmlns:a="http://schemas.openxmlformats.org/drawingml/2006/main">
            <a:pPr algn="ctr">
              <a:defRPr sz="1800" b="1">
                <a:solidFill>
                  <a:srgbClr val="005A9C"/>
                </a:solidFill>
                <a:latin typeface="Arial"/>
                <a:ea typeface="Arial"/>
                <a:cs typeface="Arial"/>
              </a:defRPr>
            </a:pPr>
            <a:r>
              <a:rPr sz="1800" b="1">
                <a:solidFill>
                  <a:srgbClr val="005A9C"/>
                </a:solidFill>
                <a:latin typeface="Arial"/>
                <a:ea typeface="Arial"/>
                <a:cs typeface="Arial"/>
              </a:rPr>
              <a:t>Firm overview</a:t>
            </a:r>
          </a:p>
        </p:txBody>
      </p:sp>
      <p:sp>
        <p:nvSpPr>
          <p:cNvPr id="25" name="!!page">
            <a:extLst xmlns:a="http://schemas.openxmlformats.org/drawingml/2006/main">
              <a:ext uri="{FF2B5EF4-FFF2-40B4-BE49-F238E27FC236}">
                <a16:creationId xmlns:a16="http://schemas.microsoft.com/office/drawing/2014/main" id="{41F771AA-2736-4C97-AAD7-573D6C7F75CB}"/>
              </a:ext>
            </a:extLst>
          </p:cNvPr>
          <p:cNvSpPr>
            <a:spLocks xmlns:a="http://schemas.openxmlformats.org/drawingml/2006/main" noGrp="1"/>
          </p:cNvSpPr>
          <p:nvPr/>
        </p:nvSpPr>
        <p:spPr>
          <a:xfrm xmlns:a="http://schemas.openxmlformats.org/drawingml/2006/main">
            <a:off x="11144250" y="7591425"/>
            <a:ext cx="904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650" b="0">
                <a:solidFill>
                  <a:srgbClr val="707C88"/>
                </a:solidFill>
                <a:latin typeface="Arial"/>
                <a:ea typeface="Arial"/>
                <a:cs typeface="Arial"/>
              </a:defRPr>
            </a:defPPr>
            <a:lvl1pPr algn="r">
              <a:defRPr sz="1650" b="0">
                <a:solidFill>
                  <a:srgbClr val="707C88"/>
                </a:solidFill>
                <a:latin typeface="Arial"/>
                <a:ea typeface="Arial"/>
                <a:cs typeface="Arial"/>
              </a:defRPr>
            </a:lvl1pPr>
            <a:lvl2pPr algn="r">
              <a:defRPr sz="1650" b="0">
                <a:solidFill>
                  <a:srgbClr val="707C88"/>
                </a:solidFill>
                <a:latin typeface="Arial"/>
                <a:ea typeface="Arial"/>
                <a:cs typeface="Arial"/>
              </a:defRPr>
            </a:lvl2pPr>
            <a:lvl3pPr algn="r">
              <a:defRPr sz="1650" b="0">
                <a:solidFill>
                  <a:srgbClr val="707C88"/>
                </a:solidFill>
                <a:latin typeface="Arial"/>
                <a:ea typeface="Arial"/>
                <a:cs typeface="Arial"/>
              </a:defRPr>
            </a:lvl3pPr>
            <a:lvl4pPr algn="r">
              <a:defRPr sz="1650" b="0">
                <a:solidFill>
                  <a:srgbClr val="707C88"/>
                </a:solidFill>
                <a:latin typeface="Arial"/>
                <a:ea typeface="Arial"/>
                <a:cs typeface="Arial"/>
              </a:defRPr>
            </a:lvl4pPr>
            <a:lvl5pPr algn="r">
              <a:defRPr sz="1650" b="0">
                <a:solidFill>
                  <a:srgbClr val="707C88"/>
                </a:solidFill>
                <a:latin typeface="Arial"/>
                <a:ea typeface="Arial"/>
                <a:cs typeface="Arial"/>
              </a:defRPr>
            </a:lvl5pPr>
            <a:lvl6pPr algn="r">
              <a:defRPr sz="1650" b="0">
                <a:solidFill>
                  <a:srgbClr val="707C88"/>
                </a:solidFill>
                <a:latin typeface="Arial"/>
                <a:ea typeface="Arial"/>
                <a:cs typeface="Arial"/>
              </a:defRPr>
            </a:lvl6pPr>
            <a:lvl7pPr algn="r">
              <a:defRPr sz="1650" b="0">
                <a:solidFill>
                  <a:srgbClr val="707C88"/>
                </a:solidFill>
                <a:latin typeface="Arial"/>
                <a:ea typeface="Arial"/>
                <a:cs typeface="Arial"/>
              </a:defRPr>
            </a:lvl7pPr>
            <a:lvl8pPr algn="r">
              <a:defRPr sz="1650" b="0">
                <a:solidFill>
                  <a:srgbClr val="707C88"/>
                </a:solidFill>
                <a:latin typeface="Arial"/>
                <a:ea typeface="Arial"/>
                <a:cs typeface="Arial"/>
              </a:defRPr>
            </a:lvl8pPr>
            <a:lvl9pPr algn="r">
              <a:defRPr sz="1650" b="0">
                <a:solidFill>
                  <a:srgbClr val="707C88"/>
                </a:solidFill>
                <a:latin typeface="Arial"/>
                <a:ea typeface="Arial"/>
                <a:cs typeface="Arial"/>
              </a:defRPr>
            </a:lvl9pPr>
          </a:lstStyle>
          <a:p xmlns:a="http://schemas.openxmlformats.org/drawingml/2006/main">
            <a:pPr algn="r">
              <a:defRPr sz="1650" b="0">
                <a:solidFill>
                  <a:srgbClr val="707C88"/>
                </a:solidFill>
                <a:latin typeface="Arial"/>
                <a:ea typeface="Arial"/>
                <a:cs typeface="Arial"/>
              </a:defRPr>
            </a:pPr>
            <a:r>
              <a:rPr sz="1650" b="0">
                <a:solidFill>
                  <a:srgbClr val="707C88"/>
                </a:solidFill>
                <a:latin typeface="Arial"/>
                <a:ea typeface="Arial"/>
                <a:cs typeface="Arial"/>
              </a:rPr>
              <a:t>29 / 33</a:t>
            </a:r>
          </a:p>
        </p:txBody>
      </p:sp>
      <p:sp>
        <p:nvSpPr>
          <p:cNvPr id="26" name="!!nav.prev">
            <ns0:hlinkClick xmlns:ns0="http://schemas.openxmlformats.org/drawingml/2006/main" xmlns:ns1="http://schemas.openxmlformats.org/officeDocument/2006/relationships" ns1:id="rIdNavSlide28" action="ppaction://hlinksldjump" tooltip="Slide 28: Other back-office applications"/>
            <a:extLst xmlns:a="http://schemas.openxmlformats.org/drawingml/2006/main">
              <a:ext uri="{FF2B5EF4-FFF2-40B4-BE49-F238E27FC236}">
                <a16:creationId xmlns:a16="http://schemas.microsoft.com/office/drawing/2014/main" id="{CFC57306-432C-40AA-B343-64F369229D52}"/>
              </a:ext>
            </a:extLst>
          </p:cNvPr>
          <p:cNvSpPr>
            <a:spLocks xmlns:a="http://schemas.openxmlformats.org/drawingml/2006/main" noGrp="1"/>
          </p:cNvSpPr>
          <p:nvPr/>
        </p:nvSpPr>
        <p:spPr>
          <a:xfrm xmlns:a="http://schemas.openxmlformats.org/drawingml/2006/main">
            <a:off x="12287250" y="7496175"/>
            <a:ext cx="1047750" cy="4572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725" b="1">
                <a:solidFill>
                  <a:srgbClr val="005A9C"/>
                </a:solidFill>
                <a:latin typeface="Arial"/>
                <a:ea typeface="Arial"/>
                <a:cs typeface="Arial"/>
              </a:defRPr>
            </a:defPPr>
            <a:lvl1pPr algn="ctr">
              <a:defRPr sz="1725" b="1">
                <a:solidFill>
                  <a:srgbClr val="005A9C"/>
                </a:solidFill>
                <a:latin typeface="Arial"/>
                <a:ea typeface="Arial"/>
                <a:cs typeface="Arial"/>
              </a:defRPr>
            </a:lvl1pPr>
            <a:lvl2pPr algn="ctr">
              <a:defRPr sz="1725" b="1">
                <a:solidFill>
                  <a:srgbClr val="005A9C"/>
                </a:solidFill>
                <a:latin typeface="Arial"/>
                <a:ea typeface="Arial"/>
                <a:cs typeface="Arial"/>
              </a:defRPr>
            </a:lvl2pPr>
            <a:lvl3pPr algn="ctr">
              <a:defRPr sz="1725" b="1">
                <a:solidFill>
                  <a:srgbClr val="005A9C"/>
                </a:solidFill>
                <a:latin typeface="Arial"/>
                <a:ea typeface="Arial"/>
                <a:cs typeface="Arial"/>
              </a:defRPr>
            </a:lvl3pPr>
            <a:lvl4pPr algn="ctr">
              <a:defRPr sz="1725" b="1">
                <a:solidFill>
                  <a:srgbClr val="005A9C"/>
                </a:solidFill>
                <a:latin typeface="Arial"/>
                <a:ea typeface="Arial"/>
                <a:cs typeface="Arial"/>
              </a:defRPr>
            </a:lvl4pPr>
            <a:lvl5pPr algn="ctr">
              <a:defRPr sz="1725" b="1">
                <a:solidFill>
                  <a:srgbClr val="005A9C"/>
                </a:solidFill>
                <a:latin typeface="Arial"/>
                <a:ea typeface="Arial"/>
                <a:cs typeface="Arial"/>
              </a:defRPr>
            </a:lvl5pPr>
            <a:lvl6pPr algn="ctr">
              <a:defRPr sz="1725" b="1">
                <a:solidFill>
                  <a:srgbClr val="005A9C"/>
                </a:solidFill>
                <a:latin typeface="Arial"/>
                <a:ea typeface="Arial"/>
                <a:cs typeface="Arial"/>
              </a:defRPr>
            </a:lvl6pPr>
            <a:lvl7pPr algn="ctr">
              <a:defRPr sz="1725" b="1">
                <a:solidFill>
                  <a:srgbClr val="005A9C"/>
                </a:solidFill>
                <a:latin typeface="Arial"/>
                <a:ea typeface="Arial"/>
                <a:cs typeface="Arial"/>
              </a:defRPr>
            </a:lvl7pPr>
            <a:lvl8pPr algn="ctr">
              <a:defRPr sz="1725" b="1">
                <a:solidFill>
                  <a:srgbClr val="005A9C"/>
                </a:solidFill>
                <a:latin typeface="Arial"/>
                <a:ea typeface="Arial"/>
                <a:cs typeface="Arial"/>
              </a:defRPr>
            </a:lvl8pPr>
            <a:lvl9pPr algn="ctr">
              <a:defRPr sz="1725" b="1">
                <a:solidFill>
                  <a:srgbClr val="005A9C"/>
                </a:solidFill>
                <a:latin typeface="Arial"/>
                <a:ea typeface="Arial"/>
                <a:cs typeface="Arial"/>
              </a:defRPr>
            </a:lvl9pPr>
          </a:lstStyle>
          <a:p xmlns:a="http://schemas.openxmlformats.org/drawingml/2006/main">
            <a:pPr algn="ctr">
              <a:defRPr sz="1725" b="1">
                <a:solidFill>
                  <a:srgbClr val="005A9C"/>
                </a:solidFill>
                <a:latin typeface="Arial"/>
                <a:ea typeface="Arial"/>
                <a:cs typeface="Arial"/>
              </a:defRPr>
            </a:pPr>
            <a:r>
              <a:rPr sz="1725" b="1">
                <a:solidFill>
                  <a:srgbClr val="005A9C"/>
                </a:solidFill>
                <a:latin typeface="Arial"/>
                <a:ea typeface="Arial"/>
                <a:cs typeface="Arial"/>
              </a:rPr>
              <a:t>Back</a:t>
            </a:r>
          </a:p>
        </p:txBody>
      </p:sp>
      <p:sp>
        <p:nvSpPr>
          <p:cNvPr id="27" name="!!nav.next">
            <ns0:hlinkClick xmlns:ns0="http://schemas.openxmlformats.org/drawingml/2006/main" xmlns:ns1="http://schemas.openxmlformats.org/officeDocument/2006/relationships" ns1:id="rIdNavSlide30" action="ppaction://hlinksldjump" tooltip="Slide 30: Two information flows across the firm"/>
            <a:extLst xmlns:a="http://schemas.openxmlformats.org/drawingml/2006/main">
              <a:ext uri="{FF2B5EF4-FFF2-40B4-BE49-F238E27FC236}">
                <a16:creationId xmlns:a16="http://schemas.microsoft.com/office/drawing/2014/main" id="{788A442F-FE47-4F72-8CB5-742AF93A87AE}"/>
              </a:ext>
            </a:extLst>
          </p:cNvPr>
          <p:cNvSpPr>
            <a:spLocks xmlns:a="http://schemas.openxmlformats.org/drawingml/2006/main" noGrp="1"/>
          </p:cNvSpPr>
          <p:nvPr/>
        </p:nvSpPr>
        <p:spPr>
          <a:xfrm xmlns:a="http://schemas.openxmlformats.org/drawingml/2006/main">
            <a:off x="13506450" y="7496175"/>
            <a:ext cx="1085850" cy="45720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725" b="1">
                <a:solidFill>
                  <a:srgbClr val="FFFFFF"/>
                </a:solidFill>
                <a:latin typeface="Arial"/>
                <a:ea typeface="Arial"/>
                <a:cs typeface="Arial"/>
              </a:defRPr>
            </a:defPPr>
            <a:lvl1pPr algn="ctr">
              <a:defRPr sz="1725" b="1">
                <a:solidFill>
                  <a:srgbClr val="FFFFFF"/>
                </a:solidFill>
                <a:latin typeface="Arial"/>
                <a:ea typeface="Arial"/>
                <a:cs typeface="Arial"/>
              </a:defRPr>
            </a:lvl1pPr>
            <a:lvl2pPr algn="ctr">
              <a:defRPr sz="1725" b="1">
                <a:solidFill>
                  <a:srgbClr val="FFFFFF"/>
                </a:solidFill>
                <a:latin typeface="Arial"/>
                <a:ea typeface="Arial"/>
                <a:cs typeface="Arial"/>
              </a:defRPr>
            </a:lvl2pPr>
            <a:lvl3pPr algn="ctr">
              <a:defRPr sz="1725" b="1">
                <a:solidFill>
                  <a:srgbClr val="FFFFFF"/>
                </a:solidFill>
                <a:latin typeface="Arial"/>
                <a:ea typeface="Arial"/>
                <a:cs typeface="Arial"/>
              </a:defRPr>
            </a:lvl3pPr>
            <a:lvl4pPr algn="ctr">
              <a:defRPr sz="1725" b="1">
                <a:solidFill>
                  <a:srgbClr val="FFFFFF"/>
                </a:solidFill>
                <a:latin typeface="Arial"/>
                <a:ea typeface="Arial"/>
                <a:cs typeface="Arial"/>
              </a:defRPr>
            </a:lvl4pPr>
            <a:lvl5pPr algn="ctr">
              <a:defRPr sz="1725" b="1">
                <a:solidFill>
                  <a:srgbClr val="FFFFFF"/>
                </a:solidFill>
                <a:latin typeface="Arial"/>
                <a:ea typeface="Arial"/>
                <a:cs typeface="Arial"/>
              </a:defRPr>
            </a:lvl5pPr>
            <a:lvl6pPr algn="ctr">
              <a:defRPr sz="1725" b="1">
                <a:solidFill>
                  <a:srgbClr val="FFFFFF"/>
                </a:solidFill>
                <a:latin typeface="Arial"/>
                <a:ea typeface="Arial"/>
                <a:cs typeface="Arial"/>
              </a:defRPr>
            </a:lvl6pPr>
            <a:lvl7pPr algn="ctr">
              <a:defRPr sz="1725" b="1">
                <a:solidFill>
                  <a:srgbClr val="FFFFFF"/>
                </a:solidFill>
                <a:latin typeface="Arial"/>
                <a:ea typeface="Arial"/>
                <a:cs typeface="Arial"/>
              </a:defRPr>
            </a:lvl7pPr>
            <a:lvl8pPr algn="ctr">
              <a:defRPr sz="1725" b="1">
                <a:solidFill>
                  <a:srgbClr val="FFFFFF"/>
                </a:solidFill>
                <a:latin typeface="Arial"/>
                <a:ea typeface="Arial"/>
                <a:cs typeface="Arial"/>
              </a:defRPr>
            </a:lvl8pPr>
            <a:lvl9pPr algn="ctr">
              <a:defRPr sz="1725" b="1">
                <a:solidFill>
                  <a:srgbClr val="FFFFFF"/>
                </a:solidFill>
                <a:latin typeface="Arial"/>
                <a:ea typeface="Arial"/>
                <a:cs typeface="Arial"/>
              </a:defRPr>
            </a:lvl9pPr>
          </a:lstStyle>
          <a:p xmlns:a="http://schemas.openxmlformats.org/drawingml/2006/main">
            <a:pPr algn="ctr">
              <a:defRPr sz="1725" b="1">
                <a:solidFill>
                  <a:srgbClr val="FFFFFF"/>
                </a:solidFill>
                <a:latin typeface="Arial"/>
                <a:ea typeface="Arial"/>
                <a:cs typeface="Arial"/>
              </a:defRPr>
            </a:pPr>
            <a:r>
              <a:rPr sz="1725" b="1">
                <a:solidFill>
                  <a:srgbClr val="FFFFFF"/>
                </a:solidFill>
                <a:latin typeface="Arial"/>
                <a:ea typeface="Arial"/>
                <a:cs typeface="Arial"/>
              </a:rPr>
              <a:t>Next</a:t>
            </a:r>
          </a:p>
        </p:txBody>
      </p:sp>
      <p:sp>
        <p:nvSpPr>
          <p:cNvPr id="28" name="!!footer.rule">
            <a:extLst xmlns:a="http://schemas.openxmlformats.org/drawingml/2006/main">
              <a:ext uri="{FF2B5EF4-FFF2-40B4-BE49-F238E27FC236}">
                <a16:creationId xmlns:a16="http://schemas.microsoft.com/office/drawing/2014/main" id="{40BB7895-36E0-4CB2-AC4A-493FB83E8594}"/>
              </a:ext>
            </a:extLst>
          </p:cNvPr>
          <p:cNvSpPr>
            <a:spLocks xmlns:a="http://schemas.openxmlformats.org/drawingml/2006/main" noGrp="1"/>
          </p:cNvSpPr>
          <p:nvPr/>
        </p:nvSpPr>
        <p:spPr>
          <a:xfrm xmlns:a="http://schemas.openxmlformats.org/drawingml/2006/main" flipH="0" flipV="0">
            <a:off x="647700" y="8134350"/>
            <a:ext cx="13944600" cy="953"/>
          </a:xfrm>
          <a:prstGeom xmlns:a="http://schemas.openxmlformats.org/drawingml/2006/main" prst="line">
            <a:avLst/>
          </a:prstGeom>
          <a:noFill xmlns:a="http://schemas.openxmlformats.org/drawingml/2006/main"/>
          <a:ln xmlns:a="http://schemas.openxmlformats.org/drawingml/2006/main" w="9525">
            <a:solidFill>
              <a:srgbClr val="BCC6CF"/>
            </a:solidFill>
            <a:prstDash val="solid"/>
          </a:ln>
        </p:spPr>
      </p:sp>
      <p:sp>
        <p:nvSpPr>
          <p:cNvPr id="29" name="!!source">
            <a:extLst xmlns:a="http://schemas.openxmlformats.org/drawingml/2006/main">
              <a:ext uri="{FF2B5EF4-FFF2-40B4-BE49-F238E27FC236}">
                <a16:creationId xmlns:a16="http://schemas.microsoft.com/office/drawing/2014/main" id="{3693606A-57C5-4DD6-9A5C-D64447D5BF8F}"/>
              </a:ext>
            </a:extLst>
          </p:cNvPr>
          <p:cNvSpPr>
            <a:spLocks xmlns:a="http://schemas.openxmlformats.org/drawingml/2006/main" noGrp="1"/>
          </p:cNvSpPr>
          <p:nvPr/>
        </p:nvSpPr>
        <p:spPr>
          <a:xfrm xmlns:a="http://schemas.openxmlformats.org/drawingml/2006/main">
            <a:off x="647700" y="8267700"/>
            <a:ext cx="13944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707C88"/>
                </a:solidFill>
                <a:latin typeface="Arial"/>
                <a:ea typeface="Arial"/>
                <a:cs typeface="Arial"/>
              </a:defRPr>
            </a:defPPr>
            <a:lvl1pPr algn="l">
              <a:defRPr sz="1050" b="0">
                <a:solidFill>
                  <a:srgbClr val="707C88"/>
                </a:solidFill>
                <a:latin typeface="Arial"/>
                <a:ea typeface="Arial"/>
                <a:cs typeface="Arial"/>
              </a:defRPr>
            </a:lvl1pPr>
            <a:lvl2pPr algn="l">
              <a:defRPr sz="1050" b="0">
                <a:solidFill>
                  <a:srgbClr val="707C88"/>
                </a:solidFill>
                <a:latin typeface="Arial"/>
                <a:ea typeface="Arial"/>
                <a:cs typeface="Arial"/>
              </a:defRPr>
            </a:lvl2pPr>
            <a:lvl3pPr algn="l">
              <a:defRPr sz="1050" b="0">
                <a:solidFill>
                  <a:srgbClr val="707C88"/>
                </a:solidFill>
                <a:latin typeface="Arial"/>
                <a:ea typeface="Arial"/>
                <a:cs typeface="Arial"/>
              </a:defRPr>
            </a:lvl3pPr>
            <a:lvl4pPr algn="l">
              <a:defRPr sz="1050" b="0">
                <a:solidFill>
                  <a:srgbClr val="707C88"/>
                </a:solidFill>
                <a:latin typeface="Arial"/>
                <a:ea typeface="Arial"/>
                <a:cs typeface="Arial"/>
              </a:defRPr>
            </a:lvl4pPr>
            <a:lvl5pPr algn="l">
              <a:defRPr sz="1050" b="0">
                <a:solidFill>
                  <a:srgbClr val="707C88"/>
                </a:solidFill>
                <a:latin typeface="Arial"/>
                <a:ea typeface="Arial"/>
                <a:cs typeface="Arial"/>
              </a:defRPr>
            </a:lvl5pPr>
            <a:lvl6pPr algn="l">
              <a:defRPr sz="1050" b="0">
                <a:solidFill>
                  <a:srgbClr val="707C88"/>
                </a:solidFill>
                <a:latin typeface="Arial"/>
                <a:ea typeface="Arial"/>
                <a:cs typeface="Arial"/>
              </a:defRPr>
            </a:lvl6pPr>
            <a:lvl7pPr algn="l">
              <a:defRPr sz="1050" b="0">
                <a:solidFill>
                  <a:srgbClr val="707C88"/>
                </a:solidFill>
                <a:latin typeface="Arial"/>
                <a:ea typeface="Arial"/>
                <a:cs typeface="Arial"/>
              </a:defRPr>
            </a:lvl7pPr>
            <a:lvl8pPr algn="l">
              <a:defRPr sz="1050" b="0">
                <a:solidFill>
                  <a:srgbClr val="707C88"/>
                </a:solidFill>
                <a:latin typeface="Arial"/>
                <a:ea typeface="Arial"/>
                <a:cs typeface="Arial"/>
              </a:defRPr>
            </a:lvl8pPr>
            <a:lvl9pPr algn="l">
              <a:defRPr sz="1050" b="0">
                <a:solidFill>
                  <a:srgbClr val="707C88"/>
                </a:solidFill>
                <a:latin typeface="Arial"/>
                <a:ea typeface="Arial"/>
                <a:cs typeface="Arial"/>
              </a:defRPr>
            </a:lvl9pPr>
          </a:lstStyle>
          <a:p xmlns:a="http://schemas.openxmlformats.org/drawingml/2006/main">
            <a:pPr algn="l">
              <a:defRPr sz="1050" b="0">
                <a:solidFill>
                  <a:srgbClr val="707C88"/>
                </a:solidFill>
                <a:latin typeface="Arial"/>
                <a:ea typeface="Arial"/>
                <a:cs typeface="Arial"/>
              </a:defRPr>
            </a:pPr>
            <a:r>
              <a:rPr sz="1050" b="0">
                <a:solidFill>
                  <a:srgbClr val="707C88"/>
                </a:solidFill>
                <a:latin typeface="Arial"/>
                <a:ea typeface="Arial"/>
                <a:cs typeface="Arial"/>
              </a:rPr>
              <a:t>Sources: Tianhong; Southern; Penghua; China Universal; ICBCUBS; E Fund</a:t>
            </a:r>
          </a:p>
        </p:txBody>
      </p:sp>
      <p:sp>
        <p:nvSpPr>
          <p:cNvPr id="30" name="!!recommend.head">
            <a:extLst xmlns:a="http://schemas.openxmlformats.org/drawingml/2006/main">
              <a:ext uri="{FF2B5EF4-FFF2-40B4-BE49-F238E27FC236}">
                <a16:creationId xmlns:a16="http://schemas.microsoft.com/office/drawing/2014/main" id="{665C56B3-05E8-4D81-997D-5E462AEFF4CB}"/>
              </a:ext>
            </a:extLst>
          </p:cNvPr>
          <p:cNvSpPr>
            <a:spLocks xmlns:a="http://schemas.openxmlformats.org/drawingml/2006/main" noGrp="1"/>
          </p:cNvSpPr>
          <p:nvPr/>
        </p:nvSpPr>
        <p:spPr>
          <a:xfrm xmlns:a="http://schemas.openxmlformats.org/drawingml/2006/main">
            <a:off x="647700" y="6562725"/>
            <a:ext cx="13944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5A9C"/>
                </a:solidFill>
                <a:latin typeface="Arial"/>
                <a:ea typeface="Arial"/>
                <a:cs typeface="Arial"/>
              </a:defRPr>
            </a:defPPr>
            <a:lvl1pPr algn="l">
              <a:defRPr sz="2400" b="1">
                <a:solidFill>
                  <a:srgbClr val="005A9C"/>
                </a:solidFill>
                <a:latin typeface="Arial"/>
                <a:ea typeface="Arial"/>
                <a:cs typeface="Arial"/>
              </a:defRPr>
            </a:lvl1pPr>
            <a:lvl2pPr algn="l">
              <a:defRPr sz="2400" b="1">
                <a:solidFill>
                  <a:srgbClr val="005A9C"/>
                </a:solidFill>
                <a:latin typeface="Arial"/>
                <a:ea typeface="Arial"/>
                <a:cs typeface="Arial"/>
              </a:defRPr>
            </a:lvl2pPr>
            <a:lvl3pPr algn="l">
              <a:defRPr sz="2400" b="1">
                <a:solidFill>
                  <a:srgbClr val="005A9C"/>
                </a:solidFill>
                <a:latin typeface="Arial"/>
                <a:ea typeface="Arial"/>
                <a:cs typeface="Arial"/>
              </a:defRPr>
            </a:lvl3pPr>
            <a:lvl4pPr algn="l">
              <a:defRPr sz="2400" b="1">
                <a:solidFill>
                  <a:srgbClr val="005A9C"/>
                </a:solidFill>
                <a:latin typeface="Arial"/>
                <a:ea typeface="Arial"/>
                <a:cs typeface="Arial"/>
              </a:defRPr>
            </a:lvl4pPr>
            <a:lvl5pPr algn="l">
              <a:defRPr sz="2400" b="1">
                <a:solidFill>
                  <a:srgbClr val="005A9C"/>
                </a:solidFill>
                <a:latin typeface="Arial"/>
                <a:ea typeface="Arial"/>
                <a:cs typeface="Arial"/>
              </a:defRPr>
            </a:lvl5pPr>
            <a:lvl6pPr algn="l">
              <a:defRPr sz="2400" b="1">
                <a:solidFill>
                  <a:srgbClr val="005A9C"/>
                </a:solidFill>
                <a:latin typeface="Arial"/>
                <a:ea typeface="Arial"/>
                <a:cs typeface="Arial"/>
              </a:defRPr>
            </a:lvl6pPr>
            <a:lvl7pPr algn="l">
              <a:defRPr sz="2400" b="1">
                <a:solidFill>
                  <a:srgbClr val="005A9C"/>
                </a:solidFill>
                <a:latin typeface="Arial"/>
                <a:ea typeface="Arial"/>
                <a:cs typeface="Arial"/>
              </a:defRPr>
            </a:lvl7pPr>
            <a:lvl8pPr algn="l">
              <a:defRPr sz="2400" b="1">
                <a:solidFill>
                  <a:srgbClr val="005A9C"/>
                </a:solidFill>
                <a:latin typeface="Arial"/>
                <a:ea typeface="Arial"/>
                <a:cs typeface="Arial"/>
              </a:defRPr>
            </a:lvl8pPr>
            <a:lvl9pPr algn="l">
              <a:defRPr sz="2400" b="1">
                <a:solidFill>
                  <a:srgbClr val="005A9C"/>
                </a:solidFill>
                <a:latin typeface="Arial"/>
                <a:ea typeface="Arial"/>
                <a:cs typeface="Arial"/>
              </a:defRPr>
            </a:lvl9pPr>
          </a:lstStyle>
          <a:p xmlns:a="http://schemas.openxmlformats.org/drawingml/2006/main">
            <a:pPr algn="l">
              <a:defRPr sz="2400" b="1">
                <a:solidFill>
                  <a:srgbClr val="005A9C"/>
                </a:solidFill>
                <a:latin typeface="Arial"/>
                <a:ea typeface="Arial"/>
                <a:cs typeface="Arial"/>
              </a:defRPr>
            </a:pPr>
            <a:r>
              <a:rPr sz="2400" b="1">
                <a:solidFill>
                  <a:srgbClr val="005A9C"/>
                </a:solidFill>
                <a:latin typeface="Arial"/>
                <a:ea typeface="Arial"/>
                <a:cs typeface="Arial"/>
              </a:rPr>
              <a:t>Seven applications, with a clear result for each user</a:t>
            </a:r>
          </a:p>
        </p:txBody>
      </p:sp>
      <p:sp>
        <p:nvSpPr>
          <p:cNvPr id="31" name="!!recommend.body">
            <a:extLst xmlns:a="http://schemas.openxmlformats.org/drawingml/2006/main">
              <a:ext uri="{FF2B5EF4-FFF2-40B4-BE49-F238E27FC236}">
                <a16:creationId xmlns:a16="http://schemas.microsoft.com/office/drawing/2014/main" id="{85205C78-55C3-49C1-9534-4FA889F72AB5}"/>
              </a:ext>
            </a:extLst>
          </p:cNvPr>
          <p:cNvSpPr>
            <a:spLocks xmlns:a="http://schemas.openxmlformats.org/drawingml/2006/main" noGrp="1"/>
          </p:cNvSpPr>
          <p:nvPr/>
        </p:nvSpPr>
        <p:spPr>
          <a:xfrm xmlns:a="http://schemas.openxmlformats.org/drawingml/2006/main">
            <a:off x="647700" y="7077075"/>
            <a:ext cx="139446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005A9C"/>
                </a:solidFill>
                <a:latin typeface="Arial"/>
                <a:ea typeface="Arial"/>
                <a:cs typeface="Arial"/>
              </a:defRPr>
            </a:defPPr>
            <a:lvl1pPr algn="l">
              <a:defRPr sz="2175" b="0">
                <a:solidFill>
                  <a:srgbClr val="005A9C"/>
                </a:solidFill>
                <a:latin typeface="Arial"/>
                <a:ea typeface="Arial"/>
                <a:cs typeface="Arial"/>
              </a:defRPr>
            </a:lvl1pPr>
            <a:lvl2pPr algn="l">
              <a:defRPr sz="2175" b="0">
                <a:solidFill>
                  <a:srgbClr val="005A9C"/>
                </a:solidFill>
                <a:latin typeface="Arial"/>
                <a:ea typeface="Arial"/>
                <a:cs typeface="Arial"/>
              </a:defRPr>
            </a:lvl2pPr>
            <a:lvl3pPr algn="l">
              <a:defRPr sz="2175" b="0">
                <a:solidFill>
                  <a:srgbClr val="005A9C"/>
                </a:solidFill>
                <a:latin typeface="Arial"/>
                <a:ea typeface="Arial"/>
                <a:cs typeface="Arial"/>
              </a:defRPr>
            </a:lvl3pPr>
            <a:lvl4pPr algn="l">
              <a:defRPr sz="2175" b="0">
                <a:solidFill>
                  <a:srgbClr val="005A9C"/>
                </a:solidFill>
                <a:latin typeface="Arial"/>
                <a:ea typeface="Arial"/>
                <a:cs typeface="Arial"/>
              </a:defRPr>
            </a:lvl4pPr>
            <a:lvl5pPr algn="l">
              <a:defRPr sz="2175" b="0">
                <a:solidFill>
                  <a:srgbClr val="005A9C"/>
                </a:solidFill>
                <a:latin typeface="Arial"/>
                <a:ea typeface="Arial"/>
                <a:cs typeface="Arial"/>
              </a:defRPr>
            </a:lvl5pPr>
            <a:lvl6pPr algn="l">
              <a:defRPr sz="2175" b="0">
                <a:solidFill>
                  <a:srgbClr val="005A9C"/>
                </a:solidFill>
                <a:latin typeface="Arial"/>
                <a:ea typeface="Arial"/>
                <a:cs typeface="Arial"/>
              </a:defRPr>
            </a:lvl6pPr>
            <a:lvl7pPr algn="l">
              <a:defRPr sz="2175" b="0">
                <a:solidFill>
                  <a:srgbClr val="005A9C"/>
                </a:solidFill>
                <a:latin typeface="Arial"/>
                <a:ea typeface="Arial"/>
                <a:cs typeface="Arial"/>
              </a:defRPr>
            </a:lvl7pPr>
            <a:lvl8pPr algn="l">
              <a:defRPr sz="2175" b="0">
                <a:solidFill>
                  <a:srgbClr val="005A9C"/>
                </a:solidFill>
                <a:latin typeface="Arial"/>
                <a:ea typeface="Arial"/>
                <a:cs typeface="Arial"/>
              </a:defRPr>
            </a:lvl8pPr>
            <a:lvl9pPr algn="l">
              <a:defRPr sz="2175" b="0">
                <a:solidFill>
                  <a:srgbClr val="005A9C"/>
                </a:solidFill>
                <a:latin typeface="Arial"/>
                <a:ea typeface="Arial"/>
                <a:cs typeface="Arial"/>
              </a:defRPr>
            </a:lvl9pPr>
          </a:lstStyle>
          <a:p xmlns:a="http://schemas.openxmlformats.org/drawingml/2006/main">
            <a:pPr algn="l">
              <a:defRPr sz="2175" b="0">
                <a:solidFill>
                  <a:srgbClr val="005A9C"/>
                </a:solidFill>
                <a:latin typeface="Arial"/>
                <a:ea typeface="Arial"/>
                <a:cs typeface="Arial"/>
              </a:defRPr>
            </a:pPr>
            <a:r>
              <a:rPr sz="2175" b="0">
                <a:solidFill>
                  <a:srgbClr val="005A9C"/>
                </a:solidFill>
                <a:latin typeface="Arial"/>
                <a:ea typeface="Arial"/>
                <a:cs typeface="Arial"/>
              </a:rPr>
              <a:t>LLMs assist with reading, comparison and drafting. People check the results and exercise judgment.</a:t>
            </a:r>
          </a:p>
        </p:txBody>
      </p:sp>
      <p:sp>
        <p:nvSpPr>
          <p:cNvPr id="33" name="!!story.header.issuer.bar">
            <a:extLst xmlns:a="http://schemas.openxmlformats.org/drawingml/2006/main">
              <a:ext uri="{FF2B5EF4-FFF2-40B4-BE49-F238E27FC236}">
                <a16:creationId xmlns:a16="http://schemas.microsoft.com/office/drawing/2014/main" id="{EE2EFA86-44C3-47BD-B90D-486B190E7782}"/>
              </a:ext>
            </a:extLst>
          </p:cNvPr>
          <p:cNvSpPr>
            <a:spLocks xmlns:a="http://schemas.openxmlformats.org/drawingml/2006/main" noGrp="1"/>
          </p:cNvSpPr>
          <p:nvPr/>
        </p:nvSpPr>
        <p:spPr>
          <a:xfrm xmlns:a="http://schemas.openxmlformats.org/drawingml/2006/main">
            <a:off x="10525125" y="1247775"/>
            <a:ext cx="47625" cy="238125"/>
          </a:xfrm>
          <a:prstGeom xmlns:a="http://schemas.openxmlformats.org/drawingml/2006/main" prst="rect">
            <a:avLst/>
          </a:prstGeom>
          <a:solidFill xmlns:a="http://schemas.openxmlformats.org/drawingml/2006/main">
            <a:srgbClr val="317F7B"/>
          </a:solidFill>
          <a:ln xmlns:a="http://schemas.openxmlformats.org/drawingml/2006/main" w="0">
            <a:noFill/>
          </a:ln>
        </p:spPr>
      </p:sp>
      <p:sp>
        <p:nvSpPr>
          <p:cNvPr id="34" name="!!story.header.issuer.name">
            <a:extLst xmlns:a="http://schemas.openxmlformats.org/drawingml/2006/main">
              <a:ext uri="{FF2B5EF4-FFF2-40B4-BE49-F238E27FC236}">
                <a16:creationId xmlns:a16="http://schemas.microsoft.com/office/drawing/2014/main" id="{74399244-9510-45E1-B011-08693DBC2327}"/>
              </a:ext>
            </a:extLst>
          </p:cNvPr>
          <p:cNvSpPr>
            <a:spLocks xmlns:a="http://schemas.openxmlformats.org/drawingml/2006/main" noGrp="1"/>
          </p:cNvSpPr>
          <p:nvPr/>
        </p:nvSpPr>
        <p:spPr>
          <a:xfrm xmlns:a="http://schemas.openxmlformats.org/drawingml/2006/main">
            <a:off x="10658475" y="1190625"/>
            <a:ext cx="12668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317F7B"/>
                </a:solidFill>
                <a:latin typeface="Arial"/>
                <a:ea typeface="Arial"/>
                <a:cs typeface="Arial"/>
              </a:defRPr>
            </a:defPPr>
            <a:lvl1pPr algn="l">
              <a:defRPr sz="1650" b="1">
                <a:solidFill>
                  <a:srgbClr val="317F7B"/>
                </a:solidFill>
                <a:latin typeface="Arial"/>
                <a:ea typeface="Arial"/>
                <a:cs typeface="Arial"/>
              </a:defRPr>
            </a:lvl1pPr>
            <a:lvl2pPr algn="l">
              <a:defRPr sz="1650" b="1">
                <a:solidFill>
                  <a:srgbClr val="317F7B"/>
                </a:solidFill>
                <a:latin typeface="Arial"/>
                <a:ea typeface="Arial"/>
                <a:cs typeface="Arial"/>
              </a:defRPr>
            </a:lvl2pPr>
            <a:lvl3pPr algn="l">
              <a:defRPr sz="1650" b="1">
                <a:solidFill>
                  <a:srgbClr val="317F7B"/>
                </a:solidFill>
                <a:latin typeface="Arial"/>
                <a:ea typeface="Arial"/>
                <a:cs typeface="Arial"/>
              </a:defRPr>
            </a:lvl3pPr>
            <a:lvl4pPr algn="l">
              <a:defRPr sz="1650" b="1">
                <a:solidFill>
                  <a:srgbClr val="317F7B"/>
                </a:solidFill>
                <a:latin typeface="Arial"/>
                <a:ea typeface="Arial"/>
                <a:cs typeface="Arial"/>
              </a:defRPr>
            </a:lvl4pPr>
            <a:lvl5pPr algn="l">
              <a:defRPr sz="1650" b="1">
                <a:solidFill>
                  <a:srgbClr val="317F7B"/>
                </a:solidFill>
                <a:latin typeface="Arial"/>
                <a:ea typeface="Arial"/>
                <a:cs typeface="Arial"/>
              </a:defRPr>
            </a:lvl5pPr>
            <a:lvl6pPr algn="l">
              <a:defRPr sz="1650" b="1">
                <a:solidFill>
                  <a:srgbClr val="317F7B"/>
                </a:solidFill>
                <a:latin typeface="Arial"/>
                <a:ea typeface="Arial"/>
                <a:cs typeface="Arial"/>
              </a:defRPr>
            </a:lvl6pPr>
            <a:lvl7pPr algn="l">
              <a:defRPr sz="1650" b="1">
                <a:solidFill>
                  <a:srgbClr val="317F7B"/>
                </a:solidFill>
                <a:latin typeface="Arial"/>
                <a:ea typeface="Arial"/>
                <a:cs typeface="Arial"/>
              </a:defRPr>
            </a:lvl7pPr>
            <a:lvl8pPr algn="l">
              <a:defRPr sz="1650" b="1">
                <a:solidFill>
                  <a:srgbClr val="317F7B"/>
                </a:solidFill>
                <a:latin typeface="Arial"/>
                <a:ea typeface="Arial"/>
                <a:cs typeface="Arial"/>
              </a:defRPr>
            </a:lvl8pPr>
            <a:lvl9pPr algn="l">
              <a:defRPr sz="1650" b="1">
                <a:solidFill>
                  <a:srgbClr val="317F7B"/>
                </a:solidFill>
                <a:latin typeface="Arial"/>
                <a:ea typeface="Arial"/>
                <a:cs typeface="Arial"/>
              </a:defRPr>
            </a:lvl9pPr>
          </a:lstStyle>
          <a:p xmlns:a="http://schemas.openxmlformats.org/drawingml/2006/main">
            <a:pPr algn="l">
              <a:defRPr sz="1650" b="1">
                <a:solidFill>
                  <a:srgbClr val="317F7B"/>
                </a:solidFill>
                <a:latin typeface="Arial"/>
                <a:ea typeface="Arial"/>
                <a:cs typeface="Arial"/>
              </a:defRPr>
            </a:pPr>
            <a:r>
              <a:rPr sz="1650" b="1">
                <a:solidFill>
                  <a:srgbClr val="317F7B"/>
                </a:solidFill>
                <a:latin typeface="Arial"/>
                <a:ea typeface="Arial"/>
                <a:cs typeface="Arial"/>
              </a:rPr>
              <a:t>Company A</a:t>
            </a:r>
          </a:p>
        </p:txBody>
      </p:sp>
      <p:sp>
        <p:nvSpPr>
          <p:cNvPr id="35" name="!!story.header.client.bar">
            <a:extLst xmlns:a="http://schemas.openxmlformats.org/drawingml/2006/main">
              <a:ext uri="{FF2B5EF4-FFF2-40B4-BE49-F238E27FC236}">
                <a16:creationId xmlns:a16="http://schemas.microsoft.com/office/drawing/2014/main" id="{3E7A7173-783F-4688-9B36-AAED990A97CC}"/>
              </a:ext>
            </a:extLst>
          </p:cNvPr>
          <p:cNvSpPr>
            <a:spLocks xmlns:a="http://schemas.openxmlformats.org/drawingml/2006/main" noGrp="1"/>
          </p:cNvSpPr>
          <p:nvPr/>
        </p:nvSpPr>
        <p:spPr>
          <a:xfrm xmlns:a="http://schemas.openxmlformats.org/drawingml/2006/main">
            <a:off x="12049125" y="1247775"/>
            <a:ext cx="47625" cy="238125"/>
          </a:xfrm>
          <a:prstGeom xmlns:a="http://schemas.openxmlformats.org/drawingml/2006/main" prst="rect">
            <a:avLst/>
          </a:prstGeom>
          <a:solidFill xmlns:a="http://schemas.openxmlformats.org/drawingml/2006/main">
            <a:srgbClr val="7363A6"/>
          </a:solidFill>
          <a:ln xmlns:a="http://schemas.openxmlformats.org/drawingml/2006/main" w="0">
            <a:noFill/>
          </a:ln>
        </p:spPr>
      </p:sp>
      <p:sp>
        <p:nvSpPr>
          <p:cNvPr id="36" name="!!story.header.client.name">
            <a:extLst xmlns:a="http://schemas.openxmlformats.org/drawingml/2006/main">
              <a:ext uri="{FF2B5EF4-FFF2-40B4-BE49-F238E27FC236}">
                <a16:creationId xmlns:a16="http://schemas.microsoft.com/office/drawing/2014/main" id="{2356AAED-ADA9-43B9-9399-58DDFABA03D7}"/>
              </a:ext>
            </a:extLst>
          </p:cNvPr>
          <p:cNvSpPr>
            <a:spLocks xmlns:a="http://schemas.openxmlformats.org/drawingml/2006/main" noGrp="1"/>
          </p:cNvSpPr>
          <p:nvPr/>
        </p:nvSpPr>
        <p:spPr>
          <a:xfrm xmlns:a="http://schemas.openxmlformats.org/drawingml/2006/main">
            <a:off x="12182475" y="1190625"/>
            <a:ext cx="16478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7363A6"/>
                </a:solidFill>
                <a:latin typeface="Arial"/>
                <a:ea typeface="Arial"/>
                <a:cs typeface="Arial"/>
              </a:defRPr>
            </a:defPPr>
            <a:lvl1pPr algn="l">
              <a:defRPr sz="1650" b="1">
                <a:solidFill>
                  <a:srgbClr val="7363A6"/>
                </a:solidFill>
                <a:latin typeface="Arial"/>
                <a:ea typeface="Arial"/>
                <a:cs typeface="Arial"/>
              </a:defRPr>
            </a:lvl1pPr>
            <a:lvl2pPr algn="l">
              <a:defRPr sz="1650" b="1">
                <a:solidFill>
                  <a:srgbClr val="7363A6"/>
                </a:solidFill>
                <a:latin typeface="Arial"/>
                <a:ea typeface="Arial"/>
                <a:cs typeface="Arial"/>
              </a:defRPr>
            </a:lvl2pPr>
            <a:lvl3pPr algn="l">
              <a:defRPr sz="1650" b="1">
                <a:solidFill>
                  <a:srgbClr val="7363A6"/>
                </a:solidFill>
                <a:latin typeface="Arial"/>
                <a:ea typeface="Arial"/>
                <a:cs typeface="Arial"/>
              </a:defRPr>
            </a:lvl3pPr>
            <a:lvl4pPr algn="l">
              <a:defRPr sz="1650" b="1">
                <a:solidFill>
                  <a:srgbClr val="7363A6"/>
                </a:solidFill>
                <a:latin typeface="Arial"/>
                <a:ea typeface="Arial"/>
                <a:cs typeface="Arial"/>
              </a:defRPr>
            </a:lvl4pPr>
            <a:lvl5pPr algn="l">
              <a:defRPr sz="1650" b="1">
                <a:solidFill>
                  <a:srgbClr val="7363A6"/>
                </a:solidFill>
                <a:latin typeface="Arial"/>
                <a:ea typeface="Arial"/>
                <a:cs typeface="Arial"/>
              </a:defRPr>
            </a:lvl5pPr>
            <a:lvl6pPr algn="l">
              <a:defRPr sz="1650" b="1">
                <a:solidFill>
                  <a:srgbClr val="7363A6"/>
                </a:solidFill>
                <a:latin typeface="Arial"/>
                <a:ea typeface="Arial"/>
                <a:cs typeface="Arial"/>
              </a:defRPr>
            </a:lvl6pPr>
            <a:lvl7pPr algn="l">
              <a:defRPr sz="1650" b="1">
                <a:solidFill>
                  <a:srgbClr val="7363A6"/>
                </a:solidFill>
                <a:latin typeface="Arial"/>
                <a:ea typeface="Arial"/>
                <a:cs typeface="Arial"/>
              </a:defRPr>
            </a:lvl7pPr>
            <a:lvl8pPr algn="l">
              <a:defRPr sz="1650" b="1">
                <a:solidFill>
                  <a:srgbClr val="7363A6"/>
                </a:solidFill>
                <a:latin typeface="Arial"/>
                <a:ea typeface="Arial"/>
                <a:cs typeface="Arial"/>
              </a:defRPr>
            </a:lvl8pPr>
            <a:lvl9pPr algn="l">
              <a:defRPr sz="1650" b="1">
                <a:solidFill>
                  <a:srgbClr val="7363A6"/>
                </a:solidFill>
                <a:latin typeface="Arial"/>
                <a:ea typeface="Arial"/>
                <a:cs typeface="Arial"/>
              </a:defRPr>
            </a:lvl9pPr>
          </a:lstStyle>
          <a:p xmlns:a="http://schemas.openxmlformats.org/drawingml/2006/main">
            <a:pPr algn="l">
              <a:defRPr sz="1650" b="1">
                <a:solidFill>
                  <a:srgbClr val="7363A6"/>
                </a:solidFill>
                <a:latin typeface="Arial"/>
                <a:ea typeface="Arial"/>
                <a:cs typeface="Arial"/>
              </a:defRPr>
            </a:pPr>
            <a:r>
              <a:rPr sz="1650" b="1">
                <a:solidFill>
                  <a:srgbClr val="7363A6"/>
                </a:solidFill>
                <a:latin typeface="Arial"/>
                <a:ea typeface="Arial"/>
                <a:cs typeface="Arial"/>
              </a:rPr>
              <a:t>Client update</a:t>
            </a:r>
          </a:p>
        </p:txBody>
      </p:sp>
    </p:spTree>
    <p:extLst>
      <p:ext uri="{BB962C8B-B14F-4D97-AF65-F5344CB8AC3E}">
        <p14:creationId xmlns:p14="http://schemas.microsoft.com/office/powerpoint/2010/main" val="1701295157"/>
      </p:ext>
    </p:extLst>
  </p:cSld>
  <mc:AlternateContent xmlns:mc="http://schemas.openxmlformats.org/markup-compatibility/2006">
    <mc:Choice xmlns:p159="http://schemas.microsoft.com/office/powerpoint/2015/09/main" Requires="p159">
      <p:transition xmlns:p14="http://schemas.microsoft.com/office/powerpoint/2010/main" spd="med" advClick="1" p14:dur="700">
        <p159:morph option="byObject"/>
      </p:transition>
    </mc:Choice>
    <mc:Fallback>
      <p:transition spd="fast" advClick="1">
        <p:fade/>
      </p:transition>
    </mc:Fallback>
  </mc:AlternateContent>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4" name="!!heading">
            <a:extLst xmlns:a="http://schemas.openxmlformats.org/drawingml/2006/main">
              <a:ext uri="{FF2B5EF4-FFF2-40B4-BE49-F238E27FC236}">
                <a16:creationId xmlns:a16="http://schemas.microsoft.com/office/drawing/2014/main" id="{25D116FF-3E4C-423D-8462-A8620DB5F1FB}"/>
              </a:ext>
            </a:extLst>
          </p:cNvPr>
          <p:cNvSpPr>
            <a:spLocks xmlns:a="http://schemas.openxmlformats.org/drawingml/2006/main" noGrp="1"/>
          </p:cNvSpPr>
          <p:nvPr/>
        </p:nvSpPr>
        <p:spPr>
          <a:xfrm xmlns:a="http://schemas.openxmlformats.org/drawingml/2006/main">
            <a:off x="647700" y="428625"/>
            <a:ext cx="13944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0262C"/>
                </a:solidFill>
                <a:latin typeface="Arial"/>
                <a:ea typeface="Arial"/>
                <a:cs typeface="Arial"/>
              </a:defRPr>
            </a:defPPr>
            <a:lvl1pPr algn="l">
              <a:defRPr sz="3300" b="1">
                <a:solidFill>
                  <a:srgbClr val="20262C"/>
                </a:solidFill>
                <a:latin typeface="Arial"/>
                <a:ea typeface="Arial"/>
                <a:cs typeface="Arial"/>
              </a:defRPr>
            </a:lvl1pPr>
            <a:lvl2pPr algn="l">
              <a:defRPr sz="3300" b="1">
                <a:solidFill>
                  <a:srgbClr val="20262C"/>
                </a:solidFill>
                <a:latin typeface="Arial"/>
                <a:ea typeface="Arial"/>
                <a:cs typeface="Arial"/>
              </a:defRPr>
            </a:lvl2pPr>
            <a:lvl3pPr algn="l">
              <a:defRPr sz="3300" b="1">
                <a:solidFill>
                  <a:srgbClr val="20262C"/>
                </a:solidFill>
                <a:latin typeface="Arial"/>
                <a:ea typeface="Arial"/>
                <a:cs typeface="Arial"/>
              </a:defRPr>
            </a:lvl3pPr>
            <a:lvl4pPr algn="l">
              <a:defRPr sz="3300" b="1">
                <a:solidFill>
                  <a:srgbClr val="20262C"/>
                </a:solidFill>
                <a:latin typeface="Arial"/>
                <a:ea typeface="Arial"/>
                <a:cs typeface="Arial"/>
              </a:defRPr>
            </a:lvl4pPr>
            <a:lvl5pPr algn="l">
              <a:defRPr sz="3300" b="1">
                <a:solidFill>
                  <a:srgbClr val="20262C"/>
                </a:solidFill>
                <a:latin typeface="Arial"/>
                <a:ea typeface="Arial"/>
                <a:cs typeface="Arial"/>
              </a:defRPr>
            </a:lvl5pPr>
            <a:lvl6pPr algn="l">
              <a:defRPr sz="3300" b="1">
                <a:solidFill>
                  <a:srgbClr val="20262C"/>
                </a:solidFill>
                <a:latin typeface="Arial"/>
                <a:ea typeface="Arial"/>
                <a:cs typeface="Arial"/>
              </a:defRPr>
            </a:lvl6pPr>
            <a:lvl7pPr algn="l">
              <a:defRPr sz="3300" b="1">
                <a:solidFill>
                  <a:srgbClr val="20262C"/>
                </a:solidFill>
                <a:latin typeface="Arial"/>
                <a:ea typeface="Arial"/>
                <a:cs typeface="Arial"/>
              </a:defRPr>
            </a:lvl7pPr>
            <a:lvl8pPr algn="l">
              <a:defRPr sz="3300" b="1">
                <a:solidFill>
                  <a:srgbClr val="20262C"/>
                </a:solidFill>
                <a:latin typeface="Arial"/>
                <a:ea typeface="Arial"/>
                <a:cs typeface="Arial"/>
              </a:defRPr>
            </a:lvl8pPr>
            <a:lvl9pPr algn="l">
              <a:defRPr sz="3300" b="1">
                <a:solidFill>
                  <a:srgbClr val="20262C"/>
                </a:solidFill>
                <a:latin typeface="Arial"/>
                <a:ea typeface="Arial"/>
                <a:cs typeface="Arial"/>
              </a:defRPr>
            </a:lvl9pPr>
          </a:lstStyle>
          <a:p xmlns:a="http://schemas.openxmlformats.org/drawingml/2006/main">
            <a:pPr algn="l">
              <a:defRPr sz="3300" b="1">
                <a:solidFill>
                  <a:srgbClr val="20262C"/>
                </a:solidFill>
                <a:latin typeface="Arial"/>
                <a:ea typeface="Arial"/>
                <a:cs typeface="Arial"/>
              </a:defRPr>
            </a:pPr>
            <a:r>
              <a:rPr sz="3300" b="1">
                <a:solidFill>
                  <a:srgbClr val="20262C"/>
                </a:solidFill>
                <a:latin typeface="Arial"/>
                <a:ea typeface="Arial"/>
                <a:cs typeface="Arial"/>
              </a:rPr>
              <a:t>Two information flows across the firm</a:t>
            </a:r>
          </a:p>
        </p:txBody>
      </p:sp>
      <p:sp>
        <p:nvSpPr>
          <p:cNvPr id="2" name="!!subtitle">
            <a:extLst xmlns:a="http://schemas.openxmlformats.org/drawingml/2006/main">
              <a:ext uri="{FF2B5EF4-FFF2-40B4-BE49-F238E27FC236}">
                <a16:creationId xmlns:a16="http://schemas.microsoft.com/office/drawing/2014/main" id="{800A7777-B364-4671-9291-9DFB7ECF1434}"/>
              </a:ext>
            </a:extLst>
          </p:cNvPr>
          <p:cNvSpPr>
            <a:spLocks xmlns:a="http://schemas.openxmlformats.org/drawingml/2006/main" noGrp="1"/>
          </p:cNvSpPr>
          <p:nvPr/>
        </p:nvSpPr>
        <p:spPr>
          <a:xfrm xmlns:a="http://schemas.openxmlformats.org/drawingml/2006/main">
            <a:off x="647700" y="1190625"/>
            <a:ext cx="139446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05A9C"/>
                </a:solidFill>
                <a:latin typeface="Arial"/>
                <a:ea typeface="Arial"/>
                <a:cs typeface="Arial"/>
              </a:defRPr>
            </a:defPPr>
            <a:lvl1pPr algn="l">
              <a:defRPr sz="1875" b="0">
                <a:solidFill>
                  <a:srgbClr val="005A9C"/>
                </a:solidFill>
                <a:latin typeface="Arial"/>
                <a:ea typeface="Arial"/>
                <a:cs typeface="Arial"/>
              </a:defRPr>
            </a:lvl1pPr>
            <a:lvl2pPr algn="l">
              <a:defRPr sz="1875" b="0">
                <a:solidFill>
                  <a:srgbClr val="005A9C"/>
                </a:solidFill>
                <a:latin typeface="Arial"/>
                <a:ea typeface="Arial"/>
                <a:cs typeface="Arial"/>
              </a:defRPr>
            </a:lvl2pPr>
            <a:lvl3pPr algn="l">
              <a:defRPr sz="1875" b="0">
                <a:solidFill>
                  <a:srgbClr val="005A9C"/>
                </a:solidFill>
                <a:latin typeface="Arial"/>
                <a:ea typeface="Arial"/>
                <a:cs typeface="Arial"/>
              </a:defRPr>
            </a:lvl3pPr>
            <a:lvl4pPr algn="l">
              <a:defRPr sz="1875" b="0">
                <a:solidFill>
                  <a:srgbClr val="005A9C"/>
                </a:solidFill>
                <a:latin typeface="Arial"/>
                <a:ea typeface="Arial"/>
                <a:cs typeface="Arial"/>
              </a:defRPr>
            </a:lvl4pPr>
            <a:lvl5pPr algn="l">
              <a:defRPr sz="1875" b="0">
                <a:solidFill>
                  <a:srgbClr val="005A9C"/>
                </a:solidFill>
                <a:latin typeface="Arial"/>
                <a:ea typeface="Arial"/>
                <a:cs typeface="Arial"/>
              </a:defRPr>
            </a:lvl5pPr>
            <a:lvl6pPr algn="l">
              <a:defRPr sz="1875" b="0">
                <a:solidFill>
                  <a:srgbClr val="005A9C"/>
                </a:solidFill>
                <a:latin typeface="Arial"/>
                <a:ea typeface="Arial"/>
                <a:cs typeface="Arial"/>
              </a:defRPr>
            </a:lvl6pPr>
            <a:lvl7pPr algn="l">
              <a:defRPr sz="1875" b="0">
                <a:solidFill>
                  <a:srgbClr val="005A9C"/>
                </a:solidFill>
                <a:latin typeface="Arial"/>
                <a:ea typeface="Arial"/>
                <a:cs typeface="Arial"/>
              </a:defRPr>
            </a:lvl7pPr>
            <a:lvl8pPr algn="l">
              <a:defRPr sz="1875" b="0">
                <a:solidFill>
                  <a:srgbClr val="005A9C"/>
                </a:solidFill>
                <a:latin typeface="Arial"/>
                <a:ea typeface="Arial"/>
                <a:cs typeface="Arial"/>
              </a:defRPr>
            </a:lvl8pPr>
            <a:lvl9pPr algn="l">
              <a:defRPr sz="1875" b="0">
                <a:solidFill>
                  <a:srgbClr val="005A9C"/>
                </a:solidFill>
                <a:latin typeface="Arial"/>
                <a:ea typeface="Arial"/>
                <a:cs typeface="Arial"/>
              </a:defRPr>
            </a:lvl9pPr>
          </a:lstStyle>
          <a:p xmlns:a="http://schemas.openxmlformats.org/drawingml/2006/main">
            <a:pPr algn="l">
              <a:defRPr sz="1875" b="0">
                <a:solidFill>
                  <a:srgbClr val="005A9C"/>
                </a:solidFill>
                <a:latin typeface="Arial"/>
                <a:ea typeface="Arial"/>
                <a:cs typeface="Arial"/>
              </a:defRPr>
            </a:pPr>
            <a:r>
              <a:rPr sz="1875" b="0">
                <a:solidFill>
                  <a:srgbClr val="005A9C"/>
                </a:solidFill>
                <a:latin typeface="Arial"/>
                <a:ea typeface="Arial"/>
                <a:cs typeface="Arial"/>
              </a:rPr>
              <a:t>Cross-team collaboration</a:t>
            </a:r>
          </a:p>
        </p:txBody>
      </p:sp>
      <p:sp>
        <p:nvSpPr>
          <p:cNvPr id="3" name="!!heading.rule">
            <a:extLst xmlns:a="http://schemas.openxmlformats.org/drawingml/2006/main">
              <a:ext uri="{FF2B5EF4-FFF2-40B4-BE49-F238E27FC236}">
                <a16:creationId xmlns:a16="http://schemas.microsoft.com/office/drawing/2014/main" id="{E5D16EA5-AB4B-4EEF-BB5A-F22377765891}"/>
              </a:ext>
            </a:extLst>
          </p:cNvPr>
          <p:cNvSpPr>
            <a:spLocks xmlns:a="http://schemas.openxmlformats.org/drawingml/2006/main" noGrp="1"/>
          </p:cNvSpPr>
          <p:nvPr/>
        </p:nvSpPr>
        <p:spPr>
          <a:xfrm xmlns:a="http://schemas.openxmlformats.org/drawingml/2006/main" flipH="0" flipV="0">
            <a:off x="647700" y="1733550"/>
            <a:ext cx="13944600" cy="953"/>
          </a:xfrm>
          <a:prstGeom xmlns:a="http://schemas.openxmlformats.org/drawingml/2006/main" prst="line">
            <a:avLst/>
          </a:prstGeom>
          <a:noFill xmlns:a="http://schemas.openxmlformats.org/drawingml/2006/main"/>
          <a:ln xmlns:a="http://schemas.openxmlformats.org/drawingml/2006/main" w="11430">
            <a:solidFill>
              <a:srgbClr val="BCC6CF"/>
            </a:solidFill>
            <a:prstDash val="solid"/>
          </a:ln>
        </p:spPr>
      </p:sp>
      <p:sp>
        <p:nvSpPr>
          <p:cNvPr id="4" name="!!map.front">
            <a:extLst xmlns:a="http://schemas.openxmlformats.org/drawingml/2006/main">
              <a:ext uri="{FF2B5EF4-FFF2-40B4-BE49-F238E27FC236}">
                <a16:creationId xmlns:a16="http://schemas.microsoft.com/office/drawing/2014/main" id="{07BE9C79-D4A8-4A6F-B673-8E8DBA2FDC86}"/>
              </a:ext>
            </a:extLst>
          </p:cNvPr>
          <p:cNvSpPr>
            <a:spLocks xmlns:a="http://schemas.openxmlformats.org/drawingml/2006/main" noGrp="1"/>
          </p:cNvSpPr>
          <p:nvPr/>
        </p:nvSpPr>
        <p:spPr>
          <a:xfrm xmlns:a="http://schemas.openxmlformats.org/drawingml/2006/main">
            <a:off x="647700" y="1990725"/>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5" name="!!nav.front">
            <ns0:hlinkClick xmlns:ns0="http://schemas.openxmlformats.org/drawingml/2006/main" xmlns:ns1="http://schemas.openxmlformats.org/officeDocument/2006/relationships" ns1:id="rIdNavSlide4" action="ppaction://hlinksldjump" tooltip="Slide 4: Preparing a company research assessment"/>
            <a:extLst xmlns:a="http://schemas.openxmlformats.org/drawingml/2006/main">
              <a:ext uri="{FF2B5EF4-FFF2-40B4-BE49-F238E27FC236}">
                <a16:creationId xmlns:a16="http://schemas.microsoft.com/office/drawing/2014/main" id="{E2D3B727-5C78-418B-824F-9507BA8B346B}"/>
              </a:ext>
            </a:extLst>
          </p:cNvPr>
          <p:cNvSpPr>
            <a:spLocks xmlns:a="http://schemas.openxmlformats.org/drawingml/2006/main" noGrp="1"/>
          </p:cNvSpPr>
          <p:nvPr/>
        </p:nvSpPr>
        <p:spPr>
          <a:xfrm xmlns:a="http://schemas.openxmlformats.org/drawingml/2006/main">
            <a:off x="647700" y="1990725"/>
            <a:ext cx="2609850" cy="409575"/>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FFFFFF"/>
                </a:solidFill>
                <a:latin typeface="Arial"/>
                <a:ea typeface="Arial"/>
                <a:cs typeface="Arial"/>
              </a:defRPr>
            </a:defPPr>
            <a:lvl1pPr algn="ctr">
              <a:defRPr sz="2025" b="1">
                <a:solidFill>
                  <a:srgbClr val="FFFFFF"/>
                </a:solidFill>
                <a:latin typeface="Arial"/>
                <a:ea typeface="Arial"/>
                <a:cs typeface="Arial"/>
              </a:defRPr>
            </a:lvl1pPr>
            <a:lvl2pPr algn="ctr">
              <a:defRPr sz="2025" b="1">
                <a:solidFill>
                  <a:srgbClr val="FFFFFF"/>
                </a:solidFill>
                <a:latin typeface="Arial"/>
                <a:ea typeface="Arial"/>
                <a:cs typeface="Arial"/>
              </a:defRPr>
            </a:lvl2pPr>
            <a:lvl3pPr algn="ctr">
              <a:defRPr sz="2025" b="1">
                <a:solidFill>
                  <a:srgbClr val="FFFFFF"/>
                </a:solidFill>
                <a:latin typeface="Arial"/>
                <a:ea typeface="Arial"/>
                <a:cs typeface="Arial"/>
              </a:defRPr>
            </a:lvl3pPr>
            <a:lvl4pPr algn="ctr">
              <a:defRPr sz="2025" b="1">
                <a:solidFill>
                  <a:srgbClr val="FFFFFF"/>
                </a:solidFill>
                <a:latin typeface="Arial"/>
                <a:ea typeface="Arial"/>
                <a:cs typeface="Arial"/>
              </a:defRPr>
            </a:lvl4pPr>
            <a:lvl5pPr algn="ctr">
              <a:defRPr sz="2025" b="1">
                <a:solidFill>
                  <a:srgbClr val="FFFFFF"/>
                </a:solidFill>
                <a:latin typeface="Arial"/>
                <a:ea typeface="Arial"/>
                <a:cs typeface="Arial"/>
              </a:defRPr>
            </a:lvl5pPr>
            <a:lvl6pPr algn="ctr">
              <a:defRPr sz="2025" b="1">
                <a:solidFill>
                  <a:srgbClr val="FFFFFF"/>
                </a:solidFill>
                <a:latin typeface="Arial"/>
                <a:ea typeface="Arial"/>
                <a:cs typeface="Arial"/>
              </a:defRPr>
            </a:lvl6pPr>
            <a:lvl7pPr algn="ctr">
              <a:defRPr sz="2025" b="1">
                <a:solidFill>
                  <a:srgbClr val="FFFFFF"/>
                </a:solidFill>
                <a:latin typeface="Arial"/>
                <a:ea typeface="Arial"/>
                <a:cs typeface="Arial"/>
              </a:defRPr>
            </a:lvl7pPr>
            <a:lvl8pPr algn="ctr">
              <a:defRPr sz="2025" b="1">
                <a:solidFill>
                  <a:srgbClr val="FFFFFF"/>
                </a:solidFill>
                <a:latin typeface="Arial"/>
                <a:ea typeface="Arial"/>
                <a:cs typeface="Arial"/>
              </a:defRPr>
            </a:lvl8pPr>
            <a:lvl9pPr algn="ctr">
              <a:defRPr sz="2025" b="1">
                <a:solidFill>
                  <a:srgbClr val="FFFFFF"/>
                </a:solidFill>
                <a:latin typeface="Arial"/>
                <a:ea typeface="Arial"/>
                <a:cs typeface="Arial"/>
              </a:defRPr>
            </a:lvl9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Front office</a:t>
            </a:r>
          </a:p>
        </p:txBody>
      </p:sp>
      <p:sp>
        <p:nvSpPr>
          <p:cNvPr id="6" name="!!task.research">
            <ns0:hlinkClick xmlns:ns0="http://schemas.openxmlformats.org/drawingml/2006/main" xmlns:ns1="http://schemas.openxmlformats.org/officeDocument/2006/relationships" ns1:id="rIdNavSlide4" action="ppaction://hlinksldjump" tooltip="Slide 4: Preparing a company research assessment"/>
            <a:extLst xmlns:a="http://schemas.openxmlformats.org/drawingml/2006/main">
              <a:ext uri="{FF2B5EF4-FFF2-40B4-BE49-F238E27FC236}">
                <a16:creationId xmlns:a16="http://schemas.microsoft.com/office/drawing/2014/main" id="{C1BD476C-B12A-49BD-9436-2ACA1B2D6242}"/>
              </a:ext>
            </a:extLst>
          </p:cNvPr>
          <p:cNvSpPr>
            <a:spLocks xmlns:a="http://schemas.openxmlformats.org/drawingml/2006/main" noGrp="1"/>
          </p:cNvSpPr>
          <p:nvPr/>
        </p:nvSpPr>
        <p:spPr>
          <a:xfrm xmlns:a="http://schemas.openxmlformats.org/drawingml/2006/main">
            <a:off x="762000" y="249555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Research</a:t>
            </a:r>
          </a:p>
        </p:txBody>
      </p:sp>
      <p:sp>
        <p:nvSpPr>
          <p:cNvPr id="7" name="!!task.trade">
            <ns0:hlinkClick xmlns:ns0="http://schemas.openxmlformats.org/drawingml/2006/main" xmlns:ns1="http://schemas.openxmlformats.org/officeDocument/2006/relationships" ns1:id="rIdNavSlide9" action="ppaction://hlinksldjump" tooltip="Slide 9: Preparing a bond quote request"/>
            <a:extLst xmlns:a="http://schemas.openxmlformats.org/drawingml/2006/main">
              <a:ext uri="{FF2B5EF4-FFF2-40B4-BE49-F238E27FC236}">
                <a16:creationId xmlns:a16="http://schemas.microsoft.com/office/drawing/2014/main" id="{D35D93CF-3371-4C92-9748-610664F8C616}"/>
              </a:ext>
            </a:extLst>
          </p:cNvPr>
          <p:cNvSpPr>
            <a:spLocks xmlns:a="http://schemas.openxmlformats.org/drawingml/2006/main" noGrp="1"/>
          </p:cNvSpPr>
          <p:nvPr/>
        </p:nvSpPr>
        <p:spPr>
          <a:xfrm xmlns:a="http://schemas.openxmlformats.org/drawingml/2006/main">
            <a:off x="762000" y="280987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Trading support</a:t>
            </a:r>
          </a:p>
        </p:txBody>
      </p:sp>
      <p:sp>
        <p:nvSpPr>
          <p:cNvPr id="8" name="!!task.client">
            <ns0:hlinkClick xmlns:ns0="http://schemas.openxmlformats.org/drawingml/2006/main" xmlns:ns1="http://schemas.openxmlformats.org/officeDocument/2006/relationships" ns1:id="rIdNavSlide12" action="ppaction://hlinksldjump" tooltip="Slide 12: Preparing a quarterly client update"/>
            <a:extLst xmlns:a="http://schemas.openxmlformats.org/drawingml/2006/main">
              <a:ext uri="{FF2B5EF4-FFF2-40B4-BE49-F238E27FC236}">
                <a16:creationId xmlns:a16="http://schemas.microsoft.com/office/drawing/2014/main" id="{052DD786-90A8-4712-B90C-F38070D64CBD}"/>
              </a:ext>
            </a:extLst>
          </p:cNvPr>
          <p:cNvSpPr>
            <a:spLocks xmlns:a="http://schemas.openxmlformats.org/drawingml/2006/main" noGrp="1"/>
          </p:cNvSpPr>
          <p:nvPr/>
        </p:nvSpPr>
        <p:spPr>
          <a:xfrm xmlns:a="http://schemas.openxmlformats.org/drawingml/2006/main">
            <a:off x="762000" y="312420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Client materials</a:t>
            </a:r>
          </a:p>
        </p:txBody>
      </p:sp>
      <p:sp>
        <p:nvSpPr>
          <p:cNvPr id="9" name="!!map.middle">
            <a:extLst xmlns:a="http://schemas.openxmlformats.org/drawingml/2006/main">
              <a:ext uri="{FF2B5EF4-FFF2-40B4-BE49-F238E27FC236}">
                <a16:creationId xmlns:a16="http://schemas.microsoft.com/office/drawing/2014/main" id="{398E6542-D146-41FB-BEB3-89B4396324C0}"/>
              </a:ext>
            </a:extLst>
          </p:cNvPr>
          <p:cNvSpPr>
            <a:spLocks xmlns:a="http://schemas.openxmlformats.org/drawingml/2006/main" noGrp="1"/>
          </p:cNvSpPr>
          <p:nvPr/>
        </p:nvSpPr>
        <p:spPr>
          <a:xfrm xmlns:a="http://schemas.openxmlformats.org/drawingml/2006/main">
            <a:off x="647700" y="3657600"/>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10" name="!!nav.middle">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2A037E8C-D41D-43B6-A90A-333024894515}"/>
              </a:ext>
            </a:extLst>
          </p:cNvPr>
          <p:cNvSpPr>
            <a:spLocks xmlns:a="http://schemas.openxmlformats.org/drawingml/2006/main" noGrp="1"/>
          </p:cNvSpPr>
          <p:nvPr/>
        </p:nvSpPr>
        <p:spPr>
          <a:xfrm xmlns:a="http://schemas.openxmlformats.org/drawingml/2006/main">
            <a:off x="647700" y="3657600"/>
            <a:ext cx="2609850" cy="409575"/>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FFFFFF"/>
                </a:solidFill>
                <a:latin typeface="Arial"/>
                <a:ea typeface="Arial"/>
                <a:cs typeface="Arial"/>
              </a:defRPr>
            </a:defPPr>
            <a:lvl1pPr algn="ctr">
              <a:defRPr sz="2025" b="1">
                <a:solidFill>
                  <a:srgbClr val="FFFFFF"/>
                </a:solidFill>
                <a:latin typeface="Arial"/>
                <a:ea typeface="Arial"/>
                <a:cs typeface="Arial"/>
              </a:defRPr>
            </a:lvl1pPr>
            <a:lvl2pPr algn="ctr">
              <a:defRPr sz="2025" b="1">
                <a:solidFill>
                  <a:srgbClr val="FFFFFF"/>
                </a:solidFill>
                <a:latin typeface="Arial"/>
                <a:ea typeface="Arial"/>
                <a:cs typeface="Arial"/>
              </a:defRPr>
            </a:lvl2pPr>
            <a:lvl3pPr algn="ctr">
              <a:defRPr sz="2025" b="1">
                <a:solidFill>
                  <a:srgbClr val="FFFFFF"/>
                </a:solidFill>
                <a:latin typeface="Arial"/>
                <a:ea typeface="Arial"/>
                <a:cs typeface="Arial"/>
              </a:defRPr>
            </a:lvl3pPr>
            <a:lvl4pPr algn="ctr">
              <a:defRPr sz="2025" b="1">
                <a:solidFill>
                  <a:srgbClr val="FFFFFF"/>
                </a:solidFill>
                <a:latin typeface="Arial"/>
                <a:ea typeface="Arial"/>
                <a:cs typeface="Arial"/>
              </a:defRPr>
            </a:lvl4pPr>
            <a:lvl5pPr algn="ctr">
              <a:defRPr sz="2025" b="1">
                <a:solidFill>
                  <a:srgbClr val="FFFFFF"/>
                </a:solidFill>
                <a:latin typeface="Arial"/>
                <a:ea typeface="Arial"/>
                <a:cs typeface="Arial"/>
              </a:defRPr>
            </a:lvl5pPr>
            <a:lvl6pPr algn="ctr">
              <a:defRPr sz="2025" b="1">
                <a:solidFill>
                  <a:srgbClr val="FFFFFF"/>
                </a:solidFill>
                <a:latin typeface="Arial"/>
                <a:ea typeface="Arial"/>
                <a:cs typeface="Arial"/>
              </a:defRPr>
            </a:lvl6pPr>
            <a:lvl7pPr algn="ctr">
              <a:defRPr sz="2025" b="1">
                <a:solidFill>
                  <a:srgbClr val="FFFFFF"/>
                </a:solidFill>
                <a:latin typeface="Arial"/>
                <a:ea typeface="Arial"/>
                <a:cs typeface="Arial"/>
              </a:defRPr>
            </a:lvl7pPr>
            <a:lvl8pPr algn="ctr">
              <a:defRPr sz="2025" b="1">
                <a:solidFill>
                  <a:srgbClr val="FFFFFF"/>
                </a:solidFill>
                <a:latin typeface="Arial"/>
                <a:ea typeface="Arial"/>
                <a:cs typeface="Arial"/>
              </a:defRPr>
            </a:lvl8pPr>
            <a:lvl9pPr algn="ctr">
              <a:defRPr sz="2025" b="1">
                <a:solidFill>
                  <a:srgbClr val="FFFFFF"/>
                </a:solidFill>
                <a:latin typeface="Arial"/>
                <a:ea typeface="Arial"/>
                <a:cs typeface="Arial"/>
              </a:defRPr>
            </a:lvl9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Middle office</a:t>
            </a:r>
          </a:p>
        </p:txBody>
      </p:sp>
      <p:sp>
        <p:nvSpPr>
          <p:cNvPr id="11" name="!!task.review">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6B6D41D6-0DA4-4E4B-AC86-06999D7BDF54}"/>
              </a:ext>
            </a:extLst>
          </p:cNvPr>
          <p:cNvSpPr>
            <a:spLocks xmlns:a="http://schemas.openxmlformats.org/drawingml/2006/main" noGrp="1"/>
          </p:cNvSpPr>
          <p:nvPr/>
        </p:nvSpPr>
        <p:spPr>
          <a:xfrm xmlns:a="http://schemas.openxmlformats.org/drawingml/2006/main">
            <a:off x="762000" y="416242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Content review</a:t>
            </a:r>
          </a:p>
        </p:txBody>
      </p:sp>
      <p:sp>
        <p:nvSpPr>
          <p:cNvPr id="12" name="!!task.risk">
            <ns0:hlinkClick xmlns:ns0="http://schemas.openxmlformats.org/drawingml/2006/main" xmlns:ns1="http://schemas.openxmlformats.org/officeDocument/2006/relationships" ns1:id="rIdNavSlide19" action="ppaction://hlinksldjump" tooltip="Slide 19: Investigating a risk alert"/>
            <a:extLst xmlns:a="http://schemas.openxmlformats.org/drawingml/2006/main">
              <a:ext uri="{FF2B5EF4-FFF2-40B4-BE49-F238E27FC236}">
                <a16:creationId xmlns:a16="http://schemas.microsoft.com/office/drawing/2014/main" id="{26884079-4DD4-48D7-B76A-AD185FCAA4D5}"/>
              </a:ext>
            </a:extLst>
          </p:cNvPr>
          <p:cNvSpPr>
            <a:spLocks xmlns:a="http://schemas.openxmlformats.org/drawingml/2006/main" noGrp="1"/>
          </p:cNvSpPr>
          <p:nvPr/>
        </p:nvSpPr>
        <p:spPr>
          <a:xfrm xmlns:a="http://schemas.openxmlformats.org/drawingml/2006/main">
            <a:off x="762000" y="447675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Risk analysis</a:t>
            </a:r>
          </a:p>
        </p:txBody>
      </p:sp>
      <p:sp>
        <p:nvSpPr>
          <p:cNvPr id="13" name="!!map.back">
            <a:extLst xmlns:a="http://schemas.openxmlformats.org/drawingml/2006/main">
              <a:ext uri="{FF2B5EF4-FFF2-40B4-BE49-F238E27FC236}">
                <a16:creationId xmlns:a16="http://schemas.microsoft.com/office/drawing/2014/main" id="{A44BD18B-D05C-4771-8A63-AC57C53DCB81}"/>
              </a:ext>
            </a:extLst>
          </p:cNvPr>
          <p:cNvSpPr>
            <a:spLocks xmlns:a="http://schemas.openxmlformats.org/drawingml/2006/main" noGrp="1"/>
          </p:cNvSpPr>
          <p:nvPr/>
        </p:nvSpPr>
        <p:spPr>
          <a:xfrm xmlns:a="http://schemas.openxmlformats.org/drawingml/2006/main">
            <a:off x="647700" y="5324475"/>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14" name="!!nav.back">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9C6DB495-595B-4625-99CC-236E6E98C206}"/>
              </a:ext>
            </a:extLst>
          </p:cNvPr>
          <p:cNvSpPr>
            <a:spLocks xmlns:a="http://schemas.openxmlformats.org/drawingml/2006/main" noGrp="1"/>
          </p:cNvSpPr>
          <p:nvPr/>
        </p:nvSpPr>
        <p:spPr>
          <a:xfrm xmlns:a="http://schemas.openxmlformats.org/drawingml/2006/main">
            <a:off x="647700" y="5324475"/>
            <a:ext cx="2609850" cy="409575"/>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FFFFFF"/>
                </a:solidFill>
                <a:latin typeface="Arial"/>
                <a:ea typeface="Arial"/>
                <a:cs typeface="Arial"/>
              </a:defRPr>
            </a:defPPr>
            <a:lvl1pPr algn="ctr">
              <a:defRPr sz="2025" b="1">
                <a:solidFill>
                  <a:srgbClr val="FFFFFF"/>
                </a:solidFill>
                <a:latin typeface="Arial"/>
                <a:ea typeface="Arial"/>
                <a:cs typeface="Arial"/>
              </a:defRPr>
            </a:lvl1pPr>
            <a:lvl2pPr algn="ctr">
              <a:defRPr sz="2025" b="1">
                <a:solidFill>
                  <a:srgbClr val="FFFFFF"/>
                </a:solidFill>
                <a:latin typeface="Arial"/>
                <a:ea typeface="Arial"/>
                <a:cs typeface="Arial"/>
              </a:defRPr>
            </a:lvl2pPr>
            <a:lvl3pPr algn="ctr">
              <a:defRPr sz="2025" b="1">
                <a:solidFill>
                  <a:srgbClr val="FFFFFF"/>
                </a:solidFill>
                <a:latin typeface="Arial"/>
                <a:ea typeface="Arial"/>
                <a:cs typeface="Arial"/>
              </a:defRPr>
            </a:lvl3pPr>
            <a:lvl4pPr algn="ctr">
              <a:defRPr sz="2025" b="1">
                <a:solidFill>
                  <a:srgbClr val="FFFFFF"/>
                </a:solidFill>
                <a:latin typeface="Arial"/>
                <a:ea typeface="Arial"/>
                <a:cs typeface="Arial"/>
              </a:defRPr>
            </a:lvl4pPr>
            <a:lvl5pPr algn="ctr">
              <a:defRPr sz="2025" b="1">
                <a:solidFill>
                  <a:srgbClr val="FFFFFF"/>
                </a:solidFill>
                <a:latin typeface="Arial"/>
                <a:ea typeface="Arial"/>
                <a:cs typeface="Arial"/>
              </a:defRPr>
            </a:lvl5pPr>
            <a:lvl6pPr algn="ctr">
              <a:defRPr sz="2025" b="1">
                <a:solidFill>
                  <a:srgbClr val="FFFFFF"/>
                </a:solidFill>
                <a:latin typeface="Arial"/>
                <a:ea typeface="Arial"/>
                <a:cs typeface="Arial"/>
              </a:defRPr>
            </a:lvl6pPr>
            <a:lvl7pPr algn="ctr">
              <a:defRPr sz="2025" b="1">
                <a:solidFill>
                  <a:srgbClr val="FFFFFF"/>
                </a:solidFill>
                <a:latin typeface="Arial"/>
                <a:ea typeface="Arial"/>
                <a:cs typeface="Arial"/>
              </a:defRPr>
            </a:lvl7pPr>
            <a:lvl8pPr algn="ctr">
              <a:defRPr sz="2025" b="1">
                <a:solidFill>
                  <a:srgbClr val="FFFFFF"/>
                </a:solidFill>
                <a:latin typeface="Arial"/>
                <a:ea typeface="Arial"/>
                <a:cs typeface="Arial"/>
              </a:defRPr>
            </a:lvl8pPr>
            <a:lvl9pPr algn="ctr">
              <a:defRPr sz="2025" b="1">
                <a:solidFill>
                  <a:srgbClr val="FFFFFF"/>
                </a:solidFill>
                <a:latin typeface="Arial"/>
                <a:ea typeface="Arial"/>
                <a:cs typeface="Arial"/>
              </a:defRPr>
            </a:lvl9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Back office</a:t>
            </a:r>
          </a:p>
        </p:txBody>
      </p:sp>
      <p:sp>
        <p:nvSpPr>
          <p:cNvPr id="15" name="!!task.files">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AFC45B39-1811-4C98-AB39-4494A5641BE3}"/>
              </a:ext>
            </a:extLst>
          </p:cNvPr>
          <p:cNvSpPr>
            <a:spLocks xmlns:a="http://schemas.openxmlformats.org/drawingml/2006/main" noGrp="1"/>
          </p:cNvSpPr>
          <p:nvPr/>
        </p:nvSpPr>
        <p:spPr>
          <a:xfrm xmlns:a="http://schemas.openxmlformats.org/drawingml/2006/main">
            <a:off x="762000" y="582930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Document processing</a:t>
            </a:r>
          </a:p>
        </p:txBody>
      </p:sp>
      <p:sp>
        <p:nvSpPr>
          <p:cNvPr id="16" name="!!task.dev">
            <ns0:hlinkClick xmlns:ns0="http://schemas.openxmlformats.org/drawingml/2006/main" xmlns:ns1="http://schemas.openxmlformats.org/officeDocument/2006/relationships" ns1:id="rIdNavSlide25" action="ppaction://hlinksldjump" tooltip="Slide 25: Turning a business request into a working tool"/>
            <a:extLst xmlns:a="http://schemas.openxmlformats.org/drawingml/2006/main">
              <a:ext uri="{FF2B5EF4-FFF2-40B4-BE49-F238E27FC236}">
                <a16:creationId xmlns:a16="http://schemas.microsoft.com/office/drawing/2014/main" id="{599F24E3-D447-49E1-8E1A-79A93F371B0B}"/>
              </a:ext>
            </a:extLst>
          </p:cNvPr>
          <p:cNvSpPr>
            <a:spLocks xmlns:a="http://schemas.openxmlformats.org/drawingml/2006/main" noGrp="1"/>
          </p:cNvSpPr>
          <p:nvPr/>
        </p:nvSpPr>
        <p:spPr>
          <a:xfrm xmlns:a="http://schemas.openxmlformats.org/drawingml/2006/main">
            <a:off x="762000" y="614362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Tool development</a:t>
            </a:r>
          </a:p>
        </p:txBody>
      </p:sp>
      <p:sp>
        <p:nvSpPr>
          <p:cNvPr id="17" name="!!map.separator">
            <a:extLst xmlns:a="http://schemas.openxmlformats.org/drawingml/2006/main">
              <a:ext uri="{FF2B5EF4-FFF2-40B4-BE49-F238E27FC236}">
                <a16:creationId xmlns:a16="http://schemas.microsoft.com/office/drawing/2014/main" id="{318EEB6E-7331-43E8-B372-90AD7D91E400}"/>
              </a:ext>
            </a:extLst>
          </p:cNvPr>
          <p:cNvSpPr>
            <a:spLocks xmlns:a="http://schemas.openxmlformats.org/drawingml/2006/main" noGrp="1"/>
          </p:cNvSpPr>
          <p:nvPr/>
        </p:nvSpPr>
        <p:spPr>
          <a:xfrm xmlns:a="http://schemas.openxmlformats.org/drawingml/2006/main" flipH="0" flipV="0">
            <a:off x="3600450" y="1990725"/>
            <a:ext cx="953" cy="5076825"/>
          </a:xfrm>
          <a:prstGeom xmlns:a="http://schemas.openxmlformats.org/drawingml/2006/main" prst="line">
            <a:avLst/>
          </a:prstGeom>
          <a:noFill xmlns:a="http://schemas.openxmlformats.org/drawingml/2006/main"/>
          <a:ln xmlns:a="http://schemas.openxmlformats.org/drawingml/2006/main" w="9525">
            <a:solidFill>
              <a:srgbClr val="BCC6CF"/>
            </a:solidFill>
            <a:prstDash val="solid"/>
          </a:ln>
        </p:spPr>
      </p:sp>
      <p:sp>
        <p:nvSpPr>
          <p:cNvPr id="18" name="!!example">
            <a:extLst xmlns:a="http://schemas.openxmlformats.org/drawingml/2006/main">
              <a:ext uri="{FF2B5EF4-FFF2-40B4-BE49-F238E27FC236}">
                <a16:creationId xmlns:a16="http://schemas.microsoft.com/office/drawing/2014/main" id="{0D7DD9E8-23B4-42A5-AA22-7E69ABB9B0A6}"/>
              </a:ext>
            </a:extLst>
          </p:cNvPr>
          <p:cNvSpPr>
            <a:spLocks xmlns:a="http://schemas.openxmlformats.org/drawingml/2006/main" noGrp="1"/>
          </p:cNvSpPr>
          <p:nvPr/>
        </p:nvSpPr>
        <p:spPr>
          <a:xfrm xmlns:a="http://schemas.openxmlformats.org/drawingml/2006/main">
            <a:off x="13906500" y="1238250"/>
            <a:ext cx="685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707C88"/>
                </a:solidFill>
                <a:latin typeface="Arial"/>
                <a:ea typeface="Arial"/>
                <a:cs typeface="Arial"/>
              </a:defRPr>
            </a:defPPr>
            <a:lvl1pPr algn="r">
              <a:defRPr sz="1350" b="0">
                <a:solidFill>
                  <a:srgbClr val="707C88"/>
                </a:solidFill>
                <a:latin typeface="Arial"/>
                <a:ea typeface="Arial"/>
                <a:cs typeface="Arial"/>
              </a:defRPr>
            </a:lvl1pPr>
            <a:lvl2pPr algn="r">
              <a:defRPr sz="1350" b="0">
                <a:solidFill>
                  <a:srgbClr val="707C88"/>
                </a:solidFill>
                <a:latin typeface="Arial"/>
                <a:ea typeface="Arial"/>
                <a:cs typeface="Arial"/>
              </a:defRPr>
            </a:lvl2pPr>
            <a:lvl3pPr algn="r">
              <a:defRPr sz="1350" b="0">
                <a:solidFill>
                  <a:srgbClr val="707C88"/>
                </a:solidFill>
                <a:latin typeface="Arial"/>
                <a:ea typeface="Arial"/>
                <a:cs typeface="Arial"/>
              </a:defRPr>
            </a:lvl3pPr>
            <a:lvl4pPr algn="r">
              <a:defRPr sz="1350" b="0">
                <a:solidFill>
                  <a:srgbClr val="707C88"/>
                </a:solidFill>
                <a:latin typeface="Arial"/>
                <a:ea typeface="Arial"/>
                <a:cs typeface="Arial"/>
              </a:defRPr>
            </a:lvl4pPr>
            <a:lvl5pPr algn="r">
              <a:defRPr sz="1350" b="0">
                <a:solidFill>
                  <a:srgbClr val="707C88"/>
                </a:solidFill>
                <a:latin typeface="Arial"/>
                <a:ea typeface="Arial"/>
                <a:cs typeface="Arial"/>
              </a:defRPr>
            </a:lvl5pPr>
            <a:lvl6pPr algn="r">
              <a:defRPr sz="1350" b="0">
                <a:solidFill>
                  <a:srgbClr val="707C88"/>
                </a:solidFill>
                <a:latin typeface="Arial"/>
                <a:ea typeface="Arial"/>
                <a:cs typeface="Arial"/>
              </a:defRPr>
            </a:lvl6pPr>
            <a:lvl7pPr algn="r">
              <a:defRPr sz="1350" b="0">
                <a:solidFill>
                  <a:srgbClr val="707C88"/>
                </a:solidFill>
                <a:latin typeface="Arial"/>
                <a:ea typeface="Arial"/>
                <a:cs typeface="Arial"/>
              </a:defRPr>
            </a:lvl7pPr>
            <a:lvl8pPr algn="r">
              <a:defRPr sz="1350" b="0">
                <a:solidFill>
                  <a:srgbClr val="707C88"/>
                </a:solidFill>
                <a:latin typeface="Arial"/>
                <a:ea typeface="Arial"/>
                <a:cs typeface="Arial"/>
              </a:defRPr>
            </a:lvl8pPr>
            <a:lvl9pPr algn="r">
              <a:defRPr sz="1350" b="0">
                <a:solidFill>
                  <a:srgbClr val="707C88"/>
                </a:solidFill>
                <a:latin typeface="Arial"/>
                <a:ea typeface="Arial"/>
                <a:cs typeface="Arial"/>
              </a:defRPr>
            </a:lvl9pPr>
          </a:lstStyle>
          <a:p xmlns:a="http://schemas.openxmlformats.org/drawingml/2006/main">
            <a:pPr algn="r">
              <a:defRPr sz="1350" b="0">
                <a:solidFill>
                  <a:srgbClr val="707C88"/>
                </a:solidFill>
                <a:latin typeface="Arial"/>
                <a:ea typeface="Arial"/>
                <a:cs typeface="Arial"/>
              </a:defRPr>
            </a:pPr>
            <a:r>
              <a:rPr sz="1350" b="0">
                <a:solidFill>
                  <a:srgbClr val="707C88"/>
                </a:solidFill>
                <a:latin typeface="Arial"/>
                <a:ea typeface="Arial"/>
                <a:cs typeface="Arial"/>
              </a:rPr>
              <a:t>Example</a:t>
            </a:r>
          </a:p>
        </p:txBody>
      </p:sp>
      <p:sp>
        <p:nvSpPr>
          <p:cNvPr id="19" name="!!nav.home">
            <ns0:hlinkClick xmlns:ns0="http://schemas.openxmlformats.org/drawingml/2006/main" xmlns:ns1="http://schemas.openxmlformats.org/officeDocument/2006/relationships" ns1:id="rIdNavSlide3" action="ppaction://hlinksldjump" tooltip="Slide 3: Seven workflows across the firm"/>
            <a:extLst xmlns:a="http://schemas.openxmlformats.org/drawingml/2006/main">
              <a:ext uri="{FF2B5EF4-FFF2-40B4-BE49-F238E27FC236}">
                <a16:creationId xmlns:a16="http://schemas.microsoft.com/office/drawing/2014/main" id="{8F824BC8-B6A9-4228-B7A0-63D7995B74E1}"/>
              </a:ext>
            </a:extLst>
          </p:cNvPr>
          <p:cNvSpPr>
            <a:spLocks xmlns:a="http://schemas.openxmlformats.org/drawingml/2006/main" noGrp="1"/>
          </p:cNvSpPr>
          <p:nvPr/>
        </p:nvSpPr>
        <p:spPr>
          <a:xfrm xmlns:a="http://schemas.openxmlformats.org/drawingml/2006/main">
            <a:off x="647700" y="7496175"/>
            <a:ext cx="26098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BCC6CF"/>
            </a:solidFill>
            <a:prstDash val="solid"/>
          </a:ln>
        </p:spPr>
        <p:txBody>
          <a:bodyPr xmlns:a="http://schemas.openxmlformats.org/drawingml/2006/main" wrap="square" lIns="114300" tIns="0" rIns="114300" bIns="0" anchor="ctr">
            <a:noAutofit/>
          </a:bodyPr>
          <a:lstStyle xmlns:a="http://schemas.openxmlformats.org/drawingml/2006/main">
            <a:defPPr algn="ctr">
              <a:defRPr sz="1800" b="1">
                <a:solidFill>
                  <a:srgbClr val="005A9C"/>
                </a:solidFill>
                <a:latin typeface="Arial"/>
                <a:ea typeface="Arial"/>
                <a:cs typeface="Arial"/>
              </a:defRPr>
            </a:defPPr>
            <a:lvl1pPr algn="ctr">
              <a:defRPr sz="1800" b="1">
                <a:solidFill>
                  <a:srgbClr val="005A9C"/>
                </a:solidFill>
                <a:latin typeface="Arial"/>
                <a:ea typeface="Arial"/>
                <a:cs typeface="Arial"/>
              </a:defRPr>
            </a:lvl1pPr>
            <a:lvl2pPr algn="ctr">
              <a:defRPr sz="1800" b="1">
                <a:solidFill>
                  <a:srgbClr val="005A9C"/>
                </a:solidFill>
                <a:latin typeface="Arial"/>
                <a:ea typeface="Arial"/>
                <a:cs typeface="Arial"/>
              </a:defRPr>
            </a:lvl2pPr>
            <a:lvl3pPr algn="ctr">
              <a:defRPr sz="1800" b="1">
                <a:solidFill>
                  <a:srgbClr val="005A9C"/>
                </a:solidFill>
                <a:latin typeface="Arial"/>
                <a:ea typeface="Arial"/>
                <a:cs typeface="Arial"/>
              </a:defRPr>
            </a:lvl3pPr>
            <a:lvl4pPr algn="ctr">
              <a:defRPr sz="1800" b="1">
                <a:solidFill>
                  <a:srgbClr val="005A9C"/>
                </a:solidFill>
                <a:latin typeface="Arial"/>
                <a:ea typeface="Arial"/>
                <a:cs typeface="Arial"/>
              </a:defRPr>
            </a:lvl4pPr>
            <a:lvl5pPr algn="ctr">
              <a:defRPr sz="1800" b="1">
                <a:solidFill>
                  <a:srgbClr val="005A9C"/>
                </a:solidFill>
                <a:latin typeface="Arial"/>
                <a:ea typeface="Arial"/>
                <a:cs typeface="Arial"/>
              </a:defRPr>
            </a:lvl5pPr>
            <a:lvl6pPr algn="ctr">
              <a:defRPr sz="1800" b="1">
                <a:solidFill>
                  <a:srgbClr val="005A9C"/>
                </a:solidFill>
                <a:latin typeface="Arial"/>
                <a:ea typeface="Arial"/>
                <a:cs typeface="Arial"/>
              </a:defRPr>
            </a:lvl6pPr>
            <a:lvl7pPr algn="ctr">
              <a:defRPr sz="1800" b="1">
                <a:solidFill>
                  <a:srgbClr val="005A9C"/>
                </a:solidFill>
                <a:latin typeface="Arial"/>
                <a:ea typeface="Arial"/>
                <a:cs typeface="Arial"/>
              </a:defRPr>
            </a:lvl7pPr>
            <a:lvl8pPr algn="ctr">
              <a:defRPr sz="1800" b="1">
                <a:solidFill>
                  <a:srgbClr val="005A9C"/>
                </a:solidFill>
                <a:latin typeface="Arial"/>
                <a:ea typeface="Arial"/>
                <a:cs typeface="Arial"/>
              </a:defRPr>
            </a:lvl8pPr>
            <a:lvl9pPr algn="ctr">
              <a:defRPr sz="1800" b="1">
                <a:solidFill>
                  <a:srgbClr val="005A9C"/>
                </a:solidFill>
                <a:latin typeface="Arial"/>
                <a:ea typeface="Arial"/>
                <a:cs typeface="Arial"/>
              </a:defRPr>
            </a:lvl9pPr>
          </a:lstStyle>
          <a:p xmlns:a="http://schemas.openxmlformats.org/drawingml/2006/main">
            <a:pPr algn="ctr">
              <a:defRPr sz="1800" b="1">
                <a:solidFill>
                  <a:srgbClr val="005A9C"/>
                </a:solidFill>
                <a:latin typeface="Arial"/>
                <a:ea typeface="Arial"/>
                <a:cs typeface="Arial"/>
              </a:defRPr>
            </a:pPr>
            <a:r>
              <a:rPr sz="1800" b="1">
                <a:solidFill>
                  <a:srgbClr val="005A9C"/>
                </a:solidFill>
                <a:latin typeface="Arial"/>
                <a:ea typeface="Arial"/>
                <a:cs typeface="Arial"/>
              </a:rPr>
              <a:t>Firm overview</a:t>
            </a:r>
          </a:p>
        </p:txBody>
      </p:sp>
      <p:sp>
        <p:nvSpPr>
          <p:cNvPr id="20" name="!!page">
            <a:extLst xmlns:a="http://schemas.openxmlformats.org/drawingml/2006/main">
              <a:ext uri="{FF2B5EF4-FFF2-40B4-BE49-F238E27FC236}">
                <a16:creationId xmlns:a16="http://schemas.microsoft.com/office/drawing/2014/main" id="{65458993-DDDB-4AD7-B636-637E71562B64}"/>
              </a:ext>
            </a:extLst>
          </p:cNvPr>
          <p:cNvSpPr>
            <a:spLocks xmlns:a="http://schemas.openxmlformats.org/drawingml/2006/main" noGrp="1"/>
          </p:cNvSpPr>
          <p:nvPr/>
        </p:nvSpPr>
        <p:spPr>
          <a:xfrm xmlns:a="http://schemas.openxmlformats.org/drawingml/2006/main">
            <a:off x="11144250" y="7591425"/>
            <a:ext cx="904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650" b="0">
                <a:solidFill>
                  <a:srgbClr val="707C88"/>
                </a:solidFill>
                <a:latin typeface="Arial"/>
                <a:ea typeface="Arial"/>
                <a:cs typeface="Arial"/>
              </a:defRPr>
            </a:defPPr>
            <a:lvl1pPr algn="r">
              <a:defRPr sz="1650" b="0">
                <a:solidFill>
                  <a:srgbClr val="707C88"/>
                </a:solidFill>
                <a:latin typeface="Arial"/>
                <a:ea typeface="Arial"/>
                <a:cs typeface="Arial"/>
              </a:defRPr>
            </a:lvl1pPr>
            <a:lvl2pPr algn="r">
              <a:defRPr sz="1650" b="0">
                <a:solidFill>
                  <a:srgbClr val="707C88"/>
                </a:solidFill>
                <a:latin typeface="Arial"/>
                <a:ea typeface="Arial"/>
                <a:cs typeface="Arial"/>
              </a:defRPr>
            </a:lvl2pPr>
            <a:lvl3pPr algn="r">
              <a:defRPr sz="1650" b="0">
                <a:solidFill>
                  <a:srgbClr val="707C88"/>
                </a:solidFill>
                <a:latin typeface="Arial"/>
                <a:ea typeface="Arial"/>
                <a:cs typeface="Arial"/>
              </a:defRPr>
            </a:lvl3pPr>
            <a:lvl4pPr algn="r">
              <a:defRPr sz="1650" b="0">
                <a:solidFill>
                  <a:srgbClr val="707C88"/>
                </a:solidFill>
                <a:latin typeface="Arial"/>
                <a:ea typeface="Arial"/>
                <a:cs typeface="Arial"/>
              </a:defRPr>
            </a:lvl4pPr>
            <a:lvl5pPr algn="r">
              <a:defRPr sz="1650" b="0">
                <a:solidFill>
                  <a:srgbClr val="707C88"/>
                </a:solidFill>
                <a:latin typeface="Arial"/>
                <a:ea typeface="Arial"/>
                <a:cs typeface="Arial"/>
              </a:defRPr>
            </a:lvl5pPr>
            <a:lvl6pPr algn="r">
              <a:defRPr sz="1650" b="0">
                <a:solidFill>
                  <a:srgbClr val="707C88"/>
                </a:solidFill>
                <a:latin typeface="Arial"/>
                <a:ea typeface="Arial"/>
                <a:cs typeface="Arial"/>
              </a:defRPr>
            </a:lvl6pPr>
            <a:lvl7pPr algn="r">
              <a:defRPr sz="1650" b="0">
                <a:solidFill>
                  <a:srgbClr val="707C88"/>
                </a:solidFill>
                <a:latin typeface="Arial"/>
                <a:ea typeface="Arial"/>
                <a:cs typeface="Arial"/>
              </a:defRPr>
            </a:lvl7pPr>
            <a:lvl8pPr algn="r">
              <a:defRPr sz="1650" b="0">
                <a:solidFill>
                  <a:srgbClr val="707C88"/>
                </a:solidFill>
                <a:latin typeface="Arial"/>
                <a:ea typeface="Arial"/>
                <a:cs typeface="Arial"/>
              </a:defRPr>
            </a:lvl8pPr>
            <a:lvl9pPr algn="r">
              <a:defRPr sz="1650" b="0">
                <a:solidFill>
                  <a:srgbClr val="707C88"/>
                </a:solidFill>
                <a:latin typeface="Arial"/>
                <a:ea typeface="Arial"/>
                <a:cs typeface="Arial"/>
              </a:defRPr>
            </a:lvl9pPr>
          </a:lstStyle>
          <a:p xmlns:a="http://schemas.openxmlformats.org/drawingml/2006/main">
            <a:pPr algn="r">
              <a:defRPr sz="1650" b="0">
                <a:solidFill>
                  <a:srgbClr val="707C88"/>
                </a:solidFill>
                <a:latin typeface="Arial"/>
                <a:ea typeface="Arial"/>
                <a:cs typeface="Arial"/>
              </a:defRPr>
            </a:pPr>
            <a:r>
              <a:rPr sz="1650" b="0">
                <a:solidFill>
                  <a:srgbClr val="707C88"/>
                </a:solidFill>
                <a:latin typeface="Arial"/>
                <a:ea typeface="Arial"/>
                <a:cs typeface="Arial"/>
              </a:rPr>
              <a:t>30 / 33</a:t>
            </a:r>
          </a:p>
        </p:txBody>
      </p:sp>
      <p:sp>
        <p:nvSpPr>
          <p:cNvPr id="21" name="!!nav.prev">
            <ns0:hlinkClick xmlns:ns0="http://schemas.openxmlformats.org/drawingml/2006/main" xmlns:ns1="http://schemas.openxmlformats.org/officeDocument/2006/relationships" ns1:id="rIdNavSlide29" action="ppaction://hlinksldjump" tooltip="Slide 29: Seven proposed applications"/>
            <a:extLst xmlns:a="http://schemas.openxmlformats.org/drawingml/2006/main">
              <a:ext uri="{FF2B5EF4-FFF2-40B4-BE49-F238E27FC236}">
                <a16:creationId xmlns:a16="http://schemas.microsoft.com/office/drawing/2014/main" id="{80F45DD2-E037-4CF4-B609-B631EBB31287}"/>
              </a:ext>
            </a:extLst>
          </p:cNvPr>
          <p:cNvSpPr>
            <a:spLocks xmlns:a="http://schemas.openxmlformats.org/drawingml/2006/main" noGrp="1"/>
          </p:cNvSpPr>
          <p:nvPr/>
        </p:nvSpPr>
        <p:spPr>
          <a:xfrm xmlns:a="http://schemas.openxmlformats.org/drawingml/2006/main">
            <a:off x="12287250" y="7496175"/>
            <a:ext cx="1047750" cy="4572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725" b="1">
                <a:solidFill>
                  <a:srgbClr val="005A9C"/>
                </a:solidFill>
                <a:latin typeface="Arial"/>
                <a:ea typeface="Arial"/>
                <a:cs typeface="Arial"/>
              </a:defRPr>
            </a:defPPr>
            <a:lvl1pPr algn="ctr">
              <a:defRPr sz="1725" b="1">
                <a:solidFill>
                  <a:srgbClr val="005A9C"/>
                </a:solidFill>
                <a:latin typeface="Arial"/>
                <a:ea typeface="Arial"/>
                <a:cs typeface="Arial"/>
              </a:defRPr>
            </a:lvl1pPr>
            <a:lvl2pPr algn="ctr">
              <a:defRPr sz="1725" b="1">
                <a:solidFill>
                  <a:srgbClr val="005A9C"/>
                </a:solidFill>
                <a:latin typeface="Arial"/>
                <a:ea typeface="Arial"/>
                <a:cs typeface="Arial"/>
              </a:defRPr>
            </a:lvl2pPr>
            <a:lvl3pPr algn="ctr">
              <a:defRPr sz="1725" b="1">
                <a:solidFill>
                  <a:srgbClr val="005A9C"/>
                </a:solidFill>
                <a:latin typeface="Arial"/>
                <a:ea typeface="Arial"/>
                <a:cs typeface="Arial"/>
              </a:defRPr>
            </a:lvl3pPr>
            <a:lvl4pPr algn="ctr">
              <a:defRPr sz="1725" b="1">
                <a:solidFill>
                  <a:srgbClr val="005A9C"/>
                </a:solidFill>
                <a:latin typeface="Arial"/>
                <a:ea typeface="Arial"/>
                <a:cs typeface="Arial"/>
              </a:defRPr>
            </a:lvl4pPr>
            <a:lvl5pPr algn="ctr">
              <a:defRPr sz="1725" b="1">
                <a:solidFill>
                  <a:srgbClr val="005A9C"/>
                </a:solidFill>
                <a:latin typeface="Arial"/>
                <a:ea typeface="Arial"/>
                <a:cs typeface="Arial"/>
              </a:defRPr>
            </a:lvl5pPr>
            <a:lvl6pPr algn="ctr">
              <a:defRPr sz="1725" b="1">
                <a:solidFill>
                  <a:srgbClr val="005A9C"/>
                </a:solidFill>
                <a:latin typeface="Arial"/>
                <a:ea typeface="Arial"/>
                <a:cs typeface="Arial"/>
              </a:defRPr>
            </a:lvl6pPr>
            <a:lvl7pPr algn="ctr">
              <a:defRPr sz="1725" b="1">
                <a:solidFill>
                  <a:srgbClr val="005A9C"/>
                </a:solidFill>
                <a:latin typeface="Arial"/>
                <a:ea typeface="Arial"/>
                <a:cs typeface="Arial"/>
              </a:defRPr>
            </a:lvl7pPr>
            <a:lvl8pPr algn="ctr">
              <a:defRPr sz="1725" b="1">
                <a:solidFill>
                  <a:srgbClr val="005A9C"/>
                </a:solidFill>
                <a:latin typeface="Arial"/>
                <a:ea typeface="Arial"/>
                <a:cs typeface="Arial"/>
              </a:defRPr>
            </a:lvl8pPr>
            <a:lvl9pPr algn="ctr">
              <a:defRPr sz="1725" b="1">
                <a:solidFill>
                  <a:srgbClr val="005A9C"/>
                </a:solidFill>
                <a:latin typeface="Arial"/>
                <a:ea typeface="Arial"/>
                <a:cs typeface="Arial"/>
              </a:defRPr>
            </a:lvl9pPr>
          </a:lstStyle>
          <a:p xmlns:a="http://schemas.openxmlformats.org/drawingml/2006/main">
            <a:pPr algn="ctr">
              <a:defRPr sz="1725" b="1">
                <a:solidFill>
                  <a:srgbClr val="005A9C"/>
                </a:solidFill>
                <a:latin typeface="Arial"/>
                <a:ea typeface="Arial"/>
                <a:cs typeface="Arial"/>
              </a:defRPr>
            </a:pPr>
            <a:r>
              <a:rPr sz="1725" b="1">
                <a:solidFill>
                  <a:srgbClr val="005A9C"/>
                </a:solidFill>
                <a:latin typeface="Arial"/>
                <a:ea typeface="Arial"/>
                <a:cs typeface="Arial"/>
              </a:rPr>
              <a:t>Back</a:t>
            </a:r>
          </a:p>
        </p:txBody>
      </p:sp>
      <p:sp>
        <p:nvSpPr>
          <p:cNvPr id="22" name="!!nav.next">
            <ns0:hlinkClick xmlns:ns0="http://schemas.openxmlformats.org/drawingml/2006/main" xmlns:ns1="http://schemas.openxmlformats.org/officeDocument/2006/relationships" ns1:id="rIdNavSlide31" action="ppaction://hlinksldjump" tooltip="Slide 31: Shared information, models and tools"/>
            <a:extLst xmlns:a="http://schemas.openxmlformats.org/drawingml/2006/main">
              <a:ext uri="{FF2B5EF4-FFF2-40B4-BE49-F238E27FC236}">
                <a16:creationId xmlns:a16="http://schemas.microsoft.com/office/drawing/2014/main" id="{B35C4320-BFDD-4D6A-885C-51A0FF0F4A72}"/>
              </a:ext>
            </a:extLst>
          </p:cNvPr>
          <p:cNvSpPr>
            <a:spLocks xmlns:a="http://schemas.openxmlformats.org/drawingml/2006/main" noGrp="1"/>
          </p:cNvSpPr>
          <p:nvPr/>
        </p:nvSpPr>
        <p:spPr>
          <a:xfrm xmlns:a="http://schemas.openxmlformats.org/drawingml/2006/main">
            <a:off x="13506450" y="7496175"/>
            <a:ext cx="1085850" cy="45720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725" b="1">
                <a:solidFill>
                  <a:srgbClr val="FFFFFF"/>
                </a:solidFill>
                <a:latin typeface="Arial"/>
                <a:ea typeface="Arial"/>
                <a:cs typeface="Arial"/>
              </a:defRPr>
            </a:defPPr>
            <a:lvl1pPr algn="ctr">
              <a:defRPr sz="1725" b="1">
                <a:solidFill>
                  <a:srgbClr val="FFFFFF"/>
                </a:solidFill>
                <a:latin typeface="Arial"/>
                <a:ea typeface="Arial"/>
                <a:cs typeface="Arial"/>
              </a:defRPr>
            </a:lvl1pPr>
            <a:lvl2pPr algn="ctr">
              <a:defRPr sz="1725" b="1">
                <a:solidFill>
                  <a:srgbClr val="FFFFFF"/>
                </a:solidFill>
                <a:latin typeface="Arial"/>
                <a:ea typeface="Arial"/>
                <a:cs typeface="Arial"/>
              </a:defRPr>
            </a:lvl2pPr>
            <a:lvl3pPr algn="ctr">
              <a:defRPr sz="1725" b="1">
                <a:solidFill>
                  <a:srgbClr val="FFFFFF"/>
                </a:solidFill>
                <a:latin typeface="Arial"/>
                <a:ea typeface="Arial"/>
                <a:cs typeface="Arial"/>
              </a:defRPr>
            </a:lvl3pPr>
            <a:lvl4pPr algn="ctr">
              <a:defRPr sz="1725" b="1">
                <a:solidFill>
                  <a:srgbClr val="FFFFFF"/>
                </a:solidFill>
                <a:latin typeface="Arial"/>
                <a:ea typeface="Arial"/>
                <a:cs typeface="Arial"/>
              </a:defRPr>
            </a:lvl4pPr>
            <a:lvl5pPr algn="ctr">
              <a:defRPr sz="1725" b="1">
                <a:solidFill>
                  <a:srgbClr val="FFFFFF"/>
                </a:solidFill>
                <a:latin typeface="Arial"/>
                <a:ea typeface="Arial"/>
                <a:cs typeface="Arial"/>
              </a:defRPr>
            </a:lvl5pPr>
            <a:lvl6pPr algn="ctr">
              <a:defRPr sz="1725" b="1">
                <a:solidFill>
                  <a:srgbClr val="FFFFFF"/>
                </a:solidFill>
                <a:latin typeface="Arial"/>
                <a:ea typeface="Arial"/>
                <a:cs typeface="Arial"/>
              </a:defRPr>
            </a:lvl6pPr>
            <a:lvl7pPr algn="ctr">
              <a:defRPr sz="1725" b="1">
                <a:solidFill>
                  <a:srgbClr val="FFFFFF"/>
                </a:solidFill>
                <a:latin typeface="Arial"/>
                <a:ea typeface="Arial"/>
                <a:cs typeface="Arial"/>
              </a:defRPr>
            </a:lvl7pPr>
            <a:lvl8pPr algn="ctr">
              <a:defRPr sz="1725" b="1">
                <a:solidFill>
                  <a:srgbClr val="FFFFFF"/>
                </a:solidFill>
                <a:latin typeface="Arial"/>
                <a:ea typeface="Arial"/>
                <a:cs typeface="Arial"/>
              </a:defRPr>
            </a:lvl8pPr>
            <a:lvl9pPr algn="ctr">
              <a:defRPr sz="1725" b="1">
                <a:solidFill>
                  <a:srgbClr val="FFFFFF"/>
                </a:solidFill>
                <a:latin typeface="Arial"/>
                <a:ea typeface="Arial"/>
                <a:cs typeface="Arial"/>
              </a:defRPr>
            </a:lvl9pPr>
          </a:lstStyle>
          <a:p xmlns:a="http://schemas.openxmlformats.org/drawingml/2006/main">
            <a:pPr algn="ctr">
              <a:defRPr sz="1725" b="1">
                <a:solidFill>
                  <a:srgbClr val="FFFFFF"/>
                </a:solidFill>
                <a:latin typeface="Arial"/>
                <a:ea typeface="Arial"/>
                <a:cs typeface="Arial"/>
              </a:defRPr>
            </a:pPr>
            <a:r>
              <a:rPr sz="1725" b="1">
                <a:solidFill>
                  <a:srgbClr val="FFFFFF"/>
                </a:solidFill>
                <a:latin typeface="Arial"/>
                <a:ea typeface="Arial"/>
                <a:cs typeface="Arial"/>
              </a:rPr>
              <a:t>Next</a:t>
            </a:r>
          </a:p>
        </p:txBody>
      </p:sp>
      <p:sp>
        <p:nvSpPr>
          <p:cNvPr id="23" name="!!footer.rule">
            <a:extLst xmlns:a="http://schemas.openxmlformats.org/drawingml/2006/main">
              <a:ext uri="{FF2B5EF4-FFF2-40B4-BE49-F238E27FC236}">
                <a16:creationId xmlns:a16="http://schemas.microsoft.com/office/drawing/2014/main" id="{A2EECFCC-0000-4BEE-80CA-5AC7134938BF}"/>
              </a:ext>
            </a:extLst>
          </p:cNvPr>
          <p:cNvSpPr>
            <a:spLocks xmlns:a="http://schemas.openxmlformats.org/drawingml/2006/main" noGrp="1"/>
          </p:cNvSpPr>
          <p:nvPr/>
        </p:nvSpPr>
        <p:spPr>
          <a:xfrm xmlns:a="http://schemas.openxmlformats.org/drawingml/2006/main" flipH="0" flipV="0">
            <a:off x="647700" y="8134350"/>
            <a:ext cx="13944600" cy="953"/>
          </a:xfrm>
          <a:prstGeom xmlns:a="http://schemas.openxmlformats.org/drawingml/2006/main" prst="line">
            <a:avLst/>
          </a:prstGeom>
          <a:noFill xmlns:a="http://schemas.openxmlformats.org/drawingml/2006/main"/>
          <a:ln xmlns:a="http://schemas.openxmlformats.org/drawingml/2006/main" w="9525">
            <a:solidFill>
              <a:srgbClr val="BCC6CF"/>
            </a:solidFill>
            <a:prstDash val="solid"/>
          </a:ln>
        </p:spPr>
      </p:sp>
      <p:sp>
        <p:nvSpPr>
          <p:cNvPr id="24" name="!!source">
            <a:extLst xmlns:a="http://schemas.openxmlformats.org/drawingml/2006/main">
              <a:ext uri="{FF2B5EF4-FFF2-40B4-BE49-F238E27FC236}">
                <a16:creationId xmlns:a16="http://schemas.microsoft.com/office/drawing/2014/main" id="{DF01CAE7-7803-4FF8-8D59-C9715677FB7B}"/>
              </a:ext>
            </a:extLst>
          </p:cNvPr>
          <p:cNvSpPr>
            <a:spLocks xmlns:a="http://schemas.openxmlformats.org/drawingml/2006/main" noGrp="1"/>
          </p:cNvSpPr>
          <p:nvPr/>
        </p:nvSpPr>
        <p:spPr>
          <a:xfrm xmlns:a="http://schemas.openxmlformats.org/drawingml/2006/main">
            <a:off x="647700" y="8267700"/>
            <a:ext cx="13944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707C88"/>
                </a:solidFill>
                <a:latin typeface="Arial"/>
                <a:ea typeface="Arial"/>
                <a:cs typeface="Arial"/>
              </a:defRPr>
            </a:defPPr>
            <a:lvl1pPr algn="l">
              <a:defRPr sz="1050" b="0">
                <a:solidFill>
                  <a:srgbClr val="707C88"/>
                </a:solidFill>
                <a:latin typeface="Arial"/>
                <a:ea typeface="Arial"/>
                <a:cs typeface="Arial"/>
              </a:defRPr>
            </a:lvl1pPr>
            <a:lvl2pPr algn="l">
              <a:defRPr sz="1050" b="0">
                <a:solidFill>
                  <a:srgbClr val="707C88"/>
                </a:solidFill>
                <a:latin typeface="Arial"/>
                <a:ea typeface="Arial"/>
                <a:cs typeface="Arial"/>
              </a:defRPr>
            </a:lvl2pPr>
            <a:lvl3pPr algn="l">
              <a:defRPr sz="1050" b="0">
                <a:solidFill>
                  <a:srgbClr val="707C88"/>
                </a:solidFill>
                <a:latin typeface="Arial"/>
                <a:ea typeface="Arial"/>
                <a:cs typeface="Arial"/>
              </a:defRPr>
            </a:lvl3pPr>
            <a:lvl4pPr algn="l">
              <a:defRPr sz="1050" b="0">
                <a:solidFill>
                  <a:srgbClr val="707C88"/>
                </a:solidFill>
                <a:latin typeface="Arial"/>
                <a:ea typeface="Arial"/>
                <a:cs typeface="Arial"/>
              </a:defRPr>
            </a:lvl4pPr>
            <a:lvl5pPr algn="l">
              <a:defRPr sz="1050" b="0">
                <a:solidFill>
                  <a:srgbClr val="707C88"/>
                </a:solidFill>
                <a:latin typeface="Arial"/>
                <a:ea typeface="Arial"/>
                <a:cs typeface="Arial"/>
              </a:defRPr>
            </a:lvl5pPr>
            <a:lvl6pPr algn="l">
              <a:defRPr sz="1050" b="0">
                <a:solidFill>
                  <a:srgbClr val="707C88"/>
                </a:solidFill>
                <a:latin typeface="Arial"/>
                <a:ea typeface="Arial"/>
                <a:cs typeface="Arial"/>
              </a:defRPr>
            </a:lvl6pPr>
            <a:lvl7pPr algn="l">
              <a:defRPr sz="1050" b="0">
                <a:solidFill>
                  <a:srgbClr val="707C88"/>
                </a:solidFill>
                <a:latin typeface="Arial"/>
                <a:ea typeface="Arial"/>
                <a:cs typeface="Arial"/>
              </a:defRPr>
            </a:lvl7pPr>
            <a:lvl8pPr algn="l">
              <a:defRPr sz="1050" b="0">
                <a:solidFill>
                  <a:srgbClr val="707C88"/>
                </a:solidFill>
                <a:latin typeface="Arial"/>
                <a:ea typeface="Arial"/>
                <a:cs typeface="Arial"/>
              </a:defRPr>
            </a:lvl8pPr>
            <a:lvl9pPr algn="l">
              <a:defRPr sz="1050" b="0">
                <a:solidFill>
                  <a:srgbClr val="707C88"/>
                </a:solidFill>
                <a:latin typeface="Arial"/>
                <a:ea typeface="Arial"/>
                <a:cs typeface="Arial"/>
              </a:defRPr>
            </a:lvl9pPr>
          </a:lstStyle>
          <a:p xmlns:a="http://schemas.openxmlformats.org/drawingml/2006/main">
            <a:r>
              <a:t/>
            </a:r>
          </a:p>
        </p:txBody>
      </p:sp>
      <p:sp>
        <p:nvSpPr>
          <p:cNvPr id="25" name="!!cross.head0">
            <a:extLst xmlns:a="http://schemas.openxmlformats.org/drawingml/2006/main">
              <a:ext uri="{FF2B5EF4-FFF2-40B4-BE49-F238E27FC236}">
                <a16:creationId xmlns:a16="http://schemas.microsoft.com/office/drawing/2014/main" id="{92DFEEE9-BCFE-4F85-B8B3-90288BEA7FD4}"/>
              </a:ext>
            </a:extLst>
          </p:cNvPr>
          <p:cNvSpPr>
            <a:spLocks xmlns:a="http://schemas.openxmlformats.org/drawingml/2006/main" noGrp="1"/>
          </p:cNvSpPr>
          <p:nvPr/>
        </p:nvSpPr>
        <p:spPr>
          <a:xfrm xmlns:a="http://schemas.openxmlformats.org/drawingml/2006/main">
            <a:off x="4057650" y="2219325"/>
            <a:ext cx="3333750" cy="45720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FFFFFF"/>
                </a:solidFill>
                <a:latin typeface="Arial"/>
                <a:ea typeface="Arial"/>
                <a:cs typeface="Arial"/>
              </a:defRPr>
            </a:defPPr>
            <a:lvl1pPr algn="ctr">
              <a:defRPr sz="2025" b="1">
                <a:solidFill>
                  <a:srgbClr val="FFFFFF"/>
                </a:solidFill>
                <a:latin typeface="Arial"/>
                <a:ea typeface="Arial"/>
                <a:cs typeface="Arial"/>
              </a:defRPr>
            </a:lvl1pPr>
            <a:lvl2pPr algn="ctr">
              <a:defRPr sz="2025" b="1">
                <a:solidFill>
                  <a:srgbClr val="FFFFFF"/>
                </a:solidFill>
                <a:latin typeface="Arial"/>
                <a:ea typeface="Arial"/>
                <a:cs typeface="Arial"/>
              </a:defRPr>
            </a:lvl2pPr>
            <a:lvl3pPr algn="ctr">
              <a:defRPr sz="2025" b="1">
                <a:solidFill>
                  <a:srgbClr val="FFFFFF"/>
                </a:solidFill>
                <a:latin typeface="Arial"/>
                <a:ea typeface="Arial"/>
                <a:cs typeface="Arial"/>
              </a:defRPr>
            </a:lvl3pPr>
            <a:lvl4pPr algn="ctr">
              <a:defRPr sz="2025" b="1">
                <a:solidFill>
                  <a:srgbClr val="FFFFFF"/>
                </a:solidFill>
                <a:latin typeface="Arial"/>
                <a:ea typeface="Arial"/>
                <a:cs typeface="Arial"/>
              </a:defRPr>
            </a:lvl4pPr>
            <a:lvl5pPr algn="ctr">
              <a:defRPr sz="2025" b="1">
                <a:solidFill>
                  <a:srgbClr val="FFFFFF"/>
                </a:solidFill>
                <a:latin typeface="Arial"/>
                <a:ea typeface="Arial"/>
                <a:cs typeface="Arial"/>
              </a:defRPr>
            </a:lvl5pPr>
            <a:lvl6pPr algn="ctr">
              <a:defRPr sz="2025" b="1">
                <a:solidFill>
                  <a:srgbClr val="FFFFFF"/>
                </a:solidFill>
                <a:latin typeface="Arial"/>
                <a:ea typeface="Arial"/>
                <a:cs typeface="Arial"/>
              </a:defRPr>
            </a:lvl6pPr>
            <a:lvl7pPr algn="ctr">
              <a:defRPr sz="2025" b="1">
                <a:solidFill>
                  <a:srgbClr val="FFFFFF"/>
                </a:solidFill>
                <a:latin typeface="Arial"/>
                <a:ea typeface="Arial"/>
                <a:cs typeface="Arial"/>
              </a:defRPr>
            </a:lvl7pPr>
            <a:lvl8pPr algn="ctr">
              <a:defRPr sz="2025" b="1">
                <a:solidFill>
                  <a:srgbClr val="FFFFFF"/>
                </a:solidFill>
                <a:latin typeface="Arial"/>
                <a:ea typeface="Arial"/>
                <a:cs typeface="Arial"/>
              </a:defRPr>
            </a:lvl8pPr>
            <a:lvl9pPr algn="ctr">
              <a:defRPr sz="2025" b="1">
                <a:solidFill>
                  <a:srgbClr val="FFFFFF"/>
                </a:solidFill>
                <a:latin typeface="Arial"/>
                <a:ea typeface="Arial"/>
                <a:cs typeface="Arial"/>
              </a:defRPr>
            </a:lvl9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Front office</a:t>
            </a:r>
          </a:p>
        </p:txBody>
      </p:sp>
      <p:sp>
        <p:nvSpPr>
          <p:cNvPr id="26" name="!!cross.head1">
            <a:extLst xmlns:a="http://schemas.openxmlformats.org/drawingml/2006/main">
              <a:ext uri="{FF2B5EF4-FFF2-40B4-BE49-F238E27FC236}">
                <a16:creationId xmlns:a16="http://schemas.microsoft.com/office/drawing/2014/main" id="{15D03B38-40C0-477A-8B21-95D63B413200}"/>
              </a:ext>
            </a:extLst>
          </p:cNvPr>
          <p:cNvSpPr>
            <a:spLocks xmlns:a="http://schemas.openxmlformats.org/drawingml/2006/main" noGrp="1"/>
          </p:cNvSpPr>
          <p:nvPr/>
        </p:nvSpPr>
        <p:spPr>
          <a:xfrm xmlns:a="http://schemas.openxmlformats.org/drawingml/2006/main">
            <a:off x="7658100" y="2219325"/>
            <a:ext cx="3333750" cy="45720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FFFFFF"/>
                </a:solidFill>
                <a:latin typeface="Arial"/>
                <a:ea typeface="Arial"/>
                <a:cs typeface="Arial"/>
              </a:defRPr>
            </a:defPPr>
            <a:lvl1pPr algn="ctr">
              <a:defRPr sz="2025" b="1">
                <a:solidFill>
                  <a:srgbClr val="FFFFFF"/>
                </a:solidFill>
                <a:latin typeface="Arial"/>
                <a:ea typeface="Arial"/>
                <a:cs typeface="Arial"/>
              </a:defRPr>
            </a:lvl1pPr>
            <a:lvl2pPr algn="ctr">
              <a:defRPr sz="2025" b="1">
                <a:solidFill>
                  <a:srgbClr val="FFFFFF"/>
                </a:solidFill>
                <a:latin typeface="Arial"/>
                <a:ea typeface="Arial"/>
                <a:cs typeface="Arial"/>
              </a:defRPr>
            </a:lvl2pPr>
            <a:lvl3pPr algn="ctr">
              <a:defRPr sz="2025" b="1">
                <a:solidFill>
                  <a:srgbClr val="FFFFFF"/>
                </a:solidFill>
                <a:latin typeface="Arial"/>
                <a:ea typeface="Arial"/>
                <a:cs typeface="Arial"/>
              </a:defRPr>
            </a:lvl3pPr>
            <a:lvl4pPr algn="ctr">
              <a:defRPr sz="2025" b="1">
                <a:solidFill>
                  <a:srgbClr val="FFFFFF"/>
                </a:solidFill>
                <a:latin typeface="Arial"/>
                <a:ea typeface="Arial"/>
                <a:cs typeface="Arial"/>
              </a:defRPr>
            </a:lvl4pPr>
            <a:lvl5pPr algn="ctr">
              <a:defRPr sz="2025" b="1">
                <a:solidFill>
                  <a:srgbClr val="FFFFFF"/>
                </a:solidFill>
                <a:latin typeface="Arial"/>
                <a:ea typeface="Arial"/>
                <a:cs typeface="Arial"/>
              </a:defRPr>
            </a:lvl5pPr>
            <a:lvl6pPr algn="ctr">
              <a:defRPr sz="2025" b="1">
                <a:solidFill>
                  <a:srgbClr val="FFFFFF"/>
                </a:solidFill>
                <a:latin typeface="Arial"/>
                <a:ea typeface="Arial"/>
                <a:cs typeface="Arial"/>
              </a:defRPr>
            </a:lvl6pPr>
            <a:lvl7pPr algn="ctr">
              <a:defRPr sz="2025" b="1">
                <a:solidFill>
                  <a:srgbClr val="FFFFFF"/>
                </a:solidFill>
                <a:latin typeface="Arial"/>
                <a:ea typeface="Arial"/>
                <a:cs typeface="Arial"/>
              </a:defRPr>
            </a:lvl7pPr>
            <a:lvl8pPr algn="ctr">
              <a:defRPr sz="2025" b="1">
                <a:solidFill>
                  <a:srgbClr val="FFFFFF"/>
                </a:solidFill>
                <a:latin typeface="Arial"/>
                <a:ea typeface="Arial"/>
                <a:cs typeface="Arial"/>
              </a:defRPr>
            </a:lvl8pPr>
            <a:lvl9pPr algn="ctr">
              <a:defRPr sz="2025" b="1">
                <a:solidFill>
                  <a:srgbClr val="FFFFFF"/>
                </a:solidFill>
                <a:latin typeface="Arial"/>
                <a:ea typeface="Arial"/>
                <a:cs typeface="Arial"/>
              </a:defRPr>
            </a:lvl9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Middle office</a:t>
            </a:r>
          </a:p>
        </p:txBody>
      </p:sp>
      <p:sp>
        <p:nvSpPr>
          <p:cNvPr id="27" name="!!cross.head2">
            <a:extLst xmlns:a="http://schemas.openxmlformats.org/drawingml/2006/main">
              <a:ext uri="{FF2B5EF4-FFF2-40B4-BE49-F238E27FC236}">
                <a16:creationId xmlns:a16="http://schemas.microsoft.com/office/drawing/2014/main" id="{81204416-7A8D-4D49-A72D-F956305E9F5F}"/>
              </a:ext>
            </a:extLst>
          </p:cNvPr>
          <p:cNvSpPr>
            <a:spLocks xmlns:a="http://schemas.openxmlformats.org/drawingml/2006/main" noGrp="1"/>
          </p:cNvSpPr>
          <p:nvPr/>
        </p:nvSpPr>
        <p:spPr>
          <a:xfrm xmlns:a="http://schemas.openxmlformats.org/drawingml/2006/main">
            <a:off x="11258550" y="2219325"/>
            <a:ext cx="3333750" cy="45720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FFFFFF"/>
                </a:solidFill>
                <a:latin typeface="Arial"/>
                <a:ea typeface="Arial"/>
                <a:cs typeface="Arial"/>
              </a:defRPr>
            </a:defPPr>
            <a:lvl1pPr algn="ctr">
              <a:defRPr sz="2025" b="1">
                <a:solidFill>
                  <a:srgbClr val="FFFFFF"/>
                </a:solidFill>
                <a:latin typeface="Arial"/>
                <a:ea typeface="Arial"/>
                <a:cs typeface="Arial"/>
              </a:defRPr>
            </a:lvl1pPr>
            <a:lvl2pPr algn="ctr">
              <a:defRPr sz="2025" b="1">
                <a:solidFill>
                  <a:srgbClr val="FFFFFF"/>
                </a:solidFill>
                <a:latin typeface="Arial"/>
                <a:ea typeface="Arial"/>
                <a:cs typeface="Arial"/>
              </a:defRPr>
            </a:lvl2pPr>
            <a:lvl3pPr algn="ctr">
              <a:defRPr sz="2025" b="1">
                <a:solidFill>
                  <a:srgbClr val="FFFFFF"/>
                </a:solidFill>
                <a:latin typeface="Arial"/>
                <a:ea typeface="Arial"/>
                <a:cs typeface="Arial"/>
              </a:defRPr>
            </a:lvl3pPr>
            <a:lvl4pPr algn="ctr">
              <a:defRPr sz="2025" b="1">
                <a:solidFill>
                  <a:srgbClr val="FFFFFF"/>
                </a:solidFill>
                <a:latin typeface="Arial"/>
                <a:ea typeface="Arial"/>
                <a:cs typeface="Arial"/>
              </a:defRPr>
            </a:lvl4pPr>
            <a:lvl5pPr algn="ctr">
              <a:defRPr sz="2025" b="1">
                <a:solidFill>
                  <a:srgbClr val="FFFFFF"/>
                </a:solidFill>
                <a:latin typeface="Arial"/>
                <a:ea typeface="Arial"/>
                <a:cs typeface="Arial"/>
              </a:defRPr>
            </a:lvl5pPr>
            <a:lvl6pPr algn="ctr">
              <a:defRPr sz="2025" b="1">
                <a:solidFill>
                  <a:srgbClr val="FFFFFF"/>
                </a:solidFill>
                <a:latin typeface="Arial"/>
                <a:ea typeface="Arial"/>
                <a:cs typeface="Arial"/>
              </a:defRPr>
            </a:lvl6pPr>
            <a:lvl7pPr algn="ctr">
              <a:defRPr sz="2025" b="1">
                <a:solidFill>
                  <a:srgbClr val="FFFFFF"/>
                </a:solidFill>
                <a:latin typeface="Arial"/>
                <a:ea typeface="Arial"/>
                <a:cs typeface="Arial"/>
              </a:defRPr>
            </a:lvl7pPr>
            <a:lvl8pPr algn="ctr">
              <a:defRPr sz="2025" b="1">
                <a:solidFill>
                  <a:srgbClr val="FFFFFF"/>
                </a:solidFill>
                <a:latin typeface="Arial"/>
                <a:ea typeface="Arial"/>
                <a:cs typeface="Arial"/>
              </a:defRPr>
            </a:lvl8pPr>
            <a:lvl9pPr algn="ctr">
              <a:defRPr sz="2025" b="1">
                <a:solidFill>
                  <a:srgbClr val="FFFFFF"/>
                </a:solidFill>
                <a:latin typeface="Arial"/>
                <a:ea typeface="Arial"/>
                <a:cs typeface="Arial"/>
              </a:defRPr>
            </a:lvl9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Back office</a:t>
            </a:r>
          </a:p>
        </p:txBody>
      </p:sp>
      <p:sp>
        <p:nvSpPr>
          <p:cNvPr id="28" name="!!cross.issuer">
            <a:extLst xmlns:a="http://schemas.openxmlformats.org/drawingml/2006/main">
              <a:ext uri="{FF2B5EF4-FFF2-40B4-BE49-F238E27FC236}">
                <a16:creationId xmlns:a16="http://schemas.microsoft.com/office/drawing/2014/main" id="{7CEC7C56-814D-4EB3-BF5E-DD0E901F8794}"/>
              </a:ext>
            </a:extLst>
          </p:cNvPr>
          <p:cNvSpPr>
            <a:spLocks xmlns:a="http://schemas.openxmlformats.org/drawingml/2006/main" noGrp="1"/>
          </p:cNvSpPr>
          <p:nvPr/>
        </p:nvSpPr>
        <p:spPr>
          <a:xfrm xmlns:a="http://schemas.openxmlformats.org/drawingml/2006/main">
            <a:off x="4057650" y="3086100"/>
            <a:ext cx="10534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317F7B"/>
                </a:solidFill>
                <a:latin typeface="Arial"/>
                <a:ea typeface="Arial"/>
                <a:cs typeface="Arial"/>
              </a:defRPr>
            </a:defPPr>
            <a:lvl1pPr algn="l">
              <a:defRPr sz="2100" b="1">
                <a:solidFill>
                  <a:srgbClr val="317F7B"/>
                </a:solidFill>
                <a:latin typeface="Arial"/>
                <a:ea typeface="Arial"/>
                <a:cs typeface="Arial"/>
              </a:defRPr>
            </a:lvl1pPr>
            <a:lvl2pPr algn="l">
              <a:defRPr sz="2100" b="1">
                <a:solidFill>
                  <a:srgbClr val="317F7B"/>
                </a:solidFill>
                <a:latin typeface="Arial"/>
                <a:ea typeface="Arial"/>
                <a:cs typeface="Arial"/>
              </a:defRPr>
            </a:lvl2pPr>
            <a:lvl3pPr algn="l">
              <a:defRPr sz="2100" b="1">
                <a:solidFill>
                  <a:srgbClr val="317F7B"/>
                </a:solidFill>
                <a:latin typeface="Arial"/>
                <a:ea typeface="Arial"/>
                <a:cs typeface="Arial"/>
              </a:defRPr>
            </a:lvl3pPr>
            <a:lvl4pPr algn="l">
              <a:defRPr sz="2100" b="1">
                <a:solidFill>
                  <a:srgbClr val="317F7B"/>
                </a:solidFill>
                <a:latin typeface="Arial"/>
                <a:ea typeface="Arial"/>
                <a:cs typeface="Arial"/>
              </a:defRPr>
            </a:lvl4pPr>
            <a:lvl5pPr algn="l">
              <a:defRPr sz="2100" b="1">
                <a:solidFill>
                  <a:srgbClr val="317F7B"/>
                </a:solidFill>
                <a:latin typeface="Arial"/>
                <a:ea typeface="Arial"/>
                <a:cs typeface="Arial"/>
              </a:defRPr>
            </a:lvl5pPr>
            <a:lvl6pPr algn="l">
              <a:defRPr sz="2100" b="1">
                <a:solidFill>
                  <a:srgbClr val="317F7B"/>
                </a:solidFill>
                <a:latin typeface="Arial"/>
                <a:ea typeface="Arial"/>
                <a:cs typeface="Arial"/>
              </a:defRPr>
            </a:lvl6pPr>
            <a:lvl7pPr algn="l">
              <a:defRPr sz="2100" b="1">
                <a:solidFill>
                  <a:srgbClr val="317F7B"/>
                </a:solidFill>
                <a:latin typeface="Arial"/>
                <a:ea typeface="Arial"/>
                <a:cs typeface="Arial"/>
              </a:defRPr>
            </a:lvl7pPr>
            <a:lvl8pPr algn="l">
              <a:defRPr sz="2100" b="1">
                <a:solidFill>
                  <a:srgbClr val="317F7B"/>
                </a:solidFill>
                <a:latin typeface="Arial"/>
                <a:ea typeface="Arial"/>
                <a:cs typeface="Arial"/>
              </a:defRPr>
            </a:lvl8pPr>
            <a:lvl9pPr algn="l">
              <a:defRPr sz="2100" b="1">
                <a:solidFill>
                  <a:srgbClr val="317F7B"/>
                </a:solidFill>
                <a:latin typeface="Arial"/>
                <a:ea typeface="Arial"/>
                <a:cs typeface="Arial"/>
              </a:defRPr>
            </a:lvl9pPr>
          </a:lstStyle>
          <a:p xmlns:a="http://schemas.openxmlformats.org/drawingml/2006/main">
            <a:pPr algn="l">
              <a:defRPr sz="2100" b="1">
                <a:solidFill>
                  <a:srgbClr val="317F7B"/>
                </a:solidFill>
                <a:latin typeface="Arial"/>
                <a:ea typeface="Arial"/>
                <a:cs typeface="Arial"/>
              </a:defRPr>
            </a:pPr>
            <a:r>
              <a:rPr sz="2100" b="1">
                <a:solidFill>
                  <a:srgbClr val="317F7B"/>
                </a:solidFill>
                <a:latin typeface="Arial"/>
                <a:ea typeface="Arial"/>
                <a:cs typeface="Arial"/>
              </a:rPr>
              <a:t>Company A</a:t>
            </a:r>
          </a:p>
        </p:txBody>
      </p:sp>
      <p:sp>
        <p:nvSpPr>
          <p:cNvPr id="29" name="!!cross.0.0">
            <a:extLst xmlns:a="http://schemas.openxmlformats.org/drawingml/2006/main">
              <a:ext uri="{FF2B5EF4-FFF2-40B4-BE49-F238E27FC236}">
                <a16:creationId xmlns:a16="http://schemas.microsoft.com/office/drawing/2014/main" id="{5C0212E0-B89D-4D97-8378-20D19F95E654}"/>
              </a:ext>
            </a:extLst>
          </p:cNvPr>
          <p:cNvSpPr>
            <a:spLocks xmlns:a="http://schemas.openxmlformats.org/drawingml/2006/main" noGrp="1"/>
          </p:cNvSpPr>
          <p:nvPr/>
        </p:nvSpPr>
        <p:spPr>
          <a:xfrm xmlns:a="http://schemas.openxmlformats.org/drawingml/2006/main">
            <a:off x="4057650" y="3638550"/>
            <a:ext cx="3333750" cy="1066800"/>
          </a:xfrm>
          <a:prstGeom xmlns:a="http://schemas.openxmlformats.org/drawingml/2006/main" prst="rect">
            <a:avLst/>
          </a:prstGeom>
          <ns0:solidFill xmlns:ns0="http://schemas.openxmlformats.org/drawingml/2006/main">
            <ns0:srgbClr val="EFF6F4"/>
          </ns0: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100" b="1">
                <a:solidFill>
                  <a:srgbClr val="20262C"/>
                </a:solidFill>
                <a:latin typeface="Arial"/>
                <a:ea typeface="Arial"/>
                <a:cs typeface="Arial"/>
              </a:defRPr>
            </a:defPPr>
            <a:lvl1pPr algn="ctr">
              <a:defRPr sz="2100" b="1">
                <a:solidFill>
                  <a:srgbClr val="20262C"/>
                </a:solidFill>
                <a:latin typeface="Arial"/>
                <a:ea typeface="Arial"/>
                <a:cs typeface="Arial"/>
              </a:defRPr>
            </a:lvl1pPr>
            <a:lvl2pPr algn="ctr">
              <a:defRPr sz="2100" b="1">
                <a:solidFill>
                  <a:srgbClr val="20262C"/>
                </a:solidFill>
                <a:latin typeface="Arial"/>
                <a:ea typeface="Arial"/>
                <a:cs typeface="Arial"/>
              </a:defRPr>
            </a:lvl2pPr>
            <a:lvl3pPr algn="ctr">
              <a:defRPr sz="2100" b="1">
                <a:solidFill>
                  <a:srgbClr val="20262C"/>
                </a:solidFill>
                <a:latin typeface="Arial"/>
                <a:ea typeface="Arial"/>
                <a:cs typeface="Arial"/>
              </a:defRPr>
            </a:lvl3pPr>
            <a:lvl4pPr algn="ctr">
              <a:defRPr sz="2100" b="1">
                <a:solidFill>
                  <a:srgbClr val="20262C"/>
                </a:solidFill>
                <a:latin typeface="Arial"/>
                <a:ea typeface="Arial"/>
                <a:cs typeface="Arial"/>
              </a:defRPr>
            </a:lvl4pPr>
            <a:lvl5pPr algn="ctr">
              <a:defRPr sz="2100" b="1">
                <a:solidFill>
                  <a:srgbClr val="20262C"/>
                </a:solidFill>
                <a:latin typeface="Arial"/>
                <a:ea typeface="Arial"/>
                <a:cs typeface="Arial"/>
              </a:defRPr>
            </a:lvl5pPr>
            <a:lvl6pPr algn="ctr">
              <a:defRPr sz="2100" b="1">
                <a:solidFill>
                  <a:srgbClr val="20262C"/>
                </a:solidFill>
                <a:latin typeface="Arial"/>
                <a:ea typeface="Arial"/>
                <a:cs typeface="Arial"/>
              </a:defRPr>
            </a:lvl6pPr>
            <a:lvl7pPr algn="ctr">
              <a:defRPr sz="2100" b="1">
                <a:solidFill>
                  <a:srgbClr val="20262C"/>
                </a:solidFill>
                <a:latin typeface="Arial"/>
                <a:ea typeface="Arial"/>
                <a:cs typeface="Arial"/>
              </a:defRPr>
            </a:lvl7pPr>
            <a:lvl8pPr algn="ctr">
              <a:defRPr sz="2100" b="1">
                <a:solidFill>
                  <a:srgbClr val="20262C"/>
                </a:solidFill>
                <a:latin typeface="Arial"/>
                <a:ea typeface="Arial"/>
                <a:cs typeface="Arial"/>
              </a:defRPr>
            </a:lvl8pPr>
            <a:lvl9pPr algn="ctr">
              <a:defRPr sz="2100" b="1">
                <a:solidFill>
                  <a:srgbClr val="20262C"/>
                </a:solidFill>
                <a:latin typeface="Arial"/>
                <a:ea typeface="Arial"/>
                <a:cs typeface="Arial"/>
              </a:defRPr>
            </a:lvl9pPr>
          </a:lstStyle>
          <a:p xmlns:a="http://schemas.openxmlformats.org/drawingml/2006/main">
            <a:pPr algn="ctr">
              <a:defRPr sz="2100" b="1">
                <a:solidFill>
                  <a:srgbClr val="20262C"/>
                </a:solidFill>
                <a:latin typeface="Arial"/>
                <a:ea typeface="Arial"/>
                <a:cs typeface="Arial"/>
              </a:defRPr>
            </a:pPr>
            <a:r>
              <a:rPr sz="2100" b="1">
                <a:solidFill>
                  <a:srgbClr val="20262C"/>
                </a:solidFill>
                <a:latin typeface="Arial"/>
                <a:ea typeface="Arial"/>
                <a:cs typeface="Arial"/>
              </a:rPr>
              <a:t>Company research</a:t>
            </a:r>
          </a:p>
          <a:p xmlns:a="http://schemas.openxmlformats.org/drawingml/2006/main">
            <a:pPr algn="ctr">
              <a:defRPr sz="2100" b="1">
                <a:solidFill>
                  <a:srgbClr val="20262C"/>
                </a:solidFill>
                <a:latin typeface="Arial"/>
                <a:ea typeface="Arial"/>
                <a:cs typeface="Arial"/>
              </a:defRPr>
            </a:pPr>
            <a:r>
              <a:rPr sz="2100" b="1">
                <a:solidFill>
                  <a:srgbClr val="20262C"/>
                </a:solidFill>
                <a:latin typeface="Arial"/>
                <a:ea typeface="Arial"/>
                <a:cs typeface="Arial"/>
              </a:rPr>
              <a:t>Quote request materials</a:t>
            </a:r>
          </a:p>
        </p:txBody>
      </p:sp>
      <p:sp>
        <p:nvSpPr>
          <p:cNvPr id="30" name="!!cross.0.link0.line">
            <a:extLst xmlns:a="http://schemas.openxmlformats.org/drawingml/2006/main">
              <a:ext uri="{FF2B5EF4-FFF2-40B4-BE49-F238E27FC236}">
                <a16:creationId xmlns:a16="http://schemas.microsoft.com/office/drawing/2014/main" id="{54EFB79F-B7B4-4F6E-B917-A1FC5E51A6D2}"/>
              </a:ext>
            </a:extLst>
          </p:cNvPr>
          <p:cNvSpPr>
            <a:spLocks xmlns:a="http://schemas.openxmlformats.org/drawingml/2006/main" noGrp="1"/>
          </p:cNvSpPr>
          <p:nvPr/>
        </p:nvSpPr>
        <p:spPr>
          <a:xfrm xmlns:a="http://schemas.openxmlformats.org/drawingml/2006/main" flipH="0" flipV="0">
            <a:off x="7448550" y="4171950"/>
            <a:ext cx="133350" cy="953"/>
          </a:xfrm>
          <a:prstGeom xmlns:a="http://schemas.openxmlformats.org/drawingml/2006/main" prst="line">
            <a:avLst/>
          </a:prstGeom>
          <a:noFill xmlns:a="http://schemas.openxmlformats.org/drawingml/2006/main"/>
          <a:ln xmlns:a="http://schemas.openxmlformats.org/drawingml/2006/main" w="19050">
            <a:solidFill>
              <a:srgbClr val="317F7B"/>
            </a:solidFill>
            <a:prstDash val="solid"/>
          </a:ln>
        </p:spPr>
      </p:sp>
      <p:sp>
        <p:nvSpPr>
          <p:cNvPr id="31" name="!!cross.0.link0.tip">
            <a:extLst xmlns:a="http://schemas.openxmlformats.org/drawingml/2006/main">
              <a:ext uri="{FF2B5EF4-FFF2-40B4-BE49-F238E27FC236}">
                <a16:creationId xmlns:a16="http://schemas.microsoft.com/office/drawing/2014/main" id="{2D437D63-EC55-488C-A862-AB900C9EAD1F}"/>
              </a:ext>
            </a:extLst>
          </p:cNvPr>
          <p:cNvSpPr>
            <a:spLocks xmlns:a="http://schemas.openxmlformats.org/drawingml/2006/main" noGrp="1"/>
          </p:cNvSpPr>
          <p:nvPr/>
        </p:nvSpPr>
        <p:spPr>
          <a:xfrm xmlns:a="http://schemas.openxmlformats.org/drawingml/2006/main" rot="5400000">
            <a:off x="7524750" y="4114800"/>
            <a:ext cx="114300" cy="114300"/>
          </a:xfrm>
          <a:prstGeom xmlns:a="http://schemas.openxmlformats.org/drawingml/2006/main" prst="triangle">
            <a:avLst/>
          </a:prstGeom>
          <a:solidFill xmlns:a="http://schemas.openxmlformats.org/drawingml/2006/main">
            <a:srgbClr val="317F7B"/>
          </a:solidFill>
          <a:ln xmlns:a="http://schemas.openxmlformats.org/drawingml/2006/main" w="0">
            <a:noFill/>
          </a:ln>
        </p:spPr>
      </p:sp>
      <p:sp>
        <p:nvSpPr>
          <p:cNvPr id="32" name="!!cross.0.1">
            <a:extLst xmlns:a="http://schemas.openxmlformats.org/drawingml/2006/main">
              <a:ext uri="{FF2B5EF4-FFF2-40B4-BE49-F238E27FC236}">
                <a16:creationId xmlns:a16="http://schemas.microsoft.com/office/drawing/2014/main" id="{828B0E12-B62B-48FF-97CE-56BD3EFB5D80}"/>
              </a:ext>
            </a:extLst>
          </p:cNvPr>
          <p:cNvSpPr>
            <a:spLocks xmlns:a="http://schemas.openxmlformats.org/drawingml/2006/main" noGrp="1"/>
          </p:cNvSpPr>
          <p:nvPr/>
        </p:nvSpPr>
        <p:spPr>
          <a:xfrm xmlns:a="http://schemas.openxmlformats.org/drawingml/2006/main">
            <a:off x="7658100" y="3638550"/>
            <a:ext cx="3333750" cy="1066800"/>
          </a:xfrm>
          <a:prstGeom xmlns:a="http://schemas.openxmlformats.org/drawingml/2006/main" prst="rect">
            <a:avLst/>
          </a:prstGeom>
          <ns0:solidFill xmlns:ns0="http://schemas.openxmlformats.org/drawingml/2006/main">
            <ns0:srgbClr val="EFF6F4"/>
          </ns0: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100" b="1">
                <a:solidFill>
                  <a:srgbClr val="20262C"/>
                </a:solidFill>
                <a:latin typeface="Arial"/>
                <a:ea typeface="Arial"/>
                <a:cs typeface="Arial"/>
              </a:defRPr>
            </a:defPPr>
            <a:lvl1pPr algn="ctr">
              <a:defRPr sz="2100" b="1">
                <a:solidFill>
                  <a:srgbClr val="20262C"/>
                </a:solidFill>
                <a:latin typeface="Arial"/>
                <a:ea typeface="Arial"/>
                <a:cs typeface="Arial"/>
              </a:defRPr>
            </a:lvl1pPr>
            <a:lvl2pPr algn="ctr">
              <a:defRPr sz="2100" b="1">
                <a:solidFill>
                  <a:srgbClr val="20262C"/>
                </a:solidFill>
                <a:latin typeface="Arial"/>
                <a:ea typeface="Arial"/>
                <a:cs typeface="Arial"/>
              </a:defRPr>
            </a:lvl2pPr>
            <a:lvl3pPr algn="ctr">
              <a:defRPr sz="2100" b="1">
                <a:solidFill>
                  <a:srgbClr val="20262C"/>
                </a:solidFill>
                <a:latin typeface="Arial"/>
                <a:ea typeface="Arial"/>
                <a:cs typeface="Arial"/>
              </a:defRPr>
            </a:lvl3pPr>
            <a:lvl4pPr algn="ctr">
              <a:defRPr sz="2100" b="1">
                <a:solidFill>
                  <a:srgbClr val="20262C"/>
                </a:solidFill>
                <a:latin typeface="Arial"/>
                <a:ea typeface="Arial"/>
                <a:cs typeface="Arial"/>
              </a:defRPr>
            </a:lvl4pPr>
            <a:lvl5pPr algn="ctr">
              <a:defRPr sz="2100" b="1">
                <a:solidFill>
                  <a:srgbClr val="20262C"/>
                </a:solidFill>
                <a:latin typeface="Arial"/>
                <a:ea typeface="Arial"/>
                <a:cs typeface="Arial"/>
              </a:defRPr>
            </a:lvl5pPr>
            <a:lvl6pPr algn="ctr">
              <a:defRPr sz="2100" b="1">
                <a:solidFill>
                  <a:srgbClr val="20262C"/>
                </a:solidFill>
                <a:latin typeface="Arial"/>
                <a:ea typeface="Arial"/>
                <a:cs typeface="Arial"/>
              </a:defRPr>
            </a:lvl6pPr>
            <a:lvl7pPr algn="ctr">
              <a:defRPr sz="2100" b="1">
                <a:solidFill>
                  <a:srgbClr val="20262C"/>
                </a:solidFill>
                <a:latin typeface="Arial"/>
                <a:ea typeface="Arial"/>
                <a:cs typeface="Arial"/>
              </a:defRPr>
            </a:lvl7pPr>
            <a:lvl8pPr algn="ctr">
              <a:defRPr sz="2100" b="1">
                <a:solidFill>
                  <a:srgbClr val="20262C"/>
                </a:solidFill>
                <a:latin typeface="Arial"/>
                <a:ea typeface="Arial"/>
                <a:cs typeface="Arial"/>
              </a:defRPr>
            </a:lvl8pPr>
            <a:lvl9pPr algn="ctr">
              <a:defRPr sz="2100" b="1">
                <a:solidFill>
                  <a:srgbClr val="20262C"/>
                </a:solidFill>
                <a:latin typeface="Arial"/>
                <a:ea typeface="Arial"/>
                <a:cs typeface="Arial"/>
              </a:defRPr>
            </a:lvl9pPr>
          </a:lstStyle>
          <a:p xmlns:a="http://schemas.openxmlformats.org/drawingml/2006/main">
            <a:pPr algn="ctr">
              <a:defRPr sz="2100" b="1">
                <a:solidFill>
                  <a:srgbClr val="20262C"/>
                </a:solidFill>
                <a:latin typeface="Arial"/>
                <a:ea typeface="Arial"/>
                <a:cs typeface="Arial"/>
              </a:defRPr>
            </a:pPr>
            <a:r>
              <a:rPr sz="2100" b="1">
                <a:solidFill>
                  <a:srgbClr val="20262C"/>
                </a:solidFill>
                <a:latin typeface="Arial"/>
                <a:ea typeface="Arial"/>
                <a:cs typeface="Arial"/>
              </a:rPr>
              <a:t>Event assessment</a:t>
            </a:r>
          </a:p>
          <a:p xmlns:a="http://schemas.openxmlformats.org/drawingml/2006/main">
            <a:pPr algn="ctr">
              <a:defRPr sz="2100" b="1">
                <a:solidFill>
                  <a:srgbClr val="20262C"/>
                </a:solidFill>
                <a:latin typeface="Arial"/>
                <a:ea typeface="Arial"/>
                <a:cs typeface="Arial"/>
              </a:defRPr>
            </a:pPr>
            <a:r>
              <a:rPr sz="2100" b="1">
                <a:solidFill>
                  <a:srgbClr val="20262C"/>
                </a:solidFill>
                <a:latin typeface="Arial"/>
                <a:ea typeface="Arial"/>
                <a:cs typeface="Arial"/>
              </a:rPr>
              <a:t>Exposure monitoring</a:t>
            </a:r>
          </a:p>
        </p:txBody>
      </p:sp>
      <p:sp>
        <p:nvSpPr>
          <p:cNvPr id="33" name="!!cross.0.link1.line">
            <a:extLst xmlns:a="http://schemas.openxmlformats.org/drawingml/2006/main">
              <a:ext uri="{FF2B5EF4-FFF2-40B4-BE49-F238E27FC236}">
                <a16:creationId xmlns:a16="http://schemas.microsoft.com/office/drawing/2014/main" id="{F1EDA5FD-9B27-41AA-83F9-A9E0C78E2C97}"/>
              </a:ext>
            </a:extLst>
          </p:cNvPr>
          <p:cNvSpPr>
            <a:spLocks xmlns:a="http://schemas.openxmlformats.org/drawingml/2006/main" noGrp="1"/>
          </p:cNvSpPr>
          <p:nvPr/>
        </p:nvSpPr>
        <p:spPr>
          <a:xfrm xmlns:a="http://schemas.openxmlformats.org/drawingml/2006/main" flipH="0" flipV="0">
            <a:off x="11049000" y="4171950"/>
            <a:ext cx="133350" cy="953"/>
          </a:xfrm>
          <a:prstGeom xmlns:a="http://schemas.openxmlformats.org/drawingml/2006/main" prst="line">
            <a:avLst/>
          </a:prstGeom>
          <a:noFill xmlns:a="http://schemas.openxmlformats.org/drawingml/2006/main"/>
          <a:ln xmlns:a="http://schemas.openxmlformats.org/drawingml/2006/main" w="19050">
            <a:solidFill>
              <a:srgbClr val="317F7B"/>
            </a:solidFill>
            <a:prstDash val="solid"/>
          </a:ln>
        </p:spPr>
      </p:sp>
      <p:sp>
        <p:nvSpPr>
          <p:cNvPr id="34" name="!!cross.0.link1.tip">
            <a:extLst xmlns:a="http://schemas.openxmlformats.org/drawingml/2006/main">
              <a:ext uri="{FF2B5EF4-FFF2-40B4-BE49-F238E27FC236}">
                <a16:creationId xmlns:a16="http://schemas.microsoft.com/office/drawing/2014/main" id="{3F7C7787-6E18-45D5-9E0F-B6069CA3FE9D}"/>
              </a:ext>
            </a:extLst>
          </p:cNvPr>
          <p:cNvSpPr>
            <a:spLocks xmlns:a="http://schemas.openxmlformats.org/drawingml/2006/main" noGrp="1"/>
          </p:cNvSpPr>
          <p:nvPr/>
        </p:nvSpPr>
        <p:spPr>
          <a:xfrm xmlns:a="http://schemas.openxmlformats.org/drawingml/2006/main" rot="5400000">
            <a:off x="11125200" y="4114800"/>
            <a:ext cx="114300" cy="114300"/>
          </a:xfrm>
          <a:prstGeom xmlns:a="http://schemas.openxmlformats.org/drawingml/2006/main" prst="triangle">
            <a:avLst/>
          </a:prstGeom>
          <a:solidFill xmlns:a="http://schemas.openxmlformats.org/drawingml/2006/main">
            <a:srgbClr val="317F7B"/>
          </a:solidFill>
          <a:ln xmlns:a="http://schemas.openxmlformats.org/drawingml/2006/main" w="0">
            <a:noFill/>
          </a:ln>
        </p:spPr>
      </p:sp>
      <p:sp>
        <p:nvSpPr>
          <p:cNvPr id="35" name="!!cross.0.2">
            <a:extLst xmlns:a="http://schemas.openxmlformats.org/drawingml/2006/main">
              <a:ext uri="{FF2B5EF4-FFF2-40B4-BE49-F238E27FC236}">
                <a16:creationId xmlns:a16="http://schemas.microsoft.com/office/drawing/2014/main" id="{3A8E1655-E9E6-477A-8AC7-A0125BC36295}"/>
              </a:ext>
            </a:extLst>
          </p:cNvPr>
          <p:cNvSpPr>
            <a:spLocks xmlns:a="http://schemas.openxmlformats.org/drawingml/2006/main" noGrp="1"/>
          </p:cNvSpPr>
          <p:nvPr/>
        </p:nvSpPr>
        <p:spPr>
          <a:xfrm xmlns:a="http://schemas.openxmlformats.org/drawingml/2006/main">
            <a:off x="11258550" y="3638550"/>
            <a:ext cx="3333750" cy="1066800"/>
          </a:xfrm>
          <a:prstGeom xmlns:a="http://schemas.openxmlformats.org/drawingml/2006/main" prst="rect">
            <a:avLst/>
          </a:prstGeom>
          <ns0:solidFill xmlns:ns0="http://schemas.openxmlformats.org/drawingml/2006/main">
            <ns0:srgbClr val="EFF6F4"/>
          </ns0: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100" b="1">
                <a:solidFill>
                  <a:srgbClr val="20262C"/>
                </a:solidFill>
                <a:latin typeface="Arial"/>
                <a:ea typeface="Arial"/>
                <a:cs typeface="Arial"/>
              </a:defRPr>
            </a:defPPr>
            <a:lvl1pPr algn="ctr">
              <a:defRPr sz="2100" b="1">
                <a:solidFill>
                  <a:srgbClr val="20262C"/>
                </a:solidFill>
                <a:latin typeface="Arial"/>
                <a:ea typeface="Arial"/>
                <a:cs typeface="Arial"/>
              </a:defRPr>
            </a:lvl1pPr>
            <a:lvl2pPr algn="ctr">
              <a:defRPr sz="2100" b="1">
                <a:solidFill>
                  <a:srgbClr val="20262C"/>
                </a:solidFill>
                <a:latin typeface="Arial"/>
                <a:ea typeface="Arial"/>
                <a:cs typeface="Arial"/>
              </a:defRPr>
            </a:lvl2pPr>
            <a:lvl3pPr algn="ctr">
              <a:defRPr sz="2100" b="1">
                <a:solidFill>
                  <a:srgbClr val="20262C"/>
                </a:solidFill>
                <a:latin typeface="Arial"/>
                <a:ea typeface="Arial"/>
                <a:cs typeface="Arial"/>
              </a:defRPr>
            </a:lvl3pPr>
            <a:lvl4pPr algn="ctr">
              <a:defRPr sz="2100" b="1">
                <a:solidFill>
                  <a:srgbClr val="20262C"/>
                </a:solidFill>
                <a:latin typeface="Arial"/>
                <a:ea typeface="Arial"/>
                <a:cs typeface="Arial"/>
              </a:defRPr>
            </a:lvl4pPr>
            <a:lvl5pPr algn="ctr">
              <a:defRPr sz="2100" b="1">
                <a:solidFill>
                  <a:srgbClr val="20262C"/>
                </a:solidFill>
                <a:latin typeface="Arial"/>
                <a:ea typeface="Arial"/>
                <a:cs typeface="Arial"/>
              </a:defRPr>
            </a:lvl5pPr>
            <a:lvl6pPr algn="ctr">
              <a:defRPr sz="2100" b="1">
                <a:solidFill>
                  <a:srgbClr val="20262C"/>
                </a:solidFill>
                <a:latin typeface="Arial"/>
                <a:ea typeface="Arial"/>
                <a:cs typeface="Arial"/>
              </a:defRPr>
            </a:lvl6pPr>
            <a:lvl7pPr algn="ctr">
              <a:defRPr sz="2100" b="1">
                <a:solidFill>
                  <a:srgbClr val="20262C"/>
                </a:solidFill>
                <a:latin typeface="Arial"/>
                <a:ea typeface="Arial"/>
                <a:cs typeface="Arial"/>
              </a:defRPr>
            </a:lvl7pPr>
            <a:lvl8pPr algn="ctr">
              <a:defRPr sz="2100" b="1">
                <a:solidFill>
                  <a:srgbClr val="20262C"/>
                </a:solidFill>
                <a:latin typeface="Arial"/>
                <a:ea typeface="Arial"/>
                <a:cs typeface="Arial"/>
              </a:defRPr>
            </a:lvl8pPr>
            <a:lvl9pPr algn="ctr">
              <a:defRPr sz="2100" b="1">
                <a:solidFill>
                  <a:srgbClr val="20262C"/>
                </a:solidFill>
                <a:latin typeface="Arial"/>
                <a:ea typeface="Arial"/>
                <a:cs typeface="Arial"/>
              </a:defRPr>
            </a:lvl9pPr>
          </a:lstStyle>
          <a:p xmlns:a="http://schemas.openxmlformats.org/drawingml/2006/main">
            <a:pPr algn="ctr">
              <a:defRPr sz="2100" b="1">
                <a:solidFill>
                  <a:srgbClr val="20262C"/>
                </a:solidFill>
                <a:latin typeface="Arial"/>
                <a:ea typeface="Arial"/>
                <a:cs typeface="Arial"/>
              </a:defRPr>
            </a:pPr>
            <a:r>
              <a:rPr sz="2100" b="1">
                <a:solidFill>
                  <a:srgbClr val="20262C"/>
                </a:solidFill>
                <a:latin typeface="Arial"/>
                <a:ea typeface="Arial"/>
                <a:cs typeface="Arial"/>
              </a:rPr>
              <a:t>Related documents</a:t>
            </a:r>
          </a:p>
          <a:p xmlns:a="http://schemas.openxmlformats.org/drawingml/2006/main">
            <a:pPr algn="ctr">
              <a:defRPr sz="2100" b="1">
                <a:solidFill>
                  <a:srgbClr val="20262C"/>
                </a:solidFill>
                <a:latin typeface="Arial"/>
                <a:ea typeface="Arial"/>
                <a:cs typeface="Arial"/>
              </a:defRPr>
            </a:pPr>
            <a:r>
              <a:rPr sz="2100" b="1">
                <a:solidFill>
                  <a:srgbClr val="20262C"/>
                </a:solidFill>
                <a:latin typeface="Arial"/>
                <a:ea typeface="Arial"/>
                <a:cs typeface="Arial"/>
              </a:rPr>
              <a:t>Version control</a:t>
            </a:r>
          </a:p>
        </p:txBody>
      </p:sp>
      <p:sp>
        <p:nvSpPr>
          <p:cNvPr id="36" name="!!cross.1.0">
            <a:extLst xmlns:a="http://schemas.openxmlformats.org/drawingml/2006/main">
              <a:ext uri="{FF2B5EF4-FFF2-40B4-BE49-F238E27FC236}">
                <a16:creationId xmlns:a16="http://schemas.microsoft.com/office/drawing/2014/main" id="{3B17314E-F141-4F6E-B44A-61BB12E92700}"/>
              </a:ext>
            </a:extLst>
          </p:cNvPr>
          <p:cNvSpPr>
            <a:spLocks xmlns:a="http://schemas.openxmlformats.org/drawingml/2006/main" noGrp="1"/>
          </p:cNvSpPr>
          <p:nvPr/>
        </p:nvSpPr>
        <p:spPr>
          <a:xfrm xmlns:a="http://schemas.openxmlformats.org/drawingml/2006/main">
            <a:off x="4057650" y="5610225"/>
            <a:ext cx="3333750" cy="1066800"/>
          </a:xfrm>
          <a:prstGeom xmlns:a="http://schemas.openxmlformats.org/drawingml/2006/main" prst="rect">
            <a:avLst/>
          </a:prstGeom>
          <ns0:solidFill xmlns:ns0="http://schemas.openxmlformats.org/drawingml/2006/main">
            <ns0:srgbClr val="F3F0F8"/>
          </ns0: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100" b="1">
                <a:solidFill>
                  <a:srgbClr val="20262C"/>
                </a:solidFill>
                <a:latin typeface="Arial"/>
                <a:ea typeface="Arial"/>
                <a:cs typeface="Arial"/>
              </a:defRPr>
            </a:defPPr>
            <a:lvl1pPr algn="ctr">
              <a:defRPr sz="2100" b="1">
                <a:solidFill>
                  <a:srgbClr val="20262C"/>
                </a:solidFill>
                <a:latin typeface="Arial"/>
                <a:ea typeface="Arial"/>
                <a:cs typeface="Arial"/>
              </a:defRPr>
            </a:lvl1pPr>
            <a:lvl2pPr algn="ctr">
              <a:defRPr sz="2100" b="1">
                <a:solidFill>
                  <a:srgbClr val="20262C"/>
                </a:solidFill>
                <a:latin typeface="Arial"/>
                <a:ea typeface="Arial"/>
                <a:cs typeface="Arial"/>
              </a:defRPr>
            </a:lvl2pPr>
            <a:lvl3pPr algn="ctr">
              <a:defRPr sz="2100" b="1">
                <a:solidFill>
                  <a:srgbClr val="20262C"/>
                </a:solidFill>
                <a:latin typeface="Arial"/>
                <a:ea typeface="Arial"/>
                <a:cs typeface="Arial"/>
              </a:defRPr>
            </a:lvl3pPr>
            <a:lvl4pPr algn="ctr">
              <a:defRPr sz="2100" b="1">
                <a:solidFill>
                  <a:srgbClr val="20262C"/>
                </a:solidFill>
                <a:latin typeface="Arial"/>
                <a:ea typeface="Arial"/>
                <a:cs typeface="Arial"/>
              </a:defRPr>
            </a:lvl4pPr>
            <a:lvl5pPr algn="ctr">
              <a:defRPr sz="2100" b="1">
                <a:solidFill>
                  <a:srgbClr val="20262C"/>
                </a:solidFill>
                <a:latin typeface="Arial"/>
                <a:ea typeface="Arial"/>
                <a:cs typeface="Arial"/>
              </a:defRPr>
            </a:lvl5pPr>
            <a:lvl6pPr algn="ctr">
              <a:defRPr sz="2100" b="1">
                <a:solidFill>
                  <a:srgbClr val="20262C"/>
                </a:solidFill>
                <a:latin typeface="Arial"/>
                <a:ea typeface="Arial"/>
                <a:cs typeface="Arial"/>
              </a:defRPr>
            </a:lvl6pPr>
            <a:lvl7pPr algn="ctr">
              <a:defRPr sz="2100" b="1">
                <a:solidFill>
                  <a:srgbClr val="20262C"/>
                </a:solidFill>
                <a:latin typeface="Arial"/>
                <a:ea typeface="Arial"/>
                <a:cs typeface="Arial"/>
              </a:defRPr>
            </a:lvl7pPr>
            <a:lvl8pPr algn="ctr">
              <a:defRPr sz="2100" b="1">
                <a:solidFill>
                  <a:srgbClr val="20262C"/>
                </a:solidFill>
                <a:latin typeface="Arial"/>
                <a:ea typeface="Arial"/>
                <a:cs typeface="Arial"/>
              </a:defRPr>
            </a:lvl8pPr>
            <a:lvl9pPr algn="ctr">
              <a:defRPr sz="2100" b="1">
                <a:solidFill>
                  <a:srgbClr val="20262C"/>
                </a:solidFill>
                <a:latin typeface="Arial"/>
                <a:ea typeface="Arial"/>
                <a:cs typeface="Arial"/>
              </a:defRPr>
            </a:lvl9pPr>
          </a:lstStyle>
          <a:p xmlns:a="http://schemas.openxmlformats.org/drawingml/2006/main">
            <a:pPr algn="ctr">
              <a:defRPr sz="2100" b="1">
                <a:solidFill>
                  <a:srgbClr val="20262C"/>
                </a:solidFill>
                <a:latin typeface="Arial"/>
                <a:ea typeface="Arial"/>
                <a:cs typeface="Arial"/>
              </a:defRPr>
            </a:pPr>
            <a:r>
              <a:rPr sz="2100" b="1">
                <a:solidFill>
                  <a:srgbClr val="20262C"/>
                </a:solidFill>
                <a:latin typeface="Arial"/>
                <a:ea typeface="Arial"/>
                <a:cs typeface="Arial"/>
              </a:rPr>
              <a:t>Client update V1</a:t>
            </a:r>
          </a:p>
        </p:txBody>
      </p:sp>
      <p:sp>
        <p:nvSpPr>
          <p:cNvPr id="37" name="!!cross.1.link0.line">
            <a:extLst xmlns:a="http://schemas.openxmlformats.org/drawingml/2006/main">
              <a:ext uri="{FF2B5EF4-FFF2-40B4-BE49-F238E27FC236}">
                <a16:creationId xmlns:a16="http://schemas.microsoft.com/office/drawing/2014/main" id="{ED7BFE5D-7908-4154-8110-A036616C5368}"/>
              </a:ext>
            </a:extLst>
          </p:cNvPr>
          <p:cNvSpPr>
            <a:spLocks xmlns:a="http://schemas.openxmlformats.org/drawingml/2006/main" noGrp="1"/>
          </p:cNvSpPr>
          <p:nvPr/>
        </p:nvSpPr>
        <p:spPr>
          <a:xfrm xmlns:a="http://schemas.openxmlformats.org/drawingml/2006/main" flipH="0" flipV="0">
            <a:off x="7448550" y="6143625"/>
            <a:ext cx="133350" cy="953"/>
          </a:xfrm>
          <a:prstGeom xmlns:a="http://schemas.openxmlformats.org/drawingml/2006/main" prst="line">
            <a:avLst/>
          </a:prstGeom>
          <a:noFill xmlns:a="http://schemas.openxmlformats.org/drawingml/2006/main"/>
          <a:ln xmlns:a="http://schemas.openxmlformats.org/drawingml/2006/main" w="19050">
            <a:solidFill>
              <a:srgbClr val="7363A6"/>
            </a:solidFill>
            <a:prstDash val="solid"/>
          </a:ln>
        </p:spPr>
      </p:sp>
      <p:sp>
        <p:nvSpPr>
          <p:cNvPr id="38" name="!!cross.1.link0.tip">
            <a:extLst xmlns:a="http://schemas.openxmlformats.org/drawingml/2006/main">
              <a:ext uri="{FF2B5EF4-FFF2-40B4-BE49-F238E27FC236}">
                <a16:creationId xmlns:a16="http://schemas.microsoft.com/office/drawing/2014/main" id="{04C767F8-34C0-4B66-8B82-748922AE7569}"/>
              </a:ext>
            </a:extLst>
          </p:cNvPr>
          <p:cNvSpPr>
            <a:spLocks xmlns:a="http://schemas.openxmlformats.org/drawingml/2006/main" noGrp="1"/>
          </p:cNvSpPr>
          <p:nvPr/>
        </p:nvSpPr>
        <p:spPr>
          <a:xfrm xmlns:a="http://schemas.openxmlformats.org/drawingml/2006/main" rot="5400000">
            <a:off x="7524750" y="6086475"/>
            <a:ext cx="114300" cy="114300"/>
          </a:xfrm>
          <a:prstGeom xmlns:a="http://schemas.openxmlformats.org/drawingml/2006/main" prst="triangle">
            <a:avLst/>
          </a:prstGeom>
          <a:solidFill xmlns:a="http://schemas.openxmlformats.org/drawingml/2006/main">
            <a:srgbClr val="7363A6"/>
          </a:solidFill>
          <a:ln xmlns:a="http://schemas.openxmlformats.org/drawingml/2006/main" w="0">
            <a:noFill/>
          </a:ln>
        </p:spPr>
      </p:sp>
      <p:sp>
        <p:nvSpPr>
          <p:cNvPr id="39" name="!!cross.1.1">
            <a:extLst xmlns:a="http://schemas.openxmlformats.org/drawingml/2006/main">
              <a:ext uri="{FF2B5EF4-FFF2-40B4-BE49-F238E27FC236}">
                <a16:creationId xmlns:a16="http://schemas.microsoft.com/office/drawing/2014/main" id="{0B85B413-E4AA-4171-A198-EC2D973641EB}"/>
              </a:ext>
            </a:extLst>
          </p:cNvPr>
          <p:cNvSpPr>
            <a:spLocks xmlns:a="http://schemas.openxmlformats.org/drawingml/2006/main" noGrp="1"/>
          </p:cNvSpPr>
          <p:nvPr/>
        </p:nvSpPr>
        <p:spPr>
          <a:xfrm xmlns:a="http://schemas.openxmlformats.org/drawingml/2006/main">
            <a:off x="7658100" y="5610225"/>
            <a:ext cx="3333750" cy="1066800"/>
          </a:xfrm>
          <a:prstGeom xmlns:a="http://schemas.openxmlformats.org/drawingml/2006/main" prst="rect">
            <a:avLst/>
          </a:prstGeom>
          <ns0:solidFill xmlns:ns0="http://schemas.openxmlformats.org/drawingml/2006/main">
            <ns0:srgbClr val="F3F0F8"/>
          </ns0: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100" b="1">
                <a:solidFill>
                  <a:srgbClr val="20262C"/>
                </a:solidFill>
                <a:latin typeface="Arial"/>
                <a:ea typeface="Arial"/>
                <a:cs typeface="Arial"/>
              </a:defRPr>
            </a:defPPr>
            <a:lvl1pPr algn="ctr">
              <a:defRPr sz="2100" b="1">
                <a:solidFill>
                  <a:srgbClr val="20262C"/>
                </a:solidFill>
                <a:latin typeface="Arial"/>
                <a:ea typeface="Arial"/>
                <a:cs typeface="Arial"/>
              </a:defRPr>
            </a:lvl1pPr>
            <a:lvl2pPr algn="ctr">
              <a:defRPr sz="2100" b="1">
                <a:solidFill>
                  <a:srgbClr val="20262C"/>
                </a:solidFill>
                <a:latin typeface="Arial"/>
                <a:ea typeface="Arial"/>
                <a:cs typeface="Arial"/>
              </a:defRPr>
            </a:lvl2pPr>
            <a:lvl3pPr algn="ctr">
              <a:defRPr sz="2100" b="1">
                <a:solidFill>
                  <a:srgbClr val="20262C"/>
                </a:solidFill>
                <a:latin typeface="Arial"/>
                <a:ea typeface="Arial"/>
                <a:cs typeface="Arial"/>
              </a:defRPr>
            </a:lvl3pPr>
            <a:lvl4pPr algn="ctr">
              <a:defRPr sz="2100" b="1">
                <a:solidFill>
                  <a:srgbClr val="20262C"/>
                </a:solidFill>
                <a:latin typeface="Arial"/>
                <a:ea typeface="Arial"/>
                <a:cs typeface="Arial"/>
              </a:defRPr>
            </a:lvl4pPr>
            <a:lvl5pPr algn="ctr">
              <a:defRPr sz="2100" b="1">
                <a:solidFill>
                  <a:srgbClr val="20262C"/>
                </a:solidFill>
                <a:latin typeface="Arial"/>
                <a:ea typeface="Arial"/>
                <a:cs typeface="Arial"/>
              </a:defRPr>
            </a:lvl5pPr>
            <a:lvl6pPr algn="ctr">
              <a:defRPr sz="2100" b="1">
                <a:solidFill>
                  <a:srgbClr val="20262C"/>
                </a:solidFill>
                <a:latin typeface="Arial"/>
                <a:ea typeface="Arial"/>
                <a:cs typeface="Arial"/>
              </a:defRPr>
            </a:lvl6pPr>
            <a:lvl7pPr algn="ctr">
              <a:defRPr sz="2100" b="1">
                <a:solidFill>
                  <a:srgbClr val="20262C"/>
                </a:solidFill>
                <a:latin typeface="Arial"/>
                <a:ea typeface="Arial"/>
                <a:cs typeface="Arial"/>
              </a:defRPr>
            </a:lvl7pPr>
            <a:lvl8pPr algn="ctr">
              <a:defRPr sz="2100" b="1">
                <a:solidFill>
                  <a:srgbClr val="20262C"/>
                </a:solidFill>
                <a:latin typeface="Arial"/>
                <a:ea typeface="Arial"/>
                <a:cs typeface="Arial"/>
              </a:defRPr>
            </a:lvl8pPr>
            <a:lvl9pPr algn="ctr">
              <a:defRPr sz="2100" b="1">
                <a:solidFill>
                  <a:srgbClr val="20262C"/>
                </a:solidFill>
                <a:latin typeface="Arial"/>
                <a:ea typeface="Arial"/>
                <a:cs typeface="Arial"/>
              </a:defRPr>
            </a:lvl9pPr>
          </a:lstStyle>
          <a:p xmlns:a="http://schemas.openxmlformats.org/drawingml/2006/main">
            <a:pPr algn="ctr">
              <a:defRPr sz="2100" b="1">
                <a:solidFill>
                  <a:srgbClr val="20262C"/>
                </a:solidFill>
                <a:latin typeface="Arial"/>
                <a:ea typeface="Arial"/>
                <a:cs typeface="Arial"/>
              </a:defRPr>
            </a:pPr>
            <a:r>
              <a:rPr sz="2100" b="1">
                <a:solidFill>
                  <a:srgbClr val="20262C"/>
                </a:solidFill>
                <a:latin typeface="Arial"/>
                <a:ea typeface="Arial"/>
                <a:cs typeface="Arial"/>
              </a:rPr>
              <a:t>Review and revise to V2</a:t>
            </a:r>
          </a:p>
        </p:txBody>
      </p:sp>
      <p:sp>
        <p:nvSpPr>
          <p:cNvPr id="40" name="!!cross.1.link1.line">
            <a:extLst xmlns:a="http://schemas.openxmlformats.org/drawingml/2006/main">
              <a:ext uri="{FF2B5EF4-FFF2-40B4-BE49-F238E27FC236}">
                <a16:creationId xmlns:a16="http://schemas.microsoft.com/office/drawing/2014/main" id="{4A2F9BF1-631D-4237-93C1-E7CB4B39C396}"/>
              </a:ext>
            </a:extLst>
          </p:cNvPr>
          <p:cNvSpPr>
            <a:spLocks xmlns:a="http://schemas.openxmlformats.org/drawingml/2006/main" noGrp="1"/>
          </p:cNvSpPr>
          <p:nvPr/>
        </p:nvSpPr>
        <p:spPr>
          <a:xfrm xmlns:a="http://schemas.openxmlformats.org/drawingml/2006/main" flipH="0" flipV="0">
            <a:off x="11049000" y="6143625"/>
            <a:ext cx="133350" cy="953"/>
          </a:xfrm>
          <a:prstGeom xmlns:a="http://schemas.openxmlformats.org/drawingml/2006/main" prst="line">
            <a:avLst/>
          </a:prstGeom>
          <a:noFill xmlns:a="http://schemas.openxmlformats.org/drawingml/2006/main"/>
          <a:ln xmlns:a="http://schemas.openxmlformats.org/drawingml/2006/main" w="19050">
            <a:solidFill>
              <a:srgbClr val="7363A6"/>
            </a:solidFill>
            <a:prstDash val="solid"/>
          </a:ln>
        </p:spPr>
      </p:sp>
      <p:sp>
        <p:nvSpPr>
          <p:cNvPr id="41" name="!!cross.1.link1.tip">
            <a:extLst xmlns:a="http://schemas.openxmlformats.org/drawingml/2006/main">
              <a:ext uri="{FF2B5EF4-FFF2-40B4-BE49-F238E27FC236}">
                <a16:creationId xmlns:a16="http://schemas.microsoft.com/office/drawing/2014/main" id="{166A0831-44E5-484E-A86F-721CDBF2CDB8}"/>
              </a:ext>
            </a:extLst>
          </p:cNvPr>
          <p:cNvSpPr>
            <a:spLocks xmlns:a="http://schemas.openxmlformats.org/drawingml/2006/main" noGrp="1"/>
          </p:cNvSpPr>
          <p:nvPr/>
        </p:nvSpPr>
        <p:spPr>
          <a:xfrm xmlns:a="http://schemas.openxmlformats.org/drawingml/2006/main" rot="5400000">
            <a:off x="11125200" y="6086475"/>
            <a:ext cx="114300" cy="114300"/>
          </a:xfrm>
          <a:prstGeom xmlns:a="http://schemas.openxmlformats.org/drawingml/2006/main" prst="triangle">
            <a:avLst/>
          </a:prstGeom>
          <a:solidFill xmlns:a="http://schemas.openxmlformats.org/drawingml/2006/main">
            <a:srgbClr val="7363A6"/>
          </a:solidFill>
          <a:ln xmlns:a="http://schemas.openxmlformats.org/drawingml/2006/main" w="0">
            <a:noFill/>
          </a:ln>
        </p:spPr>
      </p:sp>
      <p:sp>
        <p:nvSpPr>
          <p:cNvPr id="42" name="!!cross.1.2">
            <a:extLst xmlns:a="http://schemas.openxmlformats.org/drawingml/2006/main">
              <a:ext uri="{FF2B5EF4-FFF2-40B4-BE49-F238E27FC236}">
                <a16:creationId xmlns:a16="http://schemas.microsoft.com/office/drawing/2014/main" id="{49F2E24E-B86A-4AE8-8255-680ACE67175E}"/>
              </a:ext>
            </a:extLst>
          </p:cNvPr>
          <p:cNvSpPr>
            <a:spLocks xmlns:a="http://schemas.openxmlformats.org/drawingml/2006/main" noGrp="1"/>
          </p:cNvSpPr>
          <p:nvPr/>
        </p:nvSpPr>
        <p:spPr>
          <a:xfrm xmlns:a="http://schemas.openxmlformats.org/drawingml/2006/main">
            <a:off x="11258550" y="5610225"/>
            <a:ext cx="3333750" cy="1066800"/>
          </a:xfrm>
          <a:prstGeom xmlns:a="http://schemas.openxmlformats.org/drawingml/2006/main" prst="rect">
            <a:avLst/>
          </a:prstGeom>
          <ns0:solidFill xmlns:ns0="http://schemas.openxmlformats.org/drawingml/2006/main">
            <ns0:srgbClr val="F3F0F8"/>
          </ns0: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100" b="1">
                <a:solidFill>
                  <a:srgbClr val="20262C"/>
                </a:solidFill>
                <a:latin typeface="Arial"/>
                <a:ea typeface="Arial"/>
                <a:cs typeface="Arial"/>
              </a:defRPr>
            </a:defPPr>
            <a:lvl1pPr algn="ctr">
              <a:defRPr sz="2100" b="1">
                <a:solidFill>
                  <a:srgbClr val="20262C"/>
                </a:solidFill>
                <a:latin typeface="Arial"/>
                <a:ea typeface="Arial"/>
                <a:cs typeface="Arial"/>
              </a:defRPr>
            </a:lvl1pPr>
            <a:lvl2pPr algn="ctr">
              <a:defRPr sz="2100" b="1">
                <a:solidFill>
                  <a:srgbClr val="20262C"/>
                </a:solidFill>
                <a:latin typeface="Arial"/>
                <a:ea typeface="Arial"/>
                <a:cs typeface="Arial"/>
              </a:defRPr>
            </a:lvl2pPr>
            <a:lvl3pPr algn="ctr">
              <a:defRPr sz="2100" b="1">
                <a:solidFill>
                  <a:srgbClr val="20262C"/>
                </a:solidFill>
                <a:latin typeface="Arial"/>
                <a:ea typeface="Arial"/>
                <a:cs typeface="Arial"/>
              </a:defRPr>
            </a:lvl3pPr>
            <a:lvl4pPr algn="ctr">
              <a:defRPr sz="2100" b="1">
                <a:solidFill>
                  <a:srgbClr val="20262C"/>
                </a:solidFill>
                <a:latin typeface="Arial"/>
                <a:ea typeface="Arial"/>
                <a:cs typeface="Arial"/>
              </a:defRPr>
            </a:lvl4pPr>
            <a:lvl5pPr algn="ctr">
              <a:defRPr sz="2100" b="1">
                <a:solidFill>
                  <a:srgbClr val="20262C"/>
                </a:solidFill>
                <a:latin typeface="Arial"/>
                <a:ea typeface="Arial"/>
                <a:cs typeface="Arial"/>
              </a:defRPr>
            </a:lvl5pPr>
            <a:lvl6pPr algn="ctr">
              <a:defRPr sz="2100" b="1">
                <a:solidFill>
                  <a:srgbClr val="20262C"/>
                </a:solidFill>
                <a:latin typeface="Arial"/>
                <a:ea typeface="Arial"/>
                <a:cs typeface="Arial"/>
              </a:defRPr>
            </a:lvl6pPr>
            <a:lvl7pPr algn="ctr">
              <a:defRPr sz="2100" b="1">
                <a:solidFill>
                  <a:srgbClr val="20262C"/>
                </a:solidFill>
                <a:latin typeface="Arial"/>
                <a:ea typeface="Arial"/>
                <a:cs typeface="Arial"/>
              </a:defRPr>
            </a:lvl7pPr>
            <a:lvl8pPr algn="ctr">
              <a:defRPr sz="2100" b="1">
                <a:solidFill>
                  <a:srgbClr val="20262C"/>
                </a:solidFill>
                <a:latin typeface="Arial"/>
                <a:ea typeface="Arial"/>
                <a:cs typeface="Arial"/>
              </a:defRPr>
            </a:lvl8pPr>
            <a:lvl9pPr algn="ctr">
              <a:defRPr sz="2100" b="1">
                <a:solidFill>
                  <a:srgbClr val="20262C"/>
                </a:solidFill>
                <a:latin typeface="Arial"/>
                <a:ea typeface="Arial"/>
                <a:cs typeface="Arial"/>
              </a:defRPr>
            </a:lvl9pPr>
          </a:lstStyle>
          <a:p xmlns:a="http://schemas.openxmlformats.org/drawingml/2006/main">
            <a:pPr algn="ctr">
              <a:defRPr sz="2100" b="1">
                <a:solidFill>
                  <a:srgbClr val="20262C"/>
                </a:solidFill>
                <a:latin typeface="Arial"/>
                <a:ea typeface="Arial"/>
                <a:cs typeface="Arial"/>
              </a:defRPr>
            </a:pPr>
            <a:r>
              <a:rPr sz="2100" b="1">
                <a:solidFill>
                  <a:srgbClr val="20262C"/>
                </a:solidFill>
                <a:latin typeface="Arial"/>
                <a:ea typeface="Arial"/>
                <a:cs typeface="Arial"/>
              </a:rPr>
              <a:t>Compare versions</a:t>
            </a:r>
          </a:p>
          <a:p xmlns:a="http://schemas.openxmlformats.org/drawingml/2006/main">
            <a:pPr algn="ctr">
              <a:defRPr sz="2100" b="1">
                <a:solidFill>
                  <a:srgbClr val="20262C"/>
                </a:solidFill>
                <a:latin typeface="Arial"/>
                <a:ea typeface="Arial"/>
                <a:cs typeface="Arial"/>
              </a:defRPr>
            </a:pPr>
            <a:r>
              <a:rPr sz="2100" b="1">
                <a:solidFill>
                  <a:srgbClr val="20262C"/>
                </a:solidFill>
                <a:latin typeface="Arial"/>
                <a:ea typeface="Arial"/>
                <a:cs typeface="Arial"/>
              </a:rPr>
              <a:t>Update related materials</a:t>
            </a:r>
          </a:p>
        </p:txBody>
      </p:sp>
      <p:sp>
        <p:nvSpPr>
          <p:cNvPr id="43" name="!!cross.client">
            <a:extLst xmlns:a="http://schemas.openxmlformats.org/drawingml/2006/main">
              <a:ext uri="{FF2B5EF4-FFF2-40B4-BE49-F238E27FC236}">
                <a16:creationId xmlns:a16="http://schemas.microsoft.com/office/drawing/2014/main" id="{60318B3A-D9F3-4D29-ACEA-710B822EFC5A}"/>
              </a:ext>
            </a:extLst>
          </p:cNvPr>
          <p:cNvSpPr>
            <a:spLocks xmlns:a="http://schemas.openxmlformats.org/drawingml/2006/main" noGrp="1"/>
          </p:cNvSpPr>
          <p:nvPr/>
        </p:nvSpPr>
        <p:spPr>
          <a:xfrm xmlns:a="http://schemas.openxmlformats.org/drawingml/2006/main">
            <a:off x="4057650" y="5057775"/>
            <a:ext cx="10534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7363A6"/>
                </a:solidFill>
                <a:latin typeface="Arial"/>
                <a:ea typeface="Arial"/>
                <a:cs typeface="Arial"/>
              </a:defRPr>
            </a:defPPr>
            <a:lvl1pPr algn="l">
              <a:defRPr sz="2100" b="1">
                <a:solidFill>
                  <a:srgbClr val="7363A6"/>
                </a:solidFill>
                <a:latin typeface="Arial"/>
                <a:ea typeface="Arial"/>
                <a:cs typeface="Arial"/>
              </a:defRPr>
            </a:lvl1pPr>
            <a:lvl2pPr algn="l">
              <a:defRPr sz="2100" b="1">
                <a:solidFill>
                  <a:srgbClr val="7363A6"/>
                </a:solidFill>
                <a:latin typeface="Arial"/>
                <a:ea typeface="Arial"/>
                <a:cs typeface="Arial"/>
              </a:defRPr>
            </a:lvl2pPr>
            <a:lvl3pPr algn="l">
              <a:defRPr sz="2100" b="1">
                <a:solidFill>
                  <a:srgbClr val="7363A6"/>
                </a:solidFill>
                <a:latin typeface="Arial"/>
                <a:ea typeface="Arial"/>
                <a:cs typeface="Arial"/>
              </a:defRPr>
            </a:lvl3pPr>
            <a:lvl4pPr algn="l">
              <a:defRPr sz="2100" b="1">
                <a:solidFill>
                  <a:srgbClr val="7363A6"/>
                </a:solidFill>
                <a:latin typeface="Arial"/>
                <a:ea typeface="Arial"/>
                <a:cs typeface="Arial"/>
              </a:defRPr>
            </a:lvl4pPr>
            <a:lvl5pPr algn="l">
              <a:defRPr sz="2100" b="1">
                <a:solidFill>
                  <a:srgbClr val="7363A6"/>
                </a:solidFill>
                <a:latin typeface="Arial"/>
                <a:ea typeface="Arial"/>
                <a:cs typeface="Arial"/>
              </a:defRPr>
            </a:lvl5pPr>
            <a:lvl6pPr algn="l">
              <a:defRPr sz="2100" b="1">
                <a:solidFill>
                  <a:srgbClr val="7363A6"/>
                </a:solidFill>
                <a:latin typeface="Arial"/>
                <a:ea typeface="Arial"/>
                <a:cs typeface="Arial"/>
              </a:defRPr>
            </a:lvl6pPr>
            <a:lvl7pPr algn="l">
              <a:defRPr sz="2100" b="1">
                <a:solidFill>
                  <a:srgbClr val="7363A6"/>
                </a:solidFill>
                <a:latin typeface="Arial"/>
                <a:ea typeface="Arial"/>
                <a:cs typeface="Arial"/>
              </a:defRPr>
            </a:lvl7pPr>
            <a:lvl8pPr algn="l">
              <a:defRPr sz="2100" b="1">
                <a:solidFill>
                  <a:srgbClr val="7363A6"/>
                </a:solidFill>
                <a:latin typeface="Arial"/>
                <a:ea typeface="Arial"/>
                <a:cs typeface="Arial"/>
              </a:defRPr>
            </a:lvl8pPr>
            <a:lvl9pPr algn="l">
              <a:defRPr sz="2100" b="1">
                <a:solidFill>
                  <a:srgbClr val="7363A6"/>
                </a:solidFill>
                <a:latin typeface="Arial"/>
                <a:ea typeface="Arial"/>
                <a:cs typeface="Arial"/>
              </a:defRPr>
            </a:lvl9pPr>
          </a:lstStyle>
          <a:p xmlns:a="http://schemas.openxmlformats.org/drawingml/2006/main">
            <a:pPr algn="l">
              <a:defRPr sz="2100" b="1">
                <a:solidFill>
                  <a:srgbClr val="7363A6"/>
                </a:solidFill>
                <a:latin typeface="Arial"/>
                <a:ea typeface="Arial"/>
                <a:cs typeface="Arial"/>
              </a:defRPr>
            </a:pPr>
            <a:r>
              <a:rPr sz="2100" b="1">
                <a:solidFill>
                  <a:srgbClr val="7363A6"/>
                </a:solidFill>
                <a:latin typeface="Arial"/>
                <a:ea typeface="Arial"/>
                <a:cs typeface="Arial"/>
              </a:rPr>
              <a:t>Quarterly client update</a:t>
            </a:r>
          </a:p>
        </p:txBody>
      </p:sp>
      <p:sp>
        <p:nvSpPr>
          <p:cNvPr id="45" name="!!story.header.issuer.bar">
            <a:extLst xmlns:a="http://schemas.openxmlformats.org/drawingml/2006/main">
              <a:ext uri="{FF2B5EF4-FFF2-40B4-BE49-F238E27FC236}">
                <a16:creationId xmlns:a16="http://schemas.microsoft.com/office/drawing/2014/main" id="{B39034EF-9561-409E-9924-FA76E4F302D1}"/>
              </a:ext>
            </a:extLst>
          </p:cNvPr>
          <p:cNvSpPr>
            <a:spLocks xmlns:a="http://schemas.openxmlformats.org/drawingml/2006/main" noGrp="1"/>
          </p:cNvSpPr>
          <p:nvPr/>
        </p:nvSpPr>
        <p:spPr>
          <a:xfrm xmlns:a="http://schemas.openxmlformats.org/drawingml/2006/main">
            <a:off x="10525125" y="1247775"/>
            <a:ext cx="47625" cy="238125"/>
          </a:xfrm>
          <a:prstGeom xmlns:a="http://schemas.openxmlformats.org/drawingml/2006/main" prst="rect">
            <a:avLst/>
          </a:prstGeom>
          <a:solidFill xmlns:a="http://schemas.openxmlformats.org/drawingml/2006/main">
            <a:srgbClr val="317F7B"/>
          </a:solidFill>
          <a:ln xmlns:a="http://schemas.openxmlformats.org/drawingml/2006/main" w="0">
            <a:noFill/>
          </a:ln>
        </p:spPr>
      </p:sp>
      <p:sp>
        <p:nvSpPr>
          <p:cNvPr id="46" name="!!story.header.issuer.name">
            <a:extLst xmlns:a="http://schemas.openxmlformats.org/drawingml/2006/main">
              <a:ext uri="{FF2B5EF4-FFF2-40B4-BE49-F238E27FC236}">
                <a16:creationId xmlns:a16="http://schemas.microsoft.com/office/drawing/2014/main" id="{D618917A-3263-4987-B673-BD7293290058}"/>
              </a:ext>
            </a:extLst>
          </p:cNvPr>
          <p:cNvSpPr>
            <a:spLocks xmlns:a="http://schemas.openxmlformats.org/drawingml/2006/main" noGrp="1"/>
          </p:cNvSpPr>
          <p:nvPr/>
        </p:nvSpPr>
        <p:spPr>
          <a:xfrm xmlns:a="http://schemas.openxmlformats.org/drawingml/2006/main">
            <a:off x="10658475" y="1190625"/>
            <a:ext cx="12668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317F7B"/>
                </a:solidFill>
                <a:latin typeface="Arial"/>
                <a:ea typeface="Arial"/>
                <a:cs typeface="Arial"/>
              </a:defRPr>
            </a:defPPr>
            <a:lvl1pPr algn="l">
              <a:defRPr sz="1650" b="1">
                <a:solidFill>
                  <a:srgbClr val="317F7B"/>
                </a:solidFill>
                <a:latin typeface="Arial"/>
                <a:ea typeface="Arial"/>
                <a:cs typeface="Arial"/>
              </a:defRPr>
            </a:lvl1pPr>
            <a:lvl2pPr algn="l">
              <a:defRPr sz="1650" b="1">
                <a:solidFill>
                  <a:srgbClr val="317F7B"/>
                </a:solidFill>
                <a:latin typeface="Arial"/>
                <a:ea typeface="Arial"/>
                <a:cs typeface="Arial"/>
              </a:defRPr>
            </a:lvl2pPr>
            <a:lvl3pPr algn="l">
              <a:defRPr sz="1650" b="1">
                <a:solidFill>
                  <a:srgbClr val="317F7B"/>
                </a:solidFill>
                <a:latin typeface="Arial"/>
                <a:ea typeface="Arial"/>
                <a:cs typeface="Arial"/>
              </a:defRPr>
            </a:lvl3pPr>
            <a:lvl4pPr algn="l">
              <a:defRPr sz="1650" b="1">
                <a:solidFill>
                  <a:srgbClr val="317F7B"/>
                </a:solidFill>
                <a:latin typeface="Arial"/>
                <a:ea typeface="Arial"/>
                <a:cs typeface="Arial"/>
              </a:defRPr>
            </a:lvl4pPr>
            <a:lvl5pPr algn="l">
              <a:defRPr sz="1650" b="1">
                <a:solidFill>
                  <a:srgbClr val="317F7B"/>
                </a:solidFill>
                <a:latin typeface="Arial"/>
                <a:ea typeface="Arial"/>
                <a:cs typeface="Arial"/>
              </a:defRPr>
            </a:lvl5pPr>
            <a:lvl6pPr algn="l">
              <a:defRPr sz="1650" b="1">
                <a:solidFill>
                  <a:srgbClr val="317F7B"/>
                </a:solidFill>
                <a:latin typeface="Arial"/>
                <a:ea typeface="Arial"/>
                <a:cs typeface="Arial"/>
              </a:defRPr>
            </a:lvl6pPr>
            <a:lvl7pPr algn="l">
              <a:defRPr sz="1650" b="1">
                <a:solidFill>
                  <a:srgbClr val="317F7B"/>
                </a:solidFill>
                <a:latin typeface="Arial"/>
                <a:ea typeface="Arial"/>
                <a:cs typeface="Arial"/>
              </a:defRPr>
            </a:lvl7pPr>
            <a:lvl8pPr algn="l">
              <a:defRPr sz="1650" b="1">
                <a:solidFill>
                  <a:srgbClr val="317F7B"/>
                </a:solidFill>
                <a:latin typeface="Arial"/>
                <a:ea typeface="Arial"/>
                <a:cs typeface="Arial"/>
              </a:defRPr>
            </a:lvl8pPr>
            <a:lvl9pPr algn="l">
              <a:defRPr sz="1650" b="1">
                <a:solidFill>
                  <a:srgbClr val="317F7B"/>
                </a:solidFill>
                <a:latin typeface="Arial"/>
                <a:ea typeface="Arial"/>
                <a:cs typeface="Arial"/>
              </a:defRPr>
            </a:lvl9pPr>
          </a:lstStyle>
          <a:p xmlns:a="http://schemas.openxmlformats.org/drawingml/2006/main">
            <a:pPr algn="l">
              <a:defRPr sz="1650" b="1">
                <a:solidFill>
                  <a:srgbClr val="317F7B"/>
                </a:solidFill>
                <a:latin typeface="Arial"/>
                <a:ea typeface="Arial"/>
                <a:cs typeface="Arial"/>
              </a:defRPr>
            </a:pPr>
            <a:r>
              <a:rPr sz="1650" b="1">
                <a:solidFill>
                  <a:srgbClr val="317F7B"/>
                </a:solidFill>
                <a:latin typeface="Arial"/>
                <a:ea typeface="Arial"/>
                <a:cs typeface="Arial"/>
              </a:rPr>
              <a:t>Company A</a:t>
            </a:r>
          </a:p>
        </p:txBody>
      </p:sp>
      <p:sp>
        <p:nvSpPr>
          <p:cNvPr id="47" name="!!story.header.client.bar">
            <a:extLst xmlns:a="http://schemas.openxmlformats.org/drawingml/2006/main">
              <a:ext uri="{FF2B5EF4-FFF2-40B4-BE49-F238E27FC236}">
                <a16:creationId xmlns:a16="http://schemas.microsoft.com/office/drawing/2014/main" id="{1A7D0DDE-3A2F-479A-AD8B-FB001FADCAC8}"/>
              </a:ext>
            </a:extLst>
          </p:cNvPr>
          <p:cNvSpPr>
            <a:spLocks xmlns:a="http://schemas.openxmlformats.org/drawingml/2006/main" noGrp="1"/>
          </p:cNvSpPr>
          <p:nvPr/>
        </p:nvSpPr>
        <p:spPr>
          <a:xfrm xmlns:a="http://schemas.openxmlformats.org/drawingml/2006/main">
            <a:off x="12049125" y="1247775"/>
            <a:ext cx="47625" cy="238125"/>
          </a:xfrm>
          <a:prstGeom xmlns:a="http://schemas.openxmlformats.org/drawingml/2006/main" prst="rect">
            <a:avLst/>
          </a:prstGeom>
          <a:solidFill xmlns:a="http://schemas.openxmlformats.org/drawingml/2006/main">
            <a:srgbClr val="7363A6"/>
          </a:solidFill>
          <a:ln xmlns:a="http://schemas.openxmlformats.org/drawingml/2006/main" w="0">
            <a:noFill/>
          </a:ln>
        </p:spPr>
      </p:sp>
      <p:sp>
        <p:nvSpPr>
          <p:cNvPr id="48" name="!!story.header.client.name">
            <a:extLst xmlns:a="http://schemas.openxmlformats.org/drawingml/2006/main">
              <a:ext uri="{FF2B5EF4-FFF2-40B4-BE49-F238E27FC236}">
                <a16:creationId xmlns:a16="http://schemas.microsoft.com/office/drawing/2014/main" id="{67B1205E-603E-4B60-9A4F-F1600B32B50A}"/>
              </a:ext>
            </a:extLst>
          </p:cNvPr>
          <p:cNvSpPr>
            <a:spLocks xmlns:a="http://schemas.openxmlformats.org/drawingml/2006/main" noGrp="1"/>
          </p:cNvSpPr>
          <p:nvPr/>
        </p:nvSpPr>
        <p:spPr>
          <a:xfrm xmlns:a="http://schemas.openxmlformats.org/drawingml/2006/main">
            <a:off x="12182475" y="1190625"/>
            <a:ext cx="16478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7363A6"/>
                </a:solidFill>
                <a:latin typeface="Arial"/>
                <a:ea typeface="Arial"/>
                <a:cs typeface="Arial"/>
              </a:defRPr>
            </a:defPPr>
            <a:lvl1pPr algn="l">
              <a:defRPr sz="1650" b="1">
                <a:solidFill>
                  <a:srgbClr val="7363A6"/>
                </a:solidFill>
                <a:latin typeface="Arial"/>
                <a:ea typeface="Arial"/>
                <a:cs typeface="Arial"/>
              </a:defRPr>
            </a:lvl1pPr>
            <a:lvl2pPr algn="l">
              <a:defRPr sz="1650" b="1">
                <a:solidFill>
                  <a:srgbClr val="7363A6"/>
                </a:solidFill>
                <a:latin typeface="Arial"/>
                <a:ea typeface="Arial"/>
                <a:cs typeface="Arial"/>
              </a:defRPr>
            </a:lvl2pPr>
            <a:lvl3pPr algn="l">
              <a:defRPr sz="1650" b="1">
                <a:solidFill>
                  <a:srgbClr val="7363A6"/>
                </a:solidFill>
                <a:latin typeface="Arial"/>
                <a:ea typeface="Arial"/>
                <a:cs typeface="Arial"/>
              </a:defRPr>
            </a:lvl3pPr>
            <a:lvl4pPr algn="l">
              <a:defRPr sz="1650" b="1">
                <a:solidFill>
                  <a:srgbClr val="7363A6"/>
                </a:solidFill>
                <a:latin typeface="Arial"/>
                <a:ea typeface="Arial"/>
                <a:cs typeface="Arial"/>
              </a:defRPr>
            </a:lvl4pPr>
            <a:lvl5pPr algn="l">
              <a:defRPr sz="1650" b="1">
                <a:solidFill>
                  <a:srgbClr val="7363A6"/>
                </a:solidFill>
                <a:latin typeface="Arial"/>
                <a:ea typeface="Arial"/>
                <a:cs typeface="Arial"/>
              </a:defRPr>
            </a:lvl5pPr>
            <a:lvl6pPr algn="l">
              <a:defRPr sz="1650" b="1">
                <a:solidFill>
                  <a:srgbClr val="7363A6"/>
                </a:solidFill>
                <a:latin typeface="Arial"/>
                <a:ea typeface="Arial"/>
                <a:cs typeface="Arial"/>
              </a:defRPr>
            </a:lvl6pPr>
            <a:lvl7pPr algn="l">
              <a:defRPr sz="1650" b="1">
                <a:solidFill>
                  <a:srgbClr val="7363A6"/>
                </a:solidFill>
                <a:latin typeface="Arial"/>
                <a:ea typeface="Arial"/>
                <a:cs typeface="Arial"/>
              </a:defRPr>
            </a:lvl7pPr>
            <a:lvl8pPr algn="l">
              <a:defRPr sz="1650" b="1">
                <a:solidFill>
                  <a:srgbClr val="7363A6"/>
                </a:solidFill>
                <a:latin typeface="Arial"/>
                <a:ea typeface="Arial"/>
                <a:cs typeface="Arial"/>
              </a:defRPr>
            </a:lvl8pPr>
            <a:lvl9pPr algn="l">
              <a:defRPr sz="1650" b="1">
                <a:solidFill>
                  <a:srgbClr val="7363A6"/>
                </a:solidFill>
                <a:latin typeface="Arial"/>
                <a:ea typeface="Arial"/>
                <a:cs typeface="Arial"/>
              </a:defRPr>
            </a:lvl9pPr>
          </a:lstStyle>
          <a:p xmlns:a="http://schemas.openxmlformats.org/drawingml/2006/main">
            <a:pPr algn="l">
              <a:defRPr sz="1650" b="1">
                <a:solidFill>
                  <a:srgbClr val="7363A6"/>
                </a:solidFill>
                <a:latin typeface="Arial"/>
                <a:ea typeface="Arial"/>
                <a:cs typeface="Arial"/>
              </a:defRPr>
            </a:pPr>
            <a:r>
              <a:rPr sz="1650" b="1">
                <a:solidFill>
                  <a:srgbClr val="7363A6"/>
                </a:solidFill>
                <a:latin typeface="Arial"/>
                <a:ea typeface="Arial"/>
                <a:cs typeface="Arial"/>
              </a:rPr>
              <a:t>Client update</a:t>
            </a:r>
          </a:p>
        </p:txBody>
      </p:sp>
    </p:spTree>
    <p:extLst>
      <p:ext uri="{BB962C8B-B14F-4D97-AF65-F5344CB8AC3E}">
        <p14:creationId xmlns:p14="http://schemas.microsoft.com/office/powerpoint/2010/main" val="1016430603"/>
      </p:ext>
    </p:extLst>
  </p:cSld>
  <mc:AlternateContent xmlns:mc="http://schemas.openxmlformats.org/markup-compatibility/2006">
    <mc:Choice xmlns:p159="http://schemas.microsoft.com/office/powerpoint/2015/09/main" Requires="p159">
      <p:transition xmlns:p14="http://schemas.microsoft.com/office/powerpoint/2010/main" spd="med" advClick="1" p14:dur="700">
        <p159:morph option="byObject"/>
      </p:transition>
    </mc:Choice>
    <mc:Fallback>
      <p:transition spd="fast" advClick="1">
        <p:fade/>
      </p:transition>
    </mc:Fallback>
  </mc:AlternateContent>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2" name="!!heading">
            <a:extLst xmlns:a="http://schemas.openxmlformats.org/drawingml/2006/main">
              <a:ext uri="{FF2B5EF4-FFF2-40B4-BE49-F238E27FC236}">
                <a16:creationId xmlns:a16="http://schemas.microsoft.com/office/drawing/2014/main" id="{88FB95F2-10BE-4E18-9795-3550748F5765}"/>
              </a:ext>
            </a:extLst>
          </p:cNvPr>
          <p:cNvSpPr>
            <a:spLocks xmlns:a="http://schemas.openxmlformats.org/drawingml/2006/main" noGrp="1"/>
          </p:cNvSpPr>
          <p:nvPr/>
        </p:nvSpPr>
        <p:spPr>
          <a:xfrm xmlns:a="http://schemas.openxmlformats.org/drawingml/2006/main">
            <a:off x="647700" y="428625"/>
            <a:ext cx="13944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0262C"/>
                </a:solidFill>
                <a:latin typeface="Arial"/>
                <a:ea typeface="Arial"/>
                <a:cs typeface="Arial"/>
              </a:defRPr>
            </a:defPPr>
            <a:lvl1pPr algn="l">
              <a:defRPr sz="3300" b="1">
                <a:solidFill>
                  <a:srgbClr val="20262C"/>
                </a:solidFill>
                <a:latin typeface="Arial"/>
                <a:ea typeface="Arial"/>
                <a:cs typeface="Arial"/>
              </a:defRPr>
            </a:lvl1pPr>
            <a:lvl2pPr algn="l">
              <a:defRPr sz="3300" b="1">
                <a:solidFill>
                  <a:srgbClr val="20262C"/>
                </a:solidFill>
                <a:latin typeface="Arial"/>
                <a:ea typeface="Arial"/>
                <a:cs typeface="Arial"/>
              </a:defRPr>
            </a:lvl2pPr>
            <a:lvl3pPr algn="l">
              <a:defRPr sz="3300" b="1">
                <a:solidFill>
                  <a:srgbClr val="20262C"/>
                </a:solidFill>
                <a:latin typeface="Arial"/>
                <a:ea typeface="Arial"/>
                <a:cs typeface="Arial"/>
              </a:defRPr>
            </a:lvl3pPr>
            <a:lvl4pPr algn="l">
              <a:defRPr sz="3300" b="1">
                <a:solidFill>
                  <a:srgbClr val="20262C"/>
                </a:solidFill>
                <a:latin typeface="Arial"/>
                <a:ea typeface="Arial"/>
                <a:cs typeface="Arial"/>
              </a:defRPr>
            </a:lvl4pPr>
            <a:lvl5pPr algn="l">
              <a:defRPr sz="3300" b="1">
                <a:solidFill>
                  <a:srgbClr val="20262C"/>
                </a:solidFill>
                <a:latin typeface="Arial"/>
                <a:ea typeface="Arial"/>
                <a:cs typeface="Arial"/>
              </a:defRPr>
            </a:lvl5pPr>
            <a:lvl6pPr algn="l">
              <a:defRPr sz="3300" b="1">
                <a:solidFill>
                  <a:srgbClr val="20262C"/>
                </a:solidFill>
                <a:latin typeface="Arial"/>
                <a:ea typeface="Arial"/>
                <a:cs typeface="Arial"/>
              </a:defRPr>
            </a:lvl6pPr>
            <a:lvl7pPr algn="l">
              <a:defRPr sz="3300" b="1">
                <a:solidFill>
                  <a:srgbClr val="20262C"/>
                </a:solidFill>
                <a:latin typeface="Arial"/>
                <a:ea typeface="Arial"/>
                <a:cs typeface="Arial"/>
              </a:defRPr>
            </a:lvl7pPr>
            <a:lvl8pPr algn="l">
              <a:defRPr sz="3300" b="1">
                <a:solidFill>
                  <a:srgbClr val="20262C"/>
                </a:solidFill>
                <a:latin typeface="Arial"/>
                <a:ea typeface="Arial"/>
                <a:cs typeface="Arial"/>
              </a:defRPr>
            </a:lvl8pPr>
            <a:lvl9pPr algn="l">
              <a:defRPr sz="3300" b="1">
                <a:solidFill>
                  <a:srgbClr val="20262C"/>
                </a:solidFill>
                <a:latin typeface="Arial"/>
                <a:ea typeface="Arial"/>
                <a:cs typeface="Arial"/>
              </a:defRPr>
            </a:lvl9pPr>
          </a:lstStyle>
          <a:p xmlns:a="http://schemas.openxmlformats.org/drawingml/2006/main">
            <a:pPr algn="l">
              <a:defRPr sz="3300" b="1">
                <a:solidFill>
                  <a:srgbClr val="20262C"/>
                </a:solidFill>
                <a:latin typeface="Arial"/>
                <a:ea typeface="Arial"/>
                <a:cs typeface="Arial"/>
              </a:defRPr>
            </a:pPr>
            <a:r>
              <a:rPr sz="3300" b="1">
                <a:solidFill>
                  <a:srgbClr val="20262C"/>
                </a:solidFill>
                <a:latin typeface="Arial"/>
                <a:ea typeface="Arial"/>
                <a:cs typeface="Arial"/>
              </a:rPr>
              <a:t>Shared information, models and tools</a:t>
            </a:r>
          </a:p>
        </p:txBody>
      </p:sp>
      <p:sp>
        <p:nvSpPr>
          <p:cNvPr id="2" name="!!subtitle">
            <a:extLst xmlns:a="http://schemas.openxmlformats.org/drawingml/2006/main">
              <a:ext uri="{FF2B5EF4-FFF2-40B4-BE49-F238E27FC236}">
                <a16:creationId xmlns:a16="http://schemas.microsoft.com/office/drawing/2014/main" id="{6EDFD796-AE65-480B-BE0C-FB5589648326}"/>
              </a:ext>
            </a:extLst>
          </p:cNvPr>
          <p:cNvSpPr>
            <a:spLocks xmlns:a="http://schemas.openxmlformats.org/drawingml/2006/main" noGrp="1"/>
          </p:cNvSpPr>
          <p:nvPr/>
        </p:nvSpPr>
        <p:spPr>
          <a:xfrm xmlns:a="http://schemas.openxmlformats.org/drawingml/2006/main">
            <a:off x="647700" y="1190625"/>
            <a:ext cx="139446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05A9C"/>
                </a:solidFill>
                <a:latin typeface="Arial"/>
                <a:ea typeface="Arial"/>
                <a:cs typeface="Arial"/>
              </a:defRPr>
            </a:defPPr>
            <a:lvl1pPr algn="l">
              <a:defRPr sz="1875" b="0">
                <a:solidFill>
                  <a:srgbClr val="005A9C"/>
                </a:solidFill>
                <a:latin typeface="Arial"/>
                <a:ea typeface="Arial"/>
                <a:cs typeface="Arial"/>
              </a:defRPr>
            </a:lvl1pPr>
            <a:lvl2pPr algn="l">
              <a:defRPr sz="1875" b="0">
                <a:solidFill>
                  <a:srgbClr val="005A9C"/>
                </a:solidFill>
                <a:latin typeface="Arial"/>
                <a:ea typeface="Arial"/>
                <a:cs typeface="Arial"/>
              </a:defRPr>
            </a:lvl2pPr>
            <a:lvl3pPr algn="l">
              <a:defRPr sz="1875" b="0">
                <a:solidFill>
                  <a:srgbClr val="005A9C"/>
                </a:solidFill>
                <a:latin typeface="Arial"/>
                <a:ea typeface="Arial"/>
                <a:cs typeface="Arial"/>
              </a:defRPr>
            </a:lvl3pPr>
            <a:lvl4pPr algn="l">
              <a:defRPr sz="1875" b="0">
                <a:solidFill>
                  <a:srgbClr val="005A9C"/>
                </a:solidFill>
                <a:latin typeface="Arial"/>
                <a:ea typeface="Arial"/>
                <a:cs typeface="Arial"/>
              </a:defRPr>
            </a:lvl4pPr>
            <a:lvl5pPr algn="l">
              <a:defRPr sz="1875" b="0">
                <a:solidFill>
                  <a:srgbClr val="005A9C"/>
                </a:solidFill>
                <a:latin typeface="Arial"/>
                <a:ea typeface="Arial"/>
                <a:cs typeface="Arial"/>
              </a:defRPr>
            </a:lvl5pPr>
            <a:lvl6pPr algn="l">
              <a:defRPr sz="1875" b="0">
                <a:solidFill>
                  <a:srgbClr val="005A9C"/>
                </a:solidFill>
                <a:latin typeface="Arial"/>
                <a:ea typeface="Arial"/>
                <a:cs typeface="Arial"/>
              </a:defRPr>
            </a:lvl6pPr>
            <a:lvl7pPr algn="l">
              <a:defRPr sz="1875" b="0">
                <a:solidFill>
                  <a:srgbClr val="005A9C"/>
                </a:solidFill>
                <a:latin typeface="Arial"/>
                <a:ea typeface="Arial"/>
                <a:cs typeface="Arial"/>
              </a:defRPr>
            </a:lvl7pPr>
            <a:lvl8pPr algn="l">
              <a:defRPr sz="1875" b="0">
                <a:solidFill>
                  <a:srgbClr val="005A9C"/>
                </a:solidFill>
                <a:latin typeface="Arial"/>
                <a:ea typeface="Arial"/>
                <a:cs typeface="Arial"/>
              </a:defRPr>
            </a:lvl8pPr>
            <a:lvl9pPr algn="l">
              <a:defRPr sz="1875" b="0">
                <a:solidFill>
                  <a:srgbClr val="005A9C"/>
                </a:solidFill>
                <a:latin typeface="Arial"/>
                <a:ea typeface="Arial"/>
                <a:cs typeface="Arial"/>
              </a:defRPr>
            </a:lvl9pPr>
          </a:lstStyle>
          <a:p xmlns:a="http://schemas.openxmlformats.org/drawingml/2006/main">
            <a:pPr algn="l">
              <a:defRPr sz="1875" b="0">
                <a:solidFill>
                  <a:srgbClr val="005A9C"/>
                </a:solidFill>
                <a:latin typeface="Arial"/>
                <a:ea typeface="Arial"/>
                <a:cs typeface="Arial"/>
              </a:defRPr>
            </a:pPr>
            <a:r>
              <a:rPr sz="1875" b="0">
                <a:solidFill>
                  <a:srgbClr val="005A9C"/>
                </a:solidFill>
                <a:latin typeface="Arial"/>
                <a:ea typeface="Arial"/>
                <a:cs typeface="Arial"/>
              </a:rPr>
              <a:t>Shared capabilities</a:t>
            </a:r>
          </a:p>
        </p:txBody>
      </p:sp>
      <p:sp>
        <p:nvSpPr>
          <p:cNvPr id="3" name="!!heading.rule">
            <a:extLst xmlns:a="http://schemas.openxmlformats.org/drawingml/2006/main">
              <a:ext uri="{FF2B5EF4-FFF2-40B4-BE49-F238E27FC236}">
                <a16:creationId xmlns:a16="http://schemas.microsoft.com/office/drawing/2014/main" id="{9352CAE1-7FE3-42E0-B464-FB044D795239}"/>
              </a:ext>
            </a:extLst>
          </p:cNvPr>
          <p:cNvSpPr>
            <a:spLocks xmlns:a="http://schemas.openxmlformats.org/drawingml/2006/main" noGrp="1"/>
          </p:cNvSpPr>
          <p:nvPr/>
        </p:nvSpPr>
        <p:spPr>
          <a:xfrm xmlns:a="http://schemas.openxmlformats.org/drawingml/2006/main" flipH="0" flipV="0">
            <a:off x="647700" y="1733550"/>
            <a:ext cx="13944600" cy="953"/>
          </a:xfrm>
          <a:prstGeom xmlns:a="http://schemas.openxmlformats.org/drawingml/2006/main" prst="line">
            <a:avLst/>
          </a:prstGeom>
          <a:noFill xmlns:a="http://schemas.openxmlformats.org/drawingml/2006/main"/>
          <a:ln xmlns:a="http://schemas.openxmlformats.org/drawingml/2006/main" w="11430">
            <a:solidFill>
              <a:srgbClr val="BCC6CF"/>
            </a:solidFill>
            <a:prstDash val="solid"/>
          </a:ln>
        </p:spPr>
      </p:sp>
      <p:sp>
        <p:nvSpPr>
          <p:cNvPr id="4" name="!!map.front">
            <a:extLst xmlns:a="http://schemas.openxmlformats.org/drawingml/2006/main">
              <a:ext uri="{FF2B5EF4-FFF2-40B4-BE49-F238E27FC236}">
                <a16:creationId xmlns:a16="http://schemas.microsoft.com/office/drawing/2014/main" id="{A0ADE4E5-17A7-4088-8A52-6AA4614E851F}"/>
              </a:ext>
            </a:extLst>
          </p:cNvPr>
          <p:cNvSpPr>
            <a:spLocks xmlns:a="http://schemas.openxmlformats.org/drawingml/2006/main" noGrp="1"/>
          </p:cNvSpPr>
          <p:nvPr/>
        </p:nvSpPr>
        <p:spPr>
          <a:xfrm xmlns:a="http://schemas.openxmlformats.org/drawingml/2006/main">
            <a:off x="647700" y="1990725"/>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5" name="!!nav.front">
            <ns0:hlinkClick xmlns:ns0="http://schemas.openxmlformats.org/drawingml/2006/main" xmlns:ns1="http://schemas.openxmlformats.org/officeDocument/2006/relationships" ns1:id="rIdNavSlide4" action="ppaction://hlinksldjump" tooltip="Slide 4: Preparing a company research assessment"/>
            <a:extLst xmlns:a="http://schemas.openxmlformats.org/drawingml/2006/main">
              <a:ext uri="{FF2B5EF4-FFF2-40B4-BE49-F238E27FC236}">
                <a16:creationId xmlns:a16="http://schemas.microsoft.com/office/drawing/2014/main" id="{94578775-0B73-48EF-B3CE-65C92B9626B1}"/>
              </a:ext>
            </a:extLst>
          </p:cNvPr>
          <p:cNvSpPr>
            <a:spLocks xmlns:a="http://schemas.openxmlformats.org/drawingml/2006/main" noGrp="1"/>
          </p:cNvSpPr>
          <p:nvPr/>
        </p:nvSpPr>
        <p:spPr>
          <a:xfrm xmlns:a="http://schemas.openxmlformats.org/drawingml/2006/main">
            <a:off x="647700" y="1990725"/>
            <a:ext cx="2609850" cy="409575"/>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FFFFFF"/>
                </a:solidFill>
                <a:latin typeface="Arial"/>
                <a:ea typeface="Arial"/>
                <a:cs typeface="Arial"/>
              </a:defRPr>
            </a:defPPr>
            <a:lvl1pPr algn="ctr">
              <a:defRPr sz="2025" b="1">
                <a:solidFill>
                  <a:srgbClr val="FFFFFF"/>
                </a:solidFill>
                <a:latin typeface="Arial"/>
                <a:ea typeface="Arial"/>
                <a:cs typeface="Arial"/>
              </a:defRPr>
            </a:lvl1pPr>
            <a:lvl2pPr algn="ctr">
              <a:defRPr sz="2025" b="1">
                <a:solidFill>
                  <a:srgbClr val="FFFFFF"/>
                </a:solidFill>
                <a:latin typeface="Arial"/>
                <a:ea typeface="Arial"/>
                <a:cs typeface="Arial"/>
              </a:defRPr>
            </a:lvl2pPr>
            <a:lvl3pPr algn="ctr">
              <a:defRPr sz="2025" b="1">
                <a:solidFill>
                  <a:srgbClr val="FFFFFF"/>
                </a:solidFill>
                <a:latin typeface="Arial"/>
                <a:ea typeface="Arial"/>
                <a:cs typeface="Arial"/>
              </a:defRPr>
            </a:lvl3pPr>
            <a:lvl4pPr algn="ctr">
              <a:defRPr sz="2025" b="1">
                <a:solidFill>
                  <a:srgbClr val="FFFFFF"/>
                </a:solidFill>
                <a:latin typeface="Arial"/>
                <a:ea typeface="Arial"/>
                <a:cs typeface="Arial"/>
              </a:defRPr>
            </a:lvl4pPr>
            <a:lvl5pPr algn="ctr">
              <a:defRPr sz="2025" b="1">
                <a:solidFill>
                  <a:srgbClr val="FFFFFF"/>
                </a:solidFill>
                <a:latin typeface="Arial"/>
                <a:ea typeface="Arial"/>
                <a:cs typeface="Arial"/>
              </a:defRPr>
            </a:lvl5pPr>
            <a:lvl6pPr algn="ctr">
              <a:defRPr sz="2025" b="1">
                <a:solidFill>
                  <a:srgbClr val="FFFFFF"/>
                </a:solidFill>
                <a:latin typeface="Arial"/>
                <a:ea typeface="Arial"/>
                <a:cs typeface="Arial"/>
              </a:defRPr>
            </a:lvl6pPr>
            <a:lvl7pPr algn="ctr">
              <a:defRPr sz="2025" b="1">
                <a:solidFill>
                  <a:srgbClr val="FFFFFF"/>
                </a:solidFill>
                <a:latin typeface="Arial"/>
                <a:ea typeface="Arial"/>
                <a:cs typeface="Arial"/>
              </a:defRPr>
            </a:lvl7pPr>
            <a:lvl8pPr algn="ctr">
              <a:defRPr sz="2025" b="1">
                <a:solidFill>
                  <a:srgbClr val="FFFFFF"/>
                </a:solidFill>
                <a:latin typeface="Arial"/>
                <a:ea typeface="Arial"/>
                <a:cs typeface="Arial"/>
              </a:defRPr>
            </a:lvl8pPr>
            <a:lvl9pPr algn="ctr">
              <a:defRPr sz="2025" b="1">
                <a:solidFill>
                  <a:srgbClr val="FFFFFF"/>
                </a:solidFill>
                <a:latin typeface="Arial"/>
                <a:ea typeface="Arial"/>
                <a:cs typeface="Arial"/>
              </a:defRPr>
            </a:lvl9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Front office</a:t>
            </a:r>
          </a:p>
        </p:txBody>
      </p:sp>
      <p:sp>
        <p:nvSpPr>
          <p:cNvPr id="6" name="!!task.research">
            <ns0:hlinkClick xmlns:ns0="http://schemas.openxmlformats.org/drawingml/2006/main" xmlns:ns1="http://schemas.openxmlformats.org/officeDocument/2006/relationships" ns1:id="rIdNavSlide4" action="ppaction://hlinksldjump" tooltip="Slide 4: Preparing a company research assessment"/>
            <a:extLst xmlns:a="http://schemas.openxmlformats.org/drawingml/2006/main">
              <a:ext uri="{FF2B5EF4-FFF2-40B4-BE49-F238E27FC236}">
                <a16:creationId xmlns:a16="http://schemas.microsoft.com/office/drawing/2014/main" id="{B881CB0E-7776-4665-BD1B-E45EBEA0259E}"/>
              </a:ext>
            </a:extLst>
          </p:cNvPr>
          <p:cNvSpPr>
            <a:spLocks xmlns:a="http://schemas.openxmlformats.org/drawingml/2006/main" noGrp="1"/>
          </p:cNvSpPr>
          <p:nvPr/>
        </p:nvSpPr>
        <p:spPr>
          <a:xfrm xmlns:a="http://schemas.openxmlformats.org/drawingml/2006/main">
            <a:off x="762000" y="249555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Research</a:t>
            </a:r>
          </a:p>
        </p:txBody>
      </p:sp>
      <p:sp>
        <p:nvSpPr>
          <p:cNvPr id="7" name="!!task.trade">
            <ns0:hlinkClick xmlns:ns0="http://schemas.openxmlformats.org/drawingml/2006/main" xmlns:ns1="http://schemas.openxmlformats.org/officeDocument/2006/relationships" ns1:id="rIdNavSlide9" action="ppaction://hlinksldjump" tooltip="Slide 9: Preparing a bond quote request"/>
            <a:extLst xmlns:a="http://schemas.openxmlformats.org/drawingml/2006/main">
              <a:ext uri="{FF2B5EF4-FFF2-40B4-BE49-F238E27FC236}">
                <a16:creationId xmlns:a16="http://schemas.microsoft.com/office/drawing/2014/main" id="{FD7FEE8E-8046-4B13-A5DE-9BDADE8175AA}"/>
              </a:ext>
            </a:extLst>
          </p:cNvPr>
          <p:cNvSpPr>
            <a:spLocks xmlns:a="http://schemas.openxmlformats.org/drawingml/2006/main" noGrp="1"/>
          </p:cNvSpPr>
          <p:nvPr/>
        </p:nvSpPr>
        <p:spPr>
          <a:xfrm xmlns:a="http://schemas.openxmlformats.org/drawingml/2006/main">
            <a:off x="762000" y="280987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Trading support</a:t>
            </a:r>
          </a:p>
        </p:txBody>
      </p:sp>
      <p:sp>
        <p:nvSpPr>
          <p:cNvPr id="8" name="!!task.client">
            <ns0:hlinkClick xmlns:ns0="http://schemas.openxmlformats.org/drawingml/2006/main" xmlns:ns1="http://schemas.openxmlformats.org/officeDocument/2006/relationships" ns1:id="rIdNavSlide12" action="ppaction://hlinksldjump" tooltip="Slide 12: Preparing a quarterly client update"/>
            <a:extLst xmlns:a="http://schemas.openxmlformats.org/drawingml/2006/main">
              <a:ext uri="{FF2B5EF4-FFF2-40B4-BE49-F238E27FC236}">
                <a16:creationId xmlns:a16="http://schemas.microsoft.com/office/drawing/2014/main" id="{EC28F2CF-6ABE-4EBF-A4A5-888D24F37E83}"/>
              </a:ext>
            </a:extLst>
          </p:cNvPr>
          <p:cNvSpPr>
            <a:spLocks xmlns:a="http://schemas.openxmlformats.org/drawingml/2006/main" noGrp="1"/>
          </p:cNvSpPr>
          <p:nvPr/>
        </p:nvSpPr>
        <p:spPr>
          <a:xfrm xmlns:a="http://schemas.openxmlformats.org/drawingml/2006/main">
            <a:off x="762000" y="312420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Client materials</a:t>
            </a:r>
          </a:p>
        </p:txBody>
      </p:sp>
      <p:sp>
        <p:nvSpPr>
          <p:cNvPr id="9" name="!!map.middle">
            <a:extLst xmlns:a="http://schemas.openxmlformats.org/drawingml/2006/main">
              <a:ext uri="{FF2B5EF4-FFF2-40B4-BE49-F238E27FC236}">
                <a16:creationId xmlns:a16="http://schemas.microsoft.com/office/drawing/2014/main" id="{7386D801-52D0-4720-A874-A27EDDE19D04}"/>
              </a:ext>
            </a:extLst>
          </p:cNvPr>
          <p:cNvSpPr>
            <a:spLocks xmlns:a="http://schemas.openxmlformats.org/drawingml/2006/main" noGrp="1"/>
          </p:cNvSpPr>
          <p:nvPr/>
        </p:nvSpPr>
        <p:spPr>
          <a:xfrm xmlns:a="http://schemas.openxmlformats.org/drawingml/2006/main">
            <a:off x="647700" y="3657600"/>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10" name="!!nav.middle">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81B60E36-1446-4B4E-8C75-B1B678774AD8}"/>
              </a:ext>
            </a:extLst>
          </p:cNvPr>
          <p:cNvSpPr>
            <a:spLocks xmlns:a="http://schemas.openxmlformats.org/drawingml/2006/main" noGrp="1"/>
          </p:cNvSpPr>
          <p:nvPr/>
        </p:nvSpPr>
        <p:spPr>
          <a:xfrm xmlns:a="http://schemas.openxmlformats.org/drawingml/2006/main">
            <a:off x="647700" y="3657600"/>
            <a:ext cx="2609850" cy="409575"/>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FFFFFF"/>
                </a:solidFill>
                <a:latin typeface="Arial"/>
                <a:ea typeface="Arial"/>
                <a:cs typeface="Arial"/>
              </a:defRPr>
            </a:defPPr>
            <a:lvl1pPr algn="ctr">
              <a:defRPr sz="2025" b="1">
                <a:solidFill>
                  <a:srgbClr val="FFFFFF"/>
                </a:solidFill>
                <a:latin typeface="Arial"/>
                <a:ea typeface="Arial"/>
                <a:cs typeface="Arial"/>
              </a:defRPr>
            </a:lvl1pPr>
            <a:lvl2pPr algn="ctr">
              <a:defRPr sz="2025" b="1">
                <a:solidFill>
                  <a:srgbClr val="FFFFFF"/>
                </a:solidFill>
                <a:latin typeface="Arial"/>
                <a:ea typeface="Arial"/>
                <a:cs typeface="Arial"/>
              </a:defRPr>
            </a:lvl2pPr>
            <a:lvl3pPr algn="ctr">
              <a:defRPr sz="2025" b="1">
                <a:solidFill>
                  <a:srgbClr val="FFFFFF"/>
                </a:solidFill>
                <a:latin typeface="Arial"/>
                <a:ea typeface="Arial"/>
                <a:cs typeface="Arial"/>
              </a:defRPr>
            </a:lvl3pPr>
            <a:lvl4pPr algn="ctr">
              <a:defRPr sz="2025" b="1">
                <a:solidFill>
                  <a:srgbClr val="FFFFFF"/>
                </a:solidFill>
                <a:latin typeface="Arial"/>
                <a:ea typeface="Arial"/>
                <a:cs typeface="Arial"/>
              </a:defRPr>
            </a:lvl4pPr>
            <a:lvl5pPr algn="ctr">
              <a:defRPr sz="2025" b="1">
                <a:solidFill>
                  <a:srgbClr val="FFFFFF"/>
                </a:solidFill>
                <a:latin typeface="Arial"/>
                <a:ea typeface="Arial"/>
                <a:cs typeface="Arial"/>
              </a:defRPr>
            </a:lvl5pPr>
            <a:lvl6pPr algn="ctr">
              <a:defRPr sz="2025" b="1">
                <a:solidFill>
                  <a:srgbClr val="FFFFFF"/>
                </a:solidFill>
                <a:latin typeface="Arial"/>
                <a:ea typeface="Arial"/>
                <a:cs typeface="Arial"/>
              </a:defRPr>
            </a:lvl6pPr>
            <a:lvl7pPr algn="ctr">
              <a:defRPr sz="2025" b="1">
                <a:solidFill>
                  <a:srgbClr val="FFFFFF"/>
                </a:solidFill>
                <a:latin typeface="Arial"/>
                <a:ea typeface="Arial"/>
                <a:cs typeface="Arial"/>
              </a:defRPr>
            </a:lvl7pPr>
            <a:lvl8pPr algn="ctr">
              <a:defRPr sz="2025" b="1">
                <a:solidFill>
                  <a:srgbClr val="FFFFFF"/>
                </a:solidFill>
                <a:latin typeface="Arial"/>
                <a:ea typeface="Arial"/>
                <a:cs typeface="Arial"/>
              </a:defRPr>
            </a:lvl8pPr>
            <a:lvl9pPr algn="ctr">
              <a:defRPr sz="2025" b="1">
                <a:solidFill>
                  <a:srgbClr val="FFFFFF"/>
                </a:solidFill>
                <a:latin typeface="Arial"/>
                <a:ea typeface="Arial"/>
                <a:cs typeface="Arial"/>
              </a:defRPr>
            </a:lvl9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Middle office</a:t>
            </a:r>
          </a:p>
        </p:txBody>
      </p:sp>
      <p:sp>
        <p:nvSpPr>
          <p:cNvPr id="11" name="!!task.review">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907DE92D-AACE-40B5-97DC-698EEB1A2F0C}"/>
              </a:ext>
            </a:extLst>
          </p:cNvPr>
          <p:cNvSpPr>
            <a:spLocks xmlns:a="http://schemas.openxmlformats.org/drawingml/2006/main" noGrp="1"/>
          </p:cNvSpPr>
          <p:nvPr/>
        </p:nvSpPr>
        <p:spPr>
          <a:xfrm xmlns:a="http://schemas.openxmlformats.org/drawingml/2006/main">
            <a:off x="762000" y="416242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Content review</a:t>
            </a:r>
          </a:p>
        </p:txBody>
      </p:sp>
      <p:sp>
        <p:nvSpPr>
          <p:cNvPr id="12" name="!!task.risk">
            <ns0:hlinkClick xmlns:ns0="http://schemas.openxmlformats.org/drawingml/2006/main" xmlns:ns1="http://schemas.openxmlformats.org/officeDocument/2006/relationships" ns1:id="rIdNavSlide19" action="ppaction://hlinksldjump" tooltip="Slide 19: Investigating a risk alert"/>
            <a:extLst xmlns:a="http://schemas.openxmlformats.org/drawingml/2006/main">
              <a:ext uri="{FF2B5EF4-FFF2-40B4-BE49-F238E27FC236}">
                <a16:creationId xmlns:a16="http://schemas.microsoft.com/office/drawing/2014/main" id="{EEB4FDB1-E34B-420B-BF90-77FCA4A06615}"/>
              </a:ext>
            </a:extLst>
          </p:cNvPr>
          <p:cNvSpPr>
            <a:spLocks xmlns:a="http://schemas.openxmlformats.org/drawingml/2006/main" noGrp="1"/>
          </p:cNvSpPr>
          <p:nvPr/>
        </p:nvSpPr>
        <p:spPr>
          <a:xfrm xmlns:a="http://schemas.openxmlformats.org/drawingml/2006/main">
            <a:off x="762000" y="447675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Risk analysis</a:t>
            </a:r>
          </a:p>
        </p:txBody>
      </p:sp>
      <p:sp>
        <p:nvSpPr>
          <p:cNvPr id="13" name="!!map.back">
            <a:extLst xmlns:a="http://schemas.openxmlformats.org/drawingml/2006/main">
              <a:ext uri="{FF2B5EF4-FFF2-40B4-BE49-F238E27FC236}">
                <a16:creationId xmlns:a16="http://schemas.microsoft.com/office/drawing/2014/main" id="{67115636-56D0-499A-9CB2-54DAC7430D45}"/>
              </a:ext>
            </a:extLst>
          </p:cNvPr>
          <p:cNvSpPr>
            <a:spLocks xmlns:a="http://schemas.openxmlformats.org/drawingml/2006/main" noGrp="1"/>
          </p:cNvSpPr>
          <p:nvPr/>
        </p:nvSpPr>
        <p:spPr>
          <a:xfrm xmlns:a="http://schemas.openxmlformats.org/drawingml/2006/main">
            <a:off x="647700" y="5324475"/>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14" name="!!nav.back">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4190B440-158B-4FC1-8287-B203870FCD1F}"/>
              </a:ext>
            </a:extLst>
          </p:cNvPr>
          <p:cNvSpPr>
            <a:spLocks xmlns:a="http://schemas.openxmlformats.org/drawingml/2006/main" noGrp="1"/>
          </p:cNvSpPr>
          <p:nvPr/>
        </p:nvSpPr>
        <p:spPr>
          <a:xfrm xmlns:a="http://schemas.openxmlformats.org/drawingml/2006/main">
            <a:off x="647700" y="5324475"/>
            <a:ext cx="2609850" cy="409575"/>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FFFFFF"/>
                </a:solidFill>
                <a:latin typeface="Arial"/>
                <a:ea typeface="Arial"/>
                <a:cs typeface="Arial"/>
              </a:defRPr>
            </a:defPPr>
            <a:lvl1pPr algn="ctr">
              <a:defRPr sz="2025" b="1">
                <a:solidFill>
                  <a:srgbClr val="FFFFFF"/>
                </a:solidFill>
                <a:latin typeface="Arial"/>
                <a:ea typeface="Arial"/>
                <a:cs typeface="Arial"/>
              </a:defRPr>
            </a:lvl1pPr>
            <a:lvl2pPr algn="ctr">
              <a:defRPr sz="2025" b="1">
                <a:solidFill>
                  <a:srgbClr val="FFFFFF"/>
                </a:solidFill>
                <a:latin typeface="Arial"/>
                <a:ea typeface="Arial"/>
                <a:cs typeface="Arial"/>
              </a:defRPr>
            </a:lvl2pPr>
            <a:lvl3pPr algn="ctr">
              <a:defRPr sz="2025" b="1">
                <a:solidFill>
                  <a:srgbClr val="FFFFFF"/>
                </a:solidFill>
                <a:latin typeface="Arial"/>
                <a:ea typeface="Arial"/>
                <a:cs typeface="Arial"/>
              </a:defRPr>
            </a:lvl3pPr>
            <a:lvl4pPr algn="ctr">
              <a:defRPr sz="2025" b="1">
                <a:solidFill>
                  <a:srgbClr val="FFFFFF"/>
                </a:solidFill>
                <a:latin typeface="Arial"/>
                <a:ea typeface="Arial"/>
                <a:cs typeface="Arial"/>
              </a:defRPr>
            </a:lvl4pPr>
            <a:lvl5pPr algn="ctr">
              <a:defRPr sz="2025" b="1">
                <a:solidFill>
                  <a:srgbClr val="FFFFFF"/>
                </a:solidFill>
                <a:latin typeface="Arial"/>
                <a:ea typeface="Arial"/>
                <a:cs typeface="Arial"/>
              </a:defRPr>
            </a:lvl5pPr>
            <a:lvl6pPr algn="ctr">
              <a:defRPr sz="2025" b="1">
                <a:solidFill>
                  <a:srgbClr val="FFFFFF"/>
                </a:solidFill>
                <a:latin typeface="Arial"/>
                <a:ea typeface="Arial"/>
                <a:cs typeface="Arial"/>
              </a:defRPr>
            </a:lvl6pPr>
            <a:lvl7pPr algn="ctr">
              <a:defRPr sz="2025" b="1">
                <a:solidFill>
                  <a:srgbClr val="FFFFFF"/>
                </a:solidFill>
                <a:latin typeface="Arial"/>
                <a:ea typeface="Arial"/>
                <a:cs typeface="Arial"/>
              </a:defRPr>
            </a:lvl7pPr>
            <a:lvl8pPr algn="ctr">
              <a:defRPr sz="2025" b="1">
                <a:solidFill>
                  <a:srgbClr val="FFFFFF"/>
                </a:solidFill>
                <a:latin typeface="Arial"/>
                <a:ea typeface="Arial"/>
                <a:cs typeface="Arial"/>
              </a:defRPr>
            </a:lvl8pPr>
            <a:lvl9pPr algn="ctr">
              <a:defRPr sz="2025" b="1">
                <a:solidFill>
                  <a:srgbClr val="FFFFFF"/>
                </a:solidFill>
                <a:latin typeface="Arial"/>
                <a:ea typeface="Arial"/>
                <a:cs typeface="Arial"/>
              </a:defRPr>
            </a:lvl9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Back office</a:t>
            </a:r>
          </a:p>
        </p:txBody>
      </p:sp>
      <p:sp>
        <p:nvSpPr>
          <p:cNvPr id="15" name="!!task.files">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E521D28C-90F0-41F4-85B9-873AC75A17BD}"/>
              </a:ext>
            </a:extLst>
          </p:cNvPr>
          <p:cNvSpPr>
            <a:spLocks xmlns:a="http://schemas.openxmlformats.org/drawingml/2006/main" noGrp="1"/>
          </p:cNvSpPr>
          <p:nvPr/>
        </p:nvSpPr>
        <p:spPr>
          <a:xfrm xmlns:a="http://schemas.openxmlformats.org/drawingml/2006/main">
            <a:off x="762000" y="582930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Document processing</a:t>
            </a:r>
          </a:p>
        </p:txBody>
      </p:sp>
      <p:sp>
        <p:nvSpPr>
          <p:cNvPr id="16" name="!!task.dev">
            <ns0:hlinkClick xmlns:ns0="http://schemas.openxmlformats.org/drawingml/2006/main" xmlns:ns1="http://schemas.openxmlformats.org/officeDocument/2006/relationships" ns1:id="rIdNavSlide25" action="ppaction://hlinksldjump" tooltip="Slide 25: Turning a business request into a working tool"/>
            <a:extLst xmlns:a="http://schemas.openxmlformats.org/drawingml/2006/main">
              <a:ext uri="{FF2B5EF4-FFF2-40B4-BE49-F238E27FC236}">
                <a16:creationId xmlns:a16="http://schemas.microsoft.com/office/drawing/2014/main" id="{A2015F7F-EE56-4FD2-A652-50DDBD5B6498}"/>
              </a:ext>
            </a:extLst>
          </p:cNvPr>
          <p:cNvSpPr>
            <a:spLocks xmlns:a="http://schemas.openxmlformats.org/drawingml/2006/main" noGrp="1"/>
          </p:cNvSpPr>
          <p:nvPr/>
        </p:nvSpPr>
        <p:spPr>
          <a:xfrm xmlns:a="http://schemas.openxmlformats.org/drawingml/2006/main">
            <a:off x="762000" y="614362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Tool development</a:t>
            </a:r>
          </a:p>
        </p:txBody>
      </p:sp>
      <p:sp>
        <p:nvSpPr>
          <p:cNvPr id="17" name="!!map.separator">
            <a:extLst xmlns:a="http://schemas.openxmlformats.org/drawingml/2006/main">
              <a:ext uri="{FF2B5EF4-FFF2-40B4-BE49-F238E27FC236}">
                <a16:creationId xmlns:a16="http://schemas.microsoft.com/office/drawing/2014/main" id="{01F2E460-81E8-45F0-89B4-4F9680691432}"/>
              </a:ext>
            </a:extLst>
          </p:cNvPr>
          <p:cNvSpPr>
            <a:spLocks xmlns:a="http://schemas.openxmlformats.org/drawingml/2006/main" noGrp="1"/>
          </p:cNvSpPr>
          <p:nvPr/>
        </p:nvSpPr>
        <p:spPr>
          <a:xfrm xmlns:a="http://schemas.openxmlformats.org/drawingml/2006/main" flipH="0" flipV="0">
            <a:off x="3600450" y="1990725"/>
            <a:ext cx="953" cy="5076825"/>
          </a:xfrm>
          <a:prstGeom xmlns:a="http://schemas.openxmlformats.org/drawingml/2006/main" prst="line">
            <a:avLst/>
          </a:prstGeom>
          <a:noFill xmlns:a="http://schemas.openxmlformats.org/drawingml/2006/main"/>
          <a:ln xmlns:a="http://schemas.openxmlformats.org/drawingml/2006/main" w="9525">
            <a:solidFill>
              <a:srgbClr val="BCC6CF"/>
            </a:solidFill>
            <a:prstDash val="solid"/>
          </a:ln>
        </p:spPr>
      </p:sp>
      <p:sp>
        <p:nvSpPr>
          <p:cNvPr id="18" name="!!nav.home">
            <ns0:hlinkClick xmlns:ns0="http://schemas.openxmlformats.org/drawingml/2006/main" xmlns:ns1="http://schemas.openxmlformats.org/officeDocument/2006/relationships" ns1:id="rIdNavSlide3" action="ppaction://hlinksldjump" tooltip="Slide 3: Seven workflows across the firm"/>
            <a:extLst xmlns:a="http://schemas.openxmlformats.org/drawingml/2006/main">
              <a:ext uri="{FF2B5EF4-FFF2-40B4-BE49-F238E27FC236}">
                <a16:creationId xmlns:a16="http://schemas.microsoft.com/office/drawing/2014/main" id="{3773049B-4F7A-494C-9985-B1951D764E73}"/>
              </a:ext>
            </a:extLst>
          </p:cNvPr>
          <p:cNvSpPr>
            <a:spLocks xmlns:a="http://schemas.openxmlformats.org/drawingml/2006/main" noGrp="1"/>
          </p:cNvSpPr>
          <p:nvPr/>
        </p:nvSpPr>
        <p:spPr>
          <a:xfrm xmlns:a="http://schemas.openxmlformats.org/drawingml/2006/main">
            <a:off x="647700" y="7496175"/>
            <a:ext cx="26098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BCC6CF"/>
            </a:solidFill>
            <a:prstDash val="solid"/>
          </a:ln>
        </p:spPr>
        <p:txBody>
          <a:bodyPr xmlns:a="http://schemas.openxmlformats.org/drawingml/2006/main" wrap="square" lIns="114300" tIns="0" rIns="114300" bIns="0" anchor="ctr">
            <a:noAutofit/>
          </a:bodyPr>
          <a:lstStyle xmlns:a="http://schemas.openxmlformats.org/drawingml/2006/main">
            <a:defPPr algn="ctr">
              <a:defRPr sz="1800" b="1">
                <a:solidFill>
                  <a:srgbClr val="005A9C"/>
                </a:solidFill>
                <a:latin typeface="Arial"/>
                <a:ea typeface="Arial"/>
                <a:cs typeface="Arial"/>
              </a:defRPr>
            </a:defPPr>
            <a:lvl1pPr algn="ctr">
              <a:defRPr sz="1800" b="1">
                <a:solidFill>
                  <a:srgbClr val="005A9C"/>
                </a:solidFill>
                <a:latin typeface="Arial"/>
                <a:ea typeface="Arial"/>
                <a:cs typeface="Arial"/>
              </a:defRPr>
            </a:lvl1pPr>
            <a:lvl2pPr algn="ctr">
              <a:defRPr sz="1800" b="1">
                <a:solidFill>
                  <a:srgbClr val="005A9C"/>
                </a:solidFill>
                <a:latin typeface="Arial"/>
                <a:ea typeface="Arial"/>
                <a:cs typeface="Arial"/>
              </a:defRPr>
            </a:lvl2pPr>
            <a:lvl3pPr algn="ctr">
              <a:defRPr sz="1800" b="1">
                <a:solidFill>
                  <a:srgbClr val="005A9C"/>
                </a:solidFill>
                <a:latin typeface="Arial"/>
                <a:ea typeface="Arial"/>
                <a:cs typeface="Arial"/>
              </a:defRPr>
            </a:lvl3pPr>
            <a:lvl4pPr algn="ctr">
              <a:defRPr sz="1800" b="1">
                <a:solidFill>
                  <a:srgbClr val="005A9C"/>
                </a:solidFill>
                <a:latin typeface="Arial"/>
                <a:ea typeface="Arial"/>
                <a:cs typeface="Arial"/>
              </a:defRPr>
            </a:lvl4pPr>
            <a:lvl5pPr algn="ctr">
              <a:defRPr sz="1800" b="1">
                <a:solidFill>
                  <a:srgbClr val="005A9C"/>
                </a:solidFill>
                <a:latin typeface="Arial"/>
                <a:ea typeface="Arial"/>
                <a:cs typeface="Arial"/>
              </a:defRPr>
            </a:lvl5pPr>
            <a:lvl6pPr algn="ctr">
              <a:defRPr sz="1800" b="1">
                <a:solidFill>
                  <a:srgbClr val="005A9C"/>
                </a:solidFill>
                <a:latin typeface="Arial"/>
                <a:ea typeface="Arial"/>
                <a:cs typeface="Arial"/>
              </a:defRPr>
            </a:lvl6pPr>
            <a:lvl7pPr algn="ctr">
              <a:defRPr sz="1800" b="1">
                <a:solidFill>
                  <a:srgbClr val="005A9C"/>
                </a:solidFill>
                <a:latin typeface="Arial"/>
                <a:ea typeface="Arial"/>
                <a:cs typeface="Arial"/>
              </a:defRPr>
            </a:lvl7pPr>
            <a:lvl8pPr algn="ctr">
              <a:defRPr sz="1800" b="1">
                <a:solidFill>
                  <a:srgbClr val="005A9C"/>
                </a:solidFill>
                <a:latin typeface="Arial"/>
                <a:ea typeface="Arial"/>
                <a:cs typeface="Arial"/>
              </a:defRPr>
            </a:lvl8pPr>
            <a:lvl9pPr algn="ctr">
              <a:defRPr sz="1800" b="1">
                <a:solidFill>
                  <a:srgbClr val="005A9C"/>
                </a:solidFill>
                <a:latin typeface="Arial"/>
                <a:ea typeface="Arial"/>
                <a:cs typeface="Arial"/>
              </a:defRPr>
            </a:lvl9pPr>
          </a:lstStyle>
          <a:p xmlns:a="http://schemas.openxmlformats.org/drawingml/2006/main">
            <a:pPr algn="ctr">
              <a:defRPr sz="1800" b="1">
                <a:solidFill>
                  <a:srgbClr val="005A9C"/>
                </a:solidFill>
                <a:latin typeface="Arial"/>
                <a:ea typeface="Arial"/>
                <a:cs typeface="Arial"/>
              </a:defRPr>
            </a:pPr>
            <a:r>
              <a:rPr sz="1800" b="1">
                <a:solidFill>
                  <a:srgbClr val="005A9C"/>
                </a:solidFill>
                <a:latin typeface="Arial"/>
                <a:ea typeface="Arial"/>
                <a:cs typeface="Arial"/>
              </a:rPr>
              <a:t>Firm overview</a:t>
            </a:r>
          </a:p>
        </p:txBody>
      </p:sp>
      <p:sp>
        <p:nvSpPr>
          <p:cNvPr id="19" name="!!page">
            <a:extLst xmlns:a="http://schemas.openxmlformats.org/drawingml/2006/main">
              <a:ext uri="{FF2B5EF4-FFF2-40B4-BE49-F238E27FC236}">
                <a16:creationId xmlns:a16="http://schemas.microsoft.com/office/drawing/2014/main" id="{1A57BCB1-2594-4D2D-8F8C-E182DB5BB6C4}"/>
              </a:ext>
            </a:extLst>
          </p:cNvPr>
          <p:cNvSpPr>
            <a:spLocks xmlns:a="http://schemas.openxmlformats.org/drawingml/2006/main" noGrp="1"/>
          </p:cNvSpPr>
          <p:nvPr/>
        </p:nvSpPr>
        <p:spPr>
          <a:xfrm xmlns:a="http://schemas.openxmlformats.org/drawingml/2006/main">
            <a:off x="11144250" y="7591425"/>
            <a:ext cx="904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650" b="0">
                <a:solidFill>
                  <a:srgbClr val="707C88"/>
                </a:solidFill>
                <a:latin typeface="Arial"/>
                <a:ea typeface="Arial"/>
                <a:cs typeface="Arial"/>
              </a:defRPr>
            </a:defPPr>
            <a:lvl1pPr algn="r">
              <a:defRPr sz="1650" b="0">
                <a:solidFill>
                  <a:srgbClr val="707C88"/>
                </a:solidFill>
                <a:latin typeface="Arial"/>
                <a:ea typeface="Arial"/>
                <a:cs typeface="Arial"/>
              </a:defRPr>
            </a:lvl1pPr>
            <a:lvl2pPr algn="r">
              <a:defRPr sz="1650" b="0">
                <a:solidFill>
                  <a:srgbClr val="707C88"/>
                </a:solidFill>
                <a:latin typeface="Arial"/>
                <a:ea typeface="Arial"/>
                <a:cs typeface="Arial"/>
              </a:defRPr>
            </a:lvl2pPr>
            <a:lvl3pPr algn="r">
              <a:defRPr sz="1650" b="0">
                <a:solidFill>
                  <a:srgbClr val="707C88"/>
                </a:solidFill>
                <a:latin typeface="Arial"/>
                <a:ea typeface="Arial"/>
                <a:cs typeface="Arial"/>
              </a:defRPr>
            </a:lvl3pPr>
            <a:lvl4pPr algn="r">
              <a:defRPr sz="1650" b="0">
                <a:solidFill>
                  <a:srgbClr val="707C88"/>
                </a:solidFill>
                <a:latin typeface="Arial"/>
                <a:ea typeface="Arial"/>
                <a:cs typeface="Arial"/>
              </a:defRPr>
            </a:lvl4pPr>
            <a:lvl5pPr algn="r">
              <a:defRPr sz="1650" b="0">
                <a:solidFill>
                  <a:srgbClr val="707C88"/>
                </a:solidFill>
                <a:latin typeface="Arial"/>
                <a:ea typeface="Arial"/>
                <a:cs typeface="Arial"/>
              </a:defRPr>
            </a:lvl5pPr>
            <a:lvl6pPr algn="r">
              <a:defRPr sz="1650" b="0">
                <a:solidFill>
                  <a:srgbClr val="707C88"/>
                </a:solidFill>
                <a:latin typeface="Arial"/>
                <a:ea typeface="Arial"/>
                <a:cs typeface="Arial"/>
              </a:defRPr>
            </a:lvl6pPr>
            <a:lvl7pPr algn="r">
              <a:defRPr sz="1650" b="0">
                <a:solidFill>
                  <a:srgbClr val="707C88"/>
                </a:solidFill>
                <a:latin typeface="Arial"/>
                <a:ea typeface="Arial"/>
                <a:cs typeface="Arial"/>
              </a:defRPr>
            </a:lvl7pPr>
            <a:lvl8pPr algn="r">
              <a:defRPr sz="1650" b="0">
                <a:solidFill>
                  <a:srgbClr val="707C88"/>
                </a:solidFill>
                <a:latin typeface="Arial"/>
                <a:ea typeface="Arial"/>
                <a:cs typeface="Arial"/>
              </a:defRPr>
            </a:lvl8pPr>
            <a:lvl9pPr algn="r">
              <a:defRPr sz="1650" b="0">
                <a:solidFill>
                  <a:srgbClr val="707C88"/>
                </a:solidFill>
                <a:latin typeface="Arial"/>
                <a:ea typeface="Arial"/>
                <a:cs typeface="Arial"/>
              </a:defRPr>
            </a:lvl9pPr>
          </a:lstStyle>
          <a:p xmlns:a="http://schemas.openxmlformats.org/drawingml/2006/main">
            <a:pPr algn="r">
              <a:defRPr sz="1650" b="0">
                <a:solidFill>
                  <a:srgbClr val="707C88"/>
                </a:solidFill>
                <a:latin typeface="Arial"/>
                <a:ea typeface="Arial"/>
                <a:cs typeface="Arial"/>
              </a:defRPr>
            </a:pPr>
            <a:r>
              <a:rPr sz="1650" b="0">
                <a:solidFill>
                  <a:srgbClr val="707C88"/>
                </a:solidFill>
                <a:latin typeface="Arial"/>
                <a:ea typeface="Arial"/>
                <a:cs typeface="Arial"/>
              </a:rPr>
              <a:t>31 / 33</a:t>
            </a:r>
          </a:p>
        </p:txBody>
      </p:sp>
      <p:sp>
        <p:nvSpPr>
          <p:cNvPr id="20" name="!!nav.prev">
            <ns0:hlinkClick xmlns:ns0="http://schemas.openxmlformats.org/drawingml/2006/main" xmlns:ns1="http://schemas.openxmlformats.org/officeDocument/2006/relationships" ns1:id="rIdNavSlide30" action="ppaction://hlinksldjump" tooltip="Slide 30: Two information flows across the firm"/>
            <a:extLst xmlns:a="http://schemas.openxmlformats.org/drawingml/2006/main">
              <a:ext uri="{FF2B5EF4-FFF2-40B4-BE49-F238E27FC236}">
                <a16:creationId xmlns:a16="http://schemas.microsoft.com/office/drawing/2014/main" id="{B1EF24C2-29EB-4776-9865-CB0F2838BF7F}"/>
              </a:ext>
            </a:extLst>
          </p:cNvPr>
          <p:cNvSpPr>
            <a:spLocks xmlns:a="http://schemas.openxmlformats.org/drawingml/2006/main" noGrp="1"/>
          </p:cNvSpPr>
          <p:nvPr/>
        </p:nvSpPr>
        <p:spPr>
          <a:xfrm xmlns:a="http://schemas.openxmlformats.org/drawingml/2006/main">
            <a:off x="12287250" y="7496175"/>
            <a:ext cx="1047750" cy="4572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725" b="1">
                <a:solidFill>
                  <a:srgbClr val="005A9C"/>
                </a:solidFill>
                <a:latin typeface="Arial"/>
                <a:ea typeface="Arial"/>
                <a:cs typeface="Arial"/>
              </a:defRPr>
            </a:defPPr>
            <a:lvl1pPr algn="ctr">
              <a:defRPr sz="1725" b="1">
                <a:solidFill>
                  <a:srgbClr val="005A9C"/>
                </a:solidFill>
                <a:latin typeface="Arial"/>
                <a:ea typeface="Arial"/>
                <a:cs typeface="Arial"/>
              </a:defRPr>
            </a:lvl1pPr>
            <a:lvl2pPr algn="ctr">
              <a:defRPr sz="1725" b="1">
                <a:solidFill>
                  <a:srgbClr val="005A9C"/>
                </a:solidFill>
                <a:latin typeface="Arial"/>
                <a:ea typeface="Arial"/>
                <a:cs typeface="Arial"/>
              </a:defRPr>
            </a:lvl2pPr>
            <a:lvl3pPr algn="ctr">
              <a:defRPr sz="1725" b="1">
                <a:solidFill>
                  <a:srgbClr val="005A9C"/>
                </a:solidFill>
                <a:latin typeface="Arial"/>
                <a:ea typeface="Arial"/>
                <a:cs typeface="Arial"/>
              </a:defRPr>
            </a:lvl3pPr>
            <a:lvl4pPr algn="ctr">
              <a:defRPr sz="1725" b="1">
                <a:solidFill>
                  <a:srgbClr val="005A9C"/>
                </a:solidFill>
                <a:latin typeface="Arial"/>
                <a:ea typeface="Arial"/>
                <a:cs typeface="Arial"/>
              </a:defRPr>
            </a:lvl4pPr>
            <a:lvl5pPr algn="ctr">
              <a:defRPr sz="1725" b="1">
                <a:solidFill>
                  <a:srgbClr val="005A9C"/>
                </a:solidFill>
                <a:latin typeface="Arial"/>
                <a:ea typeface="Arial"/>
                <a:cs typeface="Arial"/>
              </a:defRPr>
            </a:lvl5pPr>
            <a:lvl6pPr algn="ctr">
              <a:defRPr sz="1725" b="1">
                <a:solidFill>
                  <a:srgbClr val="005A9C"/>
                </a:solidFill>
                <a:latin typeface="Arial"/>
                <a:ea typeface="Arial"/>
                <a:cs typeface="Arial"/>
              </a:defRPr>
            </a:lvl6pPr>
            <a:lvl7pPr algn="ctr">
              <a:defRPr sz="1725" b="1">
                <a:solidFill>
                  <a:srgbClr val="005A9C"/>
                </a:solidFill>
                <a:latin typeface="Arial"/>
                <a:ea typeface="Arial"/>
                <a:cs typeface="Arial"/>
              </a:defRPr>
            </a:lvl7pPr>
            <a:lvl8pPr algn="ctr">
              <a:defRPr sz="1725" b="1">
                <a:solidFill>
                  <a:srgbClr val="005A9C"/>
                </a:solidFill>
                <a:latin typeface="Arial"/>
                <a:ea typeface="Arial"/>
                <a:cs typeface="Arial"/>
              </a:defRPr>
            </a:lvl8pPr>
            <a:lvl9pPr algn="ctr">
              <a:defRPr sz="1725" b="1">
                <a:solidFill>
                  <a:srgbClr val="005A9C"/>
                </a:solidFill>
                <a:latin typeface="Arial"/>
                <a:ea typeface="Arial"/>
                <a:cs typeface="Arial"/>
              </a:defRPr>
            </a:lvl9pPr>
          </a:lstStyle>
          <a:p xmlns:a="http://schemas.openxmlformats.org/drawingml/2006/main">
            <a:pPr algn="ctr">
              <a:defRPr sz="1725" b="1">
                <a:solidFill>
                  <a:srgbClr val="005A9C"/>
                </a:solidFill>
                <a:latin typeface="Arial"/>
                <a:ea typeface="Arial"/>
                <a:cs typeface="Arial"/>
              </a:defRPr>
            </a:pPr>
            <a:r>
              <a:rPr sz="1725" b="1">
                <a:solidFill>
                  <a:srgbClr val="005A9C"/>
                </a:solidFill>
                <a:latin typeface="Arial"/>
                <a:ea typeface="Arial"/>
                <a:cs typeface="Arial"/>
              </a:rPr>
              <a:t>Back</a:t>
            </a:r>
          </a:p>
        </p:txBody>
      </p:sp>
      <p:sp>
        <p:nvSpPr>
          <p:cNvPr id="21" name="!!nav.next">
            <ns0:hlinkClick xmlns:ns0="http://schemas.openxmlformats.org/drawingml/2006/main" xmlns:ns1="http://schemas.openxmlformats.org/officeDocument/2006/relationships" ns1:id="rIdNavSlide32" action="ppaction://hlinksldjump" tooltip="Slide 32: Suggested implementation sequence"/>
            <a:extLst xmlns:a="http://schemas.openxmlformats.org/drawingml/2006/main">
              <a:ext uri="{FF2B5EF4-FFF2-40B4-BE49-F238E27FC236}">
                <a16:creationId xmlns:a16="http://schemas.microsoft.com/office/drawing/2014/main" id="{129DC091-AD97-4D0B-9876-B9654C599D21}"/>
              </a:ext>
            </a:extLst>
          </p:cNvPr>
          <p:cNvSpPr>
            <a:spLocks xmlns:a="http://schemas.openxmlformats.org/drawingml/2006/main" noGrp="1"/>
          </p:cNvSpPr>
          <p:nvPr/>
        </p:nvSpPr>
        <p:spPr>
          <a:xfrm xmlns:a="http://schemas.openxmlformats.org/drawingml/2006/main">
            <a:off x="13506450" y="7496175"/>
            <a:ext cx="1085850" cy="45720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725" b="1">
                <a:solidFill>
                  <a:srgbClr val="FFFFFF"/>
                </a:solidFill>
                <a:latin typeface="Arial"/>
                <a:ea typeface="Arial"/>
                <a:cs typeface="Arial"/>
              </a:defRPr>
            </a:defPPr>
            <a:lvl1pPr algn="ctr">
              <a:defRPr sz="1725" b="1">
                <a:solidFill>
                  <a:srgbClr val="FFFFFF"/>
                </a:solidFill>
                <a:latin typeface="Arial"/>
                <a:ea typeface="Arial"/>
                <a:cs typeface="Arial"/>
              </a:defRPr>
            </a:lvl1pPr>
            <a:lvl2pPr algn="ctr">
              <a:defRPr sz="1725" b="1">
                <a:solidFill>
                  <a:srgbClr val="FFFFFF"/>
                </a:solidFill>
                <a:latin typeface="Arial"/>
                <a:ea typeface="Arial"/>
                <a:cs typeface="Arial"/>
              </a:defRPr>
            </a:lvl2pPr>
            <a:lvl3pPr algn="ctr">
              <a:defRPr sz="1725" b="1">
                <a:solidFill>
                  <a:srgbClr val="FFFFFF"/>
                </a:solidFill>
                <a:latin typeface="Arial"/>
                <a:ea typeface="Arial"/>
                <a:cs typeface="Arial"/>
              </a:defRPr>
            </a:lvl3pPr>
            <a:lvl4pPr algn="ctr">
              <a:defRPr sz="1725" b="1">
                <a:solidFill>
                  <a:srgbClr val="FFFFFF"/>
                </a:solidFill>
                <a:latin typeface="Arial"/>
                <a:ea typeface="Arial"/>
                <a:cs typeface="Arial"/>
              </a:defRPr>
            </a:lvl4pPr>
            <a:lvl5pPr algn="ctr">
              <a:defRPr sz="1725" b="1">
                <a:solidFill>
                  <a:srgbClr val="FFFFFF"/>
                </a:solidFill>
                <a:latin typeface="Arial"/>
                <a:ea typeface="Arial"/>
                <a:cs typeface="Arial"/>
              </a:defRPr>
            </a:lvl5pPr>
            <a:lvl6pPr algn="ctr">
              <a:defRPr sz="1725" b="1">
                <a:solidFill>
                  <a:srgbClr val="FFFFFF"/>
                </a:solidFill>
                <a:latin typeface="Arial"/>
                <a:ea typeface="Arial"/>
                <a:cs typeface="Arial"/>
              </a:defRPr>
            </a:lvl6pPr>
            <a:lvl7pPr algn="ctr">
              <a:defRPr sz="1725" b="1">
                <a:solidFill>
                  <a:srgbClr val="FFFFFF"/>
                </a:solidFill>
                <a:latin typeface="Arial"/>
                <a:ea typeface="Arial"/>
                <a:cs typeface="Arial"/>
              </a:defRPr>
            </a:lvl7pPr>
            <a:lvl8pPr algn="ctr">
              <a:defRPr sz="1725" b="1">
                <a:solidFill>
                  <a:srgbClr val="FFFFFF"/>
                </a:solidFill>
                <a:latin typeface="Arial"/>
                <a:ea typeface="Arial"/>
                <a:cs typeface="Arial"/>
              </a:defRPr>
            </a:lvl8pPr>
            <a:lvl9pPr algn="ctr">
              <a:defRPr sz="1725" b="1">
                <a:solidFill>
                  <a:srgbClr val="FFFFFF"/>
                </a:solidFill>
                <a:latin typeface="Arial"/>
                <a:ea typeface="Arial"/>
                <a:cs typeface="Arial"/>
              </a:defRPr>
            </a:lvl9pPr>
          </a:lstStyle>
          <a:p xmlns:a="http://schemas.openxmlformats.org/drawingml/2006/main">
            <a:pPr algn="ctr">
              <a:defRPr sz="1725" b="1">
                <a:solidFill>
                  <a:srgbClr val="FFFFFF"/>
                </a:solidFill>
                <a:latin typeface="Arial"/>
                <a:ea typeface="Arial"/>
                <a:cs typeface="Arial"/>
              </a:defRPr>
            </a:pPr>
            <a:r>
              <a:rPr sz="1725" b="1">
                <a:solidFill>
                  <a:srgbClr val="FFFFFF"/>
                </a:solidFill>
                <a:latin typeface="Arial"/>
                <a:ea typeface="Arial"/>
                <a:cs typeface="Arial"/>
              </a:rPr>
              <a:t>Next</a:t>
            </a:r>
          </a:p>
        </p:txBody>
      </p:sp>
      <p:sp>
        <p:nvSpPr>
          <p:cNvPr id="22" name="!!footer.rule">
            <a:extLst xmlns:a="http://schemas.openxmlformats.org/drawingml/2006/main">
              <a:ext uri="{FF2B5EF4-FFF2-40B4-BE49-F238E27FC236}">
                <a16:creationId xmlns:a16="http://schemas.microsoft.com/office/drawing/2014/main" id="{6A2C6B5E-4AD2-4A41-958A-056EA0CEC3F1}"/>
              </a:ext>
            </a:extLst>
          </p:cNvPr>
          <p:cNvSpPr>
            <a:spLocks xmlns:a="http://schemas.openxmlformats.org/drawingml/2006/main" noGrp="1"/>
          </p:cNvSpPr>
          <p:nvPr/>
        </p:nvSpPr>
        <p:spPr>
          <a:xfrm xmlns:a="http://schemas.openxmlformats.org/drawingml/2006/main" flipH="0" flipV="0">
            <a:off x="647700" y="8134350"/>
            <a:ext cx="13944600" cy="953"/>
          </a:xfrm>
          <a:prstGeom xmlns:a="http://schemas.openxmlformats.org/drawingml/2006/main" prst="line">
            <a:avLst/>
          </a:prstGeom>
          <a:noFill xmlns:a="http://schemas.openxmlformats.org/drawingml/2006/main"/>
          <a:ln xmlns:a="http://schemas.openxmlformats.org/drawingml/2006/main" w="9525">
            <a:solidFill>
              <a:srgbClr val="BCC6CF"/>
            </a:solidFill>
            <a:prstDash val="solid"/>
          </a:ln>
        </p:spPr>
      </p:sp>
      <p:sp>
        <p:nvSpPr>
          <p:cNvPr id="23" name="!!source">
            <a:extLst xmlns:a="http://schemas.openxmlformats.org/drawingml/2006/main">
              <a:ext uri="{FF2B5EF4-FFF2-40B4-BE49-F238E27FC236}">
                <a16:creationId xmlns:a16="http://schemas.microsoft.com/office/drawing/2014/main" id="{A3451162-43B3-4763-87D0-B1E547D536E4}"/>
              </a:ext>
            </a:extLst>
          </p:cNvPr>
          <p:cNvSpPr>
            <a:spLocks xmlns:a="http://schemas.openxmlformats.org/drawingml/2006/main" noGrp="1"/>
          </p:cNvSpPr>
          <p:nvPr/>
        </p:nvSpPr>
        <p:spPr>
          <a:xfrm xmlns:a="http://schemas.openxmlformats.org/drawingml/2006/main">
            <a:off x="647700" y="8267700"/>
            <a:ext cx="13944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707C88"/>
                </a:solidFill>
                <a:latin typeface="Arial"/>
                <a:ea typeface="Arial"/>
                <a:cs typeface="Arial"/>
              </a:defRPr>
            </a:defPPr>
            <a:lvl1pPr algn="l">
              <a:defRPr sz="1050" b="0">
                <a:solidFill>
                  <a:srgbClr val="707C88"/>
                </a:solidFill>
                <a:latin typeface="Arial"/>
                <a:ea typeface="Arial"/>
                <a:cs typeface="Arial"/>
              </a:defRPr>
            </a:lvl1pPr>
            <a:lvl2pPr algn="l">
              <a:defRPr sz="1050" b="0">
                <a:solidFill>
                  <a:srgbClr val="707C88"/>
                </a:solidFill>
                <a:latin typeface="Arial"/>
                <a:ea typeface="Arial"/>
                <a:cs typeface="Arial"/>
              </a:defRPr>
            </a:lvl2pPr>
            <a:lvl3pPr algn="l">
              <a:defRPr sz="1050" b="0">
                <a:solidFill>
                  <a:srgbClr val="707C88"/>
                </a:solidFill>
                <a:latin typeface="Arial"/>
                <a:ea typeface="Arial"/>
                <a:cs typeface="Arial"/>
              </a:defRPr>
            </a:lvl3pPr>
            <a:lvl4pPr algn="l">
              <a:defRPr sz="1050" b="0">
                <a:solidFill>
                  <a:srgbClr val="707C88"/>
                </a:solidFill>
                <a:latin typeface="Arial"/>
                <a:ea typeface="Arial"/>
                <a:cs typeface="Arial"/>
              </a:defRPr>
            </a:lvl4pPr>
            <a:lvl5pPr algn="l">
              <a:defRPr sz="1050" b="0">
                <a:solidFill>
                  <a:srgbClr val="707C88"/>
                </a:solidFill>
                <a:latin typeface="Arial"/>
                <a:ea typeface="Arial"/>
                <a:cs typeface="Arial"/>
              </a:defRPr>
            </a:lvl5pPr>
            <a:lvl6pPr algn="l">
              <a:defRPr sz="1050" b="0">
                <a:solidFill>
                  <a:srgbClr val="707C88"/>
                </a:solidFill>
                <a:latin typeface="Arial"/>
                <a:ea typeface="Arial"/>
                <a:cs typeface="Arial"/>
              </a:defRPr>
            </a:lvl6pPr>
            <a:lvl7pPr algn="l">
              <a:defRPr sz="1050" b="0">
                <a:solidFill>
                  <a:srgbClr val="707C88"/>
                </a:solidFill>
                <a:latin typeface="Arial"/>
                <a:ea typeface="Arial"/>
                <a:cs typeface="Arial"/>
              </a:defRPr>
            </a:lvl7pPr>
            <a:lvl8pPr algn="l">
              <a:defRPr sz="1050" b="0">
                <a:solidFill>
                  <a:srgbClr val="707C88"/>
                </a:solidFill>
                <a:latin typeface="Arial"/>
                <a:ea typeface="Arial"/>
                <a:cs typeface="Arial"/>
              </a:defRPr>
            </a:lvl8pPr>
            <a:lvl9pPr algn="l">
              <a:defRPr sz="1050" b="0">
                <a:solidFill>
                  <a:srgbClr val="707C88"/>
                </a:solidFill>
                <a:latin typeface="Arial"/>
                <a:ea typeface="Arial"/>
                <a:cs typeface="Arial"/>
              </a:defRPr>
            </a:lvl9pPr>
          </a:lstStyle>
          <a:p xmlns:a="http://schemas.openxmlformats.org/drawingml/2006/main">
            <a:pPr algn="l">
              <a:defRPr sz="1050" b="0">
                <a:solidFill>
                  <a:srgbClr val="707C88"/>
                </a:solidFill>
                <a:latin typeface="Arial"/>
                <a:ea typeface="Arial"/>
                <a:cs typeface="Arial"/>
              </a:defRPr>
            </a:pPr>
            <a:r>
              <a:rPr sz="1050" b="0">
                <a:solidFill>
                  <a:srgbClr val="707C88"/>
                </a:solidFill>
                <a:latin typeface="Arial"/>
                <a:ea typeface="Arial"/>
                <a:cs typeface="Arial"/>
              </a:rPr>
              <a:t>Sources: Tianhong; Southern; ICBCUBS / AMAC</a:t>
            </a:r>
          </a:p>
        </p:txBody>
      </p:sp>
      <p:sp>
        <p:nvSpPr>
          <p:cNvPr id="24" name="!!arch.entry">
            <a:extLst xmlns:a="http://schemas.openxmlformats.org/drawingml/2006/main">
              <a:ext uri="{FF2B5EF4-FFF2-40B4-BE49-F238E27FC236}">
                <a16:creationId xmlns:a16="http://schemas.microsoft.com/office/drawing/2014/main" id="{A119799D-26CE-4AEE-90AF-E9A0E378F863}"/>
              </a:ext>
            </a:extLst>
          </p:cNvPr>
          <p:cNvSpPr>
            <a:spLocks xmlns:a="http://schemas.openxmlformats.org/drawingml/2006/main" noGrp="1"/>
          </p:cNvSpPr>
          <p:nvPr/>
        </p:nvSpPr>
        <p:spPr>
          <a:xfrm xmlns:a="http://schemas.openxmlformats.org/drawingml/2006/main">
            <a:off x="4057650" y="2181225"/>
            <a:ext cx="10534650" cy="619125"/>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250" b="1">
                <a:solidFill>
                  <a:srgbClr val="20262C"/>
                </a:solidFill>
                <a:latin typeface="Arial"/>
                <a:ea typeface="Arial"/>
                <a:cs typeface="Arial"/>
              </a:defRPr>
            </a:defPPr>
            <a:lvl1pPr algn="ctr">
              <a:defRPr sz="2250" b="1">
                <a:solidFill>
                  <a:srgbClr val="20262C"/>
                </a:solidFill>
                <a:latin typeface="Arial"/>
                <a:ea typeface="Arial"/>
                <a:cs typeface="Arial"/>
              </a:defRPr>
            </a:lvl1pPr>
            <a:lvl2pPr algn="ctr">
              <a:defRPr sz="2250" b="1">
                <a:solidFill>
                  <a:srgbClr val="20262C"/>
                </a:solidFill>
                <a:latin typeface="Arial"/>
                <a:ea typeface="Arial"/>
                <a:cs typeface="Arial"/>
              </a:defRPr>
            </a:lvl2pPr>
            <a:lvl3pPr algn="ctr">
              <a:defRPr sz="2250" b="1">
                <a:solidFill>
                  <a:srgbClr val="20262C"/>
                </a:solidFill>
                <a:latin typeface="Arial"/>
                <a:ea typeface="Arial"/>
                <a:cs typeface="Arial"/>
              </a:defRPr>
            </a:lvl3pPr>
            <a:lvl4pPr algn="ctr">
              <a:defRPr sz="2250" b="1">
                <a:solidFill>
                  <a:srgbClr val="20262C"/>
                </a:solidFill>
                <a:latin typeface="Arial"/>
                <a:ea typeface="Arial"/>
                <a:cs typeface="Arial"/>
              </a:defRPr>
            </a:lvl4pPr>
            <a:lvl5pPr algn="ctr">
              <a:defRPr sz="2250" b="1">
                <a:solidFill>
                  <a:srgbClr val="20262C"/>
                </a:solidFill>
                <a:latin typeface="Arial"/>
                <a:ea typeface="Arial"/>
                <a:cs typeface="Arial"/>
              </a:defRPr>
            </a:lvl5pPr>
            <a:lvl6pPr algn="ctr">
              <a:defRPr sz="2250" b="1">
                <a:solidFill>
                  <a:srgbClr val="20262C"/>
                </a:solidFill>
                <a:latin typeface="Arial"/>
                <a:ea typeface="Arial"/>
                <a:cs typeface="Arial"/>
              </a:defRPr>
            </a:lvl6pPr>
            <a:lvl7pPr algn="ctr">
              <a:defRPr sz="2250" b="1">
                <a:solidFill>
                  <a:srgbClr val="20262C"/>
                </a:solidFill>
                <a:latin typeface="Arial"/>
                <a:ea typeface="Arial"/>
                <a:cs typeface="Arial"/>
              </a:defRPr>
            </a:lvl7pPr>
            <a:lvl8pPr algn="ctr">
              <a:defRPr sz="2250" b="1">
                <a:solidFill>
                  <a:srgbClr val="20262C"/>
                </a:solidFill>
                <a:latin typeface="Arial"/>
                <a:ea typeface="Arial"/>
                <a:cs typeface="Arial"/>
              </a:defRPr>
            </a:lvl8pPr>
            <a:lvl9pPr algn="ctr">
              <a:defRPr sz="2250" b="1">
                <a:solidFill>
                  <a:srgbClr val="20262C"/>
                </a:solidFill>
                <a:latin typeface="Arial"/>
                <a:ea typeface="Arial"/>
                <a:cs typeface="Arial"/>
              </a:defRPr>
            </a:lvl9pPr>
          </a:lstStyle>
          <a:p xmlns:a="http://schemas.openxmlformats.org/drawingml/2006/main">
            <a:pPr algn="ctr">
              <a:defRPr sz="2250" b="1">
                <a:solidFill>
                  <a:srgbClr val="20262C"/>
                </a:solidFill>
                <a:latin typeface="Arial"/>
                <a:ea typeface="Arial"/>
                <a:cs typeface="Arial"/>
              </a:defRPr>
            </a:pPr>
            <a:r>
              <a:rPr sz="2250" b="1">
                <a:solidFill>
                  <a:srgbClr val="20262C"/>
                </a:solidFill>
                <a:latin typeface="Arial"/>
                <a:ea typeface="Arial"/>
                <a:cs typeface="Arial"/>
              </a:rPr>
              <a:t>Employees provide a business question and the relevant material</a:t>
            </a:r>
          </a:p>
        </p:txBody>
      </p:sp>
      <p:sp>
        <p:nvSpPr>
          <p:cNvPr id="25" name="!!arch.a.line">
            <a:extLst xmlns:a="http://schemas.openxmlformats.org/drawingml/2006/main">
              <a:ext uri="{FF2B5EF4-FFF2-40B4-BE49-F238E27FC236}">
                <a16:creationId xmlns:a16="http://schemas.microsoft.com/office/drawing/2014/main" id="{F1E6D9CC-8FD0-47E8-A3A0-CE8B7E683C23}"/>
              </a:ext>
            </a:extLst>
          </p:cNvPr>
          <p:cNvSpPr>
            <a:spLocks xmlns:a="http://schemas.openxmlformats.org/drawingml/2006/main" noGrp="1"/>
          </p:cNvSpPr>
          <p:nvPr/>
        </p:nvSpPr>
        <p:spPr>
          <a:xfrm xmlns:a="http://schemas.openxmlformats.org/drawingml/2006/main" flipH="0" flipV="0">
            <a:off x="9324975" y="2886075"/>
            <a:ext cx="953" cy="352425"/>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26" name="!!arch.a.tip">
            <a:extLst xmlns:a="http://schemas.openxmlformats.org/drawingml/2006/main">
              <a:ext uri="{FF2B5EF4-FFF2-40B4-BE49-F238E27FC236}">
                <a16:creationId xmlns:a16="http://schemas.microsoft.com/office/drawing/2014/main" id="{B9519E35-8658-4892-9491-A80279EBB4C5}"/>
              </a:ext>
            </a:extLst>
          </p:cNvPr>
          <p:cNvSpPr>
            <a:spLocks xmlns:a="http://schemas.openxmlformats.org/drawingml/2006/main" noGrp="1"/>
          </p:cNvSpPr>
          <p:nvPr/>
        </p:nvSpPr>
        <p:spPr>
          <a:xfrm xmlns:a="http://schemas.openxmlformats.org/drawingml/2006/main" rot="10800000">
            <a:off x="9267825" y="3181350"/>
            <a:ext cx="114300" cy="11430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27" name="!!arch.workflow">
            <a:extLst xmlns:a="http://schemas.openxmlformats.org/drawingml/2006/main">
              <a:ext uri="{FF2B5EF4-FFF2-40B4-BE49-F238E27FC236}">
                <a16:creationId xmlns:a16="http://schemas.microsoft.com/office/drawing/2014/main" id="{6C09C5B7-CC8B-435C-A4F0-690AD0E1FE97}"/>
              </a:ext>
            </a:extLst>
          </p:cNvPr>
          <p:cNvSpPr>
            <a:spLocks xmlns:a="http://schemas.openxmlformats.org/drawingml/2006/main" noGrp="1"/>
          </p:cNvSpPr>
          <p:nvPr/>
        </p:nvSpPr>
        <p:spPr>
          <a:xfrm xmlns:a="http://schemas.openxmlformats.org/drawingml/2006/main">
            <a:off x="4057650" y="3352800"/>
            <a:ext cx="10534650" cy="74295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20262C"/>
                </a:solidFill>
                <a:latin typeface="Arial"/>
                <a:ea typeface="Arial"/>
                <a:cs typeface="Arial"/>
              </a:defRPr>
            </a:defPPr>
            <a:lvl1pPr algn="ctr">
              <a:defRPr sz="2025" b="1">
                <a:solidFill>
                  <a:srgbClr val="20262C"/>
                </a:solidFill>
                <a:latin typeface="Arial"/>
                <a:ea typeface="Arial"/>
                <a:cs typeface="Arial"/>
              </a:defRPr>
            </a:lvl1pPr>
            <a:lvl2pPr algn="ctr">
              <a:defRPr sz="2025" b="1">
                <a:solidFill>
                  <a:srgbClr val="20262C"/>
                </a:solidFill>
                <a:latin typeface="Arial"/>
                <a:ea typeface="Arial"/>
                <a:cs typeface="Arial"/>
              </a:defRPr>
            </a:lvl2pPr>
            <a:lvl3pPr algn="ctr">
              <a:defRPr sz="2025" b="1">
                <a:solidFill>
                  <a:srgbClr val="20262C"/>
                </a:solidFill>
                <a:latin typeface="Arial"/>
                <a:ea typeface="Arial"/>
                <a:cs typeface="Arial"/>
              </a:defRPr>
            </a:lvl3pPr>
            <a:lvl4pPr algn="ctr">
              <a:defRPr sz="2025" b="1">
                <a:solidFill>
                  <a:srgbClr val="20262C"/>
                </a:solidFill>
                <a:latin typeface="Arial"/>
                <a:ea typeface="Arial"/>
                <a:cs typeface="Arial"/>
              </a:defRPr>
            </a:lvl4pPr>
            <a:lvl5pPr algn="ctr">
              <a:defRPr sz="2025" b="1">
                <a:solidFill>
                  <a:srgbClr val="20262C"/>
                </a:solidFill>
                <a:latin typeface="Arial"/>
                <a:ea typeface="Arial"/>
                <a:cs typeface="Arial"/>
              </a:defRPr>
            </a:lvl5pPr>
            <a:lvl6pPr algn="ctr">
              <a:defRPr sz="2025" b="1">
                <a:solidFill>
                  <a:srgbClr val="20262C"/>
                </a:solidFill>
                <a:latin typeface="Arial"/>
                <a:ea typeface="Arial"/>
                <a:cs typeface="Arial"/>
              </a:defRPr>
            </a:lvl6pPr>
            <a:lvl7pPr algn="ctr">
              <a:defRPr sz="2025" b="1">
                <a:solidFill>
                  <a:srgbClr val="20262C"/>
                </a:solidFill>
                <a:latin typeface="Arial"/>
                <a:ea typeface="Arial"/>
                <a:cs typeface="Arial"/>
              </a:defRPr>
            </a:lvl7pPr>
            <a:lvl8pPr algn="ctr">
              <a:defRPr sz="2025" b="1">
                <a:solidFill>
                  <a:srgbClr val="20262C"/>
                </a:solidFill>
                <a:latin typeface="Arial"/>
                <a:ea typeface="Arial"/>
                <a:cs typeface="Arial"/>
              </a:defRPr>
            </a:lvl8pPr>
            <a:lvl9pPr algn="ctr">
              <a:defRPr sz="2025" b="1">
                <a:solidFill>
                  <a:srgbClr val="20262C"/>
                </a:solidFill>
                <a:latin typeface="Arial"/>
                <a:ea typeface="Arial"/>
                <a:cs typeface="Arial"/>
              </a:defRPr>
            </a:lvl9pPr>
          </a:lstStyle>
          <a:p xmlns:a="http://schemas.openxmlformats.org/drawingml/2006/main">
            <a:pPr algn="ctr">
              <a:defRPr sz="2025" b="1">
                <a:solidFill>
                  <a:srgbClr val="20262C"/>
                </a:solidFill>
                <a:latin typeface="Arial"/>
                <a:ea typeface="Arial"/>
                <a:cs typeface="Arial"/>
              </a:defRPr>
            </a:pPr>
            <a:r>
              <a:rPr sz="2025" b="1">
                <a:solidFill>
                  <a:srgbClr val="20262C"/>
                </a:solidFill>
                <a:latin typeface="Arial"/>
                <a:ea typeface="Arial"/>
                <a:cs typeface="Arial"/>
              </a:rPr>
              <a:t>Research, inquiries, client materials, review, risk, documents and development</a:t>
            </a:r>
          </a:p>
        </p:txBody>
      </p:sp>
      <p:sp>
        <p:nvSpPr>
          <p:cNvPr id="28" name="!!arch.b.stem">
            <a:extLst xmlns:a="http://schemas.openxmlformats.org/drawingml/2006/main">
              <a:ext uri="{FF2B5EF4-FFF2-40B4-BE49-F238E27FC236}">
                <a16:creationId xmlns:a16="http://schemas.microsoft.com/office/drawing/2014/main" id="{CE737B03-F92C-4AA1-81B2-EF8AECD0C08D}"/>
              </a:ext>
            </a:extLst>
          </p:cNvPr>
          <p:cNvSpPr>
            <a:spLocks xmlns:a="http://schemas.openxmlformats.org/drawingml/2006/main" noGrp="1"/>
          </p:cNvSpPr>
          <p:nvPr/>
        </p:nvSpPr>
        <p:spPr>
          <a:xfrm xmlns:a="http://schemas.openxmlformats.org/drawingml/2006/main" flipH="0" flipV="0">
            <a:off x="9324975" y="4191000"/>
            <a:ext cx="953" cy="171450"/>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29" name="!!arch.b.bus">
            <a:extLst xmlns:a="http://schemas.openxmlformats.org/drawingml/2006/main">
              <a:ext uri="{FF2B5EF4-FFF2-40B4-BE49-F238E27FC236}">
                <a16:creationId xmlns:a16="http://schemas.microsoft.com/office/drawing/2014/main" id="{AD4318DE-8C60-47FD-891A-0E15056EFA0C}"/>
              </a:ext>
            </a:extLst>
          </p:cNvPr>
          <p:cNvSpPr>
            <a:spLocks xmlns:a="http://schemas.openxmlformats.org/drawingml/2006/main" noGrp="1"/>
          </p:cNvSpPr>
          <p:nvPr/>
        </p:nvSpPr>
        <p:spPr>
          <a:xfrm xmlns:a="http://schemas.openxmlformats.org/drawingml/2006/main" flipH="0" flipV="0">
            <a:off x="6400800" y="4362450"/>
            <a:ext cx="5724525" cy="953"/>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30" name="!!arch.b.model.line">
            <a:extLst xmlns:a="http://schemas.openxmlformats.org/drawingml/2006/main">
              <a:ext uri="{FF2B5EF4-FFF2-40B4-BE49-F238E27FC236}">
                <a16:creationId xmlns:a16="http://schemas.microsoft.com/office/drawing/2014/main" id="{8424D01A-0989-4BE9-BA64-C4A43DDD8BDA}"/>
              </a:ext>
            </a:extLst>
          </p:cNvPr>
          <p:cNvSpPr>
            <a:spLocks xmlns:a="http://schemas.openxmlformats.org/drawingml/2006/main" noGrp="1"/>
          </p:cNvSpPr>
          <p:nvPr/>
        </p:nvSpPr>
        <p:spPr>
          <a:xfrm xmlns:a="http://schemas.openxmlformats.org/drawingml/2006/main" flipH="0" flipV="0">
            <a:off x="6400800" y="4362450"/>
            <a:ext cx="953" cy="190500"/>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31" name="!!arch.b.model.tip">
            <a:extLst xmlns:a="http://schemas.openxmlformats.org/drawingml/2006/main">
              <a:ext uri="{FF2B5EF4-FFF2-40B4-BE49-F238E27FC236}">
                <a16:creationId xmlns:a16="http://schemas.microsoft.com/office/drawing/2014/main" id="{C80298C3-2491-4D6C-80EC-F3855E5DCE3D}"/>
              </a:ext>
            </a:extLst>
          </p:cNvPr>
          <p:cNvSpPr>
            <a:spLocks xmlns:a="http://schemas.openxmlformats.org/drawingml/2006/main" noGrp="1"/>
          </p:cNvSpPr>
          <p:nvPr/>
        </p:nvSpPr>
        <p:spPr>
          <a:xfrm xmlns:a="http://schemas.openxmlformats.org/drawingml/2006/main" rot="10800000">
            <a:off x="6343650" y="4495800"/>
            <a:ext cx="114300" cy="11430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32" name="!!arch.b.tools.line">
            <a:extLst xmlns:a="http://schemas.openxmlformats.org/drawingml/2006/main">
              <a:ext uri="{FF2B5EF4-FFF2-40B4-BE49-F238E27FC236}">
                <a16:creationId xmlns:a16="http://schemas.microsoft.com/office/drawing/2014/main" id="{E9B9A815-E258-4CA0-AEAF-389B56F85615}"/>
              </a:ext>
            </a:extLst>
          </p:cNvPr>
          <p:cNvSpPr>
            <a:spLocks xmlns:a="http://schemas.openxmlformats.org/drawingml/2006/main" noGrp="1"/>
          </p:cNvSpPr>
          <p:nvPr/>
        </p:nvSpPr>
        <p:spPr>
          <a:xfrm xmlns:a="http://schemas.openxmlformats.org/drawingml/2006/main" flipH="0" flipV="0">
            <a:off x="12125325" y="4362450"/>
            <a:ext cx="953" cy="190500"/>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33" name="!!arch.b.tools.tip">
            <a:extLst xmlns:a="http://schemas.openxmlformats.org/drawingml/2006/main">
              <a:ext uri="{FF2B5EF4-FFF2-40B4-BE49-F238E27FC236}">
                <a16:creationId xmlns:a16="http://schemas.microsoft.com/office/drawing/2014/main" id="{FE6B7DCB-9392-491B-9086-4477ADC46CBA}"/>
              </a:ext>
            </a:extLst>
          </p:cNvPr>
          <p:cNvSpPr>
            <a:spLocks xmlns:a="http://schemas.openxmlformats.org/drawingml/2006/main" noGrp="1"/>
          </p:cNvSpPr>
          <p:nvPr/>
        </p:nvSpPr>
        <p:spPr>
          <a:xfrm xmlns:a="http://schemas.openxmlformats.org/drawingml/2006/main" rot="10800000">
            <a:off x="12068175" y="4495800"/>
            <a:ext cx="114300" cy="11430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34" name="!!arch.model">
            <a:extLst xmlns:a="http://schemas.openxmlformats.org/drawingml/2006/main">
              <a:ext uri="{FF2B5EF4-FFF2-40B4-BE49-F238E27FC236}">
                <a16:creationId xmlns:a16="http://schemas.microsoft.com/office/drawing/2014/main" id="{5A31CC02-2265-42EC-B2EA-0CA8460CD912}"/>
              </a:ext>
            </a:extLst>
          </p:cNvPr>
          <p:cNvSpPr>
            <a:spLocks xmlns:a="http://schemas.openxmlformats.org/drawingml/2006/main" noGrp="1"/>
          </p:cNvSpPr>
          <p:nvPr/>
        </p:nvSpPr>
        <p:spPr>
          <a:xfrm xmlns:a="http://schemas.openxmlformats.org/drawingml/2006/main">
            <a:off x="4057650" y="4648200"/>
            <a:ext cx="4676775" cy="1666875"/>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35" name="!!arch.model.role">
            <a:extLst xmlns:a="http://schemas.openxmlformats.org/drawingml/2006/main">
              <a:ext uri="{FF2B5EF4-FFF2-40B4-BE49-F238E27FC236}">
                <a16:creationId xmlns:a16="http://schemas.microsoft.com/office/drawing/2014/main" id="{BE9A535D-B17F-4129-B7FB-3976BDB0AA8B}"/>
              </a:ext>
            </a:extLst>
          </p:cNvPr>
          <p:cNvSpPr>
            <a:spLocks xmlns:a="http://schemas.openxmlformats.org/drawingml/2006/main" noGrp="1"/>
          </p:cNvSpPr>
          <p:nvPr/>
        </p:nvSpPr>
        <p:spPr>
          <a:xfrm xmlns:a="http://schemas.openxmlformats.org/drawingml/2006/main">
            <a:off x="4248150" y="4791075"/>
            <a:ext cx="42957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62C"/>
                </a:solidFill>
                <a:latin typeface="Arial"/>
                <a:ea typeface="Arial"/>
                <a:cs typeface="Arial"/>
              </a:defRPr>
            </a:defPPr>
            <a:lvl1pPr algn="l">
              <a:defRPr sz="1800" b="1">
                <a:solidFill>
                  <a:srgbClr val="20262C"/>
                </a:solidFill>
                <a:latin typeface="Arial"/>
                <a:ea typeface="Arial"/>
                <a:cs typeface="Arial"/>
              </a:defRPr>
            </a:lvl1pPr>
            <a:lvl2pPr algn="l">
              <a:defRPr sz="1800" b="1">
                <a:solidFill>
                  <a:srgbClr val="20262C"/>
                </a:solidFill>
                <a:latin typeface="Arial"/>
                <a:ea typeface="Arial"/>
                <a:cs typeface="Arial"/>
              </a:defRPr>
            </a:lvl2pPr>
            <a:lvl3pPr algn="l">
              <a:defRPr sz="1800" b="1">
                <a:solidFill>
                  <a:srgbClr val="20262C"/>
                </a:solidFill>
                <a:latin typeface="Arial"/>
                <a:ea typeface="Arial"/>
                <a:cs typeface="Arial"/>
              </a:defRPr>
            </a:lvl3pPr>
            <a:lvl4pPr algn="l">
              <a:defRPr sz="1800" b="1">
                <a:solidFill>
                  <a:srgbClr val="20262C"/>
                </a:solidFill>
                <a:latin typeface="Arial"/>
                <a:ea typeface="Arial"/>
                <a:cs typeface="Arial"/>
              </a:defRPr>
            </a:lvl4pPr>
            <a:lvl5pPr algn="l">
              <a:defRPr sz="1800" b="1">
                <a:solidFill>
                  <a:srgbClr val="20262C"/>
                </a:solidFill>
                <a:latin typeface="Arial"/>
                <a:ea typeface="Arial"/>
                <a:cs typeface="Arial"/>
              </a:defRPr>
            </a:lvl5pPr>
            <a:lvl6pPr algn="l">
              <a:defRPr sz="1800" b="1">
                <a:solidFill>
                  <a:srgbClr val="20262C"/>
                </a:solidFill>
                <a:latin typeface="Arial"/>
                <a:ea typeface="Arial"/>
                <a:cs typeface="Arial"/>
              </a:defRPr>
            </a:lvl6pPr>
            <a:lvl7pPr algn="l">
              <a:defRPr sz="1800" b="1">
                <a:solidFill>
                  <a:srgbClr val="20262C"/>
                </a:solidFill>
                <a:latin typeface="Arial"/>
                <a:ea typeface="Arial"/>
                <a:cs typeface="Arial"/>
              </a:defRPr>
            </a:lvl7pPr>
            <a:lvl8pPr algn="l">
              <a:defRPr sz="1800" b="1">
                <a:solidFill>
                  <a:srgbClr val="20262C"/>
                </a:solidFill>
                <a:latin typeface="Arial"/>
                <a:ea typeface="Arial"/>
                <a:cs typeface="Arial"/>
              </a:defRPr>
            </a:lvl8pPr>
            <a:lvl9pPr algn="l">
              <a:defRPr sz="1800" b="1">
                <a:solidFill>
                  <a:srgbClr val="20262C"/>
                </a:solidFill>
                <a:latin typeface="Arial"/>
                <a:ea typeface="Arial"/>
                <a:cs typeface="Arial"/>
              </a:defRPr>
            </a:lvl9pPr>
          </a:lstStyle>
          <a:p xmlns:a="http://schemas.openxmlformats.org/drawingml/2006/main">
            <a:pPr algn="l">
              <a:defRPr sz="1800" b="1">
                <a:solidFill>
                  <a:srgbClr val="20262C"/>
                </a:solidFill>
                <a:latin typeface="Arial"/>
                <a:ea typeface="Arial"/>
                <a:cs typeface="Arial"/>
              </a:defRPr>
            </a:pPr>
            <a:r>
              <a:rPr sz="1800" b="1">
                <a:solidFill>
                  <a:srgbClr val="20262C"/>
                </a:solidFill>
                <a:latin typeface="Arial"/>
                <a:ea typeface="Arial"/>
                <a:cs typeface="Arial"/>
              </a:rPr>
              <a:t>LLMs work with language and content</a:t>
            </a:r>
          </a:p>
        </p:txBody>
      </p:sp>
      <p:sp>
        <p:nvSpPr>
          <p:cNvPr id="36" name="!!arch.model.body">
            <a:extLst xmlns:a="http://schemas.openxmlformats.org/drawingml/2006/main">
              <a:ext uri="{FF2B5EF4-FFF2-40B4-BE49-F238E27FC236}">
                <a16:creationId xmlns:a16="http://schemas.microsoft.com/office/drawing/2014/main" id="{569CD593-7AE4-4DBB-8052-B010F8AB2462}"/>
              </a:ext>
            </a:extLst>
          </p:cNvPr>
          <p:cNvSpPr>
            <a:spLocks xmlns:a="http://schemas.openxmlformats.org/drawingml/2006/main" noGrp="1"/>
          </p:cNvSpPr>
          <p:nvPr/>
        </p:nvSpPr>
        <p:spPr>
          <a:xfrm xmlns:a="http://schemas.openxmlformats.org/drawingml/2006/main">
            <a:off x="4248150" y="5229225"/>
            <a:ext cx="42957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0262C"/>
                </a:solidFill>
                <a:latin typeface="Arial"/>
                <a:ea typeface="Arial"/>
                <a:cs typeface="Arial"/>
              </a:defRPr>
            </a:defPPr>
            <a:lvl1pPr algn="l">
              <a:defRPr sz="1950" b="0">
                <a:solidFill>
                  <a:srgbClr val="20262C"/>
                </a:solidFill>
                <a:latin typeface="Arial"/>
                <a:ea typeface="Arial"/>
                <a:cs typeface="Arial"/>
              </a:defRPr>
            </a:lvl1pPr>
            <a:lvl2pPr algn="l">
              <a:defRPr sz="1950" b="0">
                <a:solidFill>
                  <a:srgbClr val="20262C"/>
                </a:solidFill>
                <a:latin typeface="Arial"/>
                <a:ea typeface="Arial"/>
                <a:cs typeface="Arial"/>
              </a:defRPr>
            </a:lvl2pPr>
            <a:lvl3pPr algn="l">
              <a:defRPr sz="1950" b="0">
                <a:solidFill>
                  <a:srgbClr val="20262C"/>
                </a:solidFill>
                <a:latin typeface="Arial"/>
                <a:ea typeface="Arial"/>
                <a:cs typeface="Arial"/>
              </a:defRPr>
            </a:lvl3pPr>
            <a:lvl4pPr algn="l">
              <a:defRPr sz="1950" b="0">
                <a:solidFill>
                  <a:srgbClr val="20262C"/>
                </a:solidFill>
                <a:latin typeface="Arial"/>
                <a:ea typeface="Arial"/>
                <a:cs typeface="Arial"/>
              </a:defRPr>
            </a:lvl4pPr>
            <a:lvl5pPr algn="l">
              <a:defRPr sz="1950" b="0">
                <a:solidFill>
                  <a:srgbClr val="20262C"/>
                </a:solidFill>
                <a:latin typeface="Arial"/>
                <a:ea typeface="Arial"/>
                <a:cs typeface="Arial"/>
              </a:defRPr>
            </a:lvl5pPr>
            <a:lvl6pPr algn="l">
              <a:defRPr sz="1950" b="0">
                <a:solidFill>
                  <a:srgbClr val="20262C"/>
                </a:solidFill>
                <a:latin typeface="Arial"/>
                <a:ea typeface="Arial"/>
                <a:cs typeface="Arial"/>
              </a:defRPr>
            </a:lvl6pPr>
            <a:lvl7pPr algn="l">
              <a:defRPr sz="1950" b="0">
                <a:solidFill>
                  <a:srgbClr val="20262C"/>
                </a:solidFill>
                <a:latin typeface="Arial"/>
                <a:ea typeface="Arial"/>
                <a:cs typeface="Arial"/>
              </a:defRPr>
            </a:lvl7pPr>
            <a:lvl8pPr algn="l">
              <a:defRPr sz="1950" b="0">
                <a:solidFill>
                  <a:srgbClr val="20262C"/>
                </a:solidFill>
                <a:latin typeface="Arial"/>
                <a:ea typeface="Arial"/>
                <a:cs typeface="Arial"/>
              </a:defRPr>
            </a:lvl8pPr>
            <a:lvl9pPr algn="l">
              <a:defRPr sz="1950" b="0">
                <a:solidFill>
                  <a:srgbClr val="20262C"/>
                </a:solidFill>
                <a:latin typeface="Arial"/>
                <a:ea typeface="Arial"/>
                <a:cs typeface="Arial"/>
              </a:defRPr>
            </a:lvl9pPr>
          </a:lstStyle>
          <a:p xmlns:a="http://schemas.openxmlformats.org/drawingml/2006/main">
            <a:pPr algn="l">
              <a:defRPr sz="1950" b="0">
                <a:solidFill>
                  <a:srgbClr val="20262C"/>
                </a:solidFill>
                <a:latin typeface="Arial"/>
                <a:ea typeface="Arial"/>
                <a:cs typeface="Arial"/>
              </a:defRPr>
            </a:pPr>
            <a:r>
              <a:rPr sz="1950" b="0">
                <a:solidFill>
                  <a:srgbClr val="20262C"/>
                </a:solidFill>
                <a:latin typeface="Arial"/>
                <a:ea typeface="Arial"/>
                <a:cs typeface="Arial"/>
              </a:rPr>
              <a:t>Interpret questions and read sources</a:t>
            </a:r>
          </a:p>
          <a:p xmlns:a="http://schemas.openxmlformats.org/drawingml/2006/main">
            <a:pPr algn="l">
              <a:defRPr sz="1950" b="0">
                <a:solidFill>
                  <a:srgbClr val="20262C"/>
                </a:solidFill>
                <a:latin typeface="Arial"/>
                <a:ea typeface="Arial"/>
                <a:cs typeface="Arial"/>
              </a:defRPr>
            </a:pPr>
            <a:r>
              <a:rPr sz="1950" b="0">
                <a:solidFill>
                  <a:srgbClr val="20262C"/>
                </a:solidFill>
                <a:latin typeface="Arial"/>
                <a:ea typeface="Arial"/>
                <a:cs typeface="Arial"/>
              </a:rPr>
              <a:t>Compare and explain content</a:t>
            </a:r>
          </a:p>
          <a:p xmlns:a="http://schemas.openxmlformats.org/drawingml/2006/main">
            <a:pPr algn="l">
              <a:defRPr sz="1950" b="0">
                <a:solidFill>
                  <a:srgbClr val="20262C"/>
                </a:solidFill>
                <a:latin typeface="Arial"/>
                <a:ea typeface="Arial"/>
                <a:cs typeface="Arial"/>
              </a:defRPr>
            </a:pPr>
            <a:r>
              <a:rPr sz="1950" b="0">
                <a:solidFill>
                  <a:srgbClr val="20262C"/>
                </a:solidFill>
                <a:latin typeface="Arial"/>
                <a:ea typeface="Arial"/>
                <a:cs typeface="Arial"/>
              </a:rPr>
              <a:t>Draft text and code</a:t>
            </a:r>
          </a:p>
        </p:txBody>
      </p:sp>
      <p:sp>
        <p:nvSpPr>
          <p:cNvPr id="37" name="!!arch.tools">
            <a:extLst xmlns:a="http://schemas.openxmlformats.org/drawingml/2006/main">
              <a:ext uri="{FF2B5EF4-FFF2-40B4-BE49-F238E27FC236}">
                <a16:creationId xmlns:a16="http://schemas.microsoft.com/office/drawing/2014/main" id="{D5CF5EB7-6192-438D-B870-66D166328D32}"/>
              </a:ext>
            </a:extLst>
          </p:cNvPr>
          <p:cNvSpPr>
            <a:spLocks xmlns:a="http://schemas.openxmlformats.org/drawingml/2006/main" noGrp="1"/>
          </p:cNvSpPr>
          <p:nvPr/>
        </p:nvSpPr>
        <p:spPr>
          <a:xfrm xmlns:a="http://schemas.openxmlformats.org/drawingml/2006/main">
            <a:off x="9648825" y="4648200"/>
            <a:ext cx="4943475" cy="1666875"/>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38" name="!!arch.tools.role">
            <a:extLst xmlns:a="http://schemas.openxmlformats.org/drawingml/2006/main">
              <a:ext uri="{FF2B5EF4-FFF2-40B4-BE49-F238E27FC236}">
                <a16:creationId xmlns:a16="http://schemas.microsoft.com/office/drawing/2014/main" id="{5893D5E4-E2E0-4FBB-B83D-1B1CAEECC1E3}"/>
              </a:ext>
            </a:extLst>
          </p:cNvPr>
          <p:cNvSpPr>
            <a:spLocks xmlns:a="http://schemas.openxmlformats.org/drawingml/2006/main" noGrp="1"/>
          </p:cNvSpPr>
          <p:nvPr/>
        </p:nvSpPr>
        <p:spPr>
          <a:xfrm xmlns:a="http://schemas.openxmlformats.org/drawingml/2006/main">
            <a:off x="9839325" y="4791075"/>
            <a:ext cx="45624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62C"/>
                </a:solidFill>
                <a:latin typeface="Arial"/>
                <a:ea typeface="Arial"/>
                <a:cs typeface="Arial"/>
              </a:defRPr>
            </a:defPPr>
            <a:lvl1pPr algn="l">
              <a:defRPr sz="1800" b="1">
                <a:solidFill>
                  <a:srgbClr val="20262C"/>
                </a:solidFill>
                <a:latin typeface="Arial"/>
                <a:ea typeface="Arial"/>
                <a:cs typeface="Arial"/>
              </a:defRPr>
            </a:lvl1pPr>
            <a:lvl2pPr algn="l">
              <a:defRPr sz="1800" b="1">
                <a:solidFill>
                  <a:srgbClr val="20262C"/>
                </a:solidFill>
                <a:latin typeface="Arial"/>
                <a:ea typeface="Arial"/>
                <a:cs typeface="Arial"/>
              </a:defRPr>
            </a:lvl2pPr>
            <a:lvl3pPr algn="l">
              <a:defRPr sz="1800" b="1">
                <a:solidFill>
                  <a:srgbClr val="20262C"/>
                </a:solidFill>
                <a:latin typeface="Arial"/>
                <a:ea typeface="Arial"/>
                <a:cs typeface="Arial"/>
              </a:defRPr>
            </a:lvl3pPr>
            <a:lvl4pPr algn="l">
              <a:defRPr sz="1800" b="1">
                <a:solidFill>
                  <a:srgbClr val="20262C"/>
                </a:solidFill>
                <a:latin typeface="Arial"/>
                <a:ea typeface="Arial"/>
                <a:cs typeface="Arial"/>
              </a:defRPr>
            </a:lvl4pPr>
            <a:lvl5pPr algn="l">
              <a:defRPr sz="1800" b="1">
                <a:solidFill>
                  <a:srgbClr val="20262C"/>
                </a:solidFill>
                <a:latin typeface="Arial"/>
                <a:ea typeface="Arial"/>
                <a:cs typeface="Arial"/>
              </a:defRPr>
            </a:lvl5pPr>
            <a:lvl6pPr algn="l">
              <a:defRPr sz="1800" b="1">
                <a:solidFill>
                  <a:srgbClr val="20262C"/>
                </a:solidFill>
                <a:latin typeface="Arial"/>
                <a:ea typeface="Arial"/>
                <a:cs typeface="Arial"/>
              </a:defRPr>
            </a:lvl6pPr>
            <a:lvl7pPr algn="l">
              <a:defRPr sz="1800" b="1">
                <a:solidFill>
                  <a:srgbClr val="20262C"/>
                </a:solidFill>
                <a:latin typeface="Arial"/>
                <a:ea typeface="Arial"/>
                <a:cs typeface="Arial"/>
              </a:defRPr>
            </a:lvl7pPr>
            <a:lvl8pPr algn="l">
              <a:defRPr sz="1800" b="1">
                <a:solidFill>
                  <a:srgbClr val="20262C"/>
                </a:solidFill>
                <a:latin typeface="Arial"/>
                <a:ea typeface="Arial"/>
                <a:cs typeface="Arial"/>
              </a:defRPr>
            </a:lvl8pPr>
            <a:lvl9pPr algn="l">
              <a:defRPr sz="1800" b="1">
                <a:solidFill>
                  <a:srgbClr val="20262C"/>
                </a:solidFill>
                <a:latin typeface="Arial"/>
                <a:ea typeface="Arial"/>
                <a:cs typeface="Arial"/>
              </a:defRPr>
            </a:lvl9pPr>
          </a:lstStyle>
          <a:p xmlns:a="http://schemas.openxmlformats.org/drawingml/2006/main">
            <a:pPr algn="l">
              <a:defRPr sz="1800" b="1">
                <a:solidFill>
                  <a:srgbClr val="20262C"/>
                </a:solidFill>
                <a:latin typeface="Arial"/>
                <a:ea typeface="Arial"/>
                <a:cs typeface="Arial"/>
              </a:defRPr>
            </a:pPr>
            <a:r>
              <a:rPr sz="1800" b="1">
                <a:solidFill>
                  <a:srgbClr val="20262C"/>
                </a:solidFill>
                <a:latin typeface="Arial"/>
                <a:ea typeface="Arial"/>
                <a:cs typeface="Arial"/>
              </a:rPr>
              <a:t>Tools execute specific operations</a:t>
            </a:r>
          </a:p>
        </p:txBody>
      </p:sp>
      <p:sp>
        <p:nvSpPr>
          <p:cNvPr id="39" name="!!arch.tools.body">
            <a:extLst xmlns:a="http://schemas.openxmlformats.org/drawingml/2006/main">
              <a:ext uri="{FF2B5EF4-FFF2-40B4-BE49-F238E27FC236}">
                <a16:creationId xmlns:a16="http://schemas.microsoft.com/office/drawing/2014/main" id="{78BD66FF-A1D9-4759-B810-E04CE7DB946E}"/>
              </a:ext>
            </a:extLst>
          </p:cNvPr>
          <p:cNvSpPr>
            <a:spLocks xmlns:a="http://schemas.openxmlformats.org/drawingml/2006/main" noGrp="1"/>
          </p:cNvSpPr>
          <p:nvPr/>
        </p:nvSpPr>
        <p:spPr>
          <a:xfrm xmlns:a="http://schemas.openxmlformats.org/drawingml/2006/main">
            <a:off x="9839325" y="5229225"/>
            <a:ext cx="45624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0262C"/>
                </a:solidFill>
                <a:latin typeface="Arial"/>
                <a:ea typeface="Arial"/>
                <a:cs typeface="Arial"/>
              </a:defRPr>
            </a:defPPr>
            <a:lvl1pPr algn="l">
              <a:defRPr sz="1950" b="0">
                <a:solidFill>
                  <a:srgbClr val="20262C"/>
                </a:solidFill>
                <a:latin typeface="Arial"/>
                <a:ea typeface="Arial"/>
                <a:cs typeface="Arial"/>
              </a:defRPr>
            </a:lvl1pPr>
            <a:lvl2pPr algn="l">
              <a:defRPr sz="1950" b="0">
                <a:solidFill>
                  <a:srgbClr val="20262C"/>
                </a:solidFill>
                <a:latin typeface="Arial"/>
                <a:ea typeface="Arial"/>
                <a:cs typeface="Arial"/>
              </a:defRPr>
            </a:lvl2pPr>
            <a:lvl3pPr algn="l">
              <a:defRPr sz="1950" b="0">
                <a:solidFill>
                  <a:srgbClr val="20262C"/>
                </a:solidFill>
                <a:latin typeface="Arial"/>
                <a:ea typeface="Arial"/>
                <a:cs typeface="Arial"/>
              </a:defRPr>
            </a:lvl3pPr>
            <a:lvl4pPr algn="l">
              <a:defRPr sz="1950" b="0">
                <a:solidFill>
                  <a:srgbClr val="20262C"/>
                </a:solidFill>
                <a:latin typeface="Arial"/>
                <a:ea typeface="Arial"/>
                <a:cs typeface="Arial"/>
              </a:defRPr>
            </a:lvl4pPr>
            <a:lvl5pPr algn="l">
              <a:defRPr sz="1950" b="0">
                <a:solidFill>
                  <a:srgbClr val="20262C"/>
                </a:solidFill>
                <a:latin typeface="Arial"/>
                <a:ea typeface="Arial"/>
                <a:cs typeface="Arial"/>
              </a:defRPr>
            </a:lvl5pPr>
            <a:lvl6pPr algn="l">
              <a:defRPr sz="1950" b="0">
                <a:solidFill>
                  <a:srgbClr val="20262C"/>
                </a:solidFill>
                <a:latin typeface="Arial"/>
                <a:ea typeface="Arial"/>
                <a:cs typeface="Arial"/>
              </a:defRPr>
            </a:lvl6pPr>
            <a:lvl7pPr algn="l">
              <a:defRPr sz="1950" b="0">
                <a:solidFill>
                  <a:srgbClr val="20262C"/>
                </a:solidFill>
                <a:latin typeface="Arial"/>
                <a:ea typeface="Arial"/>
                <a:cs typeface="Arial"/>
              </a:defRPr>
            </a:lvl7pPr>
            <a:lvl8pPr algn="l">
              <a:defRPr sz="1950" b="0">
                <a:solidFill>
                  <a:srgbClr val="20262C"/>
                </a:solidFill>
                <a:latin typeface="Arial"/>
                <a:ea typeface="Arial"/>
                <a:cs typeface="Arial"/>
              </a:defRPr>
            </a:lvl8pPr>
            <a:lvl9pPr algn="l">
              <a:defRPr sz="1950" b="0">
                <a:solidFill>
                  <a:srgbClr val="20262C"/>
                </a:solidFill>
                <a:latin typeface="Arial"/>
                <a:ea typeface="Arial"/>
                <a:cs typeface="Arial"/>
              </a:defRPr>
            </a:lvl9pPr>
          </a:lstStyle>
          <a:p xmlns:a="http://schemas.openxmlformats.org/drawingml/2006/main">
            <a:pPr algn="l">
              <a:defRPr sz="1950" b="0">
                <a:solidFill>
                  <a:srgbClr val="20262C"/>
                </a:solidFill>
                <a:latin typeface="Arial"/>
                <a:ea typeface="Arial"/>
                <a:cs typeface="Arial"/>
              </a:defRPr>
            </a:pPr>
            <a:r>
              <a:rPr sz="1950" b="0">
                <a:solidFill>
                  <a:srgbClr val="20262C"/>
                </a:solidFill>
                <a:latin typeface="Arial"/>
                <a:ea typeface="Arial"/>
                <a:cs typeface="Arial"/>
              </a:rPr>
              <a:t>Query, calculate and process files</a:t>
            </a:r>
          </a:p>
          <a:p xmlns:a="http://schemas.openxmlformats.org/drawingml/2006/main">
            <a:pPr algn="l">
              <a:defRPr sz="1950" b="0">
                <a:solidFill>
                  <a:srgbClr val="20262C"/>
                </a:solidFill>
                <a:latin typeface="Arial"/>
                <a:ea typeface="Arial"/>
                <a:cs typeface="Arial"/>
              </a:defRPr>
            </a:pPr>
            <a:r>
              <a:rPr sz="1950" b="0">
                <a:solidFill>
                  <a:srgbClr val="20262C"/>
                </a:solidFill>
                <a:latin typeface="Arial"/>
                <a:ea typeface="Arial"/>
                <a:cs typeface="Arial"/>
              </a:rPr>
              <a:t>Run code and tests</a:t>
            </a:r>
          </a:p>
        </p:txBody>
      </p:sp>
      <p:sp>
        <p:nvSpPr>
          <p:cNvPr id="40" name="!!arch.data">
            <a:extLst xmlns:a="http://schemas.openxmlformats.org/drawingml/2006/main">
              <a:ext uri="{FF2B5EF4-FFF2-40B4-BE49-F238E27FC236}">
                <a16:creationId xmlns:a16="http://schemas.microsoft.com/office/drawing/2014/main" id="{17F33FBF-3C66-4CFF-BBEA-7F34C0C2E5BB}"/>
              </a:ext>
            </a:extLst>
          </p:cNvPr>
          <p:cNvSpPr>
            <a:spLocks xmlns:a="http://schemas.openxmlformats.org/drawingml/2006/main" noGrp="1"/>
          </p:cNvSpPr>
          <p:nvPr/>
        </p:nvSpPr>
        <p:spPr>
          <a:xfrm xmlns:a="http://schemas.openxmlformats.org/drawingml/2006/main">
            <a:off x="4057650" y="6477000"/>
            <a:ext cx="105346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0262C"/>
                </a:solidFill>
                <a:latin typeface="Arial"/>
                <a:ea typeface="Arial"/>
                <a:cs typeface="Arial"/>
              </a:defRPr>
            </a:defPPr>
            <a:lvl1pPr algn="l">
              <a:defRPr sz="1875" b="0">
                <a:solidFill>
                  <a:srgbClr val="20262C"/>
                </a:solidFill>
                <a:latin typeface="Arial"/>
                <a:ea typeface="Arial"/>
                <a:cs typeface="Arial"/>
              </a:defRPr>
            </a:lvl1pPr>
            <a:lvl2pPr algn="l">
              <a:defRPr sz="1875" b="0">
                <a:solidFill>
                  <a:srgbClr val="20262C"/>
                </a:solidFill>
                <a:latin typeface="Arial"/>
                <a:ea typeface="Arial"/>
                <a:cs typeface="Arial"/>
              </a:defRPr>
            </a:lvl2pPr>
            <a:lvl3pPr algn="l">
              <a:defRPr sz="1875" b="0">
                <a:solidFill>
                  <a:srgbClr val="20262C"/>
                </a:solidFill>
                <a:latin typeface="Arial"/>
                <a:ea typeface="Arial"/>
                <a:cs typeface="Arial"/>
              </a:defRPr>
            </a:lvl3pPr>
            <a:lvl4pPr algn="l">
              <a:defRPr sz="1875" b="0">
                <a:solidFill>
                  <a:srgbClr val="20262C"/>
                </a:solidFill>
                <a:latin typeface="Arial"/>
                <a:ea typeface="Arial"/>
                <a:cs typeface="Arial"/>
              </a:defRPr>
            </a:lvl4pPr>
            <a:lvl5pPr algn="l">
              <a:defRPr sz="1875" b="0">
                <a:solidFill>
                  <a:srgbClr val="20262C"/>
                </a:solidFill>
                <a:latin typeface="Arial"/>
                <a:ea typeface="Arial"/>
                <a:cs typeface="Arial"/>
              </a:defRPr>
            </a:lvl5pPr>
            <a:lvl6pPr algn="l">
              <a:defRPr sz="1875" b="0">
                <a:solidFill>
                  <a:srgbClr val="20262C"/>
                </a:solidFill>
                <a:latin typeface="Arial"/>
                <a:ea typeface="Arial"/>
                <a:cs typeface="Arial"/>
              </a:defRPr>
            </a:lvl6pPr>
            <a:lvl7pPr algn="l">
              <a:defRPr sz="1875" b="0">
                <a:solidFill>
                  <a:srgbClr val="20262C"/>
                </a:solidFill>
                <a:latin typeface="Arial"/>
                <a:ea typeface="Arial"/>
                <a:cs typeface="Arial"/>
              </a:defRPr>
            </a:lvl7pPr>
            <a:lvl8pPr algn="l">
              <a:defRPr sz="1875" b="0">
                <a:solidFill>
                  <a:srgbClr val="20262C"/>
                </a:solidFill>
                <a:latin typeface="Arial"/>
                <a:ea typeface="Arial"/>
                <a:cs typeface="Arial"/>
              </a:defRPr>
            </a:lvl8pPr>
            <a:lvl9pPr algn="l">
              <a:defRPr sz="1875" b="0">
                <a:solidFill>
                  <a:srgbClr val="20262C"/>
                </a:solidFill>
                <a:latin typeface="Arial"/>
                <a:ea typeface="Arial"/>
                <a:cs typeface="Arial"/>
              </a:defRPr>
            </a:lvl9pPr>
          </a:lstStyle>
          <a:p xmlns:a="http://schemas.openxmlformats.org/drawingml/2006/main">
            <a:pPr algn="l">
              <a:defRPr sz="1875" b="0">
                <a:solidFill>
                  <a:srgbClr val="20262C"/>
                </a:solidFill>
                <a:latin typeface="Arial"/>
                <a:ea typeface="Arial"/>
                <a:cs typeface="Arial"/>
              </a:defRPr>
            </a:pPr>
            <a:r>
              <a:rPr sz="1875" b="0">
                <a:solidFill>
                  <a:srgbClr val="20262C"/>
                </a:solidFill>
                <a:latin typeface="Arial"/>
                <a:ea typeface="Arial"/>
                <a:cs typeface="Arial"/>
              </a:rPr>
              <a:t>Shared documents, knowledge bases and business data</a:t>
            </a:r>
          </a:p>
          <a:p xmlns:a="http://schemas.openxmlformats.org/drawingml/2006/main">
            <a:pPr algn="l">
              <a:defRPr sz="1875" b="0">
                <a:solidFill>
                  <a:srgbClr val="20262C"/>
                </a:solidFill>
                <a:latin typeface="Arial"/>
                <a:ea typeface="Arial"/>
                <a:cs typeface="Arial"/>
              </a:defRPr>
            </a:pPr>
            <a:r>
              <a:rPr sz="1875" b="0">
                <a:solidFill>
                  <a:srgbClr val="20262C"/>
                </a:solidFill>
                <a:latin typeface="Arial"/>
                <a:ea typeface="Arial"/>
                <a:cs typeface="Arial"/>
              </a:rPr>
              <a:t>with access controls, source references and version history</a:t>
            </a:r>
          </a:p>
        </p:txBody>
      </p:sp>
      <p:sp>
        <p:nvSpPr>
          <p:cNvPr id="41" name="!!arch.models">
            <a:extLst xmlns:a="http://schemas.openxmlformats.org/drawingml/2006/main">
              <a:ext uri="{FF2B5EF4-FFF2-40B4-BE49-F238E27FC236}">
                <a16:creationId xmlns:a16="http://schemas.microsoft.com/office/drawing/2014/main" id="{FD7738F8-D071-4540-AE85-425926669BF7}"/>
              </a:ext>
            </a:extLst>
          </p:cNvPr>
          <p:cNvSpPr>
            <a:spLocks xmlns:a="http://schemas.openxmlformats.org/drawingml/2006/main" noGrp="1"/>
          </p:cNvSpPr>
          <p:nvPr/>
        </p:nvSpPr>
        <p:spPr>
          <a:xfrm xmlns:a="http://schemas.openxmlformats.org/drawingml/2006/main">
            <a:off x="4057650" y="7105650"/>
            <a:ext cx="105346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707C88"/>
                </a:solidFill>
                <a:latin typeface="Arial"/>
                <a:ea typeface="Arial"/>
                <a:cs typeface="Arial"/>
              </a:defRPr>
            </a:defPPr>
            <a:lvl1pPr algn="l">
              <a:defRPr sz="1800" b="0">
                <a:solidFill>
                  <a:srgbClr val="707C88"/>
                </a:solidFill>
                <a:latin typeface="Arial"/>
                <a:ea typeface="Arial"/>
                <a:cs typeface="Arial"/>
              </a:defRPr>
            </a:lvl1pPr>
            <a:lvl2pPr algn="l">
              <a:defRPr sz="1800" b="0">
                <a:solidFill>
                  <a:srgbClr val="707C88"/>
                </a:solidFill>
                <a:latin typeface="Arial"/>
                <a:ea typeface="Arial"/>
                <a:cs typeface="Arial"/>
              </a:defRPr>
            </a:lvl2pPr>
            <a:lvl3pPr algn="l">
              <a:defRPr sz="1800" b="0">
                <a:solidFill>
                  <a:srgbClr val="707C88"/>
                </a:solidFill>
                <a:latin typeface="Arial"/>
                <a:ea typeface="Arial"/>
                <a:cs typeface="Arial"/>
              </a:defRPr>
            </a:lvl3pPr>
            <a:lvl4pPr algn="l">
              <a:defRPr sz="1800" b="0">
                <a:solidFill>
                  <a:srgbClr val="707C88"/>
                </a:solidFill>
                <a:latin typeface="Arial"/>
                <a:ea typeface="Arial"/>
                <a:cs typeface="Arial"/>
              </a:defRPr>
            </a:lvl4pPr>
            <a:lvl5pPr algn="l">
              <a:defRPr sz="1800" b="0">
                <a:solidFill>
                  <a:srgbClr val="707C88"/>
                </a:solidFill>
                <a:latin typeface="Arial"/>
                <a:ea typeface="Arial"/>
                <a:cs typeface="Arial"/>
              </a:defRPr>
            </a:lvl5pPr>
            <a:lvl6pPr algn="l">
              <a:defRPr sz="1800" b="0">
                <a:solidFill>
                  <a:srgbClr val="707C88"/>
                </a:solidFill>
                <a:latin typeface="Arial"/>
                <a:ea typeface="Arial"/>
                <a:cs typeface="Arial"/>
              </a:defRPr>
            </a:lvl6pPr>
            <a:lvl7pPr algn="l">
              <a:defRPr sz="1800" b="0">
                <a:solidFill>
                  <a:srgbClr val="707C88"/>
                </a:solidFill>
                <a:latin typeface="Arial"/>
                <a:ea typeface="Arial"/>
                <a:cs typeface="Arial"/>
              </a:defRPr>
            </a:lvl7pPr>
            <a:lvl8pPr algn="l">
              <a:defRPr sz="1800" b="0">
                <a:solidFill>
                  <a:srgbClr val="707C88"/>
                </a:solidFill>
                <a:latin typeface="Arial"/>
                <a:ea typeface="Arial"/>
                <a:cs typeface="Arial"/>
              </a:defRPr>
            </a:lvl8pPr>
            <a:lvl9pPr algn="l">
              <a:defRPr sz="1800" b="0">
                <a:solidFill>
                  <a:srgbClr val="707C88"/>
                </a:solidFill>
                <a:latin typeface="Arial"/>
                <a:ea typeface="Arial"/>
                <a:cs typeface="Arial"/>
              </a:defRPr>
            </a:lvl9pPr>
          </a:lstStyle>
          <a:p xmlns:a="http://schemas.openxmlformats.org/drawingml/2006/main">
            <a:pPr algn="l">
              <a:defRPr sz="1800" b="0">
                <a:solidFill>
                  <a:srgbClr val="707C88"/>
                </a:solidFill>
                <a:latin typeface="Arial"/>
                <a:ea typeface="Arial"/>
                <a:cs typeface="Arial"/>
              </a:defRPr>
            </a:pPr>
            <a:r>
              <a:rPr sz="1800" b="0">
                <a:solidFill>
                  <a:srgbClr val="707C88"/>
                </a:solidFill>
                <a:latin typeface="Arial"/>
                <a:ea typeface="Arial"/>
                <a:cs typeface="Arial"/>
              </a:rPr>
              <a:t>Model candidates include Qwen and DeepSeek, evaluated against specific tasks</a:t>
            </a:r>
          </a:p>
        </p:txBody>
      </p:sp>
    </p:spTree>
    <p:extLst>
      <p:ext uri="{BB962C8B-B14F-4D97-AF65-F5344CB8AC3E}">
        <p14:creationId xmlns:p14="http://schemas.microsoft.com/office/powerpoint/2010/main" val="680530658"/>
      </p:ext>
    </p:extLst>
  </p:cSld>
  <mc:AlternateContent xmlns:mc="http://schemas.openxmlformats.org/markup-compatibility/2006">
    <mc:Choice xmlns:p159="http://schemas.microsoft.com/office/powerpoint/2015/09/main" Requires="p159">
      <p:transition xmlns:p14="http://schemas.microsoft.com/office/powerpoint/2010/main" spd="med" advClick="1" p14:dur="700">
        <p159:morph option="byObject"/>
      </p:transition>
    </mc:Choice>
    <mc:Fallback>
      <p:transition spd="fast" advClick="1">
        <p:fade/>
      </p:transition>
    </mc:Fallback>
  </mc:AlternateContent>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9" name="!!heading">
            <a:extLst xmlns:a="http://schemas.openxmlformats.org/drawingml/2006/main">
              <a:ext uri="{FF2B5EF4-FFF2-40B4-BE49-F238E27FC236}">
                <a16:creationId xmlns:a16="http://schemas.microsoft.com/office/drawing/2014/main" id="{B20C4A03-CBC1-4460-B2F1-BF5A210EEC90}"/>
              </a:ext>
            </a:extLst>
          </p:cNvPr>
          <p:cNvSpPr>
            <a:spLocks xmlns:a="http://schemas.openxmlformats.org/drawingml/2006/main" noGrp="1"/>
          </p:cNvSpPr>
          <p:nvPr/>
        </p:nvSpPr>
        <p:spPr>
          <a:xfrm xmlns:a="http://schemas.openxmlformats.org/drawingml/2006/main">
            <a:off x="647700" y="428625"/>
            <a:ext cx="13944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0262C"/>
                </a:solidFill>
                <a:latin typeface="Arial"/>
                <a:ea typeface="Arial"/>
                <a:cs typeface="Arial"/>
              </a:defRPr>
            </a:defPPr>
            <a:lvl1pPr algn="l">
              <a:defRPr sz="3300" b="1">
                <a:solidFill>
                  <a:srgbClr val="20262C"/>
                </a:solidFill>
                <a:latin typeface="Arial"/>
                <a:ea typeface="Arial"/>
                <a:cs typeface="Arial"/>
              </a:defRPr>
            </a:lvl1pPr>
            <a:lvl2pPr algn="l">
              <a:defRPr sz="3300" b="1">
                <a:solidFill>
                  <a:srgbClr val="20262C"/>
                </a:solidFill>
                <a:latin typeface="Arial"/>
                <a:ea typeface="Arial"/>
                <a:cs typeface="Arial"/>
              </a:defRPr>
            </a:lvl2pPr>
            <a:lvl3pPr algn="l">
              <a:defRPr sz="3300" b="1">
                <a:solidFill>
                  <a:srgbClr val="20262C"/>
                </a:solidFill>
                <a:latin typeface="Arial"/>
                <a:ea typeface="Arial"/>
                <a:cs typeface="Arial"/>
              </a:defRPr>
            </a:lvl3pPr>
            <a:lvl4pPr algn="l">
              <a:defRPr sz="3300" b="1">
                <a:solidFill>
                  <a:srgbClr val="20262C"/>
                </a:solidFill>
                <a:latin typeface="Arial"/>
                <a:ea typeface="Arial"/>
                <a:cs typeface="Arial"/>
              </a:defRPr>
            </a:lvl4pPr>
            <a:lvl5pPr algn="l">
              <a:defRPr sz="3300" b="1">
                <a:solidFill>
                  <a:srgbClr val="20262C"/>
                </a:solidFill>
                <a:latin typeface="Arial"/>
                <a:ea typeface="Arial"/>
                <a:cs typeface="Arial"/>
              </a:defRPr>
            </a:lvl5pPr>
            <a:lvl6pPr algn="l">
              <a:defRPr sz="3300" b="1">
                <a:solidFill>
                  <a:srgbClr val="20262C"/>
                </a:solidFill>
                <a:latin typeface="Arial"/>
                <a:ea typeface="Arial"/>
                <a:cs typeface="Arial"/>
              </a:defRPr>
            </a:lvl6pPr>
            <a:lvl7pPr algn="l">
              <a:defRPr sz="3300" b="1">
                <a:solidFill>
                  <a:srgbClr val="20262C"/>
                </a:solidFill>
                <a:latin typeface="Arial"/>
                <a:ea typeface="Arial"/>
                <a:cs typeface="Arial"/>
              </a:defRPr>
            </a:lvl7pPr>
            <a:lvl8pPr algn="l">
              <a:defRPr sz="3300" b="1">
                <a:solidFill>
                  <a:srgbClr val="20262C"/>
                </a:solidFill>
                <a:latin typeface="Arial"/>
                <a:ea typeface="Arial"/>
                <a:cs typeface="Arial"/>
              </a:defRPr>
            </a:lvl8pPr>
            <a:lvl9pPr algn="l">
              <a:defRPr sz="3300" b="1">
                <a:solidFill>
                  <a:srgbClr val="20262C"/>
                </a:solidFill>
                <a:latin typeface="Arial"/>
                <a:ea typeface="Arial"/>
                <a:cs typeface="Arial"/>
              </a:defRPr>
            </a:lvl9pPr>
          </a:lstStyle>
          <a:p xmlns:a="http://schemas.openxmlformats.org/drawingml/2006/main">
            <a:pPr algn="l">
              <a:defRPr sz="3300" b="1">
                <a:solidFill>
                  <a:srgbClr val="20262C"/>
                </a:solidFill>
                <a:latin typeface="Arial"/>
                <a:ea typeface="Arial"/>
                <a:cs typeface="Arial"/>
              </a:defRPr>
            </a:pPr>
            <a:r>
              <a:rPr sz="3300" b="1">
                <a:solidFill>
                  <a:srgbClr val="20262C"/>
                </a:solidFill>
                <a:latin typeface="Arial"/>
                <a:ea typeface="Arial"/>
                <a:cs typeface="Arial"/>
              </a:rPr>
              <a:t>Suggested implementation sequence</a:t>
            </a:r>
          </a:p>
        </p:txBody>
      </p:sp>
      <p:sp>
        <p:nvSpPr>
          <p:cNvPr id="2" name="!!subtitle">
            <a:extLst xmlns:a="http://schemas.openxmlformats.org/drawingml/2006/main">
              <a:ext uri="{FF2B5EF4-FFF2-40B4-BE49-F238E27FC236}">
                <a16:creationId xmlns:a16="http://schemas.microsoft.com/office/drawing/2014/main" id="{B1033BA1-C62B-4BB3-B070-97FA564FAFC6}"/>
              </a:ext>
            </a:extLst>
          </p:cNvPr>
          <p:cNvSpPr>
            <a:spLocks xmlns:a="http://schemas.openxmlformats.org/drawingml/2006/main" noGrp="1"/>
          </p:cNvSpPr>
          <p:nvPr/>
        </p:nvSpPr>
        <p:spPr>
          <a:xfrm xmlns:a="http://schemas.openxmlformats.org/drawingml/2006/main">
            <a:off x="647700" y="1190625"/>
            <a:ext cx="139446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05A9C"/>
                </a:solidFill>
                <a:latin typeface="Arial"/>
                <a:ea typeface="Arial"/>
                <a:cs typeface="Arial"/>
              </a:defRPr>
            </a:defPPr>
            <a:lvl1pPr algn="l">
              <a:defRPr sz="1875" b="0">
                <a:solidFill>
                  <a:srgbClr val="005A9C"/>
                </a:solidFill>
                <a:latin typeface="Arial"/>
                <a:ea typeface="Arial"/>
                <a:cs typeface="Arial"/>
              </a:defRPr>
            </a:lvl1pPr>
            <a:lvl2pPr algn="l">
              <a:defRPr sz="1875" b="0">
                <a:solidFill>
                  <a:srgbClr val="005A9C"/>
                </a:solidFill>
                <a:latin typeface="Arial"/>
                <a:ea typeface="Arial"/>
                <a:cs typeface="Arial"/>
              </a:defRPr>
            </a:lvl2pPr>
            <a:lvl3pPr algn="l">
              <a:defRPr sz="1875" b="0">
                <a:solidFill>
                  <a:srgbClr val="005A9C"/>
                </a:solidFill>
                <a:latin typeface="Arial"/>
                <a:ea typeface="Arial"/>
                <a:cs typeface="Arial"/>
              </a:defRPr>
            </a:lvl3pPr>
            <a:lvl4pPr algn="l">
              <a:defRPr sz="1875" b="0">
                <a:solidFill>
                  <a:srgbClr val="005A9C"/>
                </a:solidFill>
                <a:latin typeface="Arial"/>
                <a:ea typeface="Arial"/>
                <a:cs typeface="Arial"/>
              </a:defRPr>
            </a:lvl4pPr>
            <a:lvl5pPr algn="l">
              <a:defRPr sz="1875" b="0">
                <a:solidFill>
                  <a:srgbClr val="005A9C"/>
                </a:solidFill>
                <a:latin typeface="Arial"/>
                <a:ea typeface="Arial"/>
                <a:cs typeface="Arial"/>
              </a:defRPr>
            </a:lvl5pPr>
            <a:lvl6pPr algn="l">
              <a:defRPr sz="1875" b="0">
                <a:solidFill>
                  <a:srgbClr val="005A9C"/>
                </a:solidFill>
                <a:latin typeface="Arial"/>
                <a:ea typeface="Arial"/>
                <a:cs typeface="Arial"/>
              </a:defRPr>
            </a:lvl6pPr>
            <a:lvl7pPr algn="l">
              <a:defRPr sz="1875" b="0">
                <a:solidFill>
                  <a:srgbClr val="005A9C"/>
                </a:solidFill>
                <a:latin typeface="Arial"/>
                <a:ea typeface="Arial"/>
                <a:cs typeface="Arial"/>
              </a:defRPr>
            </a:lvl7pPr>
            <a:lvl8pPr algn="l">
              <a:defRPr sz="1875" b="0">
                <a:solidFill>
                  <a:srgbClr val="005A9C"/>
                </a:solidFill>
                <a:latin typeface="Arial"/>
                <a:ea typeface="Arial"/>
                <a:cs typeface="Arial"/>
              </a:defRPr>
            </a:lvl8pPr>
            <a:lvl9pPr algn="l">
              <a:defRPr sz="1875" b="0">
                <a:solidFill>
                  <a:srgbClr val="005A9C"/>
                </a:solidFill>
                <a:latin typeface="Arial"/>
                <a:ea typeface="Arial"/>
                <a:cs typeface="Arial"/>
              </a:defRPr>
            </a:lvl9pPr>
          </a:lstStyle>
          <a:p xmlns:a="http://schemas.openxmlformats.org/drawingml/2006/main">
            <a:pPr algn="l">
              <a:defRPr sz="1875" b="0">
                <a:solidFill>
                  <a:srgbClr val="005A9C"/>
                </a:solidFill>
                <a:latin typeface="Arial"/>
                <a:ea typeface="Arial"/>
                <a:cs typeface="Arial"/>
              </a:defRPr>
            </a:pPr>
            <a:r>
              <a:rPr sz="1875" b="0">
                <a:solidFill>
                  <a:srgbClr val="005A9C"/>
                </a:solidFill>
                <a:latin typeface="Arial"/>
                <a:ea typeface="Arial"/>
                <a:cs typeface="Arial"/>
              </a:rPr>
              <a:t>Implementation</a:t>
            </a:r>
          </a:p>
        </p:txBody>
      </p:sp>
      <p:sp>
        <p:nvSpPr>
          <p:cNvPr id="3" name="!!heading.rule">
            <a:extLst xmlns:a="http://schemas.openxmlformats.org/drawingml/2006/main">
              <a:ext uri="{FF2B5EF4-FFF2-40B4-BE49-F238E27FC236}">
                <a16:creationId xmlns:a16="http://schemas.microsoft.com/office/drawing/2014/main" id="{9F914AC2-485E-4B41-B521-D05CE72C2047}"/>
              </a:ext>
            </a:extLst>
          </p:cNvPr>
          <p:cNvSpPr>
            <a:spLocks xmlns:a="http://schemas.openxmlformats.org/drawingml/2006/main" noGrp="1"/>
          </p:cNvSpPr>
          <p:nvPr/>
        </p:nvSpPr>
        <p:spPr>
          <a:xfrm xmlns:a="http://schemas.openxmlformats.org/drawingml/2006/main" flipH="0" flipV="0">
            <a:off x="647700" y="1733550"/>
            <a:ext cx="13944600" cy="953"/>
          </a:xfrm>
          <a:prstGeom xmlns:a="http://schemas.openxmlformats.org/drawingml/2006/main" prst="line">
            <a:avLst/>
          </a:prstGeom>
          <a:noFill xmlns:a="http://schemas.openxmlformats.org/drawingml/2006/main"/>
          <a:ln xmlns:a="http://schemas.openxmlformats.org/drawingml/2006/main" w="11430">
            <a:solidFill>
              <a:srgbClr val="BCC6CF"/>
            </a:solidFill>
            <a:prstDash val="solid"/>
          </a:ln>
        </p:spPr>
      </p:sp>
      <p:sp>
        <p:nvSpPr>
          <p:cNvPr id="4" name="!!map.front">
            <a:extLst xmlns:a="http://schemas.openxmlformats.org/drawingml/2006/main">
              <a:ext uri="{FF2B5EF4-FFF2-40B4-BE49-F238E27FC236}">
                <a16:creationId xmlns:a16="http://schemas.microsoft.com/office/drawing/2014/main" id="{E1E3941E-F9E2-4755-ABC2-F648E2FE01A2}"/>
              </a:ext>
            </a:extLst>
          </p:cNvPr>
          <p:cNvSpPr>
            <a:spLocks xmlns:a="http://schemas.openxmlformats.org/drawingml/2006/main" noGrp="1"/>
          </p:cNvSpPr>
          <p:nvPr/>
        </p:nvSpPr>
        <p:spPr>
          <a:xfrm xmlns:a="http://schemas.openxmlformats.org/drawingml/2006/main">
            <a:off x="647700" y="1990725"/>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5" name="!!nav.front">
            <ns0:hlinkClick xmlns:ns0="http://schemas.openxmlformats.org/drawingml/2006/main" xmlns:ns1="http://schemas.openxmlformats.org/officeDocument/2006/relationships" ns1:id="rIdNavSlide4" action="ppaction://hlinksldjump" tooltip="Slide 4: Preparing a company research assessment"/>
            <a:extLst xmlns:a="http://schemas.openxmlformats.org/drawingml/2006/main">
              <a:ext uri="{FF2B5EF4-FFF2-40B4-BE49-F238E27FC236}">
                <a16:creationId xmlns:a16="http://schemas.microsoft.com/office/drawing/2014/main" id="{C6489DC3-6298-4464-8F33-71CF9FF49BD5}"/>
              </a:ext>
            </a:extLst>
          </p:cNvPr>
          <p:cNvSpPr>
            <a:spLocks xmlns:a="http://schemas.openxmlformats.org/drawingml/2006/main" noGrp="1"/>
          </p:cNvSpPr>
          <p:nvPr/>
        </p:nvSpPr>
        <p:spPr>
          <a:xfrm xmlns:a="http://schemas.openxmlformats.org/drawingml/2006/main">
            <a:off x="647700" y="1990725"/>
            <a:ext cx="2609850" cy="409575"/>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FFFFFF"/>
                </a:solidFill>
                <a:latin typeface="Arial"/>
                <a:ea typeface="Arial"/>
                <a:cs typeface="Arial"/>
              </a:defRPr>
            </a:defPPr>
            <a:lvl1pPr algn="ctr">
              <a:defRPr sz="2025" b="1">
                <a:solidFill>
                  <a:srgbClr val="FFFFFF"/>
                </a:solidFill>
                <a:latin typeface="Arial"/>
                <a:ea typeface="Arial"/>
                <a:cs typeface="Arial"/>
              </a:defRPr>
            </a:lvl1pPr>
            <a:lvl2pPr algn="ctr">
              <a:defRPr sz="2025" b="1">
                <a:solidFill>
                  <a:srgbClr val="FFFFFF"/>
                </a:solidFill>
                <a:latin typeface="Arial"/>
                <a:ea typeface="Arial"/>
                <a:cs typeface="Arial"/>
              </a:defRPr>
            </a:lvl2pPr>
            <a:lvl3pPr algn="ctr">
              <a:defRPr sz="2025" b="1">
                <a:solidFill>
                  <a:srgbClr val="FFFFFF"/>
                </a:solidFill>
                <a:latin typeface="Arial"/>
                <a:ea typeface="Arial"/>
                <a:cs typeface="Arial"/>
              </a:defRPr>
            </a:lvl3pPr>
            <a:lvl4pPr algn="ctr">
              <a:defRPr sz="2025" b="1">
                <a:solidFill>
                  <a:srgbClr val="FFFFFF"/>
                </a:solidFill>
                <a:latin typeface="Arial"/>
                <a:ea typeface="Arial"/>
                <a:cs typeface="Arial"/>
              </a:defRPr>
            </a:lvl4pPr>
            <a:lvl5pPr algn="ctr">
              <a:defRPr sz="2025" b="1">
                <a:solidFill>
                  <a:srgbClr val="FFFFFF"/>
                </a:solidFill>
                <a:latin typeface="Arial"/>
                <a:ea typeface="Arial"/>
                <a:cs typeface="Arial"/>
              </a:defRPr>
            </a:lvl5pPr>
            <a:lvl6pPr algn="ctr">
              <a:defRPr sz="2025" b="1">
                <a:solidFill>
                  <a:srgbClr val="FFFFFF"/>
                </a:solidFill>
                <a:latin typeface="Arial"/>
                <a:ea typeface="Arial"/>
                <a:cs typeface="Arial"/>
              </a:defRPr>
            </a:lvl6pPr>
            <a:lvl7pPr algn="ctr">
              <a:defRPr sz="2025" b="1">
                <a:solidFill>
                  <a:srgbClr val="FFFFFF"/>
                </a:solidFill>
                <a:latin typeface="Arial"/>
                <a:ea typeface="Arial"/>
                <a:cs typeface="Arial"/>
              </a:defRPr>
            </a:lvl7pPr>
            <a:lvl8pPr algn="ctr">
              <a:defRPr sz="2025" b="1">
                <a:solidFill>
                  <a:srgbClr val="FFFFFF"/>
                </a:solidFill>
                <a:latin typeface="Arial"/>
                <a:ea typeface="Arial"/>
                <a:cs typeface="Arial"/>
              </a:defRPr>
            </a:lvl8pPr>
            <a:lvl9pPr algn="ctr">
              <a:defRPr sz="2025" b="1">
                <a:solidFill>
                  <a:srgbClr val="FFFFFF"/>
                </a:solidFill>
                <a:latin typeface="Arial"/>
                <a:ea typeface="Arial"/>
                <a:cs typeface="Arial"/>
              </a:defRPr>
            </a:lvl9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Front office</a:t>
            </a:r>
          </a:p>
        </p:txBody>
      </p:sp>
      <p:sp>
        <p:nvSpPr>
          <p:cNvPr id="6" name="!!task.research">
            <ns0:hlinkClick xmlns:ns0="http://schemas.openxmlformats.org/drawingml/2006/main" xmlns:ns1="http://schemas.openxmlformats.org/officeDocument/2006/relationships" ns1:id="rIdNavSlide4" action="ppaction://hlinksldjump" tooltip="Slide 4: Preparing a company research assessment"/>
            <a:extLst xmlns:a="http://schemas.openxmlformats.org/drawingml/2006/main">
              <a:ext uri="{FF2B5EF4-FFF2-40B4-BE49-F238E27FC236}">
                <a16:creationId xmlns:a16="http://schemas.microsoft.com/office/drawing/2014/main" id="{4E59F5FF-3E63-4C1D-938A-F3B142241BD5}"/>
              </a:ext>
            </a:extLst>
          </p:cNvPr>
          <p:cNvSpPr>
            <a:spLocks xmlns:a="http://schemas.openxmlformats.org/drawingml/2006/main" noGrp="1"/>
          </p:cNvSpPr>
          <p:nvPr/>
        </p:nvSpPr>
        <p:spPr>
          <a:xfrm xmlns:a="http://schemas.openxmlformats.org/drawingml/2006/main">
            <a:off x="762000" y="249555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Research</a:t>
            </a:r>
          </a:p>
        </p:txBody>
      </p:sp>
      <p:sp>
        <p:nvSpPr>
          <p:cNvPr id="7" name="!!task.trade">
            <ns0:hlinkClick xmlns:ns0="http://schemas.openxmlformats.org/drawingml/2006/main" xmlns:ns1="http://schemas.openxmlformats.org/officeDocument/2006/relationships" ns1:id="rIdNavSlide9" action="ppaction://hlinksldjump" tooltip="Slide 9: Preparing a bond quote request"/>
            <a:extLst xmlns:a="http://schemas.openxmlformats.org/drawingml/2006/main">
              <a:ext uri="{FF2B5EF4-FFF2-40B4-BE49-F238E27FC236}">
                <a16:creationId xmlns:a16="http://schemas.microsoft.com/office/drawing/2014/main" id="{1B8783B8-E835-48F0-A26B-1C85A90678CF}"/>
              </a:ext>
            </a:extLst>
          </p:cNvPr>
          <p:cNvSpPr>
            <a:spLocks xmlns:a="http://schemas.openxmlformats.org/drawingml/2006/main" noGrp="1"/>
          </p:cNvSpPr>
          <p:nvPr/>
        </p:nvSpPr>
        <p:spPr>
          <a:xfrm xmlns:a="http://schemas.openxmlformats.org/drawingml/2006/main">
            <a:off x="762000" y="280987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Trading support</a:t>
            </a:r>
          </a:p>
        </p:txBody>
      </p:sp>
      <p:sp>
        <p:nvSpPr>
          <p:cNvPr id="8" name="!!task.client">
            <ns0:hlinkClick xmlns:ns0="http://schemas.openxmlformats.org/drawingml/2006/main" xmlns:ns1="http://schemas.openxmlformats.org/officeDocument/2006/relationships" ns1:id="rIdNavSlide12" action="ppaction://hlinksldjump" tooltip="Slide 12: Preparing a quarterly client update"/>
            <a:extLst xmlns:a="http://schemas.openxmlformats.org/drawingml/2006/main">
              <a:ext uri="{FF2B5EF4-FFF2-40B4-BE49-F238E27FC236}">
                <a16:creationId xmlns:a16="http://schemas.microsoft.com/office/drawing/2014/main" id="{3DCC4E64-0E4A-468E-89F5-45961670C563}"/>
              </a:ext>
            </a:extLst>
          </p:cNvPr>
          <p:cNvSpPr>
            <a:spLocks xmlns:a="http://schemas.openxmlformats.org/drawingml/2006/main" noGrp="1"/>
          </p:cNvSpPr>
          <p:nvPr/>
        </p:nvSpPr>
        <p:spPr>
          <a:xfrm xmlns:a="http://schemas.openxmlformats.org/drawingml/2006/main">
            <a:off x="762000" y="312420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Client materials</a:t>
            </a:r>
          </a:p>
        </p:txBody>
      </p:sp>
      <p:sp>
        <p:nvSpPr>
          <p:cNvPr id="9" name="!!map.middle">
            <a:extLst xmlns:a="http://schemas.openxmlformats.org/drawingml/2006/main">
              <a:ext uri="{FF2B5EF4-FFF2-40B4-BE49-F238E27FC236}">
                <a16:creationId xmlns:a16="http://schemas.microsoft.com/office/drawing/2014/main" id="{3D31AE19-4D13-4CD7-93EB-8C72BC37DA4B}"/>
              </a:ext>
            </a:extLst>
          </p:cNvPr>
          <p:cNvSpPr>
            <a:spLocks xmlns:a="http://schemas.openxmlformats.org/drawingml/2006/main" noGrp="1"/>
          </p:cNvSpPr>
          <p:nvPr/>
        </p:nvSpPr>
        <p:spPr>
          <a:xfrm xmlns:a="http://schemas.openxmlformats.org/drawingml/2006/main">
            <a:off x="647700" y="3657600"/>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10" name="!!nav.middle">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CF6326C3-ED2E-4FDE-A29E-B3F58AF123C1}"/>
              </a:ext>
            </a:extLst>
          </p:cNvPr>
          <p:cNvSpPr>
            <a:spLocks xmlns:a="http://schemas.openxmlformats.org/drawingml/2006/main" noGrp="1"/>
          </p:cNvSpPr>
          <p:nvPr/>
        </p:nvSpPr>
        <p:spPr>
          <a:xfrm xmlns:a="http://schemas.openxmlformats.org/drawingml/2006/main">
            <a:off x="647700" y="3657600"/>
            <a:ext cx="2609850" cy="409575"/>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FFFFFF"/>
                </a:solidFill>
                <a:latin typeface="Arial"/>
                <a:ea typeface="Arial"/>
                <a:cs typeface="Arial"/>
              </a:defRPr>
            </a:defPPr>
            <a:lvl1pPr algn="ctr">
              <a:defRPr sz="2025" b="1">
                <a:solidFill>
                  <a:srgbClr val="FFFFFF"/>
                </a:solidFill>
                <a:latin typeface="Arial"/>
                <a:ea typeface="Arial"/>
                <a:cs typeface="Arial"/>
              </a:defRPr>
            </a:lvl1pPr>
            <a:lvl2pPr algn="ctr">
              <a:defRPr sz="2025" b="1">
                <a:solidFill>
                  <a:srgbClr val="FFFFFF"/>
                </a:solidFill>
                <a:latin typeface="Arial"/>
                <a:ea typeface="Arial"/>
                <a:cs typeface="Arial"/>
              </a:defRPr>
            </a:lvl2pPr>
            <a:lvl3pPr algn="ctr">
              <a:defRPr sz="2025" b="1">
                <a:solidFill>
                  <a:srgbClr val="FFFFFF"/>
                </a:solidFill>
                <a:latin typeface="Arial"/>
                <a:ea typeface="Arial"/>
                <a:cs typeface="Arial"/>
              </a:defRPr>
            </a:lvl3pPr>
            <a:lvl4pPr algn="ctr">
              <a:defRPr sz="2025" b="1">
                <a:solidFill>
                  <a:srgbClr val="FFFFFF"/>
                </a:solidFill>
                <a:latin typeface="Arial"/>
                <a:ea typeface="Arial"/>
                <a:cs typeface="Arial"/>
              </a:defRPr>
            </a:lvl4pPr>
            <a:lvl5pPr algn="ctr">
              <a:defRPr sz="2025" b="1">
                <a:solidFill>
                  <a:srgbClr val="FFFFFF"/>
                </a:solidFill>
                <a:latin typeface="Arial"/>
                <a:ea typeface="Arial"/>
                <a:cs typeface="Arial"/>
              </a:defRPr>
            </a:lvl5pPr>
            <a:lvl6pPr algn="ctr">
              <a:defRPr sz="2025" b="1">
                <a:solidFill>
                  <a:srgbClr val="FFFFFF"/>
                </a:solidFill>
                <a:latin typeface="Arial"/>
                <a:ea typeface="Arial"/>
                <a:cs typeface="Arial"/>
              </a:defRPr>
            </a:lvl6pPr>
            <a:lvl7pPr algn="ctr">
              <a:defRPr sz="2025" b="1">
                <a:solidFill>
                  <a:srgbClr val="FFFFFF"/>
                </a:solidFill>
                <a:latin typeface="Arial"/>
                <a:ea typeface="Arial"/>
                <a:cs typeface="Arial"/>
              </a:defRPr>
            </a:lvl7pPr>
            <a:lvl8pPr algn="ctr">
              <a:defRPr sz="2025" b="1">
                <a:solidFill>
                  <a:srgbClr val="FFFFFF"/>
                </a:solidFill>
                <a:latin typeface="Arial"/>
                <a:ea typeface="Arial"/>
                <a:cs typeface="Arial"/>
              </a:defRPr>
            </a:lvl8pPr>
            <a:lvl9pPr algn="ctr">
              <a:defRPr sz="2025" b="1">
                <a:solidFill>
                  <a:srgbClr val="FFFFFF"/>
                </a:solidFill>
                <a:latin typeface="Arial"/>
                <a:ea typeface="Arial"/>
                <a:cs typeface="Arial"/>
              </a:defRPr>
            </a:lvl9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Middle office</a:t>
            </a:r>
          </a:p>
        </p:txBody>
      </p:sp>
      <p:sp>
        <p:nvSpPr>
          <p:cNvPr id="11" name="!!task.review">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3E3C5A44-55F5-4804-9C86-77F09CC976FD}"/>
              </a:ext>
            </a:extLst>
          </p:cNvPr>
          <p:cNvSpPr>
            <a:spLocks xmlns:a="http://schemas.openxmlformats.org/drawingml/2006/main" noGrp="1"/>
          </p:cNvSpPr>
          <p:nvPr/>
        </p:nvSpPr>
        <p:spPr>
          <a:xfrm xmlns:a="http://schemas.openxmlformats.org/drawingml/2006/main">
            <a:off x="762000" y="416242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Content review</a:t>
            </a:r>
          </a:p>
        </p:txBody>
      </p:sp>
      <p:sp>
        <p:nvSpPr>
          <p:cNvPr id="12" name="!!task.risk">
            <ns0:hlinkClick xmlns:ns0="http://schemas.openxmlformats.org/drawingml/2006/main" xmlns:ns1="http://schemas.openxmlformats.org/officeDocument/2006/relationships" ns1:id="rIdNavSlide19" action="ppaction://hlinksldjump" tooltip="Slide 19: Investigating a risk alert"/>
            <a:extLst xmlns:a="http://schemas.openxmlformats.org/drawingml/2006/main">
              <a:ext uri="{FF2B5EF4-FFF2-40B4-BE49-F238E27FC236}">
                <a16:creationId xmlns:a16="http://schemas.microsoft.com/office/drawing/2014/main" id="{D6321AFB-443B-4D8C-B953-4D06CF865B7D}"/>
              </a:ext>
            </a:extLst>
          </p:cNvPr>
          <p:cNvSpPr>
            <a:spLocks xmlns:a="http://schemas.openxmlformats.org/drawingml/2006/main" noGrp="1"/>
          </p:cNvSpPr>
          <p:nvPr/>
        </p:nvSpPr>
        <p:spPr>
          <a:xfrm xmlns:a="http://schemas.openxmlformats.org/drawingml/2006/main">
            <a:off x="762000" y="447675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Risk analysis</a:t>
            </a:r>
          </a:p>
        </p:txBody>
      </p:sp>
      <p:sp>
        <p:nvSpPr>
          <p:cNvPr id="13" name="!!map.back">
            <a:extLst xmlns:a="http://schemas.openxmlformats.org/drawingml/2006/main">
              <a:ext uri="{FF2B5EF4-FFF2-40B4-BE49-F238E27FC236}">
                <a16:creationId xmlns:a16="http://schemas.microsoft.com/office/drawing/2014/main" id="{50535E53-173B-44E5-83F2-77F0ED8B29D7}"/>
              </a:ext>
            </a:extLst>
          </p:cNvPr>
          <p:cNvSpPr>
            <a:spLocks xmlns:a="http://schemas.openxmlformats.org/drawingml/2006/main" noGrp="1"/>
          </p:cNvSpPr>
          <p:nvPr/>
        </p:nvSpPr>
        <p:spPr>
          <a:xfrm xmlns:a="http://schemas.openxmlformats.org/drawingml/2006/main">
            <a:off x="647700" y="5324475"/>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14" name="!!nav.back">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683F1A30-0081-4909-94C3-DDB72E47DF21}"/>
              </a:ext>
            </a:extLst>
          </p:cNvPr>
          <p:cNvSpPr>
            <a:spLocks xmlns:a="http://schemas.openxmlformats.org/drawingml/2006/main" noGrp="1"/>
          </p:cNvSpPr>
          <p:nvPr/>
        </p:nvSpPr>
        <p:spPr>
          <a:xfrm xmlns:a="http://schemas.openxmlformats.org/drawingml/2006/main">
            <a:off x="647700" y="5324475"/>
            <a:ext cx="2609850" cy="409575"/>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FFFFFF"/>
                </a:solidFill>
                <a:latin typeface="Arial"/>
                <a:ea typeface="Arial"/>
                <a:cs typeface="Arial"/>
              </a:defRPr>
            </a:defPPr>
            <a:lvl1pPr algn="ctr">
              <a:defRPr sz="2025" b="1">
                <a:solidFill>
                  <a:srgbClr val="FFFFFF"/>
                </a:solidFill>
                <a:latin typeface="Arial"/>
                <a:ea typeface="Arial"/>
                <a:cs typeface="Arial"/>
              </a:defRPr>
            </a:lvl1pPr>
            <a:lvl2pPr algn="ctr">
              <a:defRPr sz="2025" b="1">
                <a:solidFill>
                  <a:srgbClr val="FFFFFF"/>
                </a:solidFill>
                <a:latin typeface="Arial"/>
                <a:ea typeface="Arial"/>
                <a:cs typeface="Arial"/>
              </a:defRPr>
            </a:lvl2pPr>
            <a:lvl3pPr algn="ctr">
              <a:defRPr sz="2025" b="1">
                <a:solidFill>
                  <a:srgbClr val="FFFFFF"/>
                </a:solidFill>
                <a:latin typeface="Arial"/>
                <a:ea typeface="Arial"/>
                <a:cs typeface="Arial"/>
              </a:defRPr>
            </a:lvl3pPr>
            <a:lvl4pPr algn="ctr">
              <a:defRPr sz="2025" b="1">
                <a:solidFill>
                  <a:srgbClr val="FFFFFF"/>
                </a:solidFill>
                <a:latin typeface="Arial"/>
                <a:ea typeface="Arial"/>
                <a:cs typeface="Arial"/>
              </a:defRPr>
            </a:lvl4pPr>
            <a:lvl5pPr algn="ctr">
              <a:defRPr sz="2025" b="1">
                <a:solidFill>
                  <a:srgbClr val="FFFFFF"/>
                </a:solidFill>
                <a:latin typeface="Arial"/>
                <a:ea typeface="Arial"/>
                <a:cs typeface="Arial"/>
              </a:defRPr>
            </a:lvl5pPr>
            <a:lvl6pPr algn="ctr">
              <a:defRPr sz="2025" b="1">
                <a:solidFill>
                  <a:srgbClr val="FFFFFF"/>
                </a:solidFill>
                <a:latin typeface="Arial"/>
                <a:ea typeface="Arial"/>
                <a:cs typeface="Arial"/>
              </a:defRPr>
            </a:lvl6pPr>
            <a:lvl7pPr algn="ctr">
              <a:defRPr sz="2025" b="1">
                <a:solidFill>
                  <a:srgbClr val="FFFFFF"/>
                </a:solidFill>
                <a:latin typeface="Arial"/>
                <a:ea typeface="Arial"/>
                <a:cs typeface="Arial"/>
              </a:defRPr>
            </a:lvl7pPr>
            <a:lvl8pPr algn="ctr">
              <a:defRPr sz="2025" b="1">
                <a:solidFill>
                  <a:srgbClr val="FFFFFF"/>
                </a:solidFill>
                <a:latin typeface="Arial"/>
                <a:ea typeface="Arial"/>
                <a:cs typeface="Arial"/>
              </a:defRPr>
            </a:lvl8pPr>
            <a:lvl9pPr algn="ctr">
              <a:defRPr sz="2025" b="1">
                <a:solidFill>
                  <a:srgbClr val="FFFFFF"/>
                </a:solidFill>
                <a:latin typeface="Arial"/>
                <a:ea typeface="Arial"/>
                <a:cs typeface="Arial"/>
              </a:defRPr>
            </a:lvl9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Back office</a:t>
            </a:r>
          </a:p>
        </p:txBody>
      </p:sp>
      <p:sp>
        <p:nvSpPr>
          <p:cNvPr id="15" name="!!task.files">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9DCF76D5-7F40-4AED-88A8-E84F8B608A5B}"/>
              </a:ext>
            </a:extLst>
          </p:cNvPr>
          <p:cNvSpPr>
            <a:spLocks xmlns:a="http://schemas.openxmlformats.org/drawingml/2006/main" noGrp="1"/>
          </p:cNvSpPr>
          <p:nvPr/>
        </p:nvSpPr>
        <p:spPr>
          <a:xfrm xmlns:a="http://schemas.openxmlformats.org/drawingml/2006/main">
            <a:off x="762000" y="582930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Document processing</a:t>
            </a:r>
          </a:p>
        </p:txBody>
      </p:sp>
      <p:sp>
        <p:nvSpPr>
          <p:cNvPr id="16" name="!!task.dev">
            <ns0:hlinkClick xmlns:ns0="http://schemas.openxmlformats.org/drawingml/2006/main" xmlns:ns1="http://schemas.openxmlformats.org/officeDocument/2006/relationships" ns1:id="rIdNavSlide25" action="ppaction://hlinksldjump" tooltip="Slide 25: Turning a business request into a working tool"/>
            <a:extLst xmlns:a="http://schemas.openxmlformats.org/drawingml/2006/main">
              <a:ext uri="{FF2B5EF4-FFF2-40B4-BE49-F238E27FC236}">
                <a16:creationId xmlns:a16="http://schemas.microsoft.com/office/drawing/2014/main" id="{91C2FBCB-B413-4880-BBEB-2C05DAD4A3C7}"/>
              </a:ext>
            </a:extLst>
          </p:cNvPr>
          <p:cNvSpPr>
            <a:spLocks xmlns:a="http://schemas.openxmlformats.org/drawingml/2006/main" noGrp="1"/>
          </p:cNvSpPr>
          <p:nvPr/>
        </p:nvSpPr>
        <p:spPr>
          <a:xfrm xmlns:a="http://schemas.openxmlformats.org/drawingml/2006/main">
            <a:off x="762000" y="614362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Tool development</a:t>
            </a:r>
          </a:p>
        </p:txBody>
      </p:sp>
      <p:sp>
        <p:nvSpPr>
          <p:cNvPr id="17" name="!!map.separator">
            <a:extLst xmlns:a="http://schemas.openxmlformats.org/drawingml/2006/main">
              <a:ext uri="{FF2B5EF4-FFF2-40B4-BE49-F238E27FC236}">
                <a16:creationId xmlns:a16="http://schemas.microsoft.com/office/drawing/2014/main" id="{EE322933-37D3-4028-81A2-81EFF70C381C}"/>
              </a:ext>
            </a:extLst>
          </p:cNvPr>
          <p:cNvSpPr>
            <a:spLocks xmlns:a="http://schemas.openxmlformats.org/drawingml/2006/main" noGrp="1"/>
          </p:cNvSpPr>
          <p:nvPr/>
        </p:nvSpPr>
        <p:spPr>
          <a:xfrm xmlns:a="http://schemas.openxmlformats.org/drawingml/2006/main" flipH="0" flipV="0">
            <a:off x="3600450" y="1990725"/>
            <a:ext cx="953" cy="5076825"/>
          </a:xfrm>
          <a:prstGeom xmlns:a="http://schemas.openxmlformats.org/drawingml/2006/main" prst="line">
            <a:avLst/>
          </a:prstGeom>
          <a:noFill xmlns:a="http://schemas.openxmlformats.org/drawingml/2006/main"/>
          <a:ln xmlns:a="http://schemas.openxmlformats.org/drawingml/2006/main" w="9525">
            <a:solidFill>
              <a:srgbClr val="BCC6CF"/>
            </a:solidFill>
            <a:prstDash val="solid"/>
          </a:ln>
        </p:spPr>
      </p:sp>
      <p:sp>
        <p:nvSpPr>
          <p:cNvPr id="18" name="!!nav.home">
            <ns0:hlinkClick xmlns:ns0="http://schemas.openxmlformats.org/drawingml/2006/main" xmlns:ns1="http://schemas.openxmlformats.org/officeDocument/2006/relationships" ns1:id="rIdNavSlide3" action="ppaction://hlinksldjump" tooltip="Slide 3: Seven workflows across the firm"/>
            <a:extLst xmlns:a="http://schemas.openxmlformats.org/drawingml/2006/main">
              <a:ext uri="{FF2B5EF4-FFF2-40B4-BE49-F238E27FC236}">
                <a16:creationId xmlns:a16="http://schemas.microsoft.com/office/drawing/2014/main" id="{61163460-8D10-4EC8-BAB4-47747297BFD8}"/>
              </a:ext>
            </a:extLst>
          </p:cNvPr>
          <p:cNvSpPr>
            <a:spLocks xmlns:a="http://schemas.openxmlformats.org/drawingml/2006/main" noGrp="1"/>
          </p:cNvSpPr>
          <p:nvPr/>
        </p:nvSpPr>
        <p:spPr>
          <a:xfrm xmlns:a="http://schemas.openxmlformats.org/drawingml/2006/main">
            <a:off x="647700" y="7496175"/>
            <a:ext cx="26098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BCC6CF"/>
            </a:solidFill>
            <a:prstDash val="solid"/>
          </a:ln>
        </p:spPr>
        <p:txBody>
          <a:bodyPr xmlns:a="http://schemas.openxmlformats.org/drawingml/2006/main" wrap="square" lIns="114300" tIns="0" rIns="114300" bIns="0" anchor="ctr">
            <a:noAutofit/>
          </a:bodyPr>
          <a:lstStyle xmlns:a="http://schemas.openxmlformats.org/drawingml/2006/main">
            <a:defPPr algn="ctr">
              <a:defRPr sz="1800" b="1">
                <a:solidFill>
                  <a:srgbClr val="005A9C"/>
                </a:solidFill>
                <a:latin typeface="Arial"/>
                <a:ea typeface="Arial"/>
                <a:cs typeface="Arial"/>
              </a:defRPr>
            </a:defPPr>
            <a:lvl1pPr algn="ctr">
              <a:defRPr sz="1800" b="1">
                <a:solidFill>
                  <a:srgbClr val="005A9C"/>
                </a:solidFill>
                <a:latin typeface="Arial"/>
                <a:ea typeface="Arial"/>
                <a:cs typeface="Arial"/>
              </a:defRPr>
            </a:lvl1pPr>
            <a:lvl2pPr algn="ctr">
              <a:defRPr sz="1800" b="1">
                <a:solidFill>
                  <a:srgbClr val="005A9C"/>
                </a:solidFill>
                <a:latin typeface="Arial"/>
                <a:ea typeface="Arial"/>
                <a:cs typeface="Arial"/>
              </a:defRPr>
            </a:lvl2pPr>
            <a:lvl3pPr algn="ctr">
              <a:defRPr sz="1800" b="1">
                <a:solidFill>
                  <a:srgbClr val="005A9C"/>
                </a:solidFill>
                <a:latin typeface="Arial"/>
                <a:ea typeface="Arial"/>
                <a:cs typeface="Arial"/>
              </a:defRPr>
            </a:lvl3pPr>
            <a:lvl4pPr algn="ctr">
              <a:defRPr sz="1800" b="1">
                <a:solidFill>
                  <a:srgbClr val="005A9C"/>
                </a:solidFill>
                <a:latin typeface="Arial"/>
                <a:ea typeface="Arial"/>
                <a:cs typeface="Arial"/>
              </a:defRPr>
            </a:lvl4pPr>
            <a:lvl5pPr algn="ctr">
              <a:defRPr sz="1800" b="1">
                <a:solidFill>
                  <a:srgbClr val="005A9C"/>
                </a:solidFill>
                <a:latin typeface="Arial"/>
                <a:ea typeface="Arial"/>
                <a:cs typeface="Arial"/>
              </a:defRPr>
            </a:lvl5pPr>
            <a:lvl6pPr algn="ctr">
              <a:defRPr sz="1800" b="1">
                <a:solidFill>
                  <a:srgbClr val="005A9C"/>
                </a:solidFill>
                <a:latin typeface="Arial"/>
                <a:ea typeface="Arial"/>
                <a:cs typeface="Arial"/>
              </a:defRPr>
            </a:lvl6pPr>
            <a:lvl7pPr algn="ctr">
              <a:defRPr sz="1800" b="1">
                <a:solidFill>
                  <a:srgbClr val="005A9C"/>
                </a:solidFill>
                <a:latin typeface="Arial"/>
                <a:ea typeface="Arial"/>
                <a:cs typeface="Arial"/>
              </a:defRPr>
            </a:lvl7pPr>
            <a:lvl8pPr algn="ctr">
              <a:defRPr sz="1800" b="1">
                <a:solidFill>
                  <a:srgbClr val="005A9C"/>
                </a:solidFill>
                <a:latin typeface="Arial"/>
                <a:ea typeface="Arial"/>
                <a:cs typeface="Arial"/>
              </a:defRPr>
            </a:lvl8pPr>
            <a:lvl9pPr algn="ctr">
              <a:defRPr sz="1800" b="1">
                <a:solidFill>
                  <a:srgbClr val="005A9C"/>
                </a:solidFill>
                <a:latin typeface="Arial"/>
                <a:ea typeface="Arial"/>
                <a:cs typeface="Arial"/>
              </a:defRPr>
            </a:lvl9pPr>
          </a:lstStyle>
          <a:p xmlns:a="http://schemas.openxmlformats.org/drawingml/2006/main">
            <a:pPr algn="ctr">
              <a:defRPr sz="1800" b="1">
                <a:solidFill>
                  <a:srgbClr val="005A9C"/>
                </a:solidFill>
                <a:latin typeface="Arial"/>
                <a:ea typeface="Arial"/>
                <a:cs typeface="Arial"/>
              </a:defRPr>
            </a:pPr>
            <a:r>
              <a:rPr sz="1800" b="1">
                <a:solidFill>
                  <a:srgbClr val="005A9C"/>
                </a:solidFill>
                <a:latin typeface="Arial"/>
                <a:ea typeface="Arial"/>
                <a:cs typeface="Arial"/>
              </a:rPr>
              <a:t>Firm overview</a:t>
            </a:r>
          </a:p>
        </p:txBody>
      </p:sp>
      <p:sp>
        <p:nvSpPr>
          <p:cNvPr id="19" name="!!page">
            <a:extLst xmlns:a="http://schemas.openxmlformats.org/drawingml/2006/main">
              <a:ext uri="{FF2B5EF4-FFF2-40B4-BE49-F238E27FC236}">
                <a16:creationId xmlns:a16="http://schemas.microsoft.com/office/drawing/2014/main" id="{D5338C6C-8AF2-408D-8C0A-15B69BAF2856}"/>
              </a:ext>
            </a:extLst>
          </p:cNvPr>
          <p:cNvSpPr>
            <a:spLocks xmlns:a="http://schemas.openxmlformats.org/drawingml/2006/main" noGrp="1"/>
          </p:cNvSpPr>
          <p:nvPr/>
        </p:nvSpPr>
        <p:spPr>
          <a:xfrm xmlns:a="http://schemas.openxmlformats.org/drawingml/2006/main">
            <a:off x="11144250" y="7591425"/>
            <a:ext cx="904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650" b="0">
                <a:solidFill>
                  <a:srgbClr val="707C88"/>
                </a:solidFill>
                <a:latin typeface="Arial"/>
                <a:ea typeface="Arial"/>
                <a:cs typeface="Arial"/>
              </a:defRPr>
            </a:defPPr>
            <a:lvl1pPr algn="r">
              <a:defRPr sz="1650" b="0">
                <a:solidFill>
                  <a:srgbClr val="707C88"/>
                </a:solidFill>
                <a:latin typeface="Arial"/>
                <a:ea typeface="Arial"/>
                <a:cs typeface="Arial"/>
              </a:defRPr>
            </a:lvl1pPr>
            <a:lvl2pPr algn="r">
              <a:defRPr sz="1650" b="0">
                <a:solidFill>
                  <a:srgbClr val="707C88"/>
                </a:solidFill>
                <a:latin typeface="Arial"/>
                <a:ea typeface="Arial"/>
                <a:cs typeface="Arial"/>
              </a:defRPr>
            </a:lvl2pPr>
            <a:lvl3pPr algn="r">
              <a:defRPr sz="1650" b="0">
                <a:solidFill>
                  <a:srgbClr val="707C88"/>
                </a:solidFill>
                <a:latin typeface="Arial"/>
                <a:ea typeface="Arial"/>
                <a:cs typeface="Arial"/>
              </a:defRPr>
            </a:lvl3pPr>
            <a:lvl4pPr algn="r">
              <a:defRPr sz="1650" b="0">
                <a:solidFill>
                  <a:srgbClr val="707C88"/>
                </a:solidFill>
                <a:latin typeface="Arial"/>
                <a:ea typeface="Arial"/>
                <a:cs typeface="Arial"/>
              </a:defRPr>
            </a:lvl4pPr>
            <a:lvl5pPr algn="r">
              <a:defRPr sz="1650" b="0">
                <a:solidFill>
                  <a:srgbClr val="707C88"/>
                </a:solidFill>
                <a:latin typeface="Arial"/>
                <a:ea typeface="Arial"/>
                <a:cs typeface="Arial"/>
              </a:defRPr>
            </a:lvl5pPr>
            <a:lvl6pPr algn="r">
              <a:defRPr sz="1650" b="0">
                <a:solidFill>
                  <a:srgbClr val="707C88"/>
                </a:solidFill>
                <a:latin typeface="Arial"/>
                <a:ea typeface="Arial"/>
                <a:cs typeface="Arial"/>
              </a:defRPr>
            </a:lvl6pPr>
            <a:lvl7pPr algn="r">
              <a:defRPr sz="1650" b="0">
                <a:solidFill>
                  <a:srgbClr val="707C88"/>
                </a:solidFill>
                <a:latin typeface="Arial"/>
                <a:ea typeface="Arial"/>
                <a:cs typeface="Arial"/>
              </a:defRPr>
            </a:lvl7pPr>
            <a:lvl8pPr algn="r">
              <a:defRPr sz="1650" b="0">
                <a:solidFill>
                  <a:srgbClr val="707C88"/>
                </a:solidFill>
                <a:latin typeface="Arial"/>
                <a:ea typeface="Arial"/>
                <a:cs typeface="Arial"/>
              </a:defRPr>
            </a:lvl8pPr>
            <a:lvl9pPr algn="r">
              <a:defRPr sz="1650" b="0">
                <a:solidFill>
                  <a:srgbClr val="707C88"/>
                </a:solidFill>
                <a:latin typeface="Arial"/>
                <a:ea typeface="Arial"/>
                <a:cs typeface="Arial"/>
              </a:defRPr>
            </a:lvl9pPr>
          </a:lstStyle>
          <a:p xmlns:a="http://schemas.openxmlformats.org/drawingml/2006/main">
            <a:pPr algn="r">
              <a:defRPr sz="1650" b="0">
                <a:solidFill>
                  <a:srgbClr val="707C88"/>
                </a:solidFill>
                <a:latin typeface="Arial"/>
                <a:ea typeface="Arial"/>
                <a:cs typeface="Arial"/>
              </a:defRPr>
            </a:pPr>
            <a:r>
              <a:rPr sz="1650" b="0">
                <a:solidFill>
                  <a:srgbClr val="707C88"/>
                </a:solidFill>
                <a:latin typeface="Arial"/>
                <a:ea typeface="Arial"/>
                <a:cs typeface="Arial"/>
              </a:rPr>
              <a:t>32 / 33</a:t>
            </a:r>
          </a:p>
        </p:txBody>
      </p:sp>
      <p:sp>
        <p:nvSpPr>
          <p:cNvPr id="20" name="!!nav.prev">
            <ns0:hlinkClick xmlns:ns0="http://schemas.openxmlformats.org/drawingml/2006/main" xmlns:ns1="http://schemas.openxmlformats.org/officeDocument/2006/relationships" ns1:id="rIdNavSlide31" action="ppaction://hlinksldjump" tooltip="Slide 31: Shared information, models and tools"/>
            <a:extLst xmlns:a="http://schemas.openxmlformats.org/drawingml/2006/main">
              <a:ext uri="{FF2B5EF4-FFF2-40B4-BE49-F238E27FC236}">
                <a16:creationId xmlns:a16="http://schemas.microsoft.com/office/drawing/2014/main" id="{410365E1-7F56-4AEE-A694-4F89FE4E4403}"/>
              </a:ext>
            </a:extLst>
          </p:cNvPr>
          <p:cNvSpPr>
            <a:spLocks xmlns:a="http://schemas.openxmlformats.org/drawingml/2006/main" noGrp="1"/>
          </p:cNvSpPr>
          <p:nvPr/>
        </p:nvSpPr>
        <p:spPr>
          <a:xfrm xmlns:a="http://schemas.openxmlformats.org/drawingml/2006/main">
            <a:off x="12287250" y="7496175"/>
            <a:ext cx="1047750" cy="4572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725" b="1">
                <a:solidFill>
                  <a:srgbClr val="005A9C"/>
                </a:solidFill>
                <a:latin typeface="Arial"/>
                <a:ea typeface="Arial"/>
                <a:cs typeface="Arial"/>
              </a:defRPr>
            </a:defPPr>
            <a:lvl1pPr algn="ctr">
              <a:defRPr sz="1725" b="1">
                <a:solidFill>
                  <a:srgbClr val="005A9C"/>
                </a:solidFill>
                <a:latin typeface="Arial"/>
                <a:ea typeface="Arial"/>
                <a:cs typeface="Arial"/>
              </a:defRPr>
            </a:lvl1pPr>
            <a:lvl2pPr algn="ctr">
              <a:defRPr sz="1725" b="1">
                <a:solidFill>
                  <a:srgbClr val="005A9C"/>
                </a:solidFill>
                <a:latin typeface="Arial"/>
                <a:ea typeface="Arial"/>
                <a:cs typeface="Arial"/>
              </a:defRPr>
            </a:lvl2pPr>
            <a:lvl3pPr algn="ctr">
              <a:defRPr sz="1725" b="1">
                <a:solidFill>
                  <a:srgbClr val="005A9C"/>
                </a:solidFill>
                <a:latin typeface="Arial"/>
                <a:ea typeface="Arial"/>
                <a:cs typeface="Arial"/>
              </a:defRPr>
            </a:lvl3pPr>
            <a:lvl4pPr algn="ctr">
              <a:defRPr sz="1725" b="1">
                <a:solidFill>
                  <a:srgbClr val="005A9C"/>
                </a:solidFill>
                <a:latin typeface="Arial"/>
                <a:ea typeface="Arial"/>
                <a:cs typeface="Arial"/>
              </a:defRPr>
            </a:lvl4pPr>
            <a:lvl5pPr algn="ctr">
              <a:defRPr sz="1725" b="1">
                <a:solidFill>
                  <a:srgbClr val="005A9C"/>
                </a:solidFill>
                <a:latin typeface="Arial"/>
                <a:ea typeface="Arial"/>
                <a:cs typeface="Arial"/>
              </a:defRPr>
            </a:lvl5pPr>
            <a:lvl6pPr algn="ctr">
              <a:defRPr sz="1725" b="1">
                <a:solidFill>
                  <a:srgbClr val="005A9C"/>
                </a:solidFill>
                <a:latin typeface="Arial"/>
                <a:ea typeface="Arial"/>
                <a:cs typeface="Arial"/>
              </a:defRPr>
            </a:lvl6pPr>
            <a:lvl7pPr algn="ctr">
              <a:defRPr sz="1725" b="1">
                <a:solidFill>
                  <a:srgbClr val="005A9C"/>
                </a:solidFill>
                <a:latin typeface="Arial"/>
                <a:ea typeface="Arial"/>
                <a:cs typeface="Arial"/>
              </a:defRPr>
            </a:lvl7pPr>
            <a:lvl8pPr algn="ctr">
              <a:defRPr sz="1725" b="1">
                <a:solidFill>
                  <a:srgbClr val="005A9C"/>
                </a:solidFill>
                <a:latin typeface="Arial"/>
                <a:ea typeface="Arial"/>
                <a:cs typeface="Arial"/>
              </a:defRPr>
            </a:lvl8pPr>
            <a:lvl9pPr algn="ctr">
              <a:defRPr sz="1725" b="1">
                <a:solidFill>
                  <a:srgbClr val="005A9C"/>
                </a:solidFill>
                <a:latin typeface="Arial"/>
                <a:ea typeface="Arial"/>
                <a:cs typeface="Arial"/>
              </a:defRPr>
            </a:lvl9pPr>
          </a:lstStyle>
          <a:p xmlns:a="http://schemas.openxmlformats.org/drawingml/2006/main">
            <a:pPr algn="ctr">
              <a:defRPr sz="1725" b="1">
                <a:solidFill>
                  <a:srgbClr val="005A9C"/>
                </a:solidFill>
                <a:latin typeface="Arial"/>
                <a:ea typeface="Arial"/>
                <a:cs typeface="Arial"/>
              </a:defRPr>
            </a:pPr>
            <a:r>
              <a:rPr sz="1725" b="1">
                <a:solidFill>
                  <a:srgbClr val="005A9C"/>
                </a:solidFill>
                <a:latin typeface="Arial"/>
                <a:ea typeface="Arial"/>
                <a:cs typeface="Arial"/>
              </a:rPr>
              <a:t>Back</a:t>
            </a:r>
          </a:p>
        </p:txBody>
      </p:sp>
      <p:sp>
        <p:nvSpPr>
          <p:cNvPr id="21" name="!!nav.next">
            <ns0:hlinkClick xmlns:ns0="http://schemas.openxmlformats.org/drawingml/2006/main" xmlns:ns1="http://schemas.openxmlformats.org/officeDocument/2006/relationships" ns1:id="rIdNavSlide33" action="ppaction://hlinksldjump" tooltip="Slide 33: Measuring use and improving workflows"/>
            <a:extLst xmlns:a="http://schemas.openxmlformats.org/drawingml/2006/main">
              <a:ext uri="{FF2B5EF4-FFF2-40B4-BE49-F238E27FC236}">
                <a16:creationId xmlns:a16="http://schemas.microsoft.com/office/drawing/2014/main" id="{91394B51-DC80-492D-840F-1637FA0CF4E5}"/>
              </a:ext>
            </a:extLst>
          </p:cNvPr>
          <p:cNvSpPr>
            <a:spLocks xmlns:a="http://schemas.openxmlformats.org/drawingml/2006/main" noGrp="1"/>
          </p:cNvSpPr>
          <p:nvPr/>
        </p:nvSpPr>
        <p:spPr>
          <a:xfrm xmlns:a="http://schemas.openxmlformats.org/drawingml/2006/main">
            <a:off x="13506450" y="7496175"/>
            <a:ext cx="1085850" cy="45720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725" b="1">
                <a:solidFill>
                  <a:srgbClr val="FFFFFF"/>
                </a:solidFill>
                <a:latin typeface="Arial"/>
                <a:ea typeface="Arial"/>
                <a:cs typeface="Arial"/>
              </a:defRPr>
            </a:defPPr>
            <a:lvl1pPr algn="ctr">
              <a:defRPr sz="1725" b="1">
                <a:solidFill>
                  <a:srgbClr val="FFFFFF"/>
                </a:solidFill>
                <a:latin typeface="Arial"/>
                <a:ea typeface="Arial"/>
                <a:cs typeface="Arial"/>
              </a:defRPr>
            </a:lvl1pPr>
            <a:lvl2pPr algn="ctr">
              <a:defRPr sz="1725" b="1">
                <a:solidFill>
                  <a:srgbClr val="FFFFFF"/>
                </a:solidFill>
                <a:latin typeface="Arial"/>
                <a:ea typeface="Arial"/>
                <a:cs typeface="Arial"/>
              </a:defRPr>
            </a:lvl2pPr>
            <a:lvl3pPr algn="ctr">
              <a:defRPr sz="1725" b="1">
                <a:solidFill>
                  <a:srgbClr val="FFFFFF"/>
                </a:solidFill>
                <a:latin typeface="Arial"/>
                <a:ea typeface="Arial"/>
                <a:cs typeface="Arial"/>
              </a:defRPr>
            </a:lvl3pPr>
            <a:lvl4pPr algn="ctr">
              <a:defRPr sz="1725" b="1">
                <a:solidFill>
                  <a:srgbClr val="FFFFFF"/>
                </a:solidFill>
                <a:latin typeface="Arial"/>
                <a:ea typeface="Arial"/>
                <a:cs typeface="Arial"/>
              </a:defRPr>
            </a:lvl4pPr>
            <a:lvl5pPr algn="ctr">
              <a:defRPr sz="1725" b="1">
                <a:solidFill>
                  <a:srgbClr val="FFFFFF"/>
                </a:solidFill>
                <a:latin typeface="Arial"/>
                <a:ea typeface="Arial"/>
                <a:cs typeface="Arial"/>
              </a:defRPr>
            </a:lvl5pPr>
            <a:lvl6pPr algn="ctr">
              <a:defRPr sz="1725" b="1">
                <a:solidFill>
                  <a:srgbClr val="FFFFFF"/>
                </a:solidFill>
                <a:latin typeface="Arial"/>
                <a:ea typeface="Arial"/>
                <a:cs typeface="Arial"/>
              </a:defRPr>
            </a:lvl6pPr>
            <a:lvl7pPr algn="ctr">
              <a:defRPr sz="1725" b="1">
                <a:solidFill>
                  <a:srgbClr val="FFFFFF"/>
                </a:solidFill>
                <a:latin typeface="Arial"/>
                <a:ea typeface="Arial"/>
                <a:cs typeface="Arial"/>
              </a:defRPr>
            </a:lvl7pPr>
            <a:lvl8pPr algn="ctr">
              <a:defRPr sz="1725" b="1">
                <a:solidFill>
                  <a:srgbClr val="FFFFFF"/>
                </a:solidFill>
                <a:latin typeface="Arial"/>
                <a:ea typeface="Arial"/>
                <a:cs typeface="Arial"/>
              </a:defRPr>
            </a:lvl8pPr>
            <a:lvl9pPr algn="ctr">
              <a:defRPr sz="1725" b="1">
                <a:solidFill>
                  <a:srgbClr val="FFFFFF"/>
                </a:solidFill>
                <a:latin typeface="Arial"/>
                <a:ea typeface="Arial"/>
                <a:cs typeface="Arial"/>
              </a:defRPr>
            </a:lvl9pPr>
          </a:lstStyle>
          <a:p xmlns:a="http://schemas.openxmlformats.org/drawingml/2006/main">
            <a:pPr algn="ctr">
              <a:defRPr sz="1725" b="1">
                <a:solidFill>
                  <a:srgbClr val="FFFFFF"/>
                </a:solidFill>
                <a:latin typeface="Arial"/>
                <a:ea typeface="Arial"/>
                <a:cs typeface="Arial"/>
              </a:defRPr>
            </a:pPr>
            <a:r>
              <a:rPr sz="1725" b="1">
                <a:solidFill>
                  <a:srgbClr val="FFFFFF"/>
                </a:solidFill>
                <a:latin typeface="Arial"/>
                <a:ea typeface="Arial"/>
                <a:cs typeface="Arial"/>
              </a:rPr>
              <a:t>Next</a:t>
            </a:r>
          </a:p>
        </p:txBody>
      </p:sp>
      <p:sp>
        <p:nvSpPr>
          <p:cNvPr id="22" name="!!footer.rule">
            <a:extLst xmlns:a="http://schemas.openxmlformats.org/drawingml/2006/main">
              <a:ext uri="{FF2B5EF4-FFF2-40B4-BE49-F238E27FC236}">
                <a16:creationId xmlns:a16="http://schemas.microsoft.com/office/drawing/2014/main" id="{C591A6DD-6679-4F1C-A4F8-0D7EE4246435}"/>
              </a:ext>
            </a:extLst>
          </p:cNvPr>
          <p:cNvSpPr>
            <a:spLocks xmlns:a="http://schemas.openxmlformats.org/drawingml/2006/main" noGrp="1"/>
          </p:cNvSpPr>
          <p:nvPr/>
        </p:nvSpPr>
        <p:spPr>
          <a:xfrm xmlns:a="http://schemas.openxmlformats.org/drawingml/2006/main" flipH="0" flipV="0">
            <a:off x="647700" y="8134350"/>
            <a:ext cx="13944600" cy="953"/>
          </a:xfrm>
          <a:prstGeom xmlns:a="http://schemas.openxmlformats.org/drawingml/2006/main" prst="line">
            <a:avLst/>
          </a:prstGeom>
          <a:noFill xmlns:a="http://schemas.openxmlformats.org/drawingml/2006/main"/>
          <a:ln xmlns:a="http://schemas.openxmlformats.org/drawingml/2006/main" w="9525">
            <a:solidFill>
              <a:srgbClr val="BCC6CF"/>
            </a:solidFill>
            <a:prstDash val="solid"/>
          </a:ln>
        </p:spPr>
      </p:sp>
      <p:sp>
        <p:nvSpPr>
          <p:cNvPr id="23" name="!!source">
            <a:extLst xmlns:a="http://schemas.openxmlformats.org/drawingml/2006/main">
              <a:ext uri="{FF2B5EF4-FFF2-40B4-BE49-F238E27FC236}">
                <a16:creationId xmlns:a16="http://schemas.microsoft.com/office/drawing/2014/main" id="{68D02071-0A34-46AD-B267-B6E53D522221}"/>
              </a:ext>
            </a:extLst>
          </p:cNvPr>
          <p:cNvSpPr>
            <a:spLocks xmlns:a="http://schemas.openxmlformats.org/drawingml/2006/main" noGrp="1"/>
          </p:cNvSpPr>
          <p:nvPr/>
        </p:nvSpPr>
        <p:spPr>
          <a:xfrm xmlns:a="http://schemas.openxmlformats.org/drawingml/2006/main">
            <a:off x="647700" y="8267700"/>
            <a:ext cx="13944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707C88"/>
                </a:solidFill>
                <a:latin typeface="Arial"/>
                <a:ea typeface="Arial"/>
                <a:cs typeface="Arial"/>
              </a:defRPr>
            </a:defPPr>
            <a:lvl1pPr algn="l">
              <a:defRPr sz="1050" b="0">
                <a:solidFill>
                  <a:srgbClr val="707C88"/>
                </a:solidFill>
                <a:latin typeface="Arial"/>
                <a:ea typeface="Arial"/>
                <a:cs typeface="Arial"/>
              </a:defRPr>
            </a:lvl1pPr>
            <a:lvl2pPr algn="l">
              <a:defRPr sz="1050" b="0">
                <a:solidFill>
                  <a:srgbClr val="707C88"/>
                </a:solidFill>
                <a:latin typeface="Arial"/>
                <a:ea typeface="Arial"/>
                <a:cs typeface="Arial"/>
              </a:defRPr>
            </a:lvl2pPr>
            <a:lvl3pPr algn="l">
              <a:defRPr sz="1050" b="0">
                <a:solidFill>
                  <a:srgbClr val="707C88"/>
                </a:solidFill>
                <a:latin typeface="Arial"/>
                <a:ea typeface="Arial"/>
                <a:cs typeface="Arial"/>
              </a:defRPr>
            </a:lvl3pPr>
            <a:lvl4pPr algn="l">
              <a:defRPr sz="1050" b="0">
                <a:solidFill>
                  <a:srgbClr val="707C88"/>
                </a:solidFill>
                <a:latin typeface="Arial"/>
                <a:ea typeface="Arial"/>
                <a:cs typeface="Arial"/>
              </a:defRPr>
            </a:lvl4pPr>
            <a:lvl5pPr algn="l">
              <a:defRPr sz="1050" b="0">
                <a:solidFill>
                  <a:srgbClr val="707C88"/>
                </a:solidFill>
                <a:latin typeface="Arial"/>
                <a:ea typeface="Arial"/>
                <a:cs typeface="Arial"/>
              </a:defRPr>
            </a:lvl5pPr>
            <a:lvl6pPr algn="l">
              <a:defRPr sz="1050" b="0">
                <a:solidFill>
                  <a:srgbClr val="707C88"/>
                </a:solidFill>
                <a:latin typeface="Arial"/>
                <a:ea typeface="Arial"/>
                <a:cs typeface="Arial"/>
              </a:defRPr>
            </a:lvl6pPr>
            <a:lvl7pPr algn="l">
              <a:defRPr sz="1050" b="0">
                <a:solidFill>
                  <a:srgbClr val="707C88"/>
                </a:solidFill>
                <a:latin typeface="Arial"/>
                <a:ea typeface="Arial"/>
                <a:cs typeface="Arial"/>
              </a:defRPr>
            </a:lvl7pPr>
            <a:lvl8pPr algn="l">
              <a:defRPr sz="1050" b="0">
                <a:solidFill>
                  <a:srgbClr val="707C88"/>
                </a:solidFill>
                <a:latin typeface="Arial"/>
                <a:ea typeface="Arial"/>
                <a:cs typeface="Arial"/>
              </a:defRPr>
            </a:lvl8pPr>
            <a:lvl9pPr algn="l">
              <a:defRPr sz="1050" b="0">
                <a:solidFill>
                  <a:srgbClr val="707C88"/>
                </a:solidFill>
                <a:latin typeface="Arial"/>
                <a:ea typeface="Arial"/>
                <a:cs typeface="Arial"/>
              </a:defRPr>
            </a:lvl9pPr>
          </a:lstStyle>
          <a:p xmlns:a="http://schemas.openxmlformats.org/drawingml/2006/main">
            <a:r>
              <a:t/>
            </a:r>
          </a:p>
        </p:txBody>
      </p:sp>
      <p:sp>
        <p:nvSpPr>
          <p:cNvPr id="24" name="!!phase.0.number">
            <a:extLst xmlns:a="http://schemas.openxmlformats.org/drawingml/2006/main">
              <a:ext uri="{FF2B5EF4-FFF2-40B4-BE49-F238E27FC236}">
                <a16:creationId xmlns:a16="http://schemas.microsoft.com/office/drawing/2014/main" id="{DB71FABD-1BFF-46DC-B43C-FAB7AF51F6EA}"/>
              </a:ext>
            </a:extLst>
          </p:cNvPr>
          <p:cNvSpPr>
            <a:spLocks xmlns:a="http://schemas.openxmlformats.org/drawingml/2006/main" noGrp="1"/>
          </p:cNvSpPr>
          <p:nvPr/>
        </p:nvSpPr>
        <p:spPr>
          <a:xfrm xmlns:a="http://schemas.openxmlformats.org/drawingml/2006/main">
            <a:off x="4057650" y="2190750"/>
            <a:ext cx="600075" cy="600075"/>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325" b="1">
                <a:solidFill>
                  <a:srgbClr val="FFFFFF"/>
                </a:solidFill>
                <a:latin typeface="Arial"/>
                <a:ea typeface="Arial"/>
                <a:cs typeface="Arial"/>
              </a:defRPr>
            </a:defPPr>
            <a:lvl1pPr algn="ctr">
              <a:defRPr sz="2325" b="1">
                <a:solidFill>
                  <a:srgbClr val="FFFFFF"/>
                </a:solidFill>
                <a:latin typeface="Arial"/>
                <a:ea typeface="Arial"/>
                <a:cs typeface="Arial"/>
              </a:defRPr>
            </a:lvl1pPr>
            <a:lvl2pPr algn="ctr">
              <a:defRPr sz="2325" b="1">
                <a:solidFill>
                  <a:srgbClr val="FFFFFF"/>
                </a:solidFill>
                <a:latin typeface="Arial"/>
                <a:ea typeface="Arial"/>
                <a:cs typeface="Arial"/>
              </a:defRPr>
            </a:lvl2pPr>
            <a:lvl3pPr algn="ctr">
              <a:defRPr sz="2325" b="1">
                <a:solidFill>
                  <a:srgbClr val="FFFFFF"/>
                </a:solidFill>
                <a:latin typeface="Arial"/>
                <a:ea typeface="Arial"/>
                <a:cs typeface="Arial"/>
              </a:defRPr>
            </a:lvl3pPr>
            <a:lvl4pPr algn="ctr">
              <a:defRPr sz="2325" b="1">
                <a:solidFill>
                  <a:srgbClr val="FFFFFF"/>
                </a:solidFill>
                <a:latin typeface="Arial"/>
                <a:ea typeface="Arial"/>
                <a:cs typeface="Arial"/>
              </a:defRPr>
            </a:lvl4pPr>
            <a:lvl5pPr algn="ctr">
              <a:defRPr sz="2325" b="1">
                <a:solidFill>
                  <a:srgbClr val="FFFFFF"/>
                </a:solidFill>
                <a:latin typeface="Arial"/>
                <a:ea typeface="Arial"/>
                <a:cs typeface="Arial"/>
              </a:defRPr>
            </a:lvl5pPr>
            <a:lvl6pPr algn="ctr">
              <a:defRPr sz="2325" b="1">
                <a:solidFill>
                  <a:srgbClr val="FFFFFF"/>
                </a:solidFill>
                <a:latin typeface="Arial"/>
                <a:ea typeface="Arial"/>
                <a:cs typeface="Arial"/>
              </a:defRPr>
            </a:lvl6pPr>
            <a:lvl7pPr algn="ctr">
              <a:defRPr sz="2325" b="1">
                <a:solidFill>
                  <a:srgbClr val="FFFFFF"/>
                </a:solidFill>
                <a:latin typeface="Arial"/>
                <a:ea typeface="Arial"/>
                <a:cs typeface="Arial"/>
              </a:defRPr>
            </a:lvl7pPr>
            <a:lvl8pPr algn="ctr">
              <a:defRPr sz="2325" b="1">
                <a:solidFill>
                  <a:srgbClr val="FFFFFF"/>
                </a:solidFill>
                <a:latin typeface="Arial"/>
                <a:ea typeface="Arial"/>
                <a:cs typeface="Arial"/>
              </a:defRPr>
            </a:lvl8pPr>
            <a:lvl9pPr algn="ctr">
              <a:defRPr sz="2325" b="1">
                <a:solidFill>
                  <a:srgbClr val="FFFFFF"/>
                </a:solidFill>
                <a:latin typeface="Arial"/>
                <a:ea typeface="Arial"/>
                <a:cs typeface="Arial"/>
              </a:defRPr>
            </a:lvl9pPr>
          </a:lstStyle>
          <a:p xmlns:a="http://schemas.openxmlformats.org/drawingml/2006/main">
            <a:pPr algn="ctr">
              <a:defRPr sz="2325" b="1">
                <a:solidFill>
                  <a:srgbClr val="FFFFFF"/>
                </a:solidFill>
                <a:latin typeface="Arial"/>
                <a:ea typeface="Arial"/>
                <a:cs typeface="Arial"/>
              </a:defRPr>
            </a:pPr>
            <a:r>
              <a:rPr sz="2325" b="1">
                <a:solidFill>
                  <a:srgbClr val="FFFFFF"/>
                </a:solidFill>
                <a:latin typeface="Arial"/>
                <a:ea typeface="Arial"/>
                <a:cs typeface="Arial"/>
              </a:rPr>
              <a:t>1</a:t>
            </a:r>
          </a:p>
        </p:txBody>
      </p:sp>
      <p:sp>
        <p:nvSpPr>
          <p:cNvPr id="25" name="!!phase.0.title">
            <a:extLst xmlns:a="http://schemas.openxmlformats.org/drawingml/2006/main">
              <a:ext uri="{FF2B5EF4-FFF2-40B4-BE49-F238E27FC236}">
                <a16:creationId xmlns:a16="http://schemas.microsoft.com/office/drawing/2014/main" id="{CA35CDC4-30D1-4D37-B1B0-FA8F679750B9}"/>
              </a:ext>
            </a:extLst>
          </p:cNvPr>
          <p:cNvSpPr>
            <a:spLocks xmlns:a="http://schemas.openxmlformats.org/drawingml/2006/main" noGrp="1"/>
          </p:cNvSpPr>
          <p:nvPr/>
        </p:nvSpPr>
        <p:spPr>
          <a:xfrm xmlns:a="http://schemas.openxmlformats.org/drawingml/2006/main">
            <a:off x="4962525" y="2247900"/>
            <a:ext cx="96297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05A9C"/>
                </a:solidFill>
                <a:latin typeface="Arial"/>
                <a:ea typeface="Arial"/>
                <a:cs typeface="Arial"/>
              </a:defRPr>
            </a:defPPr>
            <a:lvl1pPr algn="l">
              <a:defRPr sz="2325" b="1">
                <a:solidFill>
                  <a:srgbClr val="005A9C"/>
                </a:solidFill>
                <a:latin typeface="Arial"/>
                <a:ea typeface="Arial"/>
                <a:cs typeface="Arial"/>
              </a:defRPr>
            </a:lvl1pPr>
            <a:lvl2pPr algn="l">
              <a:defRPr sz="2325" b="1">
                <a:solidFill>
                  <a:srgbClr val="005A9C"/>
                </a:solidFill>
                <a:latin typeface="Arial"/>
                <a:ea typeface="Arial"/>
                <a:cs typeface="Arial"/>
              </a:defRPr>
            </a:lvl2pPr>
            <a:lvl3pPr algn="l">
              <a:defRPr sz="2325" b="1">
                <a:solidFill>
                  <a:srgbClr val="005A9C"/>
                </a:solidFill>
                <a:latin typeface="Arial"/>
                <a:ea typeface="Arial"/>
                <a:cs typeface="Arial"/>
              </a:defRPr>
            </a:lvl3pPr>
            <a:lvl4pPr algn="l">
              <a:defRPr sz="2325" b="1">
                <a:solidFill>
                  <a:srgbClr val="005A9C"/>
                </a:solidFill>
                <a:latin typeface="Arial"/>
                <a:ea typeface="Arial"/>
                <a:cs typeface="Arial"/>
              </a:defRPr>
            </a:lvl4pPr>
            <a:lvl5pPr algn="l">
              <a:defRPr sz="2325" b="1">
                <a:solidFill>
                  <a:srgbClr val="005A9C"/>
                </a:solidFill>
                <a:latin typeface="Arial"/>
                <a:ea typeface="Arial"/>
                <a:cs typeface="Arial"/>
              </a:defRPr>
            </a:lvl5pPr>
            <a:lvl6pPr algn="l">
              <a:defRPr sz="2325" b="1">
                <a:solidFill>
                  <a:srgbClr val="005A9C"/>
                </a:solidFill>
                <a:latin typeface="Arial"/>
                <a:ea typeface="Arial"/>
                <a:cs typeface="Arial"/>
              </a:defRPr>
            </a:lvl6pPr>
            <a:lvl7pPr algn="l">
              <a:defRPr sz="2325" b="1">
                <a:solidFill>
                  <a:srgbClr val="005A9C"/>
                </a:solidFill>
                <a:latin typeface="Arial"/>
                <a:ea typeface="Arial"/>
                <a:cs typeface="Arial"/>
              </a:defRPr>
            </a:lvl7pPr>
            <a:lvl8pPr algn="l">
              <a:defRPr sz="2325" b="1">
                <a:solidFill>
                  <a:srgbClr val="005A9C"/>
                </a:solidFill>
                <a:latin typeface="Arial"/>
                <a:ea typeface="Arial"/>
                <a:cs typeface="Arial"/>
              </a:defRPr>
            </a:lvl8pPr>
            <a:lvl9pPr algn="l">
              <a:defRPr sz="2325" b="1">
                <a:solidFill>
                  <a:srgbClr val="005A9C"/>
                </a:solidFill>
                <a:latin typeface="Arial"/>
                <a:ea typeface="Arial"/>
                <a:cs typeface="Arial"/>
              </a:defRPr>
            </a:lvl9pPr>
          </a:lstStyle>
          <a:p xmlns:a="http://schemas.openxmlformats.org/drawingml/2006/main">
            <a:pPr algn="l">
              <a:defRPr sz="2325" b="1">
                <a:solidFill>
                  <a:srgbClr val="005A9C"/>
                </a:solidFill>
                <a:latin typeface="Arial"/>
                <a:ea typeface="Arial"/>
                <a:cs typeface="Arial"/>
              </a:defRPr>
            </a:pPr>
            <a:r>
              <a:rPr sz="2325" b="1">
                <a:solidFill>
                  <a:srgbClr val="005A9C"/>
                </a:solidFill>
                <a:latin typeface="Arial"/>
                <a:ea typeface="Arial"/>
                <a:cs typeface="Arial"/>
              </a:rPr>
              <a:t>Research and client materials</a:t>
            </a:r>
          </a:p>
        </p:txBody>
      </p:sp>
      <p:sp>
        <p:nvSpPr>
          <p:cNvPr id="26" name="!!phase.0.roles">
            <a:extLst xmlns:a="http://schemas.openxmlformats.org/drawingml/2006/main">
              <a:ext uri="{FF2B5EF4-FFF2-40B4-BE49-F238E27FC236}">
                <a16:creationId xmlns:a16="http://schemas.microsoft.com/office/drawing/2014/main" id="{D3229F6B-F7A9-4D89-90B6-AB4D63AAC457}"/>
              </a:ext>
            </a:extLst>
          </p:cNvPr>
          <p:cNvSpPr>
            <a:spLocks xmlns:a="http://schemas.openxmlformats.org/drawingml/2006/main" noGrp="1"/>
          </p:cNvSpPr>
          <p:nvPr/>
        </p:nvSpPr>
        <p:spPr>
          <a:xfrm xmlns:a="http://schemas.openxmlformats.org/drawingml/2006/main">
            <a:off x="4962525" y="2809875"/>
            <a:ext cx="3181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707C88"/>
                </a:solidFill>
                <a:latin typeface="Arial"/>
                <a:ea typeface="Arial"/>
                <a:cs typeface="Arial"/>
              </a:defRPr>
            </a:defPPr>
            <a:lvl1pPr algn="l">
              <a:defRPr sz="1875" b="0">
                <a:solidFill>
                  <a:srgbClr val="707C88"/>
                </a:solidFill>
                <a:latin typeface="Arial"/>
                <a:ea typeface="Arial"/>
                <a:cs typeface="Arial"/>
              </a:defRPr>
            </a:lvl1pPr>
            <a:lvl2pPr algn="l">
              <a:defRPr sz="1875" b="0">
                <a:solidFill>
                  <a:srgbClr val="707C88"/>
                </a:solidFill>
                <a:latin typeface="Arial"/>
                <a:ea typeface="Arial"/>
                <a:cs typeface="Arial"/>
              </a:defRPr>
            </a:lvl2pPr>
            <a:lvl3pPr algn="l">
              <a:defRPr sz="1875" b="0">
                <a:solidFill>
                  <a:srgbClr val="707C88"/>
                </a:solidFill>
                <a:latin typeface="Arial"/>
                <a:ea typeface="Arial"/>
                <a:cs typeface="Arial"/>
              </a:defRPr>
            </a:lvl3pPr>
            <a:lvl4pPr algn="l">
              <a:defRPr sz="1875" b="0">
                <a:solidFill>
                  <a:srgbClr val="707C88"/>
                </a:solidFill>
                <a:latin typeface="Arial"/>
                <a:ea typeface="Arial"/>
                <a:cs typeface="Arial"/>
              </a:defRPr>
            </a:lvl4pPr>
            <a:lvl5pPr algn="l">
              <a:defRPr sz="1875" b="0">
                <a:solidFill>
                  <a:srgbClr val="707C88"/>
                </a:solidFill>
                <a:latin typeface="Arial"/>
                <a:ea typeface="Arial"/>
                <a:cs typeface="Arial"/>
              </a:defRPr>
            </a:lvl5pPr>
            <a:lvl6pPr algn="l">
              <a:defRPr sz="1875" b="0">
                <a:solidFill>
                  <a:srgbClr val="707C88"/>
                </a:solidFill>
                <a:latin typeface="Arial"/>
                <a:ea typeface="Arial"/>
                <a:cs typeface="Arial"/>
              </a:defRPr>
            </a:lvl6pPr>
            <a:lvl7pPr algn="l">
              <a:defRPr sz="1875" b="0">
                <a:solidFill>
                  <a:srgbClr val="707C88"/>
                </a:solidFill>
                <a:latin typeface="Arial"/>
                <a:ea typeface="Arial"/>
                <a:cs typeface="Arial"/>
              </a:defRPr>
            </a:lvl7pPr>
            <a:lvl8pPr algn="l">
              <a:defRPr sz="1875" b="0">
                <a:solidFill>
                  <a:srgbClr val="707C88"/>
                </a:solidFill>
                <a:latin typeface="Arial"/>
                <a:ea typeface="Arial"/>
                <a:cs typeface="Arial"/>
              </a:defRPr>
            </a:lvl8pPr>
            <a:lvl9pPr algn="l">
              <a:defRPr sz="1875" b="0">
                <a:solidFill>
                  <a:srgbClr val="707C88"/>
                </a:solidFill>
                <a:latin typeface="Arial"/>
                <a:ea typeface="Arial"/>
                <a:cs typeface="Arial"/>
              </a:defRPr>
            </a:lvl9pPr>
          </a:lstStyle>
          <a:p xmlns:a="http://schemas.openxmlformats.org/drawingml/2006/main">
            <a:pPr algn="l">
              <a:defRPr sz="1875" b="0">
                <a:solidFill>
                  <a:srgbClr val="707C88"/>
                </a:solidFill>
                <a:latin typeface="Arial"/>
                <a:ea typeface="Arial"/>
                <a:cs typeface="Arial"/>
              </a:defRPr>
            </a:pPr>
            <a:r>
              <a:rPr sz="1875" b="0">
                <a:solidFill>
                  <a:srgbClr val="707C88"/>
                </a:solidFill>
                <a:latin typeface="Arial"/>
                <a:ea typeface="Arial"/>
                <a:cs typeface="Arial"/>
              </a:rPr>
              <a:t>Research, sales,</a:t>
            </a:r>
          </a:p>
          <a:p xmlns:a="http://schemas.openxmlformats.org/drawingml/2006/main">
            <a:pPr algn="l">
              <a:defRPr sz="1875" b="0">
                <a:solidFill>
                  <a:srgbClr val="707C88"/>
                </a:solidFill>
                <a:latin typeface="Arial"/>
                <a:ea typeface="Arial"/>
                <a:cs typeface="Arial"/>
              </a:defRPr>
            </a:pPr>
            <a:r>
              <a:rPr sz="1875" b="0">
                <a:solidFill>
                  <a:srgbClr val="707C88"/>
                </a:solidFill>
                <a:latin typeface="Arial"/>
                <a:ea typeface="Arial"/>
                <a:cs typeface="Arial"/>
              </a:rPr>
              <a:t>compliance and IT</a:t>
            </a:r>
          </a:p>
        </p:txBody>
      </p:sp>
      <p:sp>
        <p:nvSpPr>
          <p:cNvPr id="27" name="!!phase.0.outputs">
            <a:extLst xmlns:a="http://schemas.openxmlformats.org/drawingml/2006/main">
              <a:ext uri="{FF2B5EF4-FFF2-40B4-BE49-F238E27FC236}">
                <a16:creationId xmlns:a16="http://schemas.microsoft.com/office/drawing/2014/main" id="{18F76B1B-A44F-44E0-8BC3-6CBE9A9D5803}"/>
              </a:ext>
            </a:extLst>
          </p:cNvPr>
          <p:cNvSpPr>
            <a:spLocks xmlns:a="http://schemas.openxmlformats.org/drawingml/2006/main" noGrp="1"/>
          </p:cNvSpPr>
          <p:nvPr/>
        </p:nvSpPr>
        <p:spPr>
          <a:xfrm xmlns:a="http://schemas.openxmlformats.org/drawingml/2006/main">
            <a:off x="8572500" y="2809875"/>
            <a:ext cx="6019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20262C"/>
                </a:solidFill>
                <a:latin typeface="Arial"/>
                <a:ea typeface="Arial"/>
                <a:cs typeface="Arial"/>
              </a:defRPr>
            </a:defPPr>
            <a:lvl1pPr algn="l">
              <a:defRPr sz="2025" b="0">
                <a:solidFill>
                  <a:srgbClr val="20262C"/>
                </a:solidFill>
                <a:latin typeface="Arial"/>
                <a:ea typeface="Arial"/>
                <a:cs typeface="Arial"/>
              </a:defRPr>
            </a:lvl1pPr>
            <a:lvl2pPr algn="l">
              <a:defRPr sz="2025" b="0">
                <a:solidFill>
                  <a:srgbClr val="20262C"/>
                </a:solidFill>
                <a:latin typeface="Arial"/>
                <a:ea typeface="Arial"/>
                <a:cs typeface="Arial"/>
              </a:defRPr>
            </a:lvl2pPr>
            <a:lvl3pPr algn="l">
              <a:defRPr sz="2025" b="0">
                <a:solidFill>
                  <a:srgbClr val="20262C"/>
                </a:solidFill>
                <a:latin typeface="Arial"/>
                <a:ea typeface="Arial"/>
                <a:cs typeface="Arial"/>
              </a:defRPr>
            </a:lvl3pPr>
            <a:lvl4pPr algn="l">
              <a:defRPr sz="2025" b="0">
                <a:solidFill>
                  <a:srgbClr val="20262C"/>
                </a:solidFill>
                <a:latin typeface="Arial"/>
                <a:ea typeface="Arial"/>
                <a:cs typeface="Arial"/>
              </a:defRPr>
            </a:lvl4pPr>
            <a:lvl5pPr algn="l">
              <a:defRPr sz="2025" b="0">
                <a:solidFill>
                  <a:srgbClr val="20262C"/>
                </a:solidFill>
                <a:latin typeface="Arial"/>
                <a:ea typeface="Arial"/>
                <a:cs typeface="Arial"/>
              </a:defRPr>
            </a:lvl5pPr>
            <a:lvl6pPr algn="l">
              <a:defRPr sz="2025" b="0">
                <a:solidFill>
                  <a:srgbClr val="20262C"/>
                </a:solidFill>
                <a:latin typeface="Arial"/>
                <a:ea typeface="Arial"/>
                <a:cs typeface="Arial"/>
              </a:defRPr>
            </a:lvl6pPr>
            <a:lvl7pPr algn="l">
              <a:defRPr sz="2025" b="0">
                <a:solidFill>
                  <a:srgbClr val="20262C"/>
                </a:solidFill>
                <a:latin typeface="Arial"/>
                <a:ea typeface="Arial"/>
                <a:cs typeface="Arial"/>
              </a:defRPr>
            </a:lvl7pPr>
            <a:lvl8pPr algn="l">
              <a:defRPr sz="2025" b="0">
                <a:solidFill>
                  <a:srgbClr val="20262C"/>
                </a:solidFill>
                <a:latin typeface="Arial"/>
                <a:ea typeface="Arial"/>
                <a:cs typeface="Arial"/>
              </a:defRPr>
            </a:lvl8pPr>
            <a:lvl9pPr algn="l">
              <a:defRPr sz="2025" b="0">
                <a:solidFill>
                  <a:srgbClr val="20262C"/>
                </a:solidFill>
                <a:latin typeface="Arial"/>
                <a:ea typeface="Arial"/>
                <a:cs typeface="Arial"/>
              </a:defRPr>
            </a:lvl9pPr>
          </a:lstStyle>
          <a:p xmlns:a="http://schemas.openxmlformats.org/drawingml/2006/main">
            <a:pPr algn="l">
              <a:defRPr sz="2025" b="0">
                <a:solidFill>
                  <a:srgbClr val="20262C"/>
                </a:solidFill>
                <a:latin typeface="Arial"/>
                <a:ea typeface="Arial"/>
                <a:cs typeface="Arial"/>
              </a:defRPr>
            </a:pPr>
            <a:r>
              <a:rPr sz="2025" b="0">
                <a:solidFill>
                  <a:srgbClr val="20262C"/>
                </a:solidFill>
                <a:latin typeface="Arial"/>
                <a:ea typeface="Arial"/>
                <a:cs typeface="Arial"/>
              </a:rPr>
              <a:t>Task examples, source catalog and initial applications</a:t>
            </a:r>
          </a:p>
        </p:txBody>
      </p:sp>
      <p:sp>
        <p:nvSpPr>
          <p:cNvPr id="28" name="!!phase.0.rule">
            <a:extLst xmlns:a="http://schemas.openxmlformats.org/drawingml/2006/main">
              <a:ext uri="{FF2B5EF4-FFF2-40B4-BE49-F238E27FC236}">
                <a16:creationId xmlns:a16="http://schemas.microsoft.com/office/drawing/2014/main" id="{E7AA0C28-705F-49C8-8301-4D6797AB5231}"/>
              </a:ext>
            </a:extLst>
          </p:cNvPr>
          <p:cNvSpPr>
            <a:spLocks xmlns:a="http://schemas.openxmlformats.org/drawingml/2006/main" noGrp="1"/>
          </p:cNvSpPr>
          <p:nvPr/>
        </p:nvSpPr>
        <p:spPr>
          <a:xfrm xmlns:a="http://schemas.openxmlformats.org/drawingml/2006/main" flipH="0" flipV="0">
            <a:off x="4962525" y="3571875"/>
            <a:ext cx="9629775" cy="953"/>
          </a:xfrm>
          <a:prstGeom xmlns:a="http://schemas.openxmlformats.org/drawingml/2006/main" prst="line">
            <a:avLst/>
          </a:prstGeom>
          <a:noFill xmlns:a="http://schemas.openxmlformats.org/drawingml/2006/main"/>
          <a:ln xmlns:a="http://schemas.openxmlformats.org/drawingml/2006/main" w="14288">
            <a:solidFill>
              <a:srgbClr val="BCC6CF"/>
            </a:solidFill>
            <a:prstDash val="solid"/>
          </a:ln>
        </p:spPr>
      </p:sp>
      <p:sp>
        <p:nvSpPr>
          <p:cNvPr id="29" name="!!phase.1.number">
            <a:extLst xmlns:a="http://schemas.openxmlformats.org/drawingml/2006/main">
              <a:ext uri="{FF2B5EF4-FFF2-40B4-BE49-F238E27FC236}">
                <a16:creationId xmlns:a16="http://schemas.microsoft.com/office/drawing/2014/main" id="{2B9CD7E9-9E3C-4502-B926-A0C2BF0E259D}"/>
              </a:ext>
            </a:extLst>
          </p:cNvPr>
          <p:cNvSpPr>
            <a:spLocks xmlns:a="http://schemas.openxmlformats.org/drawingml/2006/main" noGrp="1"/>
          </p:cNvSpPr>
          <p:nvPr/>
        </p:nvSpPr>
        <p:spPr>
          <a:xfrm xmlns:a="http://schemas.openxmlformats.org/drawingml/2006/main">
            <a:off x="4057650" y="3886200"/>
            <a:ext cx="600075" cy="600075"/>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325" b="1">
                <a:solidFill>
                  <a:srgbClr val="FFFFFF"/>
                </a:solidFill>
                <a:latin typeface="Arial"/>
                <a:ea typeface="Arial"/>
                <a:cs typeface="Arial"/>
              </a:defRPr>
            </a:defPPr>
            <a:lvl1pPr algn="ctr">
              <a:defRPr sz="2325" b="1">
                <a:solidFill>
                  <a:srgbClr val="FFFFFF"/>
                </a:solidFill>
                <a:latin typeface="Arial"/>
                <a:ea typeface="Arial"/>
                <a:cs typeface="Arial"/>
              </a:defRPr>
            </a:lvl1pPr>
            <a:lvl2pPr algn="ctr">
              <a:defRPr sz="2325" b="1">
                <a:solidFill>
                  <a:srgbClr val="FFFFFF"/>
                </a:solidFill>
                <a:latin typeface="Arial"/>
                <a:ea typeface="Arial"/>
                <a:cs typeface="Arial"/>
              </a:defRPr>
            </a:lvl2pPr>
            <a:lvl3pPr algn="ctr">
              <a:defRPr sz="2325" b="1">
                <a:solidFill>
                  <a:srgbClr val="FFFFFF"/>
                </a:solidFill>
                <a:latin typeface="Arial"/>
                <a:ea typeface="Arial"/>
                <a:cs typeface="Arial"/>
              </a:defRPr>
            </a:lvl3pPr>
            <a:lvl4pPr algn="ctr">
              <a:defRPr sz="2325" b="1">
                <a:solidFill>
                  <a:srgbClr val="FFFFFF"/>
                </a:solidFill>
                <a:latin typeface="Arial"/>
                <a:ea typeface="Arial"/>
                <a:cs typeface="Arial"/>
              </a:defRPr>
            </a:lvl4pPr>
            <a:lvl5pPr algn="ctr">
              <a:defRPr sz="2325" b="1">
                <a:solidFill>
                  <a:srgbClr val="FFFFFF"/>
                </a:solidFill>
                <a:latin typeface="Arial"/>
                <a:ea typeface="Arial"/>
                <a:cs typeface="Arial"/>
              </a:defRPr>
            </a:lvl5pPr>
            <a:lvl6pPr algn="ctr">
              <a:defRPr sz="2325" b="1">
                <a:solidFill>
                  <a:srgbClr val="FFFFFF"/>
                </a:solidFill>
                <a:latin typeface="Arial"/>
                <a:ea typeface="Arial"/>
                <a:cs typeface="Arial"/>
              </a:defRPr>
            </a:lvl6pPr>
            <a:lvl7pPr algn="ctr">
              <a:defRPr sz="2325" b="1">
                <a:solidFill>
                  <a:srgbClr val="FFFFFF"/>
                </a:solidFill>
                <a:latin typeface="Arial"/>
                <a:ea typeface="Arial"/>
                <a:cs typeface="Arial"/>
              </a:defRPr>
            </a:lvl7pPr>
            <a:lvl8pPr algn="ctr">
              <a:defRPr sz="2325" b="1">
                <a:solidFill>
                  <a:srgbClr val="FFFFFF"/>
                </a:solidFill>
                <a:latin typeface="Arial"/>
                <a:ea typeface="Arial"/>
                <a:cs typeface="Arial"/>
              </a:defRPr>
            </a:lvl8pPr>
            <a:lvl9pPr algn="ctr">
              <a:defRPr sz="2325" b="1">
                <a:solidFill>
                  <a:srgbClr val="FFFFFF"/>
                </a:solidFill>
                <a:latin typeface="Arial"/>
                <a:ea typeface="Arial"/>
                <a:cs typeface="Arial"/>
              </a:defRPr>
            </a:lvl9pPr>
          </a:lstStyle>
          <a:p xmlns:a="http://schemas.openxmlformats.org/drawingml/2006/main">
            <a:pPr algn="ctr">
              <a:defRPr sz="2325" b="1">
                <a:solidFill>
                  <a:srgbClr val="FFFFFF"/>
                </a:solidFill>
                <a:latin typeface="Arial"/>
                <a:ea typeface="Arial"/>
                <a:cs typeface="Arial"/>
              </a:defRPr>
            </a:pPr>
            <a:r>
              <a:rPr sz="2325" b="1">
                <a:solidFill>
                  <a:srgbClr val="FFFFFF"/>
                </a:solidFill>
                <a:latin typeface="Arial"/>
                <a:ea typeface="Arial"/>
                <a:cs typeface="Arial"/>
              </a:rPr>
              <a:t>2</a:t>
            </a:r>
          </a:p>
        </p:txBody>
      </p:sp>
      <p:sp>
        <p:nvSpPr>
          <p:cNvPr id="30" name="!!phase.1.title">
            <a:extLst xmlns:a="http://schemas.openxmlformats.org/drawingml/2006/main">
              <a:ext uri="{FF2B5EF4-FFF2-40B4-BE49-F238E27FC236}">
                <a16:creationId xmlns:a16="http://schemas.microsoft.com/office/drawing/2014/main" id="{9498F33A-3B01-4CD3-A1ED-ED18D5338D11}"/>
              </a:ext>
            </a:extLst>
          </p:cNvPr>
          <p:cNvSpPr>
            <a:spLocks xmlns:a="http://schemas.openxmlformats.org/drawingml/2006/main" noGrp="1"/>
          </p:cNvSpPr>
          <p:nvPr/>
        </p:nvSpPr>
        <p:spPr>
          <a:xfrm xmlns:a="http://schemas.openxmlformats.org/drawingml/2006/main">
            <a:off x="4962525" y="3943350"/>
            <a:ext cx="96297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05A9C"/>
                </a:solidFill>
                <a:latin typeface="Arial"/>
                <a:ea typeface="Arial"/>
                <a:cs typeface="Arial"/>
              </a:defRPr>
            </a:defPPr>
            <a:lvl1pPr algn="l">
              <a:defRPr sz="2325" b="1">
                <a:solidFill>
                  <a:srgbClr val="005A9C"/>
                </a:solidFill>
                <a:latin typeface="Arial"/>
                <a:ea typeface="Arial"/>
                <a:cs typeface="Arial"/>
              </a:defRPr>
            </a:lvl1pPr>
            <a:lvl2pPr algn="l">
              <a:defRPr sz="2325" b="1">
                <a:solidFill>
                  <a:srgbClr val="005A9C"/>
                </a:solidFill>
                <a:latin typeface="Arial"/>
                <a:ea typeface="Arial"/>
                <a:cs typeface="Arial"/>
              </a:defRPr>
            </a:lvl2pPr>
            <a:lvl3pPr algn="l">
              <a:defRPr sz="2325" b="1">
                <a:solidFill>
                  <a:srgbClr val="005A9C"/>
                </a:solidFill>
                <a:latin typeface="Arial"/>
                <a:ea typeface="Arial"/>
                <a:cs typeface="Arial"/>
              </a:defRPr>
            </a:lvl3pPr>
            <a:lvl4pPr algn="l">
              <a:defRPr sz="2325" b="1">
                <a:solidFill>
                  <a:srgbClr val="005A9C"/>
                </a:solidFill>
                <a:latin typeface="Arial"/>
                <a:ea typeface="Arial"/>
                <a:cs typeface="Arial"/>
              </a:defRPr>
            </a:lvl4pPr>
            <a:lvl5pPr algn="l">
              <a:defRPr sz="2325" b="1">
                <a:solidFill>
                  <a:srgbClr val="005A9C"/>
                </a:solidFill>
                <a:latin typeface="Arial"/>
                <a:ea typeface="Arial"/>
                <a:cs typeface="Arial"/>
              </a:defRPr>
            </a:lvl5pPr>
            <a:lvl6pPr algn="l">
              <a:defRPr sz="2325" b="1">
                <a:solidFill>
                  <a:srgbClr val="005A9C"/>
                </a:solidFill>
                <a:latin typeface="Arial"/>
                <a:ea typeface="Arial"/>
                <a:cs typeface="Arial"/>
              </a:defRPr>
            </a:lvl6pPr>
            <a:lvl7pPr algn="l">
              <a:defRPr sz="2325" b="1">
                <a:solidFill>
                  <a:srgbClr val="005A9C"/>
                </a:solidFill>
                <a:latin typeface="Arial"/>
                <a:ea typeface="Arial"/>
                <a:cs typeface="Arial"/>
              </a:defRPr>
            </a:lvl7pPr>
            <a:lvl8pPr algn="l">
              <a:defRPr sz="2325" b="1">
                <a:solidFill>
                  <a:srgbClr val="005A9C"/>
                </a:solidFill>
                <a:latin typeface="Arial"/>
                <a:ea typeface="Arial"/>
                <a:cs typeface="Arial"/>
              </a:defRPr>
            </a:lvl8pPr>
            <a:lvl9pPr algn="l">
              <a:defRPr sz="2325" b="1">
                <a:solidFill>
                  <a:srgbClr val="005A9C"/>
                </a:solidFill>
                <a:latin typeface="Arial"/>
                <a:ea typeface="Arial"/>
                <a:cs typeface="Arial"/>
              </a:defRPr>
            </a:lvl9pPr>
          </a:lstStyle>
          <a:p xmlns:a="http://schemas.openxmlformats.org/drawingml/2006/main">
            <a:pPr algn="l">
              <a:defRPr sz="2325" b="1">
                <a:solidFill>
                  <a:srgbClr val="005A9C"/>
                </a:solidFill>
                <a:latin typeface="Arial"/>
                <a:ea typeface="Arial"/>
                <a:cs typeface="Arial"/>
              </a:defRPr>
            </a:pPr>
            <a:r>
              <a:rPr sz="2325" b="1">
                <a:solidFill>
                  <a:srgbClr val="005A9C"/>
                </a:solidFill>
                <a:latin typeface="Arial"/>
                <a:ea typeface="Arial"/>
                <a:cs typeface="Arial"/>
              </a:rPr>
              <a:t>Connect trading and operations</a:t>
            </a:r>
          </a:p>
        </p:txBody>
      </p:sp>
      <p:sp>
        <p:nvSpPr>
          <p:cNvPr id="31" name="!!phase.1.roles">
            <a:extLst xmlns:a="http://schemas.openxmlformats.org/drawingml/2006/main">
              <a:ext uri="{FF2B5EF4-FFF2-40B4-BE49-F238E27FC236}">
                <a16:creationId xmlns:a16="http://schemas.microsoft.com/office/drawing/2014/main" id="{2ED954D3-AA1F-4491-A2C0-E7F590BBE27E}"/>
              </a:ext>
            </a:extLst>
          </p:cNvPr>
          <p:cNvSpPr>
            <a:spLocks xmlns:a="http://schemas.openxmlformats.org/drawingml/2006/main" noGrp="1"/>
          </p:cNvSpPr>
          <p:nvPr/>
        </p:nvSpPr>
        <p:spPr>
          <a:xfrm xmlns:a="http://schemas.openxmlformats.org/drawingml/2006/main">
            <a:off x="4962525" y="4505325"/>
            <a:ext cx="3181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707C88"/>
                </a:solidFill>
                <a:latin typeface="Arial"/>
                <a:ea typeface="Arial"/>
                <a:cs typeface="Arial"/>
              </a:defRPr>
            </a:defPPr>
            <a:lvl1pPr algn="l">
              <a:defRPr sz="1875" b="0">
                <a:solidFill>
                  <a:srgbClr val="707C88"/>
                </a:solidFill>
                <a:latin typeface="Arial"/>
                <a:ea typeface="Arial"/>
                <a:cs typeface="Arial"/>
              </a:defRPr>
            </a:lvl1pPr>
            <a:lvl2pPr algn="l">
              <a:defRPr sz="1875" b="0">
                <a:solidFill>
                  <a:srgbClr val="707C88"/>
                </a:solidFill>
                <a:latin typeface="Arial"/>
                <a:ea typeface="Arial"/>
                <a:cs typeface="Arial"/>
              </a:defRPr>
            </a:lvl2pPr>
            <a:lvl3pPr algn="l">
              <a:defRPr sz="1875" b="0">
                <a:solidFill>
                  <a:srgbClr val="707C88"/>
                </a:solidFill>
                <a:latin typeface="Arial"/>
                <a:ea typeface="Arial"/>
                <a:cs typeface="Arial"/>
              </a:defRPr>
            </a:lvl3pPr>
            <a:lvl4pPr algn="l">
              <a:defRPr sz="1875" b="0">
                <a:solidFill>
                  <a:srgbClr val="707C88"/>
                </a:solidFill>
                <a:latin typeface="Arial"/>
                <a:ea typeface="Arial"/>
                <a:cs typeface="Arial"/>
              </a:defRPr>
            </a:lvl4pPr>
            <a:lvl5pPr algn="l">
              <a:defRPr sz="1875" b="0">
                <a:solidFill>
                  <a:srgbClr val="707C88"/>
                </a:solidFill>
                <a:latin typeface="Arial"/>
                <a:ea typeface="Arial"/>
                <a:cs typeface="Arial"/>
              </a:defRPr>
            </a:lvl5pPr>
            <a:lvl6pPr algn="l">
              <a:defRPr sz="1875" b="0">
                <a:solidFill>
                  <a:srgbClr val="707C88"/>
                </a:solidFill>
                <a:latin typeface="Arial"/>
                <a:ea typeface="Arial"/>
                <a:cs typeface="Arial"/>
              </a:defRPr>
            </a:lvl6pPr>
            <a:lvl7pPr algn="l">
              <a:defRPr sz="1875" b="0">
                <a:solidFill>
                  <a:srgbClr val="707C88"/>
                </a:solidFill>
                <a:latin typeface="Arial"/>
                <a:ea typeface="Arial"/>
                <a:cs typeface="Arial"/>
              </a:defRPr>
            </a:lvl7pPr>
            <a:lvl8pPr algn="l">
              <a:defRPr sz="1875" b="0">
                <a:solidFill>
                  <a:srgbClr val="707C88"/>
                </a:solidFill>
                <a:latin typeface="Arial"/>
                <a:ea typeface="Arial"/>
                <a:cs typeface="Arial"/>
              </a:defRPr>
            </a:lvl8pPr>
            <a:lvl9pPr algn="l">
              <a:defRPr sz="1875" b="0">
                <a:solidFill>
                  <a:srgbClr val="707C88"/>
                </a:solidFill>
                <a:latin typeface="Arial"/>
                <a:ea typeface="Arial"/>
                <a:cs typeface="Arial"/>
              </a:defRPr>
            </a:lvl9pPr>
          </a:lstStyle>
          <a:p xmlns:a="http://schemas.openxmlformats.org/drawingml/2006/main">
            <a:pPr algn="l">
              <a:defRPr sz="1875" b="0">
                <a:solidFill>
                  <a:srgbClr val="707C88"/>
                </a:solidFill>
                <a:latin typeface="Arial"/>
                <a:ea typeface="Arial"/>
                <a:cs typeface="Arial"/>
              </a:defRPr>
            </a:pPr>
            <a:r>
              <a:rPr sz="1875" b="0">
                <a:solidFill>
                  <a:srgbClr val="707C88"/>
                </a:solidFill>
                <a:latin typeface="Arial"/>
                <a:ea typeface="Arial"/>
                <a:cs typeface="Arial"/>
              </a:rPr>
              <a:t>Trading, operations, IT</a:t>
            </a:r>
          </a:p>
        </p:txBody>
      </p:sp>
      <p:sp>
        <p:nvSpPr>
          <p:cNvPr id="32" name="!!phase.1.outputs">
            <a:extLst xmlns:a="http://schemas.openxmlformats.org/drawingml/2006/main">
              <a:ext uri="{FF2B5EF4-FFF2-40B4-BE49-F238E27FC236}">
                <a16:creationId xmlns:a16="http://schemas.microsoft.com/office/drawing/2014/main" id="{4A919862-DB01-41C8-9BCD-DFDBCEC70DAB}"/>
              </a:ext>
            </a:extLst>
          </p:cNvPr>
          <p:cNvSpPr>
            <a:spLocks xmlns:a="http://schemas.openxmlformats.org/drawingml/2006/main" noGrp="1"/>
          </p:cNvSpPr>
          <p:nvPr/>
        </p:nvSpPr>
        <p:spPr>
          <a:xfrm xmlns:a="http://schemas.openxmlformats.org/drawingml/2006/main">
            <a:off x="8572500" y="4505325"/>
            <a:ext cx="6019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20262C"/>
                </a:solidFill>
                <a:latin typeface="Arial"/>
                <a:ea typeface="Arial"/>
                <a:cs typeface="Arial"/>
              </a:defRPr>
            </a:defPPr>
            <a:lvl1pPr algn="l">
              <a:defRPr sz="2025" b="0">
                <a:solidFill>
                  <a:srgbClr val="20262C"/>
                </a:solidFill>
                <a:latin typeface="Arial"/>
                <a:ea typeface="Arial"/>
                <a:cs typeface="Arial"/>
              </a:defRPr>
            </a:lvl1pPr>
            <a:lvl2pPr algn="l">
              <a:defRPr sz="2025" b="0">
                <a:solidFill>
                  <a:srgbClr val="20262C"/>
                </a:solidFill>
                <a:latin typeface="Arial"/>
                <a:ea typeface="Arial"/>
                <a:cs typeface="Arial"/>
              </a:defRPr>
            </a:lvl2pPr>
            <a:lvl3pPr algn="l">
              <a:defRPr sz="2025" b="0">
                <a:solidFill>
                  <a:srgbClr val="20262C"/>
                </a:solidFill>
                <a:latin typeface="Arial"/>
                <a:ea typeface="Arial"/>
                <a:cs typeface="Arial"/>
              </a:defRPr>
            </a:lvl3pPr>
            <a:lvl4pPr algn="l">
              <a:defRPr sz="2025" b="0">
                <a:solidFill>
                  <a:srgbClr val="20262C"/>
                </a:solidFill>
                <a:latin typeface="Arial"/>
                <a:ea typeface="Arial"/>
                <a:cs typeface="Arial"/>
              </a:defRPr>
            </a:lvl4pPr>
            <a:lvl5pPr algn="l">
              <a:defRPr sz="2025" b="0">
                <a:solidFill>
                  <a:srgbClr val="20262C"/>
                </a:solidFill>
                <a:latin typeface="Arial"/>
                <a:ea typeface="Arial"/>
                <a:cs typeface="Arial"/>
              </a:defRPr>
            </a:lvl5pPr>
            <a:lvl6pPr algn="l">
              <a:defRPr sz="2025" b="0">
                <a:solidFill>
                  <a:srgbClr val="20262C"/>
                </a:solidFill>
                <a:latin typeface="Arial"/>
                <a:ea typeface="Arial"/>
                <a:cs typeface="Arial"/>
              </a:defRPr>
            </a:lvl6pPr>
            <a:lvl7pPr algn="l">
              <a:defRPr sz="2025" b="0">
                <a:solidFill>
                  <a:srgbClr val="20262C"/>
                </a:solidFill>
                <a:latin typeface="Arial"/>
                <a:ea typeface="Arial"/>
                <a:cs typeface="Arial"/>
              </a:defRPr>
            </a:lvl7pPr>
            <a:lvl8pPr algn="l">
              <a:defRPr sz="2025" b="0">
                <a:solidFill>
                  <a:srgbClr val="20262C"/>
                </a:solidFill>
                <a:latin typeface="Arial"/>
                <a:ea typeface="Arial"/>
                <a:cs typeface="Arial"/>
              </a:defRPr>
            </a:lvl8pPr>
            <a:lvl9pPr algn="l">
              <a:defRPr sz="2025" b="0">
                <a:solidFill>
                  <a:srgbClr val="20262C"/>
                </a:solidFill>
                <a:latin typeface="Arial"/>
                <a:ea typeface="Arial"/>
                <a:cs typeface="Arial"/>
              </a:defRPr>
            </a:lvl9pPr>
          </a:lstStyle>
          <a:p xmlns:a="http://schemas.openxmlformats.org/drawingml/2006/main">
            <a:pPr algn="l">
              <a:defRPr sz="2025" b="0">
                <a:solidFill>
                  <a:srgbClr val="20262C"/>
                </a:solidFill>
                <a:latin typeface="Arial"/>
                <a:ea typeface="Arial"/>
                <a:cs typeface="Arial"/>
              </a:defRPr>
            </a:pPr>
            <a:r>
              <a:rPr sz="2025" b="0">
                <a:solidFill>
                  <a:srgbClr val="20262C"/>
                </a:solidFill>
                <a:latin typeface="Arial"/>
                <a:ea typeface="Arial"/>
                <a:cs typeface="Arial"/>
              </a:rPr>
              <a:t>Field definitions, query interfaces and file workflows</a:t>
            </a:r>
          </a:p>
        </p:txBody>
      </p:sp>
      <p:sp>
        <p:nvSpPr>
          <p:cNvPr id="33" name="!!phase.1.rule">
            <a:extLst xmlns:a="http://schemas.openxmlformats.org/drawingml/2006/main">
              <a:ext uri="{FF2B5EF4-FFF2-40B4-BE49-F238E27FC236}">
                <a16:creationId xmlns:a16="http://schemas.microsoft.com/office/drawing/2014/main" id="{89CD9E98-59ED-4DF3-AC09-2A67CD66EB18}"/>
              </a:ext>
            </a:extLst>
          </p:cNvPr>
          <p:cNvSpPr>
            <a:spLocks xmlns:a="http://schemas.openxmlformats.org/drawingml/2006/main" noGrp="1"/>
          </p:cNvSpPr>
          <p:nvPr/>
        </p:nvSpPr>
        <p:spPr>
          <a:xfrm xmlns:a="http://schemas.openxmlformats.org/drawingml/2006/main" flipH="0" flipV="0">
            <a:off x="4962525" y="5267325"/>
            <a:ext cx="9629775" cy="953"/>
          </a:xfrm>
          <a:prstGeom xmlns:a="http://schemas.openxmlformats.org/drawingml/2006/main" prst="line">
            <a:avLst/>
          </a:prstGeom>
          <a:noFill xmlns:a="http://schemas.openxmlformats.org/drawingml/2006/main"/>
          <a:ln xmlns:a="http://schemas.openxmlformats.org/drawingml/2006/main" w="14288">
            <a:solidFill>
              <a:srgbClr val="BCC6CF"/>
            </a:solidFill>
            <a:prstDash val="solid"/>
          </a:ln>
        </p:spPr>
      </p:sp>
      <p:sp>
        <p:nvSpPr>
          <p:cNvPr id="34" name="!!phase.2.number">
            <a:extLst xmlns:a="http://schemas.openxmlformats.org/drawingml/2006/main">
              <a:ext uri="{FF2B5EF4-FFF2-40B4-BE49-F238E27FC236}">
                <a16:creationId xmlns:a16="http://schemas.microsoft.com/office/drawing/2014/main" id="{C8134763-6F28-461D-B6B5-08547AB6A0D3}"/>
              </a:ext>
            </a:extLst>
          </p:cNvPr>
          <p:cNvSpPr>
            <a:spLocks xmlns:a="http://schemas.openxmlformats.org/drawingml/2006/main" noGrp="1"/>
          </p:cNvSpPr>
          <p:nvPr/>
        </p:nvSpPr>
        <p:spPr>
          <a:xfrm xmlns:a="http://schemas.openxmlformats.org/drawingml/2006/main">
            <a:off x="4057650" y="5581650"/>
            <a:ext cx="600075" cy="600075"/>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325" b="1">
                <a:solidFill>
                  <a:srgbClr val="FFFFFF"/>
                </a:solidFill>
                <a:latin typeface="Arial"/>
                <a:ea typeface="Arial"/>
                <a:cs typeface="Arial"/>
              </a:defRPr>
            </a:defPPr>
            <a:lvl1pPr algn="ctr">
              <a:defRPr sz="2325" b="1">
                <a:solidFill>
                  <a:srgbClr val="FFFFFF"/>
                </a:solidFill>
                <a:latin typeface="Arial"/>
                <a:ea typeface="Arial"/>
                <a:cs typeface="Arial"/>
              </a:defRPr>
            </a:lvl1pPr>
            <a:lvl2pPr algn="ctr">
              <a:defRPr sz="2325" b="1">
                <a:solidFill>
                  <a:srgbClr val="FFFFFF"/>
                </a:solidFill>
                <a:latin typeface="Arial"/>
                <a:ea typeface="Arial"/>
                <a:cs typeface="Arial"/>
              </a:defRPr>
            </a:lvl2pPr>
            <a:lvl3pPr algn="ctr">
              <a:defRPr sz="2325" b="1">
                <a:solidFill>
                  <a:srgbClr val="FFFFFF"/>
                </a:solidFill>
                <a:latin typeface="Arial"/>
                <a:ea typeface="Arial"/>
                <a:cs typeface="Arial"/>
              </a:defRPr>
            </a:lvl3pPr>
            <a:lvl4pPr algn="ctr">
              <a:defRPr sz="2325" b="1">
                <a:solidFill>
                  <a:srgbClr val="FFFFFF"/>
                </a:solidFill>
                <a:latin typeface="Arial"/>
                <a:ea typeface="Arial"/>
                <a:cs typeface="Arial"/>
              </a:defRPr>
            </a:lvl4pPr>
            <a:lvl5pPr algn="ctr">
              <a:defRPr sz="2325" b="1">
                <a:solidFill>
                  <a:srgbClr val="FFFFFF"/>
                </a:solidFill>
                <a:latin typeface="Arial"/>
                <a:ea typeface="Arial"/>
                <a:cs typeface="Arial"/>
              </a:defRPr>
            </a:lvl5pPr>
            <a:lvl6pPr algn="ctr">
              <a:defRPr sz="2325" b="1">
                <a:solidFill>
                  <a:srgbClr val="FFFFFF"/>
                </a:solidFill>
                <a:latin typeface="Arial"/>
                <a:ea typeface="Arial"/>
                <a:cs typeface="Arial"/>
              </a:defRPr>
            </a:lvl6pPr>
            <a:lvl7pPr algn="ctr">
              <a:defRPr sz="2325" b="1">
                <a:solidFill>
                  <a:srgbClr val="FFFFFF"/>
                </a:solidFill>
                <a:latin typeface="Arial"/>
                <a:ea typeface="Arial"/>
                <a:cs typeface="Arial"/>
              </a:defRPr>
            </a:lvl7pPr>
            <a:lvl8pPr algn="ctr">
              <a:defRPr sz="2325" b="1">
                <a:solidFill>
                  <a:srgbClr val="FFFFFF"/>
                </a:solidFill>
                <a:latin typeface="Arial"/>
                <a:ea typeface="Arial"/>
                <a:cs typeface="Arial"/>
              </a:defRPr>
            </a:lvl8pPr>
            <a:lvl9pPr algn="ctr">
              <a:defRPr sz="2325" b="1">
                <a:solidFill>
                  <a:srgbClr val="FFFFFF"/>
                </a:solidFill>
                <a:latin typeface="Arial"/>
                <a:ea typeface="Arial"/>
                <a:cs typeface="Arial"/>
              </a:defRPr>
            </a:lvl9pPr>
          </a:lstStyle>
          <a:p xmlns:a="http://schemas.openxmlformats.org/drawingml/2006/main">
            <a:pPr algn="ctr">
              <a:defRPr sz="2325" b="1">
                <a:solidFill>
                  <a:srgbClr val="FFFFFF"/>
                </a:solidFill>
                <a:latin typeface="Arial"/>
                <a:ea typeface="Arial"/>
                <a:cs typeface="Arial"/>
              </a:defRPr>
            </a:pPr>
            <a:r>
              <a:rPr sz="2325" b="1">
                <a:solidFill>
                  <a:srgbClr val="FFFFFF"/>
                </a:solidFill>
                <a:latin typeface="Arial"/>
                <a:ea typeface="Arial"/>
                <a:cs typeface="Arial"/>
              </a:rPr>
              <a:t>3</a:t>
            </a:r>
          </a:p>
        </p:txBody>
      </p:sp>
      <p:sp>
        <p:nvSpPr>
          <p:cNvPr id="35" name="!!phase.2.title">
            <a:extLst xmlns:a="http://schemas.openxmlformats.org/drawingml/2006/main">
              <a:ext uri="{FF2B5EF4-FFF2-40B4-BE49-F238E27FC236}">
                <a16:creationId xmlns:a16="http://schemas.microsoft.com/office/drawing/2014/main" id="{D938AE4D-1220-4561-AC90-5ACA03D92671}"/>
              </a:ext>
            </a:extLst>
          </p:cNvPr>
          <p:cNvSpPr>
            <a:spLocks xmlns:a="http://schemas.openxmlformats.org/drawingml/2006/main" noGrp="1"/>
          </p:cNvSpPr>
          <p:nvPr/>
        </p:nvSpPr>
        <p:spPr>
          <a:xfrm xmlns:a="http://schemas.openxmlformats.org/drawingml/2006/main">
            <a:off x="4962525" y="5638800"/>
            <a:ext cx="96297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05A9C"/>
                </a:solidFill>
                <a:latin typeface="Arial"/>
                <a:ea typeface="Arial"/>
                <a:cs typeface="Arial"/>
              </a:defRPr>
            </a:defPPr>
            <a:lvl1pPr algn="l">
              <a:defRPr sz="2325" b="1">
                <a:solidFill>
                  <a:srgbClr val="005A9C"/>
                </a:solidFill>
                <a:latin typeface="Arial"/>
                <a:ea typeface="Arial"/>
                <a:cs typeface="Arial"/>
              </a:defRPr>
            </a:lvl1pPr>
            <a:lvl2pPr algn="l">
              <a:defRPr sz="2325" b="1">
                <a:solidFill>
                  <a:srgbClr val="005A9C"/>
                </a:solidFill>
                <a:latin typeface="Arial"/>
                <a:ea typeface="Arial"/>
                <a:cs typeface="Arial"/>
              </a:defRPr>
            </a:lvl2pPr>
            <a:lvl3pPr algn="l">
              <a:defRPr sz="2325" b="1">
                <a:solidFill>
                  <a:srgbClr val="005A9C"/>
                </a:solidFill>
                <a:latin typeface="Arial"/>
                <a:ea typeface="Arial"/>
                <a:cs typeface="Arial"/>
              </a:defRPr>
            </a:lvl3pPr>
            <a:lvl4pPr algn="l">
              <a:defRPr sz="2325" b="1">
                <a:solidFill>
                  <a:srgbClr val="005A9C"/>
                </a:solidFill>
                <a:latin typeface="Arial"/>
                <a:ea typeface="Arial"/>
                <a:cs typeface="Arial"/>
              </a:defRPr>
            </a:lvl4pPr>
            <a:lvl5pPr algn="l">
              <a:defRPr sz="2325" b="1">
                <a:solidFill>
                  <a:srgbClr val="005A9C"/>
                </a:solidFill>
                <a:latin typeface="Arial"/>
                <a:ea typeface="Arial"/>
                <a:cs typeface="Arial"/>
              </a:defRPr>
            </a:lvl5pPr>
            <a:lvl6pPr algn="l">
              <a:defRPr sz="2325" b="1">
                <a:solidFill>
                  <a:srgbClr val="005A9C"/>
                </a:solidFill>
                <a:latin typeface="Arial"/>
                <a:ea typeface="Arial"/>
                <a:cs typeface="Arial"/>
              </a:defRPr>
            </a:lvl6pPr>
            <a:lvl7pPr algn="l">
              <a:defRPr sz="2325" b="1">
                <a:solidFill>
                  <a:srgbClr val="005A9C"/>
                </a:solidFill>
                <a:latin typeface="Arial"/>
                <a:ea typeface="Arial"/>
                <a:cs typeface="Arial"/>
              </a:defRPr>
            </a:lvl7pPr>
            <a:lvl8pPr algn="l">
              <a:defRPr sz="2325" b="1">
                <a:solidFill>
                  <a:srgbClr val="005A9C"/>
                </a:solidFill>
                <a:latin typeface="Arial"/>
                <a:ea typeface="Arial"/>
                <a:cs typeface="Arial"/>
              </a:defRPr>
            </a:lvl8pPr>
            <a:lvl9pPr algn="l">
              <a:defRPr sz="2325" b="1">
                <a:solidFill>
                  <a:srgbClr val="005A9C"/>
                </a:solidFill>
                <a:latin typeface="Arial"/>
                <a:ea typeface="Arial"/>
                <a:cs typeface="Arial"/>
              </a:defRPr>
            </a:lvl9pPr>
          </a:lstStyle>
          <a:p xmlns:a="http://schemas.openxmlformats.org/drawingml/2006/main">
            <a:pPr algn="l">
              <a:defRPr sz="2325" b="1">
                <a:solidFill>
                  <a:srgbClr val="005A9C"/>
                </a:solidFill>
                <a:latin typeface="Arial"/>
                <a:ea typeface="Arial"/>
                <a:cs typeface="Arial"/>
              </a:defRPr>
            </a:pPr>
            <a:r>
              <a:rPr sz="2325" b="1">
                <a:solidFill>
                  <a:srgbClr val="005A9C"/>
                </a:solidFill>
                <a:latin typeface="Arial"/>
                <a:ea typeface="Arial"/>
                <a:cs typeface="Arial"/>
              </a:rPr>
              <a:t>Tools and internal services</a:t>
            </a:r>
          </a:p>
        </p:txBody>
      </p:sp>
      <p:sp>
        <p:nvSpPr>
          <p:cNvPr id="36" name="!!phase.2.roles">
            <a:extLst xmlns:a="http://schemas.openxmlformats.org/drawingml/2006/main">
              <a:ext uri="{FF2B5EF4-FFF2-40B4-BE49-F238E27FC236}">
                <a16:creationId xmlns:a16="http://schemas.microsoft.com/office/drawing/2014/main" id="{F02A6387-3280-4E6C-A689-81C89E208D05}"/>
              </a:ext>
            </a:extLst>
          </p:cNvPr>
          <p:cNvSpPr>
            <a:spLocks xmlns:a="http://schemas.openxmlformats.org/drawingml/2006/main" noGrp="1"/>
          </p:cNvSpPr>
          <p:nvPr/>
        </p:nvSpPr>
        <p:spPr>
          <a:xfrm xmlns:a="http://schemas.openxmlformats.org/drawingml/2006/main">
            <a:off x="4962525" y="6200775"/>
            <a:ext cx="3181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707C88"/>
                </a:solidFill>
                <a:latin typeface="Arial"/>
                <a:ea typeface="Arial"/>
                <a:cs typeface="Arial"/>
              </a:defRPr>
            </a:defPPr>
            <a:lvl1pPr algn="l">
              <a:defRPr sz="1875" b="0">
                <a:solidFill>
                  <a:srgbClr val="707C88"/>
                </a:solidFill>
                <a:latin typeface="Arial"/>
                <a:ea typeface="Arial"/>
                <a:cs typeface="Arial"/>
              </a:defRPr>
            </a:lvl1pPr>
            <a:lvl2pPr algn="l">
              <a:defRPr sz="1875" b="0">
                <a:solidFill>
                  <a:srgbClr val="707C88"/>
                </a:solidFill>
                <a:latin typeface="Arial"/>
                <a:ea typeface="Arial"/>
                <a:cs typeface="Arial"/>
              </a:defRPr>
            </a:lvl2pPr>
            <a:lvl3pPr algn="l">
              <a:defRPr sz="1875" b="0">
                <a:solidFill>
                  <a:srgbClr val="707C88"/>
                </a:solidFill>
                <a:latin typeface="Arial"/>
                <a:ea typeface="Arial"/>
                <a:cs typeface="Arial"/>
              </a:defRPr>
            </a:lvl3pPr>
            <a:lvl4pPr algn="l">
              <a:defRPr sz="1875" b="0">
                <a:solidFill>
                  <a:srgbClr val="707C88"/>
                </a:solidFill>
                <a:latin typeface="Arial"/>
                <a:ea typeface="Arial"/>
                <a:cs typeface="Arial"/>
              </a:defRPr>
            </a:lvl4pPr>
            <a:lvl5pPr algn="l">
              <a:defRPr sz="1875" b="0">
                <a:solidFill>
                  <a:srgbClr val="707C88"/>
                </a:solidFill>
                <a:latin typeface="Arial"/>
                <a:ea typeface="Arial"/>
                <a:cs typeface="Arial"/>
              </a:defRPr>
            </a:lvl5pPr>
            <a:lvl6pPr algn="l">
              <a:defRPr sz="1875" b="0">
                <a:solidFill>
                  <a:srgbClr val="707C88"/>
                </a:solidFill>
                <a:latin typeface="Arial"/>
                <a:ea typeface="Arial"/>
                <a:cs typeface="Arial"/>
              </a:defRPr>
            </a:lvl6pPr>
            <a:lvl7pPr algn="l">
              <a:defRPr sz="1875" b="0">
                <a:solidFill>
                  <a:srgbClr val="707C88"/>
                </a:solidFill>
                <a:latin typeface="Arial"/>
                <a:ea typeface="Arial"/>
                <a:cs typeface="Arial"/>
              </a:defRPr>
            </a:lvl7pPr>
            <a:lvl8pPr algn="l">
              <a:defRPr sz="1875" b="0">
                <a:solidFill>
                  <a:srgbClr val="707C88"/>
                </a:solidFill>
                <a:latin typeface="Arial"/>
                <a:ea typeface="Arial"/>
                <a:cs typeface="Arial"/>
              </a:defRPr>
            </a:lvl8pPr>
            <a:lvl9pPr algn="l">
              <a:defRPr sz="1875" b="0">
                <a:solidFill>
                  <a:srgbClr val="707C88"/>
                </a:solidFill>
                <a:latin typeface="Arial"/>
                <a:ea typeface="Arial"/>
                <a:cs typeface="Arial"/>
              </a:defRPr>
            </a:lvl9pPr>
          </a:lstStyle>
          <a:p xmlns:a="http://schemas.openxmlformats.org/drawingml/2006/main">
            <a:pPr algn="l">
              <a:defRPr sz="1875" b="0">
                <a:solidFill>
                  <a:srgbClr val="707C88"/>
                </a:solidFill>
                <a:latin typeface="Arial"/>
                <a:ea typeface="Arial"/>
                <a:cs typeface="Arial"/>
              </a:defRPr>
            </a:pPr>
            <a:r>
              <a:rPr sz="1875" b="0">
                <a:solidFill>
                  <a:srgbClr val="707C88"/>
                </a:solidFill>
                <a:latin typeface="Arial"/>
                <a:ea typeface="Arial"/>
                <a:cs typeface="Arial"/>
              </a:rPr>
              <a:t>Business teams, IT</a:t>
            </a:r>
          </a:p>
        </p:txBody>
      </p:sp>
      <p:sp>
        <p:nvSpPr>
          <p:cNvPr id="37" name="!!phase.2.outputs">
            <a:extLst xmlns:a="http://schemas.openxmlformats.org/drawingml/2006/main">
              <a:ext uri="{FF2B5EF4-FFF2-40B4-BE49-F238E27FC236}">
                <a16:creationId xmlns:a16="http://schemas.microsoft.com/office/drawing/2014/main" id="{BE27B3CE-3BF3-49C1-9E6C-AD57CFDB8D18}"/>
              </a:ext>
            </a:extLst>
          </p:cNvPr>
          <p:cNvSpPr>
            <a:spLocks xmlns:a="http://schemas.openxmlformats.org/drawingml/2006/main" noGrp="1"/>
          </p:cNvSpPr>
          <p:nvPr/>
        </p:nvSpPr>
        <p:spPr>
          <a:xfrm xmlns:a="http://schemas.openxmlformats.org/drawingml/2006/main">
            <a:off x="8572500" y="6200775"/>
            <a:ext cx="6019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20262C"/>
                </a:solidFill>
                <a:latin typeface="Arial"/>
                <a:ea typeface="Arial"/>
                <a:cs typeface="Arial"/>
              </a:defRPr>
            </a:defPPr>
            <a:lvl1pPr algn="l">
              <a:defRPr sz="2025" b="0">
                <a:solidFill>
                  <a:srgbClr val="20262C"/>
                </a:solidFill>
                <a:latin typeface="Arial"/>
                <a:ea typeface="Arial"/>
                <a:cs typeface="Arial"/>
              </a:defRPr>
            </a:lvl1pPr>
            <a:lvl2pPr algn="l">
              <a:defRPr sz="2025" b="0">
                <a:solidFill>
                  <a:srgbClr val="20262C"/>
                </a:solidFill>
                <a:latin typeface="Arial"/>
                <a:ea typeface="Arial"/>
                <a:cs typeface="Arial"/>
              </a:defRPr>
            </a:lvl2pPr>
            <a:lvl3pPr algn="l">
              <a:defRPr sz="2025" b="0">
                <a:solidFill>
                  <a:srgbClr val="20262C"/>
                </a:solidFill>
                <a:latin typeface="Arial"/>
                <a:ea typeface="Arial"/>
                <a:cs typeface="Arial"/>
              </a:defRPr>
            </a:lvl3pPr>
            <a:lvl4pPr algn="l">
              <a:defRPr sz="2025" b="0">
                <a:solidFill>
                  <a:srgbClr val="20262C"/>
                </a:solidFill>
                <a:latin typeface="Arial"/>
                <a:ea typeface="Arial"/>
                <a:cs typeface="Arial"/>
              </a:defRPr>
            </a:lvl4pPr>
            <a:lvl5pPr algn="l">
              <a:defRPr sz="2025" b="0">
                <a:solidFill>
                  <a:srgbClr val="20262C"/>
                </a:solidFill>
                <a:latin typeface="Arial"/>
                <a:ea typeface="Arial"/>
                <a:cs typeface="Arial"/>
              </a:defRPr>
            </a:lvl5pPr>
            <a:lvl6pPr algn="l">
              <a:defRPr sz="2025" b="0">
                <a:solidFill>
                  <a:srgbClr val="20262C"/>
                </a:solidFill>
                <a:latin typeface="Arial"/>
                <a:ea typeface="Arial"/>
                <a:cs typeface="Arial"/>
              </a:defRPr>
            </a:lvl6pPr>
            <a:lvl7pPr algn="l">
              <a:defRPr sz="2025" b="0">
                <a:solidFill>
                  <a:srgbClr val="20262C"/>
                </a:solidFill>
                <a:latin typeface="Arial"/>
                <a:ea typeface="Arial"/>
                <a:cs typeface="Arial"/>
              </a:defRPr>
            </a:lvl7pPr>
            <a:lvl8pPr algn="l">
              <a:defRPr sz="2025" b="0">
                <a:solidFill>
                  <a:srgbClr val="20262C"/>
                </a:solidFill>
                <a:latin typeface="Arial"/>
                <a:ea typeface="Arial"/>
                <a:cs typeface="Arial"/>
              </a:defRPr>
            </a:lvl8pPr>
            <a:lvl9pPr algn="l">
              <a:defRPr sz="2025" b="0">
                <a:solidFill>
                  <a:srgbClr val="20262C"/>
                </a:solidFill>
                <a:latin typeface="Arial"/>
                <a:ea typeface="Arial"/>
                <a:cs typeface="Arial"/>
              </a:defRPr>
            </a:lvl9pPr>
          </a:lstStyle>
          <a:p xmlns:a="http://schemas.openxmlformats.org/drawingml/2006/main">
            <a:pPr algn="l">
              <a:defRPr sz="2025" b="0">
                <a:solidFill>
                  <a:srgbClr val="20262C"/>
                </a:solidFill>
                <a:latin typeface="Arial"/>
                <a:ea typeface="Arial"/>
                <a:cs typeface="Arial"/>
              </a:defRPr>
            </a:pPr>
            <a:r>
              <a:rPr sz="2025" b="0">
                <a:solidFill>
                  <a:srgbClr val="20262C"/>
                </a:solidFill>
                <a:latin typeface="Arial"/>
                <a:ea typeface="Arial"/>
                <a:cs typeface="Arial"/>
              </a:rPr>
              <a:t>Business tools, user guides and maintenance ownership</a:t>
            </a:r>
          </a:p>
        </p:txBody>
      </p:sp>
      <p:sp>
        <p:nvSpPr>
          <p:cNvPr id="38" name="!!phase.2.rule">
            <a:extLst xmlns:a="http://schemas.openxmlformats.org/drawingml/2006/main">
              <a:ext uri="{FF2B5EF4-FFF2-40B4-BE49-F238E27FC236}">
                <a16:creationId xmlns:a16="http://schemas.microsoft.com/office/drawing/2014/main" id="{3013EAD5-9D43-45D9-B5E0-97165D0FCD02}"/>
              </a:ext>
            </a:extLst>
          </p:cNvPr>
          <p:cNvSpPr>
            <a:spLocks xmlns:a="http://schemas.openxmlformats.org/drawingml/2006/main" noGrp="1"/>
          </p:cNvSpPr>
          <p:nvPr/>
        </p:nvSpPr>
        <p:spPr>
          <a:xfrm xmlns:a="http://schemas.openxmlformats.org/drawingml/2006/main" flipH="0" flipV="0">
            <a:off x="4962525" y="6962775"/>
            <a:ext cx="9629775" cy="953"/>
          </a:xfrm>
          <a:prstGeom xmlns:a="http://schemas.openxmlformats.org/drawingml/2006/main" prst="line">
            <a:avLst/>
          </a:prstGeom>
          <a:noFill xmlns:a="http://schemas.openxmlformats.org/drawingml/2006/main"/>
          <a:ln xmlns:a="http://schemas.openxmlformats.org/drawingml/2006/main" w="14288">
            <a:solidFill>
              <a:srgbClr val="BCC6CF"/>
            </a:solidFill>
            <a:prstDash val="solid"/>
          </a:ln>
        </p:spPr>
      </p:sp>
    </p:spTree>
    <p:extLst>
      <p:ext uri="{BB962C8B-B14F-4D97-AF65-F5344CB8AC3E}">
        <p14:creationId xmlns:p14="http://schemas.microsoft.com/office/powerpoint/2010/main" val="789156213"/>
      </p:ext>
    </p:extLst>
  </p:cSld>
  <mc:AlternateContent xmlns:mc="http://schemas.openxmlformats.org/markup-compatibility/2006">
    <mc:Choice xmlns:p159="http://schemas.microsoft.com/office/powerpoint/2015/09/main" Requires="p159">
      <p:transition xmlns:p14="http://schemas.microsoft.com/office/powerpoint/2010/main" spd="med" advClick="1" p14:dur="700">
        <p159:morph option="byObject"/>
      </p:transition>
    </mc:Choice>
    <mc:Fallback>
      <p:transition spd="fast" advClick="1">
        <p:fade/>
      </p:transition>
    </mc:Fallback>
  </mc:AlternateContent>
  <p:timing>
    <p:tnLst>
      <p:par>
        <p:cTn id="1" dur="indefinite" restart="never" nodeType="tmRoot">
          <p:childTnLst>
            <p:seq concurrent="1" nextAc="seek">
              <p:cTn id="2" dur="indefinite" nodeType="mainSeq">
                <p:childTnLst>
                  <p:par>
                    <p:cTn id="3" fill="hold">
                      <p:stCondLst>
                        <p:cond delay="0"/>
                      </p:stCondLst>
                      <p:childTnLst>
                        <p:par>
                          <p:cTn id="4" presetID="1" presetClass="entr" presetSubtype="0" fill="hold" nodeType="withEffect" grpId="0">
                            <p:stCondLst>
                              <p:cond delay="150"/>
                            </p:stCondLst>
                            <p:childTnLst>
                              <p:set>
                                <p:cBhvr>
                                  <p:cTn id="5" dur="1" fill="hold">
                                    <p:stCondLst>
                                      <p:cond delay="0"/>
                                    </p:stCondLst>
                                  </p:cTn>
                                  <p:tgtEl>
                                    <p:spTgt spid="24"/>
                                  </p:tgtEl>
                                  <p:attrNameLst>
                                    <p:attrName>style.visibility</p:attrName>
                                  </p:attrNameLst>
                                </p:cBhvr>
                                <p:to>
                                  <p:strVal val="visible"/>
                                </p:to>
                              </p:set>
                            </p:childTnLst>
                          </p:cTn>
                        </p:par>
                        <p:par>
                          <p:cTn id="6" presetID="1" presetClass="entr" presetSubtype="0" fill="hold" nodeType="withEffect" grpId="0">
                            <p:stCondLst>
                              <p:cond delay="150"/>
                            </p:stCondLst>
                            <p:childTnLst>
                              <p:set>
                                <p:cBhvr>
                                  <p:cTn id="7" dur="1" fill="hold">
                                    <p:stCondLst>
                                      <p:cond delay="0"/>
                                    </p:stCondLst>
                                  </p:cTn>
                                  <p:tgtEl>
                                    <p:spTgt spid="25"/>
                                  </p:tgtEl>
                                  <p:attrNameLst>
                                    <p:attrName>style.visibility</p:attrName>
                                  </p:attrNameLst>
                                </p:cBhvr>
                                <p:to>
                                  <p:strVal val="visible"/>
                                </p:to>
                              </p:set>
                            </p:childTnLst>
                          </p:cTn>
                        </p:par>
                        <p:par>
                          <p:cTn id="8" presetID="1" presetClass="entr" presetSubtype="0" fill="hold" nodeType="withEffect" grpId="0">
                            <p:stCondLst>
                              <p:cond delay="150"/>
                            </p:stCondLst>
                            <p:childTnLst>
                              <p:set>
                                <p:cBhvr>
                                  <p:cTn id="9" dur="1" fill="hold">
                                    <p:stCondLst>
                                      <p:cond delay="0"/>
                                    </p:stCondLst>
                                  </p:cTn>
                                  <p:tgtEl>
                                    <p:spTgt spid="26"/>
                                  </p:tgtEl>
                                  <p:attrNameLst>
                                    <p:attrName>style.visibility</p:attrName>
                                  </p:attrNameLst>
                                </p:cBhvr>
                                <p:to>
                                  <p:strVal val="visible"/>
                                </p:to>
                              </p:set>
                            </p:childTnLst>
                          </p:cTn>
                        </p:par>
                        <p:par>
                          <p:cTn id="10" presetID="1" presetClass="entr" presetSubtype="0" fill="hold" nodeType="withEffect" grpId="0">
                            <p:stCondLst>
                              <p:cond delay="150"/>
                            </p:stCondLst>
                            <p:childTnLst>
                              <p:set>
                                <p:cBhvr>
                                  <p:cTn id="11" dur="1" fill="hold">
                                    <p:stCondLst>
                                      <p:cond delay="0"/>
                                    </p:stCondLst>
                                  </p:cTn>
                                  <p:tgtEl>
                                    <p:spTgt spid="27"/>
                                  </p:tgtEl>
                                  <p:attrNameLst>
                                    <p:attrName>style.visibility</p:attrName>
                                  </p:attrNameLst>
                                </p:cBhvr>
                                <p:to>
                                  <p:strVal val="visible"/>
                                </p:to>
                              </p:set>
                            </p:childTnLst>
                          </p:cTn>
                        </p:par>
                        <p:par>
                          <p:cTn id="12" presetID="1" presetClass="entr" presetSubtype="0" fill="hold" nodeType="withEffect" grpId="0">
                            <p:stCondLst>
                              <p:cond delay="150"/>
                            </p:stCondLst>
                            <p:childTnLst>
                              <p:set>
                                <p:cBhvr>
                                  <p:cTn id="13" dur="1" fill="hold">
                                    <p:stCondLst>
                                      <p:cond delay="0"/>
                                    </p:stCondLst>
                                  </p:cTn>
                                  <p:tgtEl>
                                    <p:spTgt spid="28"/>
                                  </p:tgtEl>
                                  <p:attrNameLst>
                                    <p:attrName>style.visibility</p:attrName>
                                  </p:attrNameLst>
                                </p:cBhvr>
                                <p:to>
                                  <p:strVal val="visible"/>
                                </p:to>
                              </p:set>
                            </p:childTnLst>
                          </p:cTn>
                        </p:par>
                        <p:par>
                          <p:cTn id="14" presetID="1" presetClass="entr" presetSubtype="0" fill="hold" nodeType="withEffect" grpId="0">
                            <p:stCondLst>
                              <p:cond delay="700"/>
                            </p:stCondLst>
                            <p:childTnLst>
                              <p:set>
                                <p:cBhvr>
                                  <p:cTn id="15" dur="1" fill="hold">
                                    <p:stCondLst>
                                      <p:cond delay="0"/>
                                    </p:stCondLst>
                                  </p:cTn>
                                  <p:tgtEl>
                                    <p:spTgt spid="29"/>
                                  </p:tgtEl>
                                  <p:attrNameLst>
                                    <p:attrName>style.visibility</p:attrName>
                                  </p:attrNameLst>
                                </p:cBhvr>
                                <p:to>
                                  <p:strVal val="visible"/>
                                </p:to>
                              </p:set>
                            </p:childTnLst>
                          </p:cTn>
                        </p:par>
                        <p:par>
                          <p:cTn id="16" presetID="1" presetClass="entr" presetSubtype="0" fill="hold" nodeType="withEffect" grpId="0">
                            <p:stCondLst>
                              <p:cond delay="700"/>
                            </p:stCondLst>
                            <p:childTnLst>
                              <p:set>
                                <p:cBhvr>
                                  <p:cTn id="17" dur="1" fill="hold">
                                    <p:stCondLst>
                                      <p:cond delay="0"/>
                                    </p:stCondLst>
                                  </p:cTn>
                                  <p:tgtEl>
                                    <p:spTgt spid="30"/>
                                  </p:tgtEl>
                                  <p:attrNameLst>
                                    <p:attrName>style.visibility</p:attrName>
                                  </p:attrNameLst>
                                </p:cBhvr>
                                <p:to>
                                  <p:strVal val="visible"/>
                                </p:to>
                              </p:set>
                            </p:childTnLst>
                          </p:cTn>
                        </p:par>
                        <p:par>
                          <p:cTn id="18" presetID="1" presetClass="entr" presetSubtype="0" fill="hold" nodeType="withEffect" grpId="0">
                            <p:stCondLst>
                              <p:cond delay="700"/>
                            </p:stCondLst>
                            <p:childTnLst>
                              <p:set>
                                <p:cBhvr>
                                  <p:cTn id="19" dur="1" fill="hold">
                                    <p:stCondLst>
                                      <p:cond delay="0"/>
                                    </p:stCondLst>
                                  </p:cTn>
                                  <p:tgtEl>
                                    <p:spTgt spid="31"/>
                                  </p:tgtEl>
                                  <p:attrNameLst>
                                    <p:attrName>style.visibility</p:attrName>
                                  </p:attrNameLst>
                                </p:cBhvr>
                                <p:to>
                                  <p:strVal val="visible"/>
                                </p:to>
                              </p:set>
                            </p:childTnLst>
                          </p:cTn>
                        </p:par>
                        <p:par>
                          <p:cTn id="20" presetID="1" presetClass="entr" presetSubtype="0" fill="hold" nodeType="withEffect" grpId="0">
                            <p:stCondLst>
                              <p:cond delay="700"/>
                            </p:stCondLst>
                            <p:childTnLst>
                              <p:set>
                                <p:cBhvr>
                                  <p:cTn id="21" dur="1" fill="hold">
                                    <p:stCondLst>
                                      <p:cond delay="0"/>
                                    </p:stCondLst>
                                  </p:cTn>
                                  <p:tgtEl>
                                    <p:spTgt spid="32"/>
                                  </p:tgtEl>
                                  <p:attrNameLst>
                                    <p:attrName>style.visibility</p:attrName>
                                  </p:attrNameLst>
                                </p:cBhvr>
                                <p:to>
                                  <p:strVal val="visible"/>
                                </p:to>
                              </p:set>
                            </p:childTnLst>
                          </p:cTn>
                        </p:par>
                        <p:par>
                          <p:cTn id="22" presetID="1" presetClass="entr" presetSubtype="0" fill="hold" nodeType="withEffect" grpId="0">
                            <p:stCondLst>
                              <p:cond delay="700"/>
                            </p:stCondLst>
                            <p:childTnLst>
                              <p:set>
                                <p:cBhvr>
                                  <p:cTn id="23" dur="1" fill="hold">
                                    <p:stCondLst>
                                      <p:cond delay="0"/>
                                    </p:stCondLst>
                                  </p:cTn>
                                  <p:tgtEl>
                                    <p:spTgt spid="33"/>
                                  </p:tgtEl>
                                  <p:attrNameLst>
                                    <p:attrName>style.visibility</p:attrName>
                                  </p:attrNameLst>
                                </p:cBhvr>
                                <p:to>
                                  <p:strVal val="visible"/>
                                </p:to>
                              </p:set>
                            </p:childTnLst>
                          </p:cTn>
                        </p:par>
                        <p:par>
                          <p:cTn id="24" presetID="1" presetClass="entr" presetSubtype="0" fill="hold" nodeType="withEffect" grpId="0">
                            <p:stCondLst>
                              <p:cond delay="1250"/>
                            </p:stCondLst>
                            <p:childTnLst>
                              <p:set>
                                <p:cBhvr>
                                  <p:cTn id="25" dur="1" fill="hold">
                                    <p:stCondLst>
                                      <p:cond delay="0"/>
                                    </p:stCondLst>
                                  </p:cTn>
                                  <p:tgtEl>
                                    <p:spTgt spid="34"/>
                                  </p:tgtEl>
                                  <p:attrNameLst>
                                    <p:attrName>style.visibility</p:attrName>
                                  </p:attrNameLst>
                                </p:cBhvr>
                                <p:to>
                                  <p:strVal val="visible"/>
                                </p:to>
                              </p:set>
                            </p:childTnLst>
                          </p:cTn>
                        </p:par>
                        <p:par>
                          <p:cTn id="26" presetID="1" presetClass="entr" presetSubtype="0" fill="hold" nodeType="withEffect" grpId="0">
                            <p:stCondLst>
                              <p:cond delay="1250"/>
                            </p:stCondLst>
                            <p:childTnLst>
                              <p:set>
                                <p:cBhvr>
                                  <p:cTn id="27" dur="1" fill="hold">
                                    <p:stCondLst>
                                      <p:cond delay="0"/>
                                    </p:stCondLst>
                                  </p:cTn>
                                  <p:tgtEl>
                                    <p:spTgt spid="35"/>
                                  </p:tgtEl>
                                  <p:attrNameLst>
                                    <p:attrName>style.visibility</p:attrName>
                                  </p:attrNameLst>
                                </p:cBhvr>
                                <p:to>
                                  <p:strVal val="visible"/>
                                </p:to>
                              </p:set>
                            </p:childTnLst>
                          </p:cTn>
                        </p:par>
                        <p:par>
                          <p:cTn id="28" presetID="1" presetClass="entr" presetSubtype="0" fill="hold" nodeType="withEffect" grpId="0">
                            <p:stCondLst>
                              <p:cond delay="1250"/>
                            </p:stCondLst>
                            <p:childTnLst>
                              <p:set>
                                <p:cBhvr>
                                  <p:cTn id="29" dur="1" fill="hold">
                                    <p:stCondLst>
                                      <p:cond delay="0"/>
                                    </p:stCondLst>
                                  </p:cTn>
                                  <p:tgtEl>
                                    <p:spTgt spid="36"/>
                                  </p:tgtEl>
                                  <p:attrNameLst>
                                    <p:attrName>style.visibility</p:attrName>
                                  </p:attrNameLst>
                                </p:cBhvr>
                                <p:to>
                                  <p:strVal val="visible"/>
                                </p:to>
                              </p:set>
                            </p:childTnLst>
                          </p:cTn>
                        </p:par>
                        <p:par>
                          <p:cTn id="30" presetID="1" presetClass="entr" presetSubtype="0" fill="hold" nodeType="withEffect" grpId="0">
                            <p:stCondLst>
                              <p:cond delay="1250"/>
                            </p:stCondLst>
                            <p:childTnLst>
                              <p:set>
                                <p:cBhvr>
                                  <p:cTn id="31" dur="1" fill="hold">
                                    <p:stCondLst>
                                      <p:cond delay="0"/>
                                    </p:stCondLst>
                                  </p:cTn>
                                  <p:tgtEl>
                                    <p:spTgt spid="37"/>
                                  </p:tgtEl>
                                  <p:attrNameLst>
                                    <p:attrName>style.visibility</p:attrName>
                                  </p:attrNameLst>
                                </p:cBhvr>
                                <p:to>
                                  <p:strVal val="visible"/>
                                </p:to>
                              </p:set>
                            </p:childTnLst>
                          </p:cTn>
                        </p:par>
                        <p:par>
                          <p:cTn id="32" presetID="1" presetClass="entr" presetSubtype="0" fill="hold" nodeType="withEffect" grpId="0">
                            <p:stCondLst>
                              <p:cond delay="1250"/>
                            </p:stCondLst>
                            <p:childTnLst>
                              <p:set>
                                <p:cBhvr>
                                  <p:cTn id="33" dur="1" fill="hold">
                                    <p:stCondLst>
                                      <p:cond delay="0"/>
                                    </p:stCondLst>
                                  </p:cTn>
                                  <p:tgtEl>
                                    <p:spTgt spid="38"/>
                                  </p:tgtEl>
                                  <p:attrNameLst>
                                    <p:attrName>style.visibility</p:attrName>
                                  </p:attrNameLst>
                                </p:cBhvr>
                                <p:to>
                                  <p:strVal val="visible"/>
                                </p:to>
                              </p:set>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Lst>
  </p:timing>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3" name="!!heading">
            <a:extLst xmlns:a="http://schemas.openxmlformats.org/drawingml/2006/main">
              <a:ext uri="{FF2B5EF4-FFF2-40B4-BE49-F238E27FC236}">
                <a16:creationId xmlns:a16="http://schemas.microsoft.com/office/drawing/2014/main" id="{23DCD704-E1D5-487D-9925-506DF7526B1A}"/>
              </a:ext>
            </a:extLst>
          </p:cNvPr>
          <p:cNvSpPr>
            <a:spLocks xmlns:a="http://schemas.openxmlformats.org/drawingml/2006/main" noGrp="1"/>
          </p:cNvSpPr>
          <p:nvPr/>
        </p:nvSpPr>
        <p:spPr>
          <a:xfrm xmlns:a="http://schemas.openxmlformats.org/drawingml/2006/main">
            <a:off x="647700" y="428625"/>
            <a:ext cx="13944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0262C"/>
                </a:solidFill>
                <a:latin typeface="Arial"/>
                <a:ea typeface="Arial"/>
                <a:cs typeface="Arial"/>
              </a:defRPr>
            </a:defPPr>
            <a:lvl1pPr algn="l">
              <a:defRPr sz="3300" b="1">
                <a:solidFill>
                  <a:srgbClr val="20262C"/>
                </a:solidFill>
                <a:latin typeface="Arial"/>
                <a:ea typeface="Arial"/>
                <a:cs typeface="Arial"/>
              </a:defRPr>
            </a:lvl1pPr>
            <a:lvl2pPr algn="l">
              <a:defRPr sz="3300" b="1">
                <a:solidFill>
                  <a:srgbClr val="20262C"/>
                </a:solidFill>
                <a:latin typeface="Arial"/>
                <a:ea typeface="Arial"/>
                <a:cs typeface="Arial"/>
              </a:defRPr>
            </a:lvl2pPr>
            <a:lvl3pPr algn="l">
              <a:defRPr sz="3300" b="1">
                <a:solidFill>
                  <a:srgbClr val="20262C"/>
                </a:solidFill>
                <a:latin typeface="Arial"/>
                <a:ea typeface="Arial"/>
                <a:cs typeface="Arial"/>
              </a:defRPr>
            </a:lvl3pPr>
            <a:lvl4pPr algn="l">
              <a:defRPr sz="3300" b="1">
                <a:solidFill>
                  <a:srgbClr val="20262C"/>
                </a:solidFill>
                <a:latin typeface="Arial"/>
                <a:ea typeface="Arial"/>
                <a:cs typeface="Arial"/>
              </a:defRPr>
            </a:lvl4pPr>
            <a:lvl5pPr algn="l">
              <a:defRPr sz="3300" b="1">
                <a:solidFill>
                  <a:srgbClr val="20262C"/>
                </a:solidFill>
                <a:latin typeface="Arial"/>
                <a:ea typeface="Arial"/>
                <a:cs typeface="Arial"/>
              </a:defRPr>
            </a:lvl5pPr>
            <a:lvl6pPr algn="l">
              <a:defRPr sz="3300" b="1">
                <a:solidFill>
                  <a:srgbClr val="20262C"/>
                </a:solidFill>
                <a:latin typeface="Arial"/>
                <a:ea typeface="Arial"/>
                <a:cs typeface="Arial"/>
              </a:defRPr>
            </a:lvl6pPr>
            <a:lvl7pPr algn="l">
              <a:defRPr sz="3300" b="1">
                <a:solidFill>
                  <a:srgbClr val="20262C"/>
                </a:solidFill>
                <a:latin typeface="Arial"/>
                <a:ea typeface="Arial"/>
                <a:cs typeface="Arial"/>
              </a:defRPr>
            </a:lvl7pPr>
            <a:lvl8pPr algn="l">
              <a:defRPr sz="3300" b="1">
                <a:solidFill>
                  <a:srgbClr val="20262C"/>
                </a:solidFill>
                <a:latin typeface="Arial"/>
                <a:ea typeface="Arial"/>
                <a:cs typeface="Arial"/>
              </a:defRPr>
            </a:lvl8pPr>
            <a:lvl9pPr algn="l">
              <a:defRPr sz="3300" b="1">
                <a:solidFill>
                  <a:srgbClr val="20262C"/>
                </a:solidFill>
                <a:latin typeface="Arial"/>
                <a:ea typeface="Arial"/>
                <a:cs typeface="Arial"/>
              </a:defRPr>
            </a:lvl9pPr>
          </a:lstStyle>
          <a:p xmlns:a="http://schemas.openxmlformats.org/drawingml/2006/main">
            <a:pPr algn="l">
              <a:defRPr sz="3300" b="1">
                <a:solidFill>
                  <a:srgbClr val="20262C"/>
                </a:solidFill>
                <a:latin typeface="Arial"/>
                <a:ea typeface="Arial"/>
                <a:cs typeface="Arial"/>
              </a:defRPr>
            </a:pPr>
            <a:r>
              <a:rPr sz="3300" b="1">
                <a:solidFill>
                  <a:srgbClr val="20262C"/>
                </a:solidFill>
                <a:latin typeface="Arial"/>
                <a:ea typeface="Arial"/>
                <a:cs typeface="Arial"/>
              </a:rPr>
              <a:t>Measuring use and improving workflows</a:t>
            </a:r>
          </a:p>
        </p:txBody>
      </p:sp>
      <p:sp>
        <p:nvSpPr>
          <p:cNvPr id="2" name="!!subtitle">
            <a:extLst xmlns:a="http://schemas.openxmlformats.org/drawingml/2006/main">
              <a:ext uri="{FF2B5EF4-FFF2-40B4-BE49-F238E27FC236}">
                <a16:creationId xmlns:a16="http://schemas.microsoft.com/office/drawing/2014/main" id="{5C2C4DC9-41E4-4EC6-9A70-AE6AB76DB864}"/>
              </a:ext>
            </a:extLst>
          </p:cNvPr>
          <p:cNvSpPr>
            <a:spLocks xmlns:a="http://schemas.openxmlformats.org/drawingml/2006/main" noGrp="1"/>
          </p:cNvSpPr>
          <p:nvPr/>
        </p:nvSpPr>
        <p:spPr>
          <a:xfrm xmlns:a="http://schemas.openxmlformats.org/drawingml/2006/main">
            <a:off x="647700" y="1190625"/>
            <a:ext cx="139446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05A9C"/>
                </a:solidFill>
                <a:latin typeface="Arial"/>
                <a:ea typeface="Arial"/>
                <a:cs typeface="Arial"/>
              </a:defRPr>
            </a:defPPr>
            <a:lvl1pPr algn="l">
              <a:defRPr sz="1875" b="0">
                <a:solidFill>
                  <a:srgbClr val="005A9C"/>
                </a:solidFill>
                <a:latin typeface="Arial"/>
                <a:ea typeface="Arial"/>
                <a:cs typeface="Arial"/>
              </a:defRPr>
            </a:lvl1pPr>
            <a:lvl2pPr algn="l">
              <a:defRPr sz="1875" b="0">
                <a:solidFill>
                  <a:srgbClr val="005A9C"/>
                </a:solidFill>
                <a:latin typeface="Arial"/>
                <a:ea typeface="Arial"/>
                <a:cs typeface="Arial"/>
              </a:defRPr>
            </a:lvl2pPr>
            <a:lvl3pPr algn="l">
              <a:defRPr sz="1875" b="0">
                <a:solidFill>
                  <a:srgbClr val="005A9C"/>
                </a:solidFill>
                <a:latin typeface="Arial"/>
                <a:ea typeface="Arial"/>
                <a:cs typeface="Arial"/>
              </a:defRPr>
            </a:lvl3pPr>
            <a:lvl4pPr algn="l">
              <a:defRPr sz="1875" b="0">
                <a:solidFill>
                  <a:srgbClr val="005A9C"/>
                </a:solidFill>
                <a:latin typeface="Arial"/>
                <a:ea typeface="Arial"/>
                <a:cs typeface="Arial"/>
              </a:defRPr>
            </a:lvl4pPr>
            <a:lvl5pPr algn="l">
              <a:defRPr sz="1875" b="0">
                <a:solidFill>
                  <a:srgbClr val="005A9C"/>
                </a:solidFill>
                <a:latin typeface="Arial"/>
                <a:ea typeface="Arial"/>
                <a:cs typeface="Arial"/>
              </a:defRPr>
            </a:lvl5pPr>
            <a:lvl6pPr algn="l">
              <a:defRPr sz="1875" b="0">
                <a:solidFill>
                  <a:srgbClr val="005A9C"/>
                </a:solidFill>
                <a:latin typeface="Arial"/>
                <a:ea typeface="Arial"/>
                <a:cs typeface="Arial"/>
              </a:defRPr>
            </a:lvl6pPr>
            <a:lvl7pPr algn="l">
              <a:defRPr sz="1875" b="0">
                <a:solidFill>
                  <a:srgbClr val="005A9C"/>
                </a:solidFill>
                <a:latin typeface="Arial"/>
                <a:ea typeface="Arial"/>
                <a:cs typeface="Arial"/>
              </a:defRPr>
            </a:lvl7pPr>
            <a:lvl8pPr algn="l">
              <a:defRPr sz="1875" b="0">
                <a:solidFill>
                  <a:srgbClr val="005A9C"/>
                </a:solidFill>
                <a:latin typeface="Arial"/>
                <a:ea typeface="Arial"/>
                <a:cs typeface="Arial"/>
              </a:defRPr>
            </a:lvl8pPr>
            <a:lvl9pPr algn="l">
              <a:defRPr sz="1875" b="0">
                <a:solidFill>
                  <a:srgbClr val="005A9C"/>
                </a:solidFill>
                <a:latin typeface="Arial"/>
                <a:ea typeface="Arial"/>
                <a:cs typeface="Arial"/>
              </a:defRPr>
            </a:lvl9pPr>
          </a:lstStyle>
          <a:p xmlns:a="http://schemas.openxmlformats.org/drawingml/2006/main">
            <a:pPr algn="l">
              <a:defRPr sz="1875" b="0">
                <a:solidFill>
                  <a:srgbClr val="005A9C"/>
                </a:solidFill>
                <a:latin typeface="Arial"/>
                <a:ea typeface="Arial"/>
                <a:cs typeface="Arial"/>
              </a:defRPr>
            </a:pPr>
            <a:r>
              <a:rPr sz="1875" b="0">
                <a:solidFill>
                  <a:srgbClr val="005A9C"/>
                </a:solidFill>
                <a:latin typeface="Arial"/>
                <a:ea typeface="Arial"/>
                <a:cs typeface="Arial"/>
              </a:rPr>
              <a:t>Evaluation</a:t>
            </a:r>
          </a:p>
        </p:txBody>
      </p:sp>
      <p:sp>
        <p:nvSpPr>
          <p:cNvPr id="3" name="!!heading.rule">
            <a:extLst xmlns:a="http://schemas.openxmlformats.org/drawingml/2006/main">
              <a:ext uri="{FF2B5EF4-FFF2-40B4-BE49-F238E27FC236}">
                <a16:creationId xmlns:a16="http://schemas.microsoft.com/office/drawing/2014/main" id="{E9221720-2744-4A58-8054-272045B15726}"/>
              </a:ext>
            </a:extLst>
          </p:cNvPr>
          <p:cNvSpPr>
            <a:spLocks xmlns:a="http://schemas.openxmlformats.org/drawingml/2006/main" noGrp="1"/>
          </p:cNvSpPr>
          <p:nvPr/>
        </p:nvSpPr>
        <p:spPr>
          <a:xfrm xmlns:a="http://schemas.openxmlformats.org/drawingml/2006/main" flipH="0" flipV="0">
            <a:off x="647700" y="1733550"/>
            <a:ext cx="13944600" cy="953"/>
          </a:xfrm>
          <a:prstGeom xmlns:a="http://schemas.openxmlformats.org/drawingml/2006/main" prst="line">
            <a:avLst/>
          </a:prstGeom>
          <a:noFill xmlns:a="http://schemas.openxmlformats.org/drawingml/2006/main"/>
          <a:ln xmlns:a="http://schemas.openxmlformats.org/drawingml/2006/main" w="11430">
            <a:solidFill>
              <a:srgbClr val="BCC6CF"/>
            </a:solidFill>
            <a:prstDash val="solid"/>
          </a:ln>
        </p:spPr>
      </p:sp>
      <p:sp>
        <p:nvSpPr>
          <p:cNvPr id="4" name="!!map.front">
            <a:extLst xmlns:a="http://schemas.openxmlformats.org/drawingml/2006/main">
              <a:ext uri="{FF2B5EF4-FFF2-40B4-BE49-F238E27FC236}">
                <a16:creationId xmlns:a16="http://schemas.microsoft.com/office/drawing/2014/main" id="{B8A6E357-B6C2-4CAF-8DBF-F58B309789F7}"/>
              </a:ext>
            </a:extLst>
          </p:cNvPr>
          <p:cNvSpPr>
            <a:spLocks xmlns:a="http://schemas.openxmlformats.org/drawingml/2006/main" noGrp="1"/>
          </p:cNvSpPr>
          <p:nvPr/>
        </p:nvSpPr>
        <p:spPr>
          <a:xfrm xmlns:a="http://schemas.openxmlformats.org/drawingml/2006/main">
            <a:off x="647700" y="1990725"/>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5" name="!!nav.front">
            <ns0:hlinkClick xmlns:ns0="http://schemas.openxmlformats.org/drawingml/2006/main" xmlns:ns1="http://schemas.openxmlformats.org/officeDocument/2006/relationships" ns1:id="rIdNavSlide4" action="ppaction://hlinksldjump" tooltip="Slide 4: Preparing a company research assessment"/>
            <a:extLst xmlns:a="http://schemas.openxmlformats.org/drawingml/2006/main">
              <a:ext uri="{FF2B5EF4-FFF2-40B4-BE49-F238E27FC236}">
                <a16:creationId xmlns:a16="http://schemas.microsoft.com/office/drawing/2014/main" id="{00B2A51A-959D-4E46-98FB-C38BCADE5BAC}"/>
              </a:ext>
            </a:extLst>
          </p:cNvPr>
          <p:cNvSpPr>
            <a:spLocks xmlns:a="http://schemas.openxmlformats.org/drawingml/2006/main" noGrp="1"/>
          </p:cNvSpPr>
          <p:nvPr/>
        </p:nvSpPr>
        <p:spPr>
          <a:xfrm xmlns:a="http://schemas.openxmlformats.org/drawingml/2006/main">
            <a:off x="647700" y="1990725"/>
            <a:ext cx="2609850" cy="409575"/>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FFFFFF"/>
                </a:solidFill>
                <a:latin typeface="Arial"/>
                <a:ea typeface="Arial"/>
                <a:cs typeface="Arial"/>
              </a:defRPr>
            </a:defPPr>
            <a:lvl1pPr algn="ctr">
              <a:defRPr sz="2025" b="1">
                <a:solidFill>
                  <a:srgbClr val="FFFFFF"/>
                </a:solidFill>
                <a:latin typeface="Arial"/>
                <a:ea typeface="Arial"/>
                <a:cs typeface="Arial"/>
              </a:defRPr>
            </a:lvl1pPr>
            <a:lvl2pPr algn="ctr">
              <a:defRPr sz="2025" b="1">
                <a:solidFill>
                  <a:srgbClr val="FFFFFF"/>
                </a:solidFill>
                <a:latin typeface="Arial"/>
                <a:ea typeface="Arial"/>
                <a:cs typeface="Arial"/>
              </a:defRPr>
            </a:lvl2pPr>
            <a:lvl3pPr algn="ctr">
              <a:defRPr sz="2025" b="1">
                <a:solidFill>
                  <a:srgbClr val="FFFFFF"/>
                </a:solidFill>
                <a:latin typeface="Arial"/>
                <a:ea typeface="Arial"/>
                <a:cs typeface="Arial"/>
              </a:defRPr>
            </a:lvl3pPr>
            <a:lvl4pPr algn="ctr">
              <a:defRPr sz="2025" b="1">
                <a:solidFill>
                  <a:srgbClr val="FFFFFF"/>
                </a:solidFill>
                <a:latin typeface="Arial"/>
                <a:ea typeface="Arial"/>
                <a:cs typeface="Arial"/>
              </a:defRPr>
            </a:lvl4pPr>
            <a:lvl5pPr algn="ctr">
              <a:defRPr sz="2025" b="1">
                <a:solidFill>
                  <a:srgbClr val="FFFFFF"/>
                </a:solidFill>
                <a:latin typeface="Arial"/>
                <a:ea typeface="Arial"/>
                <a:cs typeface="Arial"/>
              </a:defRPr>
            </a:lvl5pPr>
            <a:lvl6pPr algn="ctr">
              <a:defRPr sz="2025" b="1">
                <a:solidFill>
                  <a:srgbClr val="FFFFFF"/>
                </a:solidFill>
                <a:latin typeface="Arial"/>
                <a:ea typeface="Arial"/>
                <a:cs typeface="Arial"/>
              </a:defRPr>
            </a:lvl6pPr>
            <a:lvl7pPr algn="ctr">
              <a:defRPr sz="2025" b="1">
                <a:solidFill>
                  <a:srgbClr val="FFFFFF"/>
                </a:solidFill>
                <a:latin typeface="Arial"/>
                <a:ea typeface="Arial"/>
                <a:cs typeface="Arial"/>
              </a:defRPr>
            </a:lvl7pPr>
            <a:lvl8pPr algn="ctr">
              <a:defRPr sz="2025" b="1">
                <a:solidFill>
                  <a:srgbClr val="FFFFFF"/>
                </a:solidFill>
                <a:latin typeface="Arial"/>
                <a:ea typeface="Arial"/>
                <a:cs typeface="Arial"/>
              </a:defRPr>
            </a:lvl8pPr>
            <a:lvl9pPr algn="ctr">
              <a:defRPr sz="2025" b="1">
                <a:solidFill>
                  <a:srgbClr val="FFFFFF"/>
                </a:solidFill>
                <a:latin typeface="Arial"/>
                <a:ea typeface="Arial"/>
                <a:cs typeface="Arial"/>
              </a:defRPr>
            </a:lvl9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Front office</a:t>
            </a:r>
          </a:p>
        </p:txBody>
      </p:sp>
      <p:sp>
        <p:nvSpPr>
          <p:cNvPr id="6" name="!!task.research">
            <ns0:hlinkClick xmlns:ns0="http://schemas.openxmlformats.org/drawingml/2006/main" xmlns:ns1="http://schemas.openxmlformats.org/officeDocument/2006/relationships" ns1:id="rIdNavSlide4" action="ppaction://hlinksldjump" tooltip="Slide 4: Preparing a company research assessment"/>
            <a:extLst xmlns:a="http://schemas.openxmlformats.org/drawingml/2006/main">
              <a:ext uri="{FF2B5EF4-FFF2-40B4-BE49-F238E27FC236}">
                <a16:creationId xmlns:a16="http://schemas.microsoft.com/office/drawing/2014/main" id="{C66B25E9-8A72-45EB-BD52-53D27F81DC32}"/>
              </a:ext>
            </a:extLst>
          </p:cNvPr>
          <p:cNvSpPr>
            <a:spLocks xmlns:a="http://schemas.openxmlformats.org/drawingml/2006/main" noGrp="1"/>
          </p:cNvSpPr>
          <p:nvPr/>
        </p:nvSpPr>
        <p:spPr>
          <a:xfrm xmlns:a="http://schemas.openxmlformats.org/drawingml/2006/main">
            <a:off x="762000" y="249555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Research</a:t>
            </a:r>
          </a:p>
        </p:txBody>
      </p:sp>
      <p:sp>
        <p:nvSpPr>
          <p:cNvPr id="7" name="!!task.trade">
            <ns0:hlinkClick xmlns:ns0="http://schemas.openxmlformats.org/drawingml/2006/main" xmlns:ns1="http://schemas.openxmlformats.org/officeDocument/2006/relationships" ns1:id="rIdNavSlide9" action="ppaction://hlinksldjump" tooltip="Slide 9: Preparing a bond quote request"/>
            <a:extLst xmlns:a="http://schemas.openxmlformats.org/drawingml/2006/main">
              <a:ext uri="{FF2B5EF4-FFF2-40B4-BE49-F238E27FC236}">
                <a16:creationId xmlns:a16="http://schemas.microsoft.com/office/drawing/2014/main" id="{0A1AC754-0394-4A8D-ABF6-9090F9FFBA9C}"/>
              </a:ext>
            </a:extLst>
          </p:cNvPr>
          <p:cNvSpPr>
            <a:spLocks xmlns:a="http://schemas.openxmlformats.org/drawingml/2006/main" noGrp="1"/>
          </p:cNvSpPr>
          <p:nvPr/>
        </p:nvSpPr>
        <p:spPr>
          <a:xfrm xmlns:a="http://schemas.openxmlformats.org/drawingml/2006/main">
            <a:off x="762000" y="280987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Trading support</a:t>
            </a:r>
          </a:p>
        </p:txBody>
      </p:sp>
      <p:sp>
        <p:nvSpPr>
          <p:cNvPr id="8" name="!!task.client">
            <ns0:hlinkClick xmlns:ns0="http://schemas.openxmlformats.org/drawingml/2006/main" xmlns:ns1="http://schemas.openxmlformats.org/officeDocument/2006/relationships" ns1:id="rIdNavSlide12" action="ppaction://hlinksldjump" tooltip="Slide 12: Preparing a quarterly client update"/>
            <a:extLst xmlns:a="http://schemas.openxmlformats.org/drawingml/2006/main">
              <a:ext uri="{FF2B5EF4-FFF2-40B4-BE49-F238E27FC236}">
                <a16:creationId xmlns:a16="http://schemas.microsoft.com/office/drawing/2014/main" id="{EFD716F7-D802-47F4-BAC7-9906E40C6268}"/>
              </a:ext>
            </a:extLst>
          </p:cNvPr>
          <p:cNvSpPr>
            <a:spLocks xmlns:a="http://schemas.openxmlformats.org/drawingml/2006/main" noGrp="1"/>
          </p:cNvSpPr>
          <p:nvPr/>
        </p:nvSpPr>
        <p:spPr>
          <a:xfrm xmlns:a="http://schemas.openxmlformats.org/drawingml/2006/main">
            <a:off x="762000" y="312420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Client materials</a:t>
            </a:r>
          </a:p>
        </p:txBody>
      </p:sp>
      <p:sp>
        <p:nvSpPr>
          <p:cNvPr id="9" name="!!map.middle">
            <a:extLst xmlns:a="http://schemas.openxmlformats.org/drawingml/2006/main">
              <a:ext uri="{FF2B5EF4-FFF2-40B4-BE49-F238E27FC236}">
                <a16:creationId xmlns:a16="http://schemas.microsoft.com/office/drawing/2014/main" id="{175F2D37-0761-42EA-A021-662C0BC185FF}"/>
              </a:ext>
            </a:extLst>
          </p:cNvPr>
          <p:cNvSpPr>
            <a:spLocks xmlns:a="http://schemas.openxmlformats.org/drawingml/2006/main" noGrp="1"/>
          </p:cNvSpPr>
          <p:nvPr/>
        </p:nvSpPr>
        <p:spPr>
          <a:xfrm xmlns:a="http://schemas.openxmlformats.org/drawingml/2006/main">
            <a:off x="647700" y="3657600"/>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10" name="!!nav.middle">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6D438967-61AF-462E-AA89-80317C53144F}"/>
              </a:ext>
            </a:extLst>
          </p:cNvPr>
          <p:cNvSpPr>
            <a:spLocks xmlns:a="http://schemas.openxmlformats.org/drawingml/2006/main" noGrp="1"/>
          </p:cNvSpPr>
          <p:nvPr/>
        </p:nvSpPr>
        <p:spPr>
          <a:xfrm xmlns:a="http://schemas.openxmlformats.org/drawingml/2006/main">
            <a:off x="647700" y="3657600"/>
            <a:ext cx="2609850" cy="409575"/>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FFFFFF"/>
                </a:solidFill>
                <a:latin typeface="Arial"/>
                <a:ea typeface="Arial"/>
                <a:cs typeface="Arial"/>
              </a:defRPr>
            </a:defPPr>
            <a:lvl1pPr algn="ctr">
              <a:defRPr sz="2025" b="1">
                <a:solidFill>
                  <a:srgbClr val="FFFFFF"/>
                </a:solidFill>
                <a:latin typeface="Arial"/>
                <a:ea typeface="Arial"/>
                <a:cs typeface="Arial"/>
              </a:defRPr>
            </a:lvl1pPr>
            <a:lvl2pPr algn="ctr">
              <a:defRPr sz="2025" b="1">
                <a:solidFill>
                  <a:srgbClr val="FFFFFF"/>
                </a:solidFill>
                <a:latin typeface="Arial"/>
                <a:ea typeface="Arial"/>
                <a:cs typeface="Arial"/>
              </a:defRPr>
            </a:lvl2pPr>
            <a:lvl3pPr algn="ctr">
              <a:defRPr sz="2025" b="1">
                <a:solidFill>
                  <a:srgbClr val="FFFFFF"/>
                </a:solidFill>
                <a:latin typeface="Arial"/>
                <a:ea typeface="Arial"/>
                <a:cs typeface="Arial"/>
              </a:defRPr>
            </a:lvl3pPr>
            <a:lvl4pPr algn="ctr">
              <a:defRPr sz="2025" b="1">
                <a:solidFill>
                  <a:srgbClr val="FFFFFF"/>
                </a:solidFill>
                <a:latin typeface="Arial"/>
                <a:ea typeface="Arial"/>
                <a:cs typeface="Arial"/>
              </a:defRPr>
            </a:lvl4pPr>
            <a:lvl5pPr algn="ctr">
              <a:defRPr sz="2025" b="1">
                <a:solidFill>
                  <a:srgbClr val="FFFFFF"/>
                </a:solidFill>
                <a:latin typeface="Arial"/>
                <a:ea typeface="Arial"/>
                <a:cs typeface="Arial"/>
              </a:defRPr>
            </a:lvl5pPr>
            <a:lvl6pPr algn="ctr">
              <a:defRPr sz="2025" b="1">
                <a:solidFill>
                  <a:srgbClr val="FFFFFF"/>
                </a:solidFill>
                <a:latin typeface="Arial"/>
                <a:ea typeface="Arial"/>
                <a:cs typeface="Arial"/>
              </a:defRPr>
            </a:lvl6pPr>
            <a:lvl7pPr algn="ctr">
              <a:defRPr sz="2025" b="1">
                <a:solidFill>
                  <a:srgbClr val="FFFFFF"/>
                </a:solidFill>
                <a:latin typeface="Arial"/>
                <a:ea typeface="Arial"/>
                <a:cs typeface="Arial"/>
              </a:defRPr>
            </a:lvl7pPr>
            <a:lvl8pPr algn="ctr">
              <a:defRPr sz="2025" b="1">
                <a:solidFill>
                  <a:srgbClr val="FFFFFF"/>
                </a:solidFill>
                <a:latin typeface="Arial"/>
                <a:ea typeface="Arial"/>
                <a:cs typeface="Arial"/>
              </a:defRPr>
            </a:lvl8pPr>
            <a:lvl9pPr algn="ctr">
              <a:defRPr sz="2025" b="1">
                <a:solidFill>
                  <a:srgbClr val="FFFFFF"/>
                </a:solidFill>
                <a:latin typeface="Arial"/>
                <a:ea typeface="Arial"/>
                <a:cs typeface="Arial"/>
              </a:defRPr>
            </a:lvl9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Middle office</a:t>
            </a:r>
          </a:p>
        </p:txBody>
      </p:sp>
      <p:sp>
        <p:nvSpPr>
          <p:cNvPr id="11" name="!!task.review">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C0572919-3FF5-444A-8AED-1ABB938DA6D0}"/>
              </a:ext>
            </a:extLst>
          </p:cNvPr>
          <p:cNvSpPr>
            <a:spLocks xmlns:a="http://schemas.openxmlformats.org/drawingml/2006/main" noGrp="1"/>
          </p:cNvSpPr>
          <p:nvPr/>
        </p:nvSpPr>
        <p:spPr>
          <a:xfrm xmlns:a="http://schemas.openxmlformats.org/drawingml/2006/main">
            <a:off x="762000" y="416242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Content review</a:t>
            </a:r>
          </a:p>
        </p:txBody>
      </p:sp>
      <p:sp>
        <p:nvSpPr>
          <p:cNvPr id="12" name="!!task.risk">
            <ns0:hlinkClick xmlns:ns0="http://schemas.openxmlformats.org/drawingml/2006/main" xmlns:ns1="http://schemas.openxmlformats.org/officeDocument/2006/relationships" ns1:id="rIdNavSlide19" action="ppaction://hlinksldjump" tooltip="Slide 19: Investigating a risk alert"/>
            <a:extLst xmlns:a="http://schemas.openxmlformats.org/drawingml/2006/main">
              <a:ext uri="{FF2B5EF4-FFF2-40B4-BE49-F238E27FC236}">
                <a16:creationId xmlns:a16="http://schemas.microsoft.com/office/drawing/2014/main" id="{EF616360-5D21-44A5-8F25-5D09F703FA88}"/>
              </a:ext>
            </a:extLst>
          </p:cNvPr>
          <p:cNvSpPr>
            <a:spLocks xmlns:a="http://schemas.openxmlformats.org/drawingml/2006/main" noGrp="1"/>
          </p:cNvSpPr>
          <p:nvPr/>
        </p:nvSpPr>
        <p:spPr>
          <a:xfrm xmlns:a="http://schemas.openxmlformats.org/drawingml/2006/main">
            <a:off x="762000" y="447675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Risk analysis</a:t>
            </a:r>
          </a:p>
        </p:txBody>
      </p:sp>
      <p:sp>
        <p:nvSpPr>
          <p:cNvPr id="13" name="!!map.back">
            <a:extLst xmlns:a="http://schemas.openxmlformats.org/drawingml/2006/main">
              <a:ext uri="{FF2B5EF4-FFF2-40B4-BE49-F238E27FC236}">
                <a16:creationId xmlns:a16="http://schemas.microsoft.com/office/drawing/2014/main" id="{FDC53CE5-FD40-4481-8E3A-E127D67074C8}"/>
              </a:ext>
            </a:extLst>
          </p:cNvPr>
          <p:cNvSpPr>
            <a:spLocks xmlns:a="http://schemas.openxmlformats.org/drawingml/2006/main" noGrp="1"/>
          </p:cNvSpPr>
          <p:nvPr/>
        </p:nvSpPr>
        <p:spPr>
          <a:xfrm xmlns:a="http://schemas.openxmlformats.org/drawingml/2006/main">
            <a:off x="647700" y="5324475"/>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14" name="!!nav.back">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B98146FB-BAB8-4410-A0C7-384114C0B1D6}"/>
              </a:ext>
            </a:extLst>
          </p:cNvPr>
          <p:cNvSpPr>
            <a:spLocks xmlns:a="http://schemas.openxmlformats.org/drawingml/2006/main" noGrp="1"/>
          </p:cNvSpPr>
          <p:nvPr/>
        </p:nvSpPr>
        <p:spPr>
          <a:xfrm xmlns:a="http://schemas.openxmlformats.org/drawingml/2006/main">
            <a:off x="647700" y="5324475"/>
            <a:ext cx="2609850" cy="409575"/>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FFFFFF"/>
                </a:solidFill>
                <a:latin typeface="Arial"/>
                <a:ea typeface="Arial"/>
                <a:cs typeface="Arial"/>
              </a:defRPr>
            </a:defPPr>
            <a:lvl1pPr algn="ctr">
              <a:defRPr sz="2025" b="1">
                <a:solidFill>
                  <a:srgbClr val="FFFFFF"/>
                </a:solidFill>
                <a:latin typeface="Arial"/>
                <a:ea typeface="Arial"/>
                <a:cs typeface="Arial"/>
              </a:defRPr>
            </a:lvl1pPr>
            <a:lvl2pPr algn="ctr">
              <a:defRPr sz="2025" b="1">
                <a:solidFill>
                  <a:srgbClr val="FFFFFF"/>
                </a:solidFill>
                <a:latin typeface="Arial"/>
                <a:ea typeface="Arial"/>
                <a:cs typeface="Arial"/>
              </a:defRPr>
            </a:lvl2pPr>
            <a:lvl3pPr algn="ctr">
              <a:defRPr sz="2025" b="1">
                <a:solidFill>
                  <a:srgbClr val="FFFFFF"/>
                </a:solidFill>
                <a:latin typeface="Arial"/>
                <a:ea typeface="Arial"/>
                <a:cs typeface="Arial"/>
              </a:defRPr>
            </a:lvl3pPr>
            <a:lvl4pPr algn="ctr">
              <a:defRPr sz="2025" b="1">
                <a:solidFill>
                  <a:srgbClr val="FFFFFF"/>
                </a:solidFill>
                <a:latin typeface="Arial"/>
                <a:ea typeface="Arial"/>
                <a:cs typeface="Arial"/>
              </a:defRPr>
            </a:lvl4pPr>
            <a:lvl5pPr algn="ctr">
              <a:defRPr sz="2025" b="1">
                <a:solidFill>
                  <a:srgbClr val="FFFFFF"/>
                </a:solidFill>
                <a:latin typeface="Arial"/>
                <a:ea typeface="Arial"/>
                <a:cs typeface="Arial"/>
              </a:defRPr>
            </a:lvl5pPr>
            <a:lvl6pPr algn="ctr">
              <a:defRPr sz="2025" b="1">
                <a:solidFill>
                  <a:srgbClr val="FFFFFF"/>
                </a:solidFill>
                <a:latin typeface="Arial"/>
                <a:ea typeface="Arial"/>
                <a:cs typeface="Arial"/>
              </a:defRPr>
            </a:lvl6pPr>
            <a:lvl7pPr algn="ctr">
              <a:defRPr sz="2025" b="1">
                <a:solidFill>
                  <a:srgbClr val="FFFFFF"/>
                </a:solidFill>
                <a:latin typeface="Arial"/>
                <a:ea typeface="Arial"/>
                <a:cs typeface="Arial"/>
              </a:defRPr>
            </a:lvl7pPr>
            <a:lvl8pPr algn="ctr">
              <a:defRPr sz="2025" b="1">
                <a:solidFill>
                  <a:srgbClr val="FFFFFF"/>
                </a:solidFill>
                <a:latin typeface="Arial"/>
                <a:ea typeface="Arial"/>
                <a:cs typeface="Arial"/>
              </a:defRPr>
            </a:lvl8pPr>
            <a:lvl9pPr algn="ctr">
              <a:defRPr sz="2025" b="1">
                <a:solidFill>
                  <a:srgbClr val="FFFFFF"/>
                </a:solidFill>
                <a:latin typeface="Arial"/>
                <a:ea typeface="Arial"/>
                <a:cs typeface="Arial"/>
              </a:defRPr>
            </a:lvl9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Back office</a:t>
            </a:r>
          </a:p>
        </p:txBody>
      </p:sp>
      <p:sp>
        <p:nvSpPr>
          <p:cNvPr id="15" name="!!task.files">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0AE07258-7999-423D-A966-6A7D7AF45087}"/>
              </a:ext>
            </a:extLst>
          </p:cNvPr>
          <p:cNvSpPr>
            <a:spLocks xmlns:a="http://schemas.openxmlformats.org/drawingml/2006/main" noGrp="1"/>
          </p:cNvSpPr>
          <p:nvPr/>
        </p:nvSpPr>
        <p:spPr>
          <a:xfrm xmlns:a="http://schemas.openxmlformats.org/drawingml/2006/main">
            <a:off x="762000" y="582930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Document processing</a:t>
            </a:r>
          </a:p>
        </p:txBody>
      </p:sp>
      <p:sp>
        <p:nvSpPr>
          <p:cNvPr id="16" name="!!task.dev">
            <ns0:hlinkClick xmlns:ns0="http://schemas.openxmlformats.org/drawingml/2006/main" xmlns:ns1="http://schemas.openxmlformats.org/officeDocument/2006/relationships" ns1:id="rIdNavSlide25" action="ppaction://hlinksldjump" tooltip="Slide 25: Turning a business request into a working tool"/>
            <a:extLst xmlns:a="http://schemas.openxmlformats.org/drawingml/2006/main">
              <a:ext uri="{FF2B5EF4-FFF2-40B4-BE49-F238E27FC236}">
                <a16:creationId xmlns:a16="http://schemas.microsoft.com/office/drawing/2014/main" id="{F3507238-775C-47A3-930D-9A2366EF9D0D}"/>
              </a:ext>
            </a:extLst>
          </p:cNvPr>
          <p:cNvSpPr>
            <a:spLocks xmlns:a="http://schemas.openxmlformats.org/drawingml/2006/main" noGrp="1"/>
          </p:cNvSpPr>
          <p:nvPr/>
        </p:nvSpPr>
        <p:spPr>
          <a:xfrm xmlns:a="http://schemas.openxmlformats.org/drawingml/2006/main">
            <a:off x="762000" y="614362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Tool development</a:t>
            </a:r>
          </a:p>
        </p:txBody>
      </p:sp>
      <p:sp>
        <p:nvSpPr>
          <p:cNvPr id="17" name="!!map.separator">
            <a:extLst xmlns:a="http://schemas.openxmlformats.org/drawingml/2006/main">
              <a:ext uri="{FF2B5EF4-FFF2-40B4-BE49-F238E27FC236}">
                <a16:creationId xmlns:a16="http://schemas.microsoft.com/office/drawing/2014/main" id="{752F4B69-2634-4965-9DF7-6F2897F1879F}"/>
              </a:ext>
            </a:extLst>
          </p:cNvPr>
          <p:cNvSpPr>
            <a:spLocks xmlns:a="http://schemas.openxmlformats.org/drawingml/2006/main" noGrp="1"/>
          </p:cNvSpPr>
          <p:nvPr/>
        </p:nvSpPr>
        <p:spPr>
          <a:xfrm xmlns:a="http://schemas.openxmlformats.org/drawingml/2006/main" flipH="0" flipV="0">
            <a:off x="3600450" y="1990725"/>
            <a:ext cx="953" cy="5076825"/>
          </a:xfrm>
          <a:prstGeom xmlns:a="http://schemas.openxmlformats.org/drawingml/2006/main" prst="line">
            <a:avLst/>
          </a:prstGeom>
          <a:noFill xmlns:a="http://schemas.openxmlformats.org/drawingml/2006/main"/>
          <a:ln xmlns:a="http://schemas.openxmlformats.org/drawingml/2006/main" w="9525">
            <a:solidFill>
              <a:srgbClr val="BCC6CF"/>
            </a:solidFill>
            <a:prstDash val="solid"/>
          </a:ln>
        </p:spPr>
      </p:sp>
      <p:sp>
        <p:nvSpPr>
          <p:cNvPr id="18" name="!!nav.home">
            <ns0:hlinkClick xmlns:ns0="http://schemas.openxmlformats.org/drawingml/2006/main" xmlns:ns1="http://schemas.openxmlformats.org/officeDocument/2006/relationships" ns1:id="rIdNavSlide3" action="ppaction://hlinksldjump" tooltip="Slide 3: Seven workflows across the firm"/>
            <a:extLst xmlns:a="http://schemas.openxmlformats.org/drawingml/2006/main">
              <a:ext uri="{FF2B5EF4-FFF2-40B4-BE49-F238E27FC236}">
                <a16:creationId xmlns:a16="http://schemas.microsoft.com/office/drawing/2014/main" id="{AE4AB687-039B-470F-AF92-1B0A46D08269}"/>
              </a:ext>
            </a:extLst>
          </p:cNvPr>
          <p:cNvSpPr>
            <a:spLocks xmlns:a="http://schemas.openxmlformats.org/drawingml/2006/main" noGrp="1"/>
          </p:cNvSpPr>
          <p:nvPr/>
        </p:nvSpPr>
        <p:spPr>
          <a:xfrm xmlns:a="http://schemas.openxmlformats.org/drawingml/2006/main">
            <a:off x="647700" y="7496175"/>
            <a:ext cx="26098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BCC6CF"/>
            </a:solidFill>
            <a:prstDash val="solid"/>
          </a:ln>
        </p:spPr>
        <p:txBody>
          <a:bodyPr xmlns:a="http://schemas.openxmlformats.org/drawingml/2006/main" wrap="square" lIns="114300" tIns="0" rIns="114300" bIns="0" anchor="ctr">
            <a:noAutofit/>
          </a:bodyPr>
          <a:lstStyle xmlns:a="http://schemas.openxmlformats.org/drawingml/2006/main">
            <a:defPPr algn="ctr">
              <a:defRPr sz="1800" b="1">
                <a:solidFill>
                  <a:srgbClr val="005A9C"/>
                </a:solidFill>
                <a:latin typeface="Arial"/>
                <a:ea typeface="Arial"/>
                <a:cs typeface="Arial"/>
              </a:defRPr>
            </a:defPPr>
            <a:lvl1pPr algn="ctr">
              <a:defRPr sz="1800" b="1">
                <a:solidFill>
                  <a:srgbClr val="005A9C"/>
                </a:solidFill>
                <a:latin typeface="Arial"/>
                <a:ea typeface="Arial"/>
                <a:cs typeface="Arial"/>
              </a:defRPr>
            </a:lvl1pPr>
            <a:lvl2pPr algn="ctr">
              <a:defRPr sz="1800" b="1">
                <a:solidFill>
                  <a:srgbClr val="005A9C"/>
                </a:solidFill>
                <a:latin typeface="Arial"/>
                <a:ea typeface="Arial"/>
                <a:cs typeface="Arial"/>
              </a:defRPr>
            </a:lvl2pPr>
            <a:lvl3pPr algn="ctr">
              <a:defRPr sz="1800" b="1">
                <a:solidFill>
                  <a:srgbClr val="005A9C"/>
                </a:solidFill>
                <a:latin typeface="Arial"/>
                <a:ea typeface="Arial"/>
                <a:cs typeface="Arial"/>
              </a:defRPr>
            </a:lvl3pPr>
            <a:lvl4pPr algn="ctr">
              <a:defRPr sz="1800" b="1">
                <a:solidFill>
                  <a:srgbClr val="005A9C"/>
                </a:solidFill>
                <a:latin typeface="Arial"/>
                <a:ea typeface="Arial"/>
                <a:cs typeface="Arial"/>
              </a:defRPr>
            </a:lvl4pPr>
            <a:lvl5pPr algn="ctr">
              <a:defRPr sz="1800" b="1">
                <a:solidFill>
                  <a:srgbClr val="005A9C"/>
                </a:solidFill>
                <a:latin typeface="Arial"/>
                <a:ea typeface="Arial"/>
                <a:cs typeface="Arial"/>
              </a:defRPr>
            </a:lvl5pPr>
            <a:lvl6pPr algn="ctr">
              <a:defRPr sz="1800" b="1">
                <a:solidFill>
                  <a:srgbClr val="005A9C"/>
                </a:solidFill>
                <a:latin typeface="Arial"/>
                <a:ea typeface="Arial"/>
                <a:cs typeface="Arial"/>
              </a:defRPr>
            </a:lvl6pPr>
            <a:lvl7pPr algn="ctr">
              <a:defRPr sz="1800" b="1">
                <a:solidFill>
                  <a:srgbClr val="005A9C"/>
                </a:solidFill>
                <a:latin typeface="Arial"/>
                <a:ea typeface="Arial"/>
                <a:cs typeface="Arial"/>
              </a:defRPr>
            </a:lvl7pPr>
            <a:lvl8pPr algn="ctr">
              <a:defRPr sz="1800" b="1">
                <a:solidFill>
                  <a:srgbClr val="005A9C"/>
                </a:solidFill>
                <a:latin typeface="Arial"/>
                <a:ea typeface="Arial"/>
                <a:cs typeface="Arial"/>
              </a:defRPr>
            </a:lvl8pPr>
            <a:lvl9pPr algn="ctr">
              <a:defRPr sz="1800" b="1">
                <a:solidFill>
                  <a:srgbClr val="005A9C"/>
                </a:solidFill>
                <a:latin typeface="Arial"/>
                <a:ea typeface="Arial"/>
                <a:cs typeface="Arial"/>
              </a:defRPr>
            </a:lvl9pPr>
          </a:lstStyle>
          <a:p xmlns:a="http://schemas.openxmlformats.org/drawingml/2006/main">
            <a:pPr algn="ctr">
              <a:defRPr sz="1800" b="1">
                <a:solidFill>
                  <a:srgbClr val="005A9C"/>
                </a:solidFill>
                <a:latin typeface="Arial"/>
                <a:ea typeface="Arial"/>
                <a:cs typeface="Arial"/>
              </a:defRPr>
            </a:pPr>
            <a:r>
              <a:rPr sz="1800" b="1">
                <a:solidFill>
                  <a:srgbClr val="005A9C"/>
                </a:solidFill>
                <a:latin typeface="Arial"/>
                <a:ea typeface="Arial"/>
                <a:cs typeface="Arial"/>
              </a:rPr>
              <a:t>Firm overview</a:t>
            </a:r>
          </a:p>
        </p:txBody>
      </p:sp>
      <p:sp>
        <p:nvSpPr>
          <p:cNvPr id="19" name="!!page">
            <a:extLst xmlns:a="http://schemas.openxmlformats.org/drawingml/2006/main">
              <a:ext uri="{FF2B5EF4-FFF2-40B4-BE49-F238E27FC236}">
                <a16:creationId xmlns:a16="http://schemas.microsoft.com/office/drawing/2014/main" id="{F7664845-8B41-4B20-8B97-2541F8C9284D}"/>
              </a:ext>
            </a:extLst>
          </p:cNvPr>
          <p:cNvSpPr>
            <a:spLocks xmlns:a="http://schemas.openxmlformats.org/drawingml/2006/main" noGrp="1"/>
          </p:cNvSpPr>
          <p:nvPr/>
        </p:nvSpPr>
        <p:spPr>
          <a:xfrm xmlns:a="http://schemas.openxmlformats.org/drawingml/2006/main">
            <a:off x="11144250" y="7591425"/>
            <a:ext cx="904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650" b="0">
                <a:solidFill>
                  <a:srgbClr val="707C88"/>
                </a:solidFill>
                <a:latin typeface="Arial"/>
                <a:ea typeface="Arial"/>
                <a:cs typeface="Arial"/>
              </a:defRPr>
            </a:defPPr>
            <a:lvl1pPr algn="r">
              <a:defRPr sz="1650" b="0">
                <a:solidFill>
                  <a:srgbClr val="707C88"/>
                </a:solidFill>
                <a:latin typeface="Arial"/>
                <a:ea typeface="Arial"/>
                <a:cs typeface="Arial"/>
              </a:defRPr>
            </a:lvl1pPr>
            <a:lvl2pPr algn="r">
              <a:defRPr sz="1650" b="0">
                <a:solidFill>
                  <a:srgbClr val="707C88"/>
                </a:solidFill>
                <a:latin typeface="Arial"/>
                <a:ea typeface="Arial"/>
                <a:cs typeface="Arial"/>
              </a:defRPr>
            </a:lvl2pPr>
            <a:lvl3pPr algn="r">
              <a:defRPr sz="1650" b="0">
                <a:solidFill>
                  <a:srgbClr val="707C88"/>
                </a:solidFill>
                <a:latin typeface="Arial"/>
                <a:ea typeface="Arial"/>
                <a:cs typeface="Arial"/>
              </a:defRPr>
            </a:lvl3pPr>
            <a:lvl4pPr algn="r">
              <a:defRPr sz="1650" b="0">
                <a:solidFill>
                  <a:srgbClr val="707C88"/>
                </a:solidFill>
                <a:latin typeface="Arial"/>
                <a:ea typeface="Arial"/>
                <a:cs typeface="Arial"/>
              </a:defRPr>
            </a:lvl4pPr>
            <a:lvl5pPr algn="r">
              <a:defRPr sz="1650" b="0">
                <a:solidFill>
                  <a:srgbClr val="707C88"/>
                </a:solidFill>
                <a:latin typeface="Arial"/>
                <a:ea typeface="Arial"/>
                <a:cs typeface="Arial"/>
              </a:defRPr>
            </a:lvl5pPr>
            <a:lvl6pPr algn="r">
              <a:defRPr sz="1650" b="0">
                <a:solidFill>
                  <a:srgbClr val="707C88"/>
                </a:solidFill>
                <a:latin typeface="Arial"/>
                <a:ea typeface="Arial"/>
                <a:cs typeface="Arial"/>
              </a:defRPr>
            </a:lvl6pPr>
            <a:lvl7pPr algn="r">
              <a:defRPr sz="1650" b="0">
                <a:solidFill>
                  <a:srgbClr val="707C88"/>
                </a:solidFill>
                <a:latin typeface="Arial"/>
                <a:ea typeface="Arial"/>
                <a:cs typeface="Arial"/>
              </a:defRPr>
            </a:lvl7pPr>
            <a:lvl8pPr algn="r">
              <a:defRPr sz="1650" b="0">
                <a:solidFill>
                  <a:srgbClr val="707C88"/>
                </a:solidFill>
                <a:latin typeface="Arial"/>
                <a:ea typeface="Arial"/>
                <a:cs typeface="Arial"/>
              </a:defRPr>
            </a:lvl8pPr>
            <a:lvl9pPr algn="r">
              <a:defRPr sz="1650" b="0">
                <a:solidFill>
                  <a:srgbClr val="707C88"/>
                </a:solidFill>
                <a:latin typeface="Arial"/>
                <a:ea typeface="Arial"/>
                <a:cs typeface="Arial"/>
              </a:defRPr>
            </a:lvl9pPr>
          </a:lstStyle>
          <a:p xmlns:a="http://schemas.openxmlformats.org/drawingml/2006/main">
            <a:pPr algn="r">
              <a:defRPr sz="1650" b="0">
                <a:solidFill>
                  <a:srgbClr val="707C88"/>
                </a:solidFill>
                <a:latin typeface="Arial"/>
                <a:ea typeface="Arial"/>
                <a:cs typeface="Arial"/>
              </a:defRPr>
            </a:pPr>
            <a:r>
              <a:rPr sz="1650" b="0">
                <a:solidFill>
                  <a:srgbClr val="707C88"/>
                </a:solidFill>
                <a:latin typeface="Arial"/>
                <a:ea typeface="Arial"/>
                <a:cs typeface="Arial"/>
              </a:rPr>
              <a:t>33 / 33</a:t>
            </a:r>
          </a:p>
        </p:txBody>
      </p:sp>
      <p:sp>
        <p:nvSpPr>
          <p:cNvPr id="20" name="!!nav.prev">
            <ns0:hlinkClick xmlns:ns0="http://schemas.openxmlformats.org/drawingml/2006/main" xmlns:ns1="http://schemas.openxmlformats.org/officeDocument/2006/relationships" ns1:id="rIdNavSlide32" action="ppaction://hlinksldjump" tooltip="Slide 32: Suggested implementation sequence"/>
            <a:extLst xmlns:a="http://schemas.openxmlformats.org/drawingml/2006/main">
              <a:ext uri="{FF2B5EF4-FFF2-40B4-BE49-F238E27FC236}">
                <a16:creationId xmlns:a16="http://schemas.microsoft.com/office/drawing/2014/main" id="{2A34B8B9-3C45-4B40-B685-8BD6D502D1F7}"/>
              </a:ext>
            </a:extLst>
          </p:cNvPr>
          <p:cNvSpPr>
            <a:spLocks xmlns:a="http://schemas.openxmlformats.org/drawingml/2006/main" noGrp="1"/>
          </p:cNvSpPr>
          <p:nvPr/>
        </p:nvSpPr>
        <p:spPr>
          <a:xfrm xmlns:a="http://schemas.openxmlformats.org/drawingml/2006/main">
            <a:off x="12287250" y="7496175"/>
            <a:ext cx="1047750" cy="4572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725" b="1">
                <a:solidFill>
                  <a:srgbClr val="005A9C"/>
                </a:solidFill>
                <a:latin typeface="Arial"/>
                <a:ea typeface="Arial"/>
                <a:cs typeface="Arial"/>
              </a:defRPr>
            </a:defPPr>
            <a:lvl1pPr algn="ctr">
              <a:defRPr sz="1725" b="1">
                <a:solidFill>
                  <a:srgbClr val="005A9C"/>
                </a:solidFill>
                <a:latin typeface="Arial"/>
                <a:ea typeface="Arial"/>
                <a:cs typeface="Arial"/>
              </a:defRPr>
            </a:lvl1pPr>
            <a:lvl2pPr algn="ctr">
              <a:defRPr sz="1725" b="1">
                <a:solidFill>
                  <a:srgbClr val="005A9C"/>
                </a:solidFill>
                <a:latin typeface="Arial"/>
                <a:ea typeface="Arial"/>
                <a:cs typeface="Arial"/>
              </a:defRPr>
            </a:lvl2pPr>
            <a:lvl3pPr algn="ctr">
              <a:defRPr sz="1725" b="1">
                <a:solidFill>
                  <a:srgbClr val="005A9C"/>
                </a:solidFill>
                <a:latin typeface="Arial"/>
                <a:ea typeface="Arial"/>
                <a:cs typeface="Arial"/>
              </a:defRPr>
            </a:lvl3pPr>
            <a:lvl4pPr algn="ctr">
              <a:defRPr sz="1725" b="1">
                <a:solidFill>
                  <a:srgbClr val="005A9C"/>
                </a:solidFill>
                <a:latin typeface="Arial"/>
                <a:ea typeface="Arial"/>
                <a:cs typeface="Arial"/>
              </a:defRPr>
            </a:lvl4pPr>
            <a:lvl5pPr algn="ctr">
              <a:defRPr sz="1725" b="1">
                <a:solidFill>
                  <a:srgbClr val="005A9C"/>
                </a:solidFill>
                <a:latin typeface="Arial"/>
                <a:ea typeface="Arial"/>
                <a:cs typeface="Arial"/>
              </a:defRPr>
            </a:lvl5pPr>
            <a:lvl6pPr algn="ctr">
              <a:defRPr sz="1725" b="1">
                <a:solidFill>
                  <a:srgbClr val="005A9C"/>
                </a:solidFill>
                <a:latin typeface="Arial"/>
                <a:ea typeface="Arial"/>
                <a:cs typeface="Arial"/>
              </a:defRPr>
            </a:lvl6pPr>
            <a:lvl7pPr algn="ctr">
              <a:defRPr sz="1725" b="1">
                <a:solidFill>
                  <a:srgbClr val="005A9C"/>
                </a:solidFill>
                <a:latin typeface="Arial"/>
                <a:ea typeface="Arial"/>
                <a:cs typeface="Arial"/>
              </a:defRPr>
            </a:lvl7pPr>
            <a:lvl8pPr algn="ctr">
              <a:defRPr sz="1725" b="1">
                <a:solidFill>
                  <a:srgbClr val="005A9C"/>
                </a:solidFill>
                <a:latin typeface="Arial"/>
                <a:ea typeface="Arial"/>
                <a:cs typeface="Arial"/>
              </a:defRPr>
            </a:lvl8pPr>
            <a:lvl9pPr algn="ctr">
              <a:defRPr sz="1725" b="1">
                <a:solidFill>
                  <a:srgbClr val="005A9C"/>
                </a:solidFill>
                <a:latin typeface="Arial"/>
                <a:ea typeface="Arial"/>
                <a:cs typeface="Arial"/>
              </a:defRPr>
            </a:lvl9pPr>
          </a:lstStyle>
          <a:p xmlns:a="http://schemas.openxmlformats.org/drawingml/2006/main">
            <a:pPr algn="ctr">
              <a:defRPr sz="1725" b="1">
                <a:solidFill>
                  <a:srgbClr val="005A9C"/>
                </a:solidFill>
                <a:latin typeface="Arial"/>
                <a:ea typeface="Arial"/>
                <a:cs typeface="Arial"/>
              </a:defRPr>
            </a:pPr>
            <a:r>
              <a:rPr sz="1725" b="1">
                <a:solidFill>
                  <a:srgbClr val="005A9C"/>
                </a:solidFill>
                <a:latin typeface="Arial"/>
                <a:ea typeface="Arial"/>
                <a:cs typeface="Arial"/>
              </a:rPr>
              <a:t>Back</a:t>
            </a:r>
          </a:p>
        </p:txBody>
      </p:sp>
      <p:sp>
        <p:nvSpPr>
          <p:cNvPr id="21" name="!!nav.next">
            <ns0:hlinkClick xmlns:ns0="http://schemas.openxmlformats.org/drawingml/2006/main" xmlns:ns1="http://schemas.openxmlformats.org/officeDocument/2006/relationships" ns1:id="rIdNavSlide3" action="ppaction://hlinksldjump" tooltip="Slide 3: Seven workflows across the firm"/>
            <a:extLst xmlns:a="http://schemas.openxmlformats.org/drawingml/2006/main">
              <a:ext uri="{FF2B5EF4-FFF2-40B4-BE49-F238E27FC236}">
                <a16:creationId xmlns:a16="http://schemas.microsoft.com/office/drawing/2014/main" id="{882DD485-5DF8-4352-B97C-CEC3E56C740F}"/>
              </a:ext>
            </a:extLst>
          </p:cNvPr>
          <p:cNvSpPr>
            <a:spLocks xmlns:a="http://schemas.openxmlformats.org/drawingml/2006/main" noGrp="1"/>
          </p:cNvSpPr>
          <p:nvPr/>
        </p:nvSpPr>
        <p:spPr>
          <a:xfrm xmlns:a="http://schemas.openxmlformats.org/drawingml/2006/main">
            <a:off x="13506450" y="7496175"/>
            <a:ext cx="1085850" cy="45720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57150" tIns="0" rIns="57150" bIns="0" anchor="ctr">
            <a:noAutofit/>
          </a:bodyPr>
          <a:lstStyle xmlns:a="http://schemas.openxmlformats.org/drawingml/2006/main">
            <a:defPPr algn="ctr">
              <a:defRPr sz="1575" b="1">
                <a:solidFill>
                  <a:srgbClr val="FFFFFF"/>
                </a:solidFill>
                <a:latin typeface="Arial"/>
                <a:ea typeface="Arial"/>
                <a:cs typeface="Arial"/>
              </a:defRPr>
            </a:defPPr>
            <a:lvl1pPr algn="ctr">
              <a:defRPr sz="1575" b="1">
                <a:solidFill>
                  <a:srgbClr val="FFFFFF"/>
                </a:solidFill>
                <a:latin typeface="Arial"/>
                <a:ea typeface="Arial"/>
                <a:cs typeface="Arial"/>
              </a:defRPr>
            </a:lvl1pPr>
            <a:lvl2pPr algn="ctr">
              <a:defRPr sz="1575" b="1">
                <a:solidFill>
                  <a:srgbClr val="FFFFFF"/>
                </a:solidFill>
                <a:latin typeface="Arial"/>
                <a:ea typeface="Arial"/>
                <a:cs typeface="Arial"/>
              </a:defRPr>
            </a:lvl2pPr>
            <a:lvl3pPr algn="ctr">
              <a:defRPr sz="1575" b="1">
                <a:solidFill>
                  <a:srgbClr val="FFFFFF"/>
                </a:solidFill>
                <a:latin typeface="Arial"/>
                <a:ea typeface="Arial"/>
                <a:cs typeface="Arial"/>
              </a:defRPr>
            </a:lvl3pPr>
            <a:lvl4pPr algn="ctr">
              <a:defRPr sz="1575" b="1">
                <a:solidFill>
                  <a:srgbClr val="FFFFFF"/>
                </a:solidFill>
                <a:latin typeface="Arial"/>
                <a:ea typeface="Arial"/>
                <a:cs typeface="Arial"/>
              </a:defRPr>
            </a:lvl4pPr>
            <a:lvl5pPr algn="ctr">
              <a:defRPr sz="1575" b="1">
                <a:solidFill>
                  <a:srgbClr val="FFFFFF"/>
                </a:solidFill>
                <a:latin typeface="Arial"/>
                <a:ea typeface="Arial"/>
                <a:cs typeface="Arial"/>
              </a:defRPr>
            </a:lvl5pPr>
            <a:lvl6pPr algn="ctr">
              <a:defRPr sz="1575" b="1">
                <a:solidFill>
                  <a:srgbClr val="FFFFFF"/>
                </a:solidFill>
                <a:latin typeface="Arial"/>
                <a:ea typeface="Arial"/>
                <a:cs typeface="Arial"/>
              </a:defRPr>
            </a:lvl6pPr>
            <a:lvl7pPr algn="ctr">
              <a:defRPr sz="1575" b="1">
                <a:solidFill>
                  <a:srgbClr val="FFFFFF"/>
                </a:solidFill>
                <a:latin typeface="Arial"/>
                <a:ea typeface="Arial"/>
                <a:cs typeface="Arial"/>
              </a:defRPr>
            </a:lvl7pPr>
            <a:lvl8pPr algn="ctr">
              <a:defRPr sz="1575" b="1">
                <a:solidFill>
                  <a:srgbClr val="FFFFFF"/>
                </a:solidFill>
                <a:latin typeface="Arial"/>
                <a:ea typeface="Arial"/>
                <a:cs typeface="Arial"/>
              </a:defRPr>
            </a:lvl8pPr>
            <a:lvl9pPr algn="ctr">
              <a:defRPr sz="1575" b="1">
                <a:solidFill>
                  <a:srgbClr val="FFFFFF"/>
                </a:solidFill>
                <a:latin typeface="Arial"/>
                <a:ea typeface="Arial"/>
                <a:cs typeface="Arial"/>
              </a:defRPr>
            </a:lvl9pPr>
          </a:lstStyle>
          <a:p xmlns:a="http://schemas.openxmlformats.org/drawingml/2006/main">
            <a:pPr algn="ctr">
              <a:defRPr sz="1575" b="1">
                <a:solidFill>
                  <a:srgbClr val="FFFFFF"/>
                </a:solidFill>
                <a:latin typeface="Arial"/>
                <a:ea typeface="Arial"/>
                <a:cs typeface="Arial"/>
              </a:defRPr>
            </a:pPr>
            <a:r>
              <a:rPr sz="1575" b="1">
                <a:solidFill>
                  <a:srgbClr val="FFFFFF"/>
                </a:solidFill>
                <a:latin typeface="Arial"/>
                <a:ea typeface="Arial"/>
                <a:cs typeface="Arial"/>
              </a:rPr>
              <a:t>Overview</a:t>
            </a:r>
          </a:p>
        </p:txBody>
      </p:sp>
      <p:sp>
        <p:nvSpPr>
          <p:cNvPr id="22" name="!!footer.rule">
            <a:extLst xmlns:a="http://schemas.openxmlformats.org/drawingml/2006/main">
              <a:ext uri="{FF2B5EF4-FFF2-40B4-BE49-F238E27FC236}">
                <a16:creationId xmlns:a16="http://schemas.microsoft.com/office/drawing/2014/main" id="{F5B5C89A-0EFF-41CE-B6FA-0794313AB2BF}"/>
              </a:ext>
            </a:extLst>
          </p:cNvPr>
          <p:cNvSpPr>
            <a:spLocks xmlns:a="http://schemas.openxmlformats.org/drawingml/2006/main" noGrp="1"/>
          </p:cNvSpPr>
          <p:nvPr/>
        </p:nvSpPr>
        <p:spPr>
          <a:xfrm xmlns:a="http://schemas.openxmlformats.org/drawingml/2006/main" flipH="0" flipV="0">
            <a:off x="647700" y="8134350"/>
            <a:ext cx="13944600" cy="953"/>
          </a:xfrm>
          <a:prstGeom xmlns:a="http://schemas.openxmlformats.org/drawingml/2006/main" prst="line">
            <a:avLst/>
          </a:prstGeom>
          <a:noFill xmlns:a="http://schemas.openxmlformats.org/drawingml/2006/main"/>
          <a:ln xmlns:a="http://schemas.openxmlformats.org/drawingml/2006/main" w="9525">
            <a:solidFill>
              <a:srgbClr val="BCC6CF"/>
            </a:solidFill>
            <a:prstDash val="solid"/>
          </a:ln>
        </p:spPr>
      </p:sp>
      <p:sp>
        <p:nvSpPr>
          <p:cNvPr id="23" name="!!source">
            <a:extLst xmlns:a="http://schemas.openxmlformats.org/drawingml/2006/main">
              <a:ext uri="{FF2B5EF4-FFF2-40B4-BE49-F238E27FC236}">
                <a16:creationId xmlns:a16="http://schemas.microsoft.com/office/drawing/2014/main" id="{BC518237-6A0A-4C4C-86CA-645258E627FF}"/>
              </a:ext>
            </a:extLst>
          </p:cNvPr>
          <p:cNvSpPr>
            <a:spLocks xmlns:a="http://schemas.openxmlformats.org/drawingml/2006/main" noGrp="1"/>
          </p:cNvSpPr>
          <p:nvPr/>
        </p:nvSpPr>
        <p:spPr>
          <a:xfrm xmlns:a="http://schemas.openxmlformats.org/drawingml/2006/main">
            <a:off x="647700" y="8267700"/>
            <a:ext cx="13944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707C88"/>
                </a:solidFill>
                <a:latin typeface="Arial"/>
                <a:ea typeface="Arial"/>
                <a:cs typeface="Arial"/>
              </a:defRPr>
            </a:defPPr>
            <a:lvl1pPr algn="l">
              <a:defRPr sz="1050" b="0">
                <a:solidFill>
                  <a:srgbClr val="707C88"/>
                </a:solidFill>
                <a:latin typeface="Arial"/>
                <a:ea typeface="Arial"/>
                <a:cs typeface="Arial"/>
              </a:defRPr>
            </a:lvl1pPr>
            <a:lvl2pPr algn="l">
              <a:defRPr sz="1050" b="0">
                <a:solidFill>
                  <a:srgbClr val="707C88"/>
                </a:solidFill>
                <a:latin typeface="Arial"/>
                <a:ea typeface="Arial"/>
                <a:cs typeface="Arial"/>
              </a:defRPr>
            </a:lvl2pPr>
            <a:lvl3pPr algn="l">
              <a:defRPr sz="1050" b="0">
                <a:solidFill>
                  <a:srgbClr val="707C88"/>
                </a:solidFill>
                <a:latin typeface="Arial"/>
                <a:ea typeface="Arial"/>
                <a:cs typeface="Arial"/>
              </a:defRPr>
            </a:lvl3pPr>
            <a:lvl4pPr algn="l">
              <a:defRPr sz="1050" b="0">
                <a:solidFill>
                  <a:srgbClr val="707C88"/>
                </a:solidFill>
                <a:latin typeface="Arial"/>
                <a:ea typeface="Arial"/>
                <a:cs typeface="Arial"/>
              </a:defRPr>
            </a:lvl4pPr>
            <a:lvl5pPr algn="l">
              <a:defRPr sz="1050" b="0">
                <a:solidFill>
                  <a:srgbClr val="707C88"/>
                </a:solidFill>
                <a:latin typeface="Arial"/>
                <a:ea typeface="Arial"/>
                <a:cs typeface="Arial"/>
              </a:defRPr>
            </a:lvl5pPr>
            <a:lvl6pPr algn="l">
              <a:defRPr sz="1050" b="0">
                <a:solidFill>
                  <a:srgbClr val="707C88"/>
                </a:solidFill>
                <a:latin typeface="Arial"/>
                <a:ea typeface="Arial"/>
                <a:cs typeface="Arial"/>
              </a:defRPr>
            </a:lvl6pPr>
            <a:lvl7pPr algn="l">
              <a:defRPr sz="1050" b="0">
                <a:solidFill>
                  <a:srgbClr val="707C88"/>
                </a:solidFill>
                <a:latin typeface="Arial"/>
                <a:ea typeface="Arial"/>
                <a:cs typeface="Arial"/>
              </a:defRPr>
            </a:lvl7pPr>
            <a:lvl8pPr algn="l">
              <a:defRPr sz="1050" b="0">
                <a:solidFill>
                  <a:srgbClr val="707C88"/>
                </a:solidFill>
                <a:latin typeface="Arial"/>
                <a:ea typeface="Arial"/>
                <a:cs typeface="Arial"/>
              </a:defRPr>
            </a:lvl8pPr>
            <a:lvl9pPr algn="l">
              <a:defRPr sz="1050" b="0">
                <a:solidFill>
                  <a:srgbClr val="707C88"/>
                </a:solidFill>
                <a:latin typeface="Arial"/>
                <a:ea typeface="Arial"/>
                <a:cs typeface="Arial"/>
              </a:defRPr>
            </a:lvl9pPr>
          </a:lstStyle>
          <a:p xmlns:a="http://schemas.openxmlformats.org/drawingml/2006/main">
            <a:r>
              <a:t/>
            </a:r>
          </a:p>
        </p:txBody>
      </p:sp>
      <p:sp>
        <p:nvSpPr>
          <p:cNvPr id="24" name="!!evaluation.main">
            <a:extLst xmlns:a="http://schemas.openxmlformats.org/drawingml/2006/main">
              <a:ext uri="{FF2B5EF4-FFF2-40B4-BE49-F238E27FC236}">
                <a16:creationId xmlns:a16="http://schemas.microsoft.com/office/drawing/2014/main" id="{14A53AC5-37CB-43D0-919F-9E08BD81D091}"/>
              </a:ext>
            </a:extLst>
          </p:cNvPr>
          <p:cNvSpPr>
            <a:spLocks xmlns:a="http://schemas.openxmlformats.org/drawingml/2006/main" noGrp="1"/>
          </p:cNvSpPr>
          <p:nvPr/>
        </p:nvSpPr>
        <p:spPr>
          <a:xfrm xmlns:a="http://schemas.openxmlformats.org/drawingml/2006/main">
            <a:off x="4057650" y="2133600"/>
            <a:ext cx="105346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005A9C"/>
                </a:solidFill>
                <a:latin typeface="Arial"/>
                <a:ea typeface="Arial"/>
                <a:cs typeface="Arial"/>
              </a:defRPr>
            </a:defPPr>
            <a:lvl1pPr algn="l">
              <a:defRPr sz="2625" b="1">
                <a:solidFill>
                  <a:srgbClr val="005A9C"/>
                </a:solidFill>
                <a:latin typeface="Arial"/>
                <a:ea typeface="Arial"/>
                <a:cs typeface="Arial"/>
              </a:defRPr>
            </a:lvl1pPr>
            <a:lvl2pPr algn="l">
              <a:defRPr sz="2625" b="1">
                <a:solidFill>
                  <a:srgbClr val="005A9C"/>
                </a:solidFill>
                <a:latin typeface="Arial"/>
                <a:ea typeface="Arial"/>
                <a:cs typeface="Arial"/>
              </a:defRPr>
            </a:lvl2pPr>
            <a:lvl3pPr algn="l">
              <a:defRPr sz="2625" b="1">
                <a:solidFill>
                  <a:srgbClr val="005A9C"/>
                </a:solidFill>
                <a:latin typeface="Arial"/>
                <a:ea typeface="Arial"/>
                <a:cs typeface="Arial"/>
              </a:defRPr>
            </a:lvl3pPr>
            <a:lvl4pPr algn="l">
              <a:defRPr sz="2625" b="1">
                <a:solidFill>
                  <a:srgbClr val="005A9C"/>
                </a:solidFill>
                <a:latin typeface="Arial"/>
                <a:ea typeface="Arial"/>
                <a:cs typeface="Arial"/>
              </a:defRPr>
            </a:lvl4pPr>
            <a:lvl5pPr algn="l">
              <a:defRPr sz="2625" b="1">
                <a:solidFill>
                  <a:srgbClr val="005A9C"/>
                </a:solidFill>
                <a:latin typeface="Arial"/>
                <a:ea typeface="Arial"/>
                <a:cs typeface="Arial"/>
              </a:defRPr>
            </a:lvl5pPr>
            <a:lvl6pPr algn="l">
              <a:defRPr sz="2625" b="1">
                <a:solidFill>
                  <a:srgbClr val="005A9C"/>
                </a:solidFill>
                <a:latin typeface="Arial"/>
                <a:ea typeface="Arial"/>
                <a:cs typeface="Arial"/>
              </a:defRPr>
            </a:lvl6pPr>
            <a:lvl7pPr algn="l">
              <a:defRPr sz="2625" b="1">
                <a:solidFill>
                  <a:srgbClr val="005A9C"/>
                </a:solidFill>
                <a:latin typeface="Arial"/>
                <a:ea typeface="Arial"/>
                <a:cs typeface="Arial"/>
              </a:defRPr>
            </a:lvl7pPr>
            <a:lvl8pPr algn="l">
              <a:defRPr sz="2625" b="1">
                <a:solidFill>
                  <a:srgbClr val="005A9C"/>
                </a:solidFill>
                <a:latin typeface="Arial"/>
                <a:ea typeface="Arial"/>
                <a:cs typeface="Arial"/>
              </a:defRPr>
            </a:lvl8pPr>
            <a:lvl9pPr algn="l">
              <a:defRPr sz="2625" b="1">
                <a:solidFill>
                  <a:srgbClr val="005A9C"/>
                </a:solidFill>
                <a:latin typeface="Arial"/>
                <a:ea typeface="Arial"/>
                <a:cs typeface="Arial"/>
              </a:defRPr>
            </a:lvl9pPr>
          </a:lstStyle>
          <a:p xmlns:a="http://schemas.openxmlformats.org/drawingml/2006/main">
            <a:pPr algn="l">
              <a:defRPr sz="2625" b="1">
                <a:solidFill>
                  <a:srgbClr val="005A9C"/>
                </a:solidFill>
                <a:latin typeface="Arial"/>
                <a:ea typeface="Arial"/>
                <a:cs typeface="Arial"/>
              </a:defRPr>
            </a:pPr>
            <a:r>
              <a:rPr sz="2625" b="1">
                <a:solidFill>
                  <a:srgbClr val="005A9C"/>
                </a:solidFill>
                <a:latin typeface="Arial"/>
                <a:ea typeface="Arial"/>
                <a:cs typeface="Arial"/>
              </a:rPr>
              <a:t>Start with research and client communications</a:t>
            </a:r>
          </a:p>
        </p:txBody>
      </p:sp>
      <p:sp>
        <p:nvSpPr>
          <p:cNvPr id="25" name="!!evaluation.flow.0">
            <a:extLst xmlns:a="http://schemas.openxmlformats.org/drawingml/2006/main">
              <a:ext uri="{FF2B5EF4-FFF2-40B4-BE49-F238E27FC236}">
                <a16:creationId xmlns:a16="http://schemas.microsoft.com/office/drawing/2014/main" id="{39E2447B-AF31-4D46-9C5D-BB870D98D2FE}"/>
              </a:ext>
            </a:extLst>
          </p:cNvPr>
          <p:cNvSpPr>
            <a:spLocks xmlns:a="http://schemas.openxmlformats.org/drawingml/2006/main" noGrp="1"/>
          </p:cNvSpPr>
          <p:nvPr/>
        </p:nvSpPr>
        <p:spPr>
          <a:xfrm xmlns:a="http://schemas.openxmlformats.org/drawingml/2006/main">
            <a:off x="4057650" y="3286125"/>
            <a:ext cx="2383631" cy="866775"/>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20262C"/>
                </a:solidFill>
                <a:latin typeface="Arial"/>
                <a:ea typeface="Arial"/>
                <a:cs typeface="Arial"/>
              </a:defRPr>
            </a:defPPr>
            <a:lvl1pPr algn="ctr">
              <a:defRPr sz="2025" b="1">
                <a:solidFill>
                  <a:srgbClr val="20262C"/>
                </a:solidFill>
                <a:latin typeface="Arial"/>
                <a:ea typeface="Arial"/>
                <a:cs typeface="Arial"/>
              </a:defRPr>
            </a:lvl1pPr>
            <a:lvl2pPr algn="ctr">
              <a:defRPr sz="2025" b="1">
                <a:solidFill>
                  <a:srgbClr val="20262C"/>
                </a:solidFill>
                <a:latin typeface="Arial"/>
                <a:ea typeface="Arial"/>
                <a:cs typeface="Arial"/>
              </a:defRPr>
            </a:lvl2pPr>
            <a:lvl3pPr algn="ctr">
              <a:defRPr sz="2025" b="1">
                <a:solidFill>
                  <a:srgbClr val="20262C"/>
                </a:solidFill>
                <a:latin typeface="Arial"/>
                <a:ea typeface="Arial"/>
                <a:cs typeface="Arial"/>
              </a:defRPr>
            </a:lvl3pPr>
            <a:lvl4pPr algn="ctr">
              <a:defRPr sz="2025" b="1">
                <a:solidFill>
                  <a:srgbClr val="20262C"/>
                </a:solidFill>
                <a:latin typeface="Arial"/>
                <a:ea typeface="Arial"/>
                <a:cs typeface="Arial"/>
              </a:defRPr>
            </a:lvl4pPr>
            <a:lvl5pPr algn="ctr">
              <a:defRPr sz="2025" b="1">
                <a:solidFill>
                  <a:srgbClr val="20262C"/>
                </a:solidFill>
                <a:latin typeface="Arial"/>
                <a:ea typeface="Arial"/>
                <a:cs typeface="Arial"/>
              </a:defRPr>
            </a:lvl5pPr>
            <a:lvl6pPr algn="ctr">
              <a:defRPr sz="2025" b="1">
                <a:solidFill>
                  <a:srgbClr val="20262C"/>
                </a:solidFill>
                <a:latin typeface="Arial"/>
                <a:ea typeface="Arial"/>
                <a:cs typeface="Arial"/>
              </a:defRPr>
            </a:lvl6pPr>
            <a:lvl7pPr algn="ctr">
              <a:defRPr sz="2025" b="1">
                <a:solidFill>
                  <a:srgbClr val="20262C"/>
                </a:solidFill>
                <a:latin typeface="Arial"/>
                <a:ea typeface="Arial"/>
                <a:cs typeface="Arial"/>
              </a:defRPr>
            </a:lvl7pPr>
            <a:lvl8pPr algn="ctr">
              <a:defRPr sz="2025" b="1">
                <a:solidFill>
                  <a:srgbClr val="20262C"/>
                </a:solidFill>
                <a:latin typeface="Arial"/>
                <a:ea typeface="Arial"/>
                <a:cs typeface="Arial"/>
              </a:defRPr>
            </a:lvl8pPr>
            <a:lvl9pPr algn="ctr">
              <a:defRPr sz="2025" b="1">
                <a:solidFill>
                  <a:srgbClr val="20262C"/>
                </a:solidFill>
                <a:latin typeface="Arial"/>
                <a:ea typeface="Arial"/>
                <a:cs typeface="Arial"/>
              </a:defRPr>
            </a:lvl9pPr>
          </a:lstStyle>
          <a:p xmlns:a="http://schemas.openxmlformats.org/drawingml/2006/main">
            <a:pPr algn="ctr">
              <a:defRPr sz="2025" b="1">
                <a:solidFill>
                  <a:srgbClr val="20262C"/>
                </a:solidFill>
                <a:latin typeface="Arial"/>
                <a:ea typeface="Arial"/>
                <a:cs typeface="Arial"/>
              </a:defRPr>
            </a:pPr>
            <a:r>
              <a:rPr sz="2025" b="1">
                <a:solidFill>
                  <a:srgbClr val="20262C"/>
                </a:solidFill>
                <a:latin typeface="Arial"/>
                <a:ea typeface="Arial"/>
                <a:cs typeface="Arial"/>
              </a:rPr>
              <a:t>Baseline task</a:t>
            </a:r>
          </a:p>
        </p:txBody>
      </p:sp>
      <p:sp>
        <p:nvSpPr>
          <p:cNvPr id="26" name="!!evaluation.flow.link0.line">
            <a:extLst xmlns:a="http://schemas.openxmlformats.org/drawingml/2006/main">
              <a:ext uri="{FF2B5EF4-FFF2-40B4-BE49-F238E27FC236}">
                <a16:creationId xmlns:a16="http://schemas.microsoft.com/office/drawing/2014/main" id="{E922DCFA-66D9-4284-A6D0-65C8D2EFB7B7}"/>
              </a:ext>
            </a:extLst>
          </p:cNvPr>
          <p:cNvSpPr>
            <a:spLocks xmlns:a="http://schemas.openxmlformats.org/drawingml/2006/main" noGrp="1"/>
          </p:cNvSpPr>
          <p:nvPr/>
        </p:nvSpPr>
        <p:spPr>
          <a:xfrm xmlns:a="http://schemas.openxmlformats.org/drawingml/2006/main" flipH="0" flipV="0">
            <a:off x="6479381" y="3719513"/>
            <a:ext cx="209550" cy="953"/>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27" name="!!evaluation.flow.link0.tip">
            <a:extLst xmlns:a="http://schemas.openxmlformats.org/drawingml/2006/main">
              <a:ext uri="{FF2B5EF4-FFF2-40B4-BE49-F238E27FC236}">
                <a16:creationId xmlns:a16="http://schemas.microsoft.com/office/drawing/2014/main" id="{FCB11886-E159-4C6A-B3D3-6D315B965B78}"/>
              </a:ext>
            </a:extLst>
          </p:cNvPr>
          <p:cNvSpPr>
            <a:spLocks xmlns:a="http://schemas.openxmlformats.org/drawingml/2006/main" noGrp="1"/>
          </p:cNvSpPr>
          <p:nvPr/>
        </p:nvSpPr>
        <p:spPr>
          <a:xfrm xmlns:a="http://schemas.openxmlformats.org/drawingml/2006/main" rot="5400000">
            <a:off x="6631781" y="3662363"/>
            <a:ext cx="114300" cy="11430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28" name="!!evaluation.flow.1">
            <a:extLst xmlns:a="http://schemas.openxmlformats.org/drawingml/2006/main">
              <a:ext uri="{FF2B5EF4-FFF2-40B4-BE49-F238E27FC236}">
                <a16:creationId xmlns:a16="http://schemas.microsoft.com/office/drawing/2014/main" id="{0A4A9B83-C98D-45BB-94CB-1A476FB5DE68}"/>
              </a:ext>
            </a:extLst>
          </p:cNvPr>
          <p:cNvSpPr>
            <a:spLocks xmlns:a="http://schemas.openxmlformats.org/drawingml/2006/main" noGrp="1"/>
          </p:cNvSpPr>
          <p:nvPr/>
        </p:nvSpPr>
        <p:spPr>
          <a:xfrm xmlns:a="http://schemas.openxmlformats.org/drawingml/2006/main">
            <a:off x="6774656" y="3286125"/>
            <a:ext cx="2383631" cy="866775"/>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20262C"/>
                </a:solidFill>
                <a:latin typeface="Arial"/>
                <a:ea typeface="Arial"/>
                <a:cs typeface="Arial"/>
              </a:defRPr>
            </a:defPPr>
            <a:lvl1pPr algn="ctr">
              <a:defRPr sz="2025" b="1">
                <a:solidFill>
                  <a:srgbClr val="20262C"/>
                </a:solidFill>
                <a:latin typeface="Arial"/>
                <a:ea typeface="Arial"/>
                <a:cs typeface="Arial"/>
              </a:defRPr>
            </a:lvl1pPr>
            <a:lvl2pPr algn="ctr">
              <a:defRPr sz="2025" b="1">
                <a:solidFill>
                  <a:srgbClr val="20262C"/>
                </a:solidFill>
                <a:latin typeface="Arial"/>
                <a:ea typeface="Arial"/>
                <a:cs typeface="Arial"/>
              </a:defRPr>
            </a:lvl2pPr>
            <a:lvl3pPr algn="ctr">
              <a:defRPr sz="2025" b="1">
                <a:solidFill>
                  <a:srgbClr val="20262C"/>
                </a:solidFill>
                <a:latin typeface="Arial"/>
                <a:ea typeface="Arial"/>
                <a:cs typeface="Arial"/>
              </a:defRPr>
            </a:lvl3pPr>
            <a:lvl4pPr algn="ctr">
              <a:defRPr sz="2025" b="1">
                <a:solidFill>
                  <a:srgbClr val="20262C"/>
                </a:solidFill>
                <a:latin typeface="Arial"/>
                <a:ea typeface="Arial"/>
                <a:cs typeface="Arial"/>
              </a:defRPr>
            </a:lvl4pPr>
            <a:lvl5pPr algn="ctr">
              <a:defRPr sz="2025" b="1">
                <a:solidFill>
                  <a:srgbClr val="20262C"/>
                </a:solidFill>
                <a:latin typeface="Arial"/>
                <a:ea typeface="Arial"/>
                <a:cs typeface="Arial"/>
              </a:defRPr>
            </a:lvl5pPr>
            <a:lvl6pPr algn="ctr">
              <a:defRPr sz="2025" b="1">
                <a:solidFill>
                  <a:srgbClr val="20262C"/>
                </a:solidFill>
                <a:latin typeface="Arial"/>
                <a:ea typeface="Arial"/>
                <a:cs typeface="Arial"/>
              </a:defRPr>
            </a:lvl6pPr>
            <a:lvl7pPr algn="ctr">
              <a:defRPr sz="2025" b="1">
                <a:solidFill>
                  <a:srgbClr val="20262C"/>
                </a:solidFill>
                <a:latin typeface="Arial"/>
                <a:ea typeface="Arial"/>
                <a:cs typeface="Arial"/>
              </a:defRPr>
            </a:lvl7pPr>
            <a:lvl8pPr algn="ctr">
              <a:defRPr sz="2025" b="1">
                <a:solidFill>
                  <a:srgbClr val="20262C"/>
                </a:solidFill>
                <a:latin typeface="Arial"/>
                <a:ea typeface="Arial"/>
                <a:cs typeface="Arial"/>
              </a:defRPr>
            </a:lvl8pPr>
            <a:lvl9pPr algn="ctr">
              <a:defRPr sz="2025" b="1">
                <a:solidFill>
                  <a:srgbClr val="20262C"/>
                </a:solidFill>
                <a:latin typeface="Arial"/>
                <a:ea typeface="Arial"/>
                <a:cs typeface="Arial"/>
              </a:defRPr>
            </a:lvl9pPr>
          </a:lstStyle>
          <a:p xmlns:a="http://schemas.openxmlformats.org/drawingml/2006/main">
            <a:pPr algn="ctr">
              <a:defRPr sz="2025" b="1">
                <a:solidFill>
                  <a:srgbClr val="20262C"/>
                </a:solidFill>
                <a:latin typeface="Arial"/>
                <a:ea typeface="Arial"/>
                <a:cs typeface="Arial"/>
              </a:defRPr>
            </a:pPr>
            <a:r>
              <a:rPr sz="2025" b="1">
                <a:solidFill>
                  <a:srgbClr val="20262C"/>
                </a:solidFill>
                <a:latin typeface="Arial"/>
                <a:ea typeface="Arial"/>
                <a:cs typeface="Arial"/>
              </a:rPr>
              <a:t>Use the application</a:t>
            </a:r>
          </a:p>
        </p:txBody>
      </p:sp>
      <p:sp>
        <p:nvSpPr>
          <p:cNvPr id="29" name="!!evaluation.flow.link1.line">
            <a:extLst xmlns:a="http://schemas.openxmlformats.org/drawingml/2006/main">
              <a:ext uri="{FF2B5EF4-FFF2-40B4-BE49-F238E27FC236}">
                <a16:creationId xmlns:a16="http://schemas.microsoft.com/office/drawing/2014/main" id="{F93B01BB-2859-43E5-821E-39F17D47B50F}"/>
              </a:ext>
            </a:extLst>
          </p:cNvPr>
          <p:cNvSpPr>
            <a:spLocks xmlns:a="http://schemas.openxmlformats.org/drawingml/2006/main" noGrp="1"/>
          </p:cNvSpPr>
          <p:nvPr/>
        </p:nvSpPr>
        <p:spPr>
          <a:xfrm xmlns:a="http://schemas.openxmlformats.org/drawingml/2006/main" flipH="0" flipV="0">
            <a:off x="9196388" y="3719513"/>
            <a:ext cx="209550" cy="953"/>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30" name="!!evaluation.flow.link1.tip">
            <a:extLst xmlns:a="http://schemas.openxmlformats.org/drawingml/2006/main">
              <a:ext uri="{FF2B5EF4-FFF2-40B4-BE49-F238E27FC236}">
                <a16:creationId xmlns:a16="http://schemas.microsoft.com/office/drawing/2014/main" id="{2010766D-B83F-469A-9045-8D099CFB1533}"/>
              </a:ext>
            </a:extLst>
          </p:cNvPr>
          <p:cNvSpPr>
            <a:spLocks xmlns:a="http://schemas.openxmlformats.org/drawingml/2006/main" noGrp="1"/>
          </p:cNvSpPr>
          <p:nvPr/>
        </p:nvSpPr>
        <p:spPr>
          <a:xfrm xmlns:a="http://schemas.openxmlformats.org/drawingml/2006/main" rot="5400000">
            <a:off x="9348788" y="3662363"/>
            <a:ext cx="114300" cy="11430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31" name="!!evaluation.flow.2">
            <a:extLst xmlns:a="http://schemas.openxmlformats.org/drawingml/2006/main">
              <a:ext uri="{FF2B5EF4-FFF2-40B4-BE49-F238E27FC236}">
                <a16:creationId xmlns:a16="http://schemas.microsoft.com/office/drawing/2014/main" id="{CFCC68A9-1E19-4402-845A-F4114599FDDC}"/>
              </a:ext>
            </a:extLst>
          </p:cNvPr>
          <p:cNvSpPr>
            <a:spLocks xmlns:a="http://schemas.openxmlformats.org/drawingml/2006/main" noGrp="1"/>
          </p:cNvSpPr>
          <p:nvPr/>
        </p:nvSpPr>
        <p:spPr>
          <a:xfrm xmlns:a="http://schemas.openxmlformats.org/drawingml/2006/main">
            <a:off x="9491663" y="3286125"/>
            <a:ext cx="2383631" cy="866775"/>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20262C"/>
                </a:solidFill>
                <a:latin typeface="Arial"/>
                <a:ea typeface="Arial"/>
                <a:cs typeface="Arial"/>
              </a:defRPr>
            </a:defPPr>
            <a:lvl1pPr algn="ctr">
              <a:defRPr sz="2025" b="1">
                <a:solidFill>
                  <a:srgbClr val="20262C"/>
                </a:solidFill>
                <a:latin typeface="Arial"/>
                <a:ea typeface="Arial"/>
                <a:cs typeface="Arial"/>
              </a:defRPr>
            </a:lvl1pPr>
            <a:lvl2pPr algn="ctr">
              <a:defRPr sz="2025" b="1">
                <a:solidFill>
                  <a:srgbClr val="20262C"/>
                </a:solidFill>
                <a:latin typeface="Arial"/>
                <a:ea typeface="Arial"/>
                <a:cs typeface="Arial"/>
              </a:defRPr>
            </a:lvl2pPr>
            <a:lvl3pPr algn="ctr">
              <a:defRPr sz="2025" b="1">
                <a:solidFill>
                  <a:srgbClr val="20262C"/>
                </a:solidFill>
                <a:latin typeface="Arial"/>
                <a:ea typeface="Arial"/>
                <a:cs typeface="Arial"/>
              </a:defRPr>
            </a:lvl3pPr>
            <a:lvl4pPr algn="ctr">
              <a:defRPr sz="2025" b="1">
                <a:solidFill>
                  <a:srgbClr val="20262C"/>
                </a:solidFill>
                <a:latin typeface="Arial"/>
                <a:ea typeface="Arial"/>
                <a:cs typeface="Arial"/>
              </a:defRPr>
            </a:lvl4pPr>
            <a:lvl5pPr algn="ctr">
              <a:defRPr sz="2025" b="1">
                <a:solidFill>
                  <a:srgbClr val="20262C"/>
                </a:solidFill>
                <a:latin typeface="Arial"/>
                <a:ea typeface="Arial"/>
                <a:cs typeface="Arial"/>
              </a:defRPr>
            </a:lvl5pPr>
            <a:lvl6pPr algn="ctr">
              <a:defRPr sz="2025" b="1">
                <a:solidFill>
                  <a:srgbClr val="20262C"/>
                </a:solidFill>
                <a:latin typeface="Arial"/>
                <a:ea typeface="Arial"/>
                <a:cs typeface="Arial"/>
              </a:defRPr>
            </a:lvl6pPr>
            <a:lvl7pPr algn="ctr">
              <a:defRPr sz="2025" b="1">
                <a:solidFill>
                  <a:srgbClr val="20262C"/>
                </a:solidFill>
                <a:latin typeface="Arial"/>
                <a:ea typeface="Arial"/>
                <a:cs typeface="Arial"/>
              </a:defRPr>
            </a:lvl7pPr>
            <a:lvl8pPr algn="ctr">
              <a:defRPr sz="2025" b="1">
                <a:solidFill>
                  <a:srgbClr val="20262C"/>
                </a:solidFill>
                <a:latin typeface="Arial"/>
                <a:ea typeface="Arial"/>
                <a:cs typeface="Arial"/>
              </a:defRPr>
            </a:lvl8pPr>
            <a:lvl9pPr algn="ctr">
              <a:defRPr sz="2025" b="1">
                <a:solidFill>
                  <a:srgbClr val="20262C"/>
                </a:solidFill>
                <a:latin typeface="Arial"/>
                <a:ea typeface="Arial"/>
                <a:cs typeface="Arial"/>
              </a:defRPr>
            </a:lvl9pPr>
          </a:lstStyle>
          <a:p xmlns:a="http://schemas.openxmlformats.org/drawingml/2006/main">
            <a:pPr algn="ctr">
              <a:defRPr sz="2025" b="1">
                <a:solidFill>
                  <a:srgbClr val="20262C"/>
                </a:solidFill>
                <a:latin typeface="Arial"/>
                <a:ea typeface="Arial"/>
                <a:cs typeface="Arial"/>
              </a:defRPr>
            </a:pPr>
            <a:r>
              <a:rPr sz="2025" b="1">
                <a:solidFill>
                  <a:srgbClr val="20262C"/>
                </a:solidFill>
                <a:latin typeface="Arial"/>
                <a:ea typeface="Arial"/>
                <a:cs typeface="Arial"/>
              </a:rPr>
              <a:t>Record results</a:t>
            </a:r>
          </a:p>
        </p:txBody>
      </p:sp>
      <p:sp>
        <p:nvSpPr>
          <p:cNvPr id="32" name="!!evaluation.flow.link2.line">
            <a:extLst xmlns:a="http://schemas.openxmlformats.org/drawingml/2006/main">
              <a:ext uri="{FF2B5EF4-FFF2-40B4-BE49-F238E27FC236}">
                <a16:creationId xmlns:a16="http://schemas.microsoft.com/office/drawing/2014/main" id="{CE1C9824-4240-472B-9D84-7D24310E508D}"/>
              </a:ext>
            </a:extLst>
          </p:cNvPr>
          <p:cNvSpPr>
            <a:spLocks xmlns:a="http://schemas.openxmlformats.org/drawingml/2006/main" noGrp="1"/>
          </p:cNvSpPr>
          <p:nvPr/>
        </p:nvSpPr>
        <p:spPr>
          <a:xfrm xmlns:a="http://schemas.openxmlformats.org/drawingml/2006/main" flipH="0" flipV="0">
            <a:off x="11913394" y="3719513"/>
            <a:ext cx="209550" cy="953"/>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33" name="!!evaluation.flow.link2.tip">
            <a:extLst xmlns:a="http://schemas.openxmlformats.org/drawingml/2006/main">
              <a:ext uri="{FF2B5EF4-FFF2-40B4-BE49-F238E27FC236}">
                <a16:creationId xmlns:a16="http://schemas.microsoft.com/office/drawing/2014/main" id="{AA385DE2-1886-424D-B8C8-7F2AC92B8E73}"/>
              </a:ext>
            </a:extLst>
          </p:cNvPr>
          <p:cNvSpPr>
            <a:spLocks xmlns:a="http://schemas.openxmlformats.org/drawingml/2006/main" noGrp="1"/>
          </p:cNvSpPr>
          <p:nvPr/>
        </p:nvSpPr>
        <p:spPr>
          <a:xfrm xmlns:a="http://schemas.openxmlformats.org/drawingml/2006/main" rot="5400000">
            <a:off x="12065794" y="3662363"/>
            <a:ext cx="114300" cy="11430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34" name="!!evaluation.flow.3">
            <a:extLst xmlns:a="http://schemas.openxmlformats.org/drawingml/2006/main">
              <a:ext uri="{FF2B5EF4-FFF2-40B4-BE49-F238E27FC236}">
                <a16:creationId xmlns:a16="http://schemas.microsoft.com/office/drawing/2014/main" id="{B1C2D01E-854D-4D49-BFAD-093F574A4D99}"/>
              </a:ext>
            </a:extLst>
          </p:cNvPr>
          <p:cNvSpPr>
            <a:spLocks xmlns:a="http://schemas.openxmlformats.org/drawingml/2006/main" noGrp="1"/>
          </p:cNvSpPr>
          <p:nvPr/>
        </p:nvSpPr>
        <p:spPr>
          <a:xfrm xmlns:a="http://schemas.openxmlformats.org/drawingml/2006/main">
            <a:off x="12208669" y="3286125"/>
            <a:ext cx="2383631" cy="866775"/>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20262C"/>
                </a:solidFill>
                <a:latin typeface="Arial"/>
                <a:ea typeface="Arial"/>
                <a:cs typeface="Arial"/>
              </a:defRPr>
            </a:defPPr>
            <a:lvl1pPr algn="ctr">
              <a:defRPr sz="2025" b="1">
                <a:solidFill>
                  <a:srgbClr val="20262C"/>
                </a:solidFill>
                <a:latin typeface="Arial"/>
                <a:ea typeface="Arial"/>
                <a:cs typeface="Arial"/>
              </a:defRPr>
            </a:lvl1pPr>
            <a:lvl2pPr algn="ctr">
              <a:defRPr sz="2025" b="1">
                <a:solidFill>
                  <a:srgbClr val="20262C"/>
                </a:solidFill>
                <a:latin typeface="Arial"/>
                <a:ea typeface="Arial"/>
                <a:cs typeface="Arial"/>
              </a:defRPr>
            </a:lvl2pPr>
            <a:lvl3pPr algn="ctr">
              <a:defRPr sz="2025" b="1">
                <a:solidFill>
                  <a:srgbClr val="20262C"/>
                </a:solidFill>
                <a:latin typeface="Arial"/>
                <a:ea typeface="Arial"/>
                <a:cs typeface="Arial"/>
              </a:defRPr>
            </a:lvl3pPr>
            <a:lvl4pPr algn="ctr">
              <a:defRPr sz="2025" b="1">
                <a:solidFill>
                  <a:srgbClr val="20262C"/>
                </a:solidFill>
                <a:latin typeface="Arial"/>
                <a:ea typeface="Arial"/>
                <a:cs typeface="Arial"/>
              </a:defRPr>
            </a:lvl4pPr>
            <a:lvl5pPr algn="ctr">
              <a:defRPr sz="2025" b="1">
                <a:solidFill>
                  <a:srgbClr val="20262C"/>
                </a:solidFill>
                <a:latin typeface="Arial"/>
                <a:ea typeface="Arial"/>
                <a:cs typeface="Arial"/>
              </a:defRPr>
            </a:lvl5pPr>
            <a:lvl6pPr algn="ctr">
              <a:defRPr sz="2025" b="1">
                <a:solidFill>
                  <a:srgbClr val="20262C"/>
                </a:solidFill>
                <a:latin typeface="Arial"/>
                <a:ea typeface="Arial"/>
                <a:cs typeface="Arial"/>
              </a:defRPr>
            </a:lvl6pPr>
            <a:lvl7pPr algn="ctr">
              <a:defRPr sz="2025" b="1">
                <a:solidFill>
                  <a:srgbClr val="20262C"/>
                </a:solidFill>
                <a:latin typeface="Arial"/>
                <a:ea typeface="Arial"/>
                <a:cs typeface="Arial"/>
              </a:defRPr>
            </a:lvl7pPr>
            <a:lvl8pPr algn="ctr">
              <a:defRPr sz="2025" b="1">
                <a:solidFill>
                  <a:srgbClr val="20262C"/>
                </a:solidFill>
                <a:latin typeface="Arial"/>
                <a:ea typeface="Arial"/>
                <a:cs typeface="Arial"/>
              </a:defRPr>
            </a:lvl8pPr>
            <a:lvl9pPr algn="ctr">
              <a:defRPr sz="2025" b="1">
                <a:solidFill>
                  <a:srgbClr val="20262C"/>
                </a:solidFill>
                <a:latin typeface="Arial"/>
                <a:ea typeface="Arial"/>
                <a:cs typeface="Arial"/>
              </a:defRPr>
            </a:lvl9pPr>
          </a:lstStyle>
          <a:p xmlns:a="http://schemas.openxmlformats.org/drawingml/2006/main">
            <a:pPr algn="ctr">
              <a:defRPr sz="2025" b="1">
                <a:solidFill>
                  <a:srgbClr val="20262C"/>
                </a:solidFill>
                <a:latin typeface="Arial"/>
                <a:ea typeface="Arial"/>
                <a:cs typeface="Arial"/>
              </a:defRPr>
            </a:pPr>
            <a:r>
              <a:rPr sz="2025" b="1">
                <a:solidFill>
                  <a:srgbClr val="20262C"/>
                </a:solidFill>
                <a:latin typeface="Arial"/>
                <a:ea typeface="Arial"/>
                <a:cs typeface="Arial"/>
              </a:rPr>
              <a:t>Refine the workflow</a:t>
            </a:r>
          </a:p>
        </p:txBody>
      </p:sp>
      <p:sp>
        <p:nvSpPr>
          <p:cNvPr id="35" name="!!evaluation.0.title">
            <a:extLst xmlns:a="http://schemas.openxmlformats.org/drawingml/2006/main">
              <a:ext uri="{FF2B5EF4-FFF2-40B4-BE49-F238E27FC236}">
                <a16:creationId xmlns:a16="http://schemas.microsoft.com/office/drawing/2014/main" id="{043CFC54-6227-4FF8-B1F3-366BEC20524C}"/>
              </a:ext>
            </a:extLst>
          </p:cNvPr>
          <p:cNvSpPr>
            <a:spLocks xmlns:a="http://schemas.openxmlformats.org/drawingml/2006/main" noGrp="1"/>
          </p:cNvSpPr>
          <p:nvPr/>
        </p:nvSpPr>
        <p:spPr>
          <a:xfrm xmlns:a="http://schemas.openxmlformats.org/drawingml/2006/main">
            <a:off x="4057650" y="4781550"/>
            <a:ext cx="5095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05A9C"/>
                </a:solidFill>
                <a:latin typeface="Arial"/>
                <a:ea typeface="Arial"/>
                <a:cs typeface="Arial"/>
              </a:defRPr>
            </a:defPPr>
            <a:lvl1pPr algn="l">
              <a:defRPr sz="2175" b="1">
                <a:solidFill>
                  <a:srgbClr val="005A9C"/>
                </a:solidFill>
                <a:latin typeface="Arial"/>
                <a:ea typeface="Arial"/>
                <a:cs typeface="Arial"/>
              </a:defRPr>
            </a:lvl1pPr>
            <a:lvl2pPr algn="l">
              <a:defRPr sz="2175" b="1">
                <a:solidFill>
                  <a:srgbClr val="005A9C"/>
                </a:solidFill>
                <a:latin typeface="Arial"/>
                <a:ea typeface="Arial"/>
                <a:cs typeface="Arial"/>
              </a:defRPr>
            </a:lvl2pPr>
            <a:lvl3pPr algn="l">
              <a:defRPr sz="2175" b="1">
                <a:solidFill>
                  <a:srgbClr val="005A9C"/>
                </a:solidFill>
                <a:latin typeface="Arial"/>
                <a:ea typeface="Arial"/>
                <a:cs typeface="Arial"/>
              </a:defRPr>
            </a:lvl3pPr>
            <a:lvl4pPr algn="l">
              <a:defRPr sz="2175" b="1">
                <a:solidFill>
                  <a:srgbClr val="005A9C"/>
                </a:solidFill>
                <a:latin typeface="Arial"/>
                <a:ea typeface="Arial"/>
                <a:cs typeface="Arial"/>
              </a:defRPr>
            </a:lvl4pPr>
            <a:lvl5pPr algn="l">
              <a:defRPr sz="2175" b="1">
                <a:solidFill>
                  <a:srgbClr val="005A9C"/>
                </a:solidFill>
                <a:latin typeface="Arial"/>
                <a:ea typeface="Arial"/>
                <a:cs typeface="Arial"/>
              </a:defRPr>
            </a:lvl5pPr>
            <a:lvl6pPr algn="l">
              <a:defRPr sz="2175" b="1">
                <a:solidFill>
                  <a:srgbClr val="005A9C"/>
                </a:solidFill>
                <a:latin typeface="Arial"/>
                <a:ea typeface="Arial"/>
                <a:cs typeface="Arial"/>
              </a:defRPr>
            </a:lvl6pPr>
            <a:lvl7pPr algn="l">
              <a:defRPr sz="2175" b="1">
                <a:solidFill>
                  <a:srgbClr val="005A9C"/>
                </a:solidFill>
                <a:latin typeface="Arial"/>
                <a:ea typeface="Arial"/>
                <a:cs typeface="Arial"/>
              </a:defRPr>
            </a:lvl7pPr>
            <a:lvl8pPr algn="l">
              <a:defRPr sz="2175" b="1">
                <a:solidFill>
                  <a:srgbClr val="005A9C"/>
                </a:solidFill>
                <a:latin typeface="Arial"/>
                <a:ea typeface="Arial"/>
                <a:cs typeface="Arial"/>
              </a:defRPr>
            </a:lvl8pPr>
            <a:lvl9pPr algn="l">
              <a:defRPr sz="2175" b="1">
                <a:solidFill>
                  <a:srgbClr val="005A9C"/>
                </a:solidFill>
                <a:latin typeface="Arial"/>
                <a:ea typeface="Arial"/>
                <a:cs typeface="Arial"/>
              </a:defRPr>
            </a:lvl9pPr>
          </a:lstStyle>
          <a:p xmlns:a="http://schemas.openxmlformats.org/drawingml/2006/main">
            <a:pPr algn="l">
              <a:defRPr sz="2175" b="1">
                <a:solidFill>
                  <a:srgbClr val="005A9C"/>
                </a:solidFill>
                <a:latin typeface="Arial"/>
                <a:ea typeface="Arial"/>
                <a:cs typeface="Arial"/>
              </a:defRPr>
            </a:pPr>
            <a:r>
              <a:rPr sz="2175" b="1">
                <a:solidFill>
                  <a:srgbClr val="005A9C"/>
                </a:solidFill>
                <a:latin typeface="Arial"/>
                <a:ea typeface="Arial"/>
                <a:cs typeface="Arial"/>
              </a:rPr>
              <a:t>Task completion time</a:t>
            </a:r>
          </a:p>
        </p:txBody>
      </p:sp>
      <p:sp>
        <p:nvSpPr>
          <p:cNvPr id="36" name="!!evaluation.0.body">
            <a:extLst xmlns:a="http://schemas.openxmlformats.org/drawingml/2006/main">
              <a:ext uri="{FF2B5EF4-FFF2-40B4-BE49-F238E27FC236}">
                <a16:creationId xmlns:a16="http://schemas.microsoft.com/office/drawing/2014/main" id="{8F6A44EB-9549-4DB1-A687-97818BDFBDB6}"/>
              </a:ext>
            </a:extLst>
          </p:cNvPr>
          <p:cNvSpPr>
            <a:spLocks xmlns:a="http://schemas.openxmlformats.org/drawingml/2006/main" noGrp="1"/>
          </p:cNvSpPr>
          <p:nvPr/>
        </p:nvSpPr>
        <p:spPr>
          <a:xfrm xmlns:a="http://schemas.openxmlformats.org/drawingml/2006/main">
            <a:off x="4057650" y="5238750"/>
            <a:ext cx="5095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707C88"/>
                </a:solidFill>
                <a:latin typeface="Arial"/>
                <a:ea typeface="Arial"/>
                <a:cs typeface="Arial"/>
              </a:defRPr>
            </a:defPPr>
            <a:lvl1pPr algn="l">
              <a:defRPr sz="1950" b="0">
                <a:solidFill>
                  <a:srgbClr val="707C88"/>
                </a:solidFill>
                <a:latin typeface="Arial"/>
                <a:ea typeface="Arial"/>
                <a:cs typeface="Arial"/>
              </a:defRPr>
            </a:lvl1pPr>
            <a:lvl2pPr algn="l">
              <a:defRPr sz="1950" b="0">
                <a:solidFill>
                  <a:srgbClr val="707C88"/>
                </a:solidFill>
                <a:latin typeface="Arial"/>
                <a:ea typeface="Arial"/>
                <a:cs typeface="Arial"/>
              </a:defRPr>
            </a:lvl2pPr>
            <a:lvl3pPr algn="l">
              <a:defRPr sz="1950" b="0">
                <a:solidFill>
                  <a:srgbClr val="707C88"/>
                </a:solidFill>
                <a:latin typeface="Arial"/>
                <a:ea typeface="Arial"/>
                <a:cs typeface="Arial"/>
              </a:defRPr>
            </a:lvl3pPr>
            <a:lvl4pPr algn="l">
              <a:defRPr sz="1950" b="0">
                <a:solidFill>
                  <a:srgbClr val="707C88"/>
                </a:solidFill>
                <a:latin typeface="Arial"/>
                <a:ea typeface="Arial"/>
                <a:cs typeface="Arial"/>
              </a:defRPr>
            </a:lvl4pPr>
            <a:lvl5pPr algn="l">
              <a:defRPr sz="1950" b="0">
                <a:solidFill>
                  <a:srgbClr val="707C88"/>
                </a:solidFill>
                <a:latin typeface="Arial"/>
                <a:ea typeface="Arial"/>
                <a:cs typeface="Arial"/>
              </a:defRPr>
            </a:lvl5pPr>
            <a:lvl6pPr algn="l">
              <a:defRPr sz="1950" b="0">
                <a:solidFill>
                  <a:srgbClr val="707C88"/>
                </a:solidFill>
                <a:latin typeface="Arial"/>
                <a:ea typeface="Arial"/>
                <a:cs typeface="Arial"/>
              </a:defRPr>
            </a:lvl6pPr>
            <a:lvl7pPr algn="l">
              <a:defRPr sz="1950" b="0">
                <a:solidFill>
                  <a:srgbClr val="707C88"/>
                </a:solidFill>
                <a:latin typeface="Arial"/>
                <a:ea typeface="Arial"/>
                <a:cs typeface="Arial"/>
              </a:defRPr>
            </a:lvl7pPr>
            <a:lvl8pPr algn="l">
              <a:defRPr sz="1950" b="0">
                <a:solidFill>
                  <a:srgbClr val="707C88"/>
                </a:solidFill>
                <a:latin typeface="Arial"/>
                <a:ea typeface="Arial"/>
                <a:cs typeface="Arial"/>
              </a:defRPr>
            </a:lvl8pPr>
            <a:lvl9pPr algn="l">
              <a:defRPr sz="1950" b="0">
                <a:solidFill>
                  <a:srgbClr val="707C88"/>
                </a:solidFill>
                <a:latin typeface="Arial"/>
                <a:ea typeface="Arial"/>
                <a:cs typeface="Arial"/>
              </a:defRPr>
            </a:lvl9pPr>
          </a:lstStyle>
          <a:p xmlns:a="http://schemas.openxmlformats.org/drawingml/2006/main">
            <a:pPr algn="l">
              <a:defRPr sz="1950" b="0">
                <a:solidFill>
                  <a:srgbClr val="707C88"/>
                </a:solidFill>
                <a:latin typeface="Arial"/>
                <a:ea typeface="Arial"/>
                <a:cs typeface="Arial"/>
              </a:defRPr>
            </a:pPr>
            <a:r>
              <a:rPr sz="1950" b="0">
                <a:solidFill>
                  <a:srgbClr val="707C88"/>
                </a:solidFill>
                <a:latin typeface="Arial"/>
                <a:ea typeface="Arial"/>
                <a:cs typeface="Arial"/>
              </a:rPr>
              <a:t>Time spent preparing, searching and delivering</a:t>
            </a:r>
          </a:p>
        </p:txBody>
      </p:sp>
      <p:sp>
        <p:nvSpPr>
          <p:cNvPr id="37" name="!!evaluation.1.title">
            <a:extLst xmlns:a="http://schemas.openxmlformats.org/drawingml/2006/main">
              <a:ext uri="{FF2B5EF4-FFF2-40B4-BE49-F238E27FC236}">
                <a16:creationId xmlns:a16="http://schemas.microsoft.com/office/drawing/2014/main" id="{2E8A7213-3FCF-42D7-8BE4-F3F735C657F2}"/>
              </a:ext>
            </a:extLst>
          </p:cNvPr>
          <p:cNvSpPr>
            <a:spLocks xmlns:a="http://schemas.openxmlformats.org/drawingml/2006/main" noGrp="1"/>
          </p:cNvSpPr>
          <p:nvPr/>
        </p:nvSpPr>
        <p:spPr>
          <a:xfrm xmlns:a="http://schemas.openxmlformats.org/drawingml/2006/main">
            <a:off x="9496425" y="4781550"/>
            <a:ext cx="5095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05A9C"/>
                </a:solidFill>
                <a:latin typeface="Arial"/>
                <a:ea typeface="Arial"/>
                <a:cs typeface="Arial"/>
              </a:defRPr>
            </a:defPPr>
            <a:lvl1pPr algn="l">
              <a:defRPr sz="2175" b="1">
                <a:solidFill>
                  <a:srgbClr val="005A9C"/>
                </a:solidFill>
                <a:latin typeface="Arial"/>
                <a:ea typeface="Arial"/>
                <a:cs typeface="Arial"/>
              </a:defRPr>
            </a:lvl1pPr>
            <a:lvl2pPr algn="l">
              <a:defRPr sz="2175" b="1">
                <a:solidFill>
                  <a:srgbClr val="005A9C"/>
                </a:solidFill>
                <a:latin typeface="Arial"/>
                <a:ea typeface="Arial"/>
                <a:cs typeface="Arial"/>
              </a:defRPr>
            </a:lvl2pPr>
            <a:lvl3pPr algn="l">
              <a:defRPr sz="2175" b="1">
                <a:solidFill>
                  <a:srgbClr val="005A9C"/>
                </a:solidFill>
                <a:latin typeface="Arial"/>
                <a:ea typeface="Arial"/>
                <a:cs typeface="Arial"/>
              </a:defRPr>
            </a:lvl3pPr>
            <a:lvl4pPr algn="l">
              <a:defRPr sz="2175" b="1">
                <a:solidFill>
                  <a:srgbClr val="005A9C"/>
                </a:solidFill>
                <a:latin typeface="Arial"/>
                <a:ea typeface="Arial"/>
                <a:cs typeface="Arial"/>
              </a:defRPr>
            </a:lvl4pPr>
            <a:lvl5pPr algn="l">
              <a:defRPr sz="2175" b="1">
                <a:solidFill>
                  <a:srgbClr val="005A9C"/>
                </a:solidFill>
                <a:latin typeface="Arial"/>
                <a:ea typeface="Arial"/>
                <a:cs typeface="Arial"/>
              </a:defRPr>
            </a:lvl5pPr>
            <a:lvl6pPr algn="l">
              <a:defRPr sz="2175" b="1">
                <a:solidFill>
                  <a:srgbClr val="005A9C"/>
                </a:solidFill>
                <a:latin typeface="Arial"/>
                <a:ea typeface="Arial"/>
                <a:cs typeface="Arial"/>
              </a:defRPr>
            </a:lvl6pPr>
            <a:lvl7pPr algn="l">
              <a:defRPr sz="2175" b="1">
                <a:solidFill>
                  <a:srgbClr val="005A9C"/>
                </a:solidFill>
                <a:latin typeface="Arial"/>
                <a:ea typeface="Arial"/>
                <a:cs typeface="Arial"/>
              </a:defRPr>
            </a:lvl7pPr>
            <a:lvl8pPr algn="l">
              <a:defRPr sz="2175" b="1">
                <a:solidFill>
                  <a:srgbClr val="005A9C"/>
                </a:solidFill>
                <a:latin typeface="Arial"/>
                <a:ea typeface="Arial"/>
                <a:cs typeface="Arial"/>
              </a:defRPr>
            </a:lvl8pPr>
            <a:lvl9pPr algn="l">
              <a:defRPr sz="2175" b="1">
                <a:solidFill>
                  <a:srgbClr val="005A9C"/>
                </a:solidFill>
                <a:latin typeface="Arial"/>
                <a:ea typeface="Arial"/>
                <a:cs typeface="Arial"/>
              </a:defRPr>
            </a:lvl9pPr>
          </a:lstStyle>
          <a:p xmlns:a="http://schemas.openxmlformats.org/drawingml/2006/main">
            <a:pPr algn="l">
              <a:defRPr sz="2175" b="1">
                <a:solidFill>
                  <a:srgbClr val="005A9C"/>
                </a:solidFill>
                <a:latin typeface="Arial"/>
                <a:ea typeface="Arial"/>
                <a:cs typeface="Arial"/>
              </a:defRPr>
            </a:pPr>
            <a:r>
              <a:rPr sz="2175" b="1">
                <a:solidFill>
                  <a:srgbClr val="005A9C"/>
                </a:solidFill>
                <a:latin typeface="Arial"/>
                <a:ea typeface="Arial"/>
                <a:cs typeface="Arial"/>
              </a:rPr>
              <a:t>Output adoption</a:t>
            </a:r>
          </a:p>
        </p:txBody>
      </p:sp>
      <p:sp>
        <p:nvSpPr>
          <p:cNvPr id="38" name="!!evaluation.1.body">
            <a:extLst xmlns:a="http://schemas.openxmlformats.org/drawingml/2006/main">
              <a:ext uri="{FF2B5EF4-FFF2-40B4-BE49-F238E27FC236}">
                <a16:creationId xmlns:a16="http://schemas.microsoft.com/office/drawing/2014/main" id="{1FAFA454-7859-4ED8-9E94-73E48BB8D8F1}"/>
              </a:ext>
            </a:extLst>
          </p:cNvPr>
          <p:cNvSpPr>
            <a:spLocks xmlns:a="http://schemas.openxmlformats.org/drawingml/2006/main" noGrp="1"/>
          </p:cNvSpPr>
          <p:nvPr/>
        </p:nvSpPr>
        <p:spPr>
          <a:xfrm xmlns:a="http://schemas.openxmlformats.org/drawingml/2006/main">
            <a:off x="9496425" y="5238750"/>
            <a:ext cx="5095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707C88"/>
                </a:solidFill>
                <a:latin typeface="Arial"/>
                <a:ea typeface="Arial"/>
                <a:cs typeface="Arial"/>
              </a:defRPr>
            </a:defPPr>
            <a:lvl1pPr algn="l">
              <a:defRPr sz="1950" b="0">
                <a:solidFill>
                  <a:srgbClr val="707C88"/>
                </a:solidFill>
                <a:latin typeface="Arial"/>
                <a:ea typeface="Arial"/>
                <a:cs typeface="Arial"/>
              </a:defRPr>
            </a:lvl1pPr>
            <a:lvl2pPr algn="l">
              <a:defRPr sz="1950" b="0">
                <a:solidFill>
                  <a:srgbClr val="707C88"/>
                </a:solidFill>
                <a:latin typeface="Arial"/>
                <a:ea typeface="Arial"/>
                <a:cs typeface="Arial"/>
              </a:defRPr>
            </a:lvl2pPr>
            <a:lvl3pPr algn="l">
              <a:defRPr sz="1950" b="0">
                <a:solidFill>
                  <a:srgbClr val="707C88"/>
                </a:solidFill>
                <a:latin typeface="Arial"/>
                <a:ea typeface="Arial"/>
                <a:cs typeface="Arial"/>
              </a:defRPr>
            </a:lvl3pPr>
            <a:lvl4pPr algn="l">
              <a:defRPr sz="1950" b="0">
                <a:solidFill>
                  <a:srgbClr val="707C88"/>
                </a:solidFill>
                <a:latin typeface="Arial"/>
                <a:ea typeface="Arial"/>
                <a:cs typeface="Arial"/>
              </a:defRPr>
            </a:lvl4pPr>
            <a:lvl5pPr algn="l">
              <a:defRPr sz="1950" b="0">
                <a:solidFill>
                  <a:srgbClr val="707C88"/>
                </a:solidFill>
                <a:latin typeface="Arial"/>
                <a:ea typeface="Arial"/>
                <a:cs typeface="Arial"/>
              </a:defRPr>
            </a:lvl5pPr>
            <a:lvl6pPr algn="l">
              <a:defRPr sz="1950" b="0">
                <a:solidFill>
                  <a:srgbClr val="707C88"/>
                </a:solidFill>
                <a:latin typeface="Arial"/>
                <a:ea typeface="Arial"/>
                <a:cs typeface="Arial"/>
              </a:defRPr>
            </a:lvl6pPr>
            <a:lvl7pPr algn="l">
              <a:defRPr sz="1950" b="0">
                <a:solidFill>
                  <a:srgbClr val="707C88"/>
                </a:solidFill>
                <a:latin typeface="Arial"/>
                <a:ea typeface="Arial"/>
                <a:cs typeface="Arial"/>
              </a:defRPr>
            </a:lvl7pPr>
            <a:lvl8pPr algn="l">
              <a:defRPr sz="1950" b="0">
                <a:solidFill>
                  <a:srgbClr val="707C88"/>
                </a:solidFill>
                <a:latin typeface="Arial"/>
                <a:ea typeface="Arial"/>
                <a:cs typeface="Arial"/>
              </a:defRPr>
            </a:lvl8pPr>
            <a:lvl9pPr algn="l">
              <a:defRPr sz="1950" b="0">
                <a:solidFill>
                  <a:srgbClr val="707C88"/>
                </a:solidFill>
                <a:latin typeface="Arial"/>
                <a:ea typeface="Arial"/>
                <a:cs typeface="Arial"/>
              </a:defRPr>
            </a:lvl9pPr>
          </a:lstStyle>
          <a:p xmlns:a="http://schemas.openxmlformats.org/drawingml/2006/main">
            <a:pPr algn="l">
              <a:defRPr sz="1950" b="0">
                <a:solidFill>
                  <a:srgbClr val="707C88"/>
                </a:solidFill>
                <a:latin typeface="Arial"/>
                <a:ea typeface="Arial"/>
                <a:cs typeface="Arial"/>
              </a:defRPr>
            </a:pPr>
            <a:r>
              <a:rPr sz="1950" b="0">
                <a:solidFill>
                  <a:srgbClr val="707C88"/>
                </a:solidFill>
                <a:latin typeface="Arial"/>
                <a:ea typeface="Arial"/>
                <a:cs typeface="Arial"/>
              </a:rPr>
              <a:t>Whether teams use the analysis and materials</a:t>
            </a:r>
          </a:p>
        </p:txBody>
      </p:sp>
      <p:sp>
        <p:nvSpPr>
          <p:cNvPr id="39" name="!!evaluation.2.title">
            <a:extLst xmlns:a="http://schemas.openxmlformats.org/drawingml/2006/main">
              <a:ext uri="{FF2B5EF4-FFF2-40B4-BE49-F238E27FC236}">
                <a16:creationId xmlns:a16="http://schemas.microsoft.com/office/drawing/2014/main" id="{E6A48D5D-1A45-4C50-B110-ED0F01BA41BB}"/>
              </a:ext>
            </a:extLst>
          </p:cNvPr>
          <p:cNvSpPr>
            <a:spLocks xmlns:a="http://schemas.openxmlformats.org/drawingml/2006/main" noGrp="1"/>
          </p:cNvSpPr>
          <p:nvPr/>
        </p:nvSpPr>
        <p:spPr>
          <a:xfrm xmlns:a="http://schemas.openxmlformats.org/drawingml/2006/main">
            <a:off x="4057650" y="6038850"/>
            <a:ext cx="5095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05A9C"/>
                </a:solidFill>
                <a:latin typeface="Arial"/>
                <a:ea typeface="Arial"/>
                <a:cs typeface="Arial"/>
              </a:defRPr>
            </a:defPPr>
            <a:lvl1pPr algn="l">
              <a:defRPr sz="2175" b="1">
                <a:solidFill>
                  <a:srgbClr val="005A9C"/>
                </a:solidFill>
                <a:latin typeface="Arial"/>
                <a:ea typeface="Arial"/>
                <a:cs typeface="Arial"/>
              </a:defRPr>
            </a:lvl1pPr>
            <a:lvl2pPr algn="l">
              <a:defRPr sz="2175" b="1">
                <a:solidFill>
                  <a:srgbClr val="005A9C"/>
                </a:solidFill>
                <a:latin typeface="Arial"/>
                <a:ea typeface="Arial"/>
                <a:cs typeface="Arial"/>
              </a:defRPr>
            </a:lvl2pPr>
            <a:lvl3pPr algn="l">
              <a:defRPr sz="2175" b="1">
                <a:solidFill>
                  <a:srgbClr val="005A9C"/>
                </a:solidFill>
                <a:latin typeface="Arial"/>
                <a:ea typeface="Arial"/>
                <a:cs typeface="Arial"/>
              </a:defRPr>
            </a:lvl3pPr>
            <a:lvl4pPr algn="l">
              <a:defRPr sz="2175" b="1">
                <a:solidFill>
                  <a:srgbClr val="005A9C"/>
                </a:solidFill>
                <a:latin typeface="Arial"/>
                <a:ea typeface="Arial"/>
                <a:cs typeface="Arial"/>
              </a:defRPr>
            </a:lvl4pPr>
            <a:lvl5pPr algn="l">
              <a:defRPr sz="2175" b="1">
                <a:solidFill>
                  <a:srgbClr val="005A9C"/>
                </a:solidFill>
                <a:latin typeface="Arial"/>
                <a:ea typeface="Arial"/>
                <a:cs typeface="Arial"/>
              </a:defRPr>
            </a:lvl5pPr>
            <a:lvl6pPr algn="l">
              <a:defRPr sz="2175" b="1">
                <a:solidFill>
                  <a:srgbClr val="005A9C"/>
                </a:solidFill>
                <a:latin typeface="Arial"/>
                <a:ea typeface="Arial"/>
                <a:cs typeface="Arial"/>
              </a:defRPr>
            </a:lvl6pPr>
            <a:lvl7pPr algn="l">
              <a:defRPr sz="2175" b="1">
                <a:solidFill>
                  <a:srgbClr val="005A9C"/>
                </a:solidFill>
                <a:latin typeface="Arial"/>
                <a:ea typeface="Arial"/>
                <a:cs typeface="Arial"/>
              </a:defRPr>
            </a:lvl7pPr>
            <a:lvl8pPr algn="l">
              <a:defRPr sz="2175" b="1">
                <a:solidFill>
                  <a:srgbClr val="005A9C"/>
                </a:solidFill>
                <a:latin typeface="Arial"/>
                <a:ea typeface="Arial"/>
                <a:cs typeface="Arial"/>
              </a:defRPr>
            </a:lvl8pPr>
            <a:lvl9pPr algn="l">
              <a:defRPr sz="2175" b="1">
                <a:solidFill>
                  <a:srgbClr val="005A9C"/>
                </a:solidFill>
                <a:latin typeface="Arial"/>
                <a:ea typeface="Arial"/>
                <a:cs typeface="Arial"/>
              </a:defRPr>
            </a:lvl9pPr>
          </a:lstStyle>
          <a:p xmlns:a="http://schemas.openxmlformats.org/drawingml/2006/main">
            <a:pPr algn="l">
              <a:defRPr sz="2175" b="1">
                <a:solidFill>
                  <a:srgbClr val="005A9C"/>
                </a:solidFill>
                <a:latin typeface="Arial"/>
                <a:ea typeface="Arial"/>
                <a:cs typeface="Arial"/>
              </a:defRPr>
            </a:pPr>
            <a:r>
              <a:rPr sz="2175" b="1">
                <a:solidFill>
                  <a:srgbClr val="005A9C"/>
                </a:solidFill>
                <a:latin typeface="Arial"/>
                <a:ea typeface="Arial"/>
                <a:cs typeface="Arial"/>
              </a:rPr>
              <a:t>Rework</a:t>
            </a:r>
          </a:p>
        </p:txBody>
      </p:sp>
      <p:sp>
        <p:nvSpPr>
          <p:cNvPr id="40" name="!!evaluation.2.body">
            <a:extLst xmlns:a="http://schemas.openxmlformats.org/drawingml/2006/main">
              <a:ext uri="{FF2B5EF4-FFF2-40B4-BE49-F238E27FC236}">
                <a16:creationId xmlns:a16="http://schemas.microsoft.com/office/drawing/2014/main" id="{9070DDE3-07CF-4493-8CE7-619C80DF8B2A}"/>
              </a:ext>
            </a:extLst>
          </p:cNvPr>
          <p:cNvSpPr>
            <a:spLocks xmlns:a="http://schemas.openxmlformats.org/drawingml/2006/main" noGrp="1"/>
          </p:cNvSpPr>
          <p:nvPr/>
        </p:nvSpPr>
        <p:spPr>
          <a:xfrm xmlns:a="http://schemas.openxmlformats.org/drawingml/2006/main">
            <a:off x="4057650" y="6496050"/>
            <a:ext cx="5095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707C88"/>
                </a:solidFill>
                <a:latin typeface="Arial"/>
                <a:ea typeface="Arial"/>
                <a:cs typeface="Arial"/>
              </a:defRPr>
            </a:defPPr>
            <a:lvl1pPr algn="l">
              <a:defRPr sz="1950" b="0">
                <a:solidFill>
                  <a:srgbClr val="707C88"/>
                </a:solidFill>
                <a:latin typeface="Arial"/>
                <a:ea typeface="Arial"/>
                <a:cs typeface="Arial"/>
              </a:defRPr>
            </a:lvl1pPr>
            <a:lvl2pPr algn="l">
              <a:defRPr sz="1950" b="0">
                <a:solidFill>
                  <a:srgbClr val="707C88"/>
                </a:solidFill>
                <a:latin typeface="Arial"/>
                <a:ea typeface="Arial"/>
                <a:cs typeface="Arial"/>
              </a:defRPr>
            </a:lvl2pPr>
            <a:lvl3pPr algn="l">
              <a:defRPr sz="1950" b="0">
                <a:solidFill>
                  <a:srgbClr val="707C88"/>
                </a:solidFill>
                <a:latin typeface="Arial"/>
                <a:ea typeface="Arial"/>
                <a:cs typeface="Arial"/>
              </a:defRPr>
            </a:lvl3pPr>
            <a:lvl4pPr algn="l">
              <a:defRPr sz="1950" b="0">
                <a:solidFill>
                  <a:srgbClr val="707C88"/>
                </a:solidFill>
                <a:latin typeface="Arial"/>
                <a:ea typeface="Arial"/>
                <a:cs typeface="Arial"/>
              </a:defRPr>
            </a:lvl4pPr>
            <a:lvl5pPr algn="l">
              <a:defRPr sz="1950" b="0">
                <a:solidFill>
                  <a:srgbClr val="707C88"/>
                </a:solidFill>
                <a:latin typeface="Arial"/>
                <a:ea typeface="Arial"/>
                <a:cs typeface="Arial"/>
              </a:defRPr>
            </a:lvl5pPr>
            <a:lvl6pPr algn="l">
              <a:defRPr sz="1950" b="0">
                <a:solidFill>
                  <a:srgbClr val="707C88"/>
                </a:solidFill>
                <a:latin typeface="Arial"/>
                <a:ea typeface="Arial"/>
                <a:cs typeface="Arial"/>
              </a:defRPr>
            </a:lvl6pPr>
            <a:lvl7pPr algn="l">
              <a:defRPr sz="1950" b="0">
                <a:solidFill>
                  <a:srgbClr val="707C88"/>
                </a:solidFill>
                <a:latin typeface="Arial"/>
                <a:ea typeface="Arial"/>
                <a:cs typeface="Arial"/>
              </a:defRPr>
            </a:lvl7pPr>
            <a:lvl8pPr algn="l">
              <a:defRPr sz="1950" b="0">
                <a:solidFill>
                  <a:srgbClr val="707C88"/>
                </a:solidFill>
                <a:latin typeface="Arial"/>
                <a:ea typeface="Arial"/>
                <a:cs typeface="Arial"/>
              </a:defRPr>
            </a:lvl8pPr>
            <a:lvl9pPr algn="l">
              <a:defRPr sz="1950" b="0">
                <a:solidFill>
                  <a:srgbClr val="707C88"/>
                </a:solidFill>
                <a:latin typeface="Arial"/>
                <a:ea typeface="Arial"/>
                <a:cs typeface="Arial"/>
              </a:defRPr>
            </a:lvl9pPr>
          </a:lstStyle>
          <a:p xmlns:a="http://schemas.openxmlformats.org/drawingml/2006/main">
            <a:pPr algn="l">
              <a:defRPr sz="1950" b="0">
                <a:solidFill>
                  <a:srgbClr val="707C88"/>
                </a:solidFill>
                <a:latin typeface="Arial"/>
                <a:ea typeface="Arial"/>
                <a:cs typeface="Arial"/>
              </a:defRPr>
            </a:pPr>
            <a:r>
              <a:rPr sz="1950" b="0">
                <a:solidFill>
                  <a:srgbClr val="707C88"/>
                </a:solidFill>
                <a:latin typeface="Arial"/>
                <a:ea typeface="Arial"/>
                <a:cs typeface="Arial"/>
              </a:rPr>
              <a:t>Revision rounds and repeated checks</a:t>
            </a:r>
          </a:p>
        </p:txBody>
      </p:sp>
      <p:sp>
        <p:nvSpPr>
          <p:cNvPr id="41" name="!!evaluation.3.title">
            <a:extLst xmlns:a="http://schemas.openxmlformats.org/drawingml/2006/main">
              <a:ext uri="{FF2B5EF4-FFF2-40B4-BE49-F238E27FC236}">
                <a16:creationId xmlns:a16="http://schemas.microsoft.com/office/drawing/2014/main" id="{6A250790-881E-439C-8DBE-00299794CC69}"/>
              </a:ext>
            </a:extLst>
          </p:cNvPr>
          <p:cNvSpPr>
            <a:spLocks xmlns:a="http://schemas.openxmlformats.org/drawingml/2006/main" noGrp="1"/>
          </p:cNvSpPr>
          <p:nvPr/>
        </p:nvSpPr>
        <p:spPr>
          <a:xfrm xmlns:a="http://schemas.openxmlformats.org/drawingml/2006/main">
            <a:off x="9496425" y="6038850"/>
            <a:ext cx="5095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05A9C"/>
                </a:solidFill>
                <a:latin typeface="Arial"/>
                <a:ea typeface="Arial"/>
                <a:cs typeface="Arial"/>
              </a:defRPr>
            </a:defPPr>
            <a:lvl1pPr algn="l">
              <a:defRPr sz="2175" b="1">
                <a:solidFill>
                  <a:srgbClr val="005A9C"/>
                </a:solidFill>
                <a:latin typeface="Arial"/>
                <a:ea typeface="Arial"/>
                <a:cs typeface="Arial"/>
              </a:defRPr>
            </a:lvl1pPr>
            <a:lvl2pPr algn="l">
              <a:defRPr sz="2175" b="1">
                <a:solidFill>
                  <a:srgbClr val="005A9C"/>
                </a:solidFill>
                <a:latin typeface="Arial"/>
                <a:ea typeface="Arial"/>
                <a:cs typeface="Arial"/>
              </a:defRPr>
            </a:lvl2pPr>
            <a:lvl3pPr algn="l">
              <a:defRPr sz="2175" b="1">
                <a:solidFill>
                  <a:srgbClr val="005A9C"/>
                </a:solidFill>
                <a:latin typeface="Arial"/>
                <a:ea typeface="Arial"/>
                <a:cs typeface="Arial"/>
              </a:defRPr>
            </a:lvl3pPr>
            <a:lvl4pPr algn="l">
              <a:defRPr sz="2175" b="1">
                <a:solidFill>
                  <a:srgbClr val="005A9C"/>
                </a:solidFill>
                <a:latin typeface="Arial"/>
                <a:ea typeface="Arial"/>
                <a:cs typeface="Arial"/>
              </a:defRPr>
            </a:lvl4pPr>
            <a:lvl5pPr algn="l">
              <a:defRPr sz="2175" b="1">
                <a:solidFill>
                  <a:srgbClr val="005A9C"/>
                </a:solidFill>
                <a:latin typeface="Arial"/>
                <a:ea typeface="Arial"/>
                <a:cs typeface="Arial"/>
              </a:defRPr>
            </a:lvl5pPr>
            <a:lvl6pPr algn="l">
              <a:defRPr sz="2175" b="1">
                <a:solidFill>
                  <a:srgbClr val="005A9C"/>
                </a:solidFill>
                <a:latin typeface="Arial"/>
                <a:ea typeface="Arial"/>
                <a:cs typeface="Arial"/>
              </a:defRPr>
            </a:lvl6pPr>
            <a:lvl7pPr algn="l">
              <a:defRPr sz="2175" b="1">
                <a:solidFill>
                  <a:srgbClr val="005A9C"/>
                </a:solidFill>
                <a:latin typeface="Arial"/>
                <a:ea typeface="Arial"/>
                <a:cs typeface="Arial"/>
              </a:defRPr>
            </a:lvl7pPr>
            <a:lvl8pPr algn="l">
              <a:defRPr sz="2175" b="1">
                <a:solidFill>
                  <a:srgbClr val="005A9C"/>
                </a:solidFill>
                <a:latin typeface="Arial"/>
                <a:ea typeface="Arial"/>
                <a:cs typeface="Arial"/>
              </a:defRPr>
            </a:lvl8pPr>
            <a:lvl9pPr algn="l">
              <a:defRPr sz="2175" b="1">
                <a:solidFill>
                  <a:srgbClr val="005A9C"/>
                </a:solidFill>
                <a:latin typeface="Arial"/>
                <a:ea typeface="Arial"/>
                <a:cs typeface="Arial"/>
              </a:defRPr>
            </a:lvl9pPr>
          </a:lstStyle>
          <a:p xmlns:a="http://schemas.openxmlformats.org/drawingml/2006/main">
            <a:pPr algn="l">
              <a:defRPr sz="2175" b="1">
                <a:solidFill>
                  <a:srgbClr val="005A9C"/>
                </a:solidFill>
                <a:latin typeface="Arial"/>
                <a:ea typeface="Arial"/>
                <a:cs typeface="Arial"/>
              </a:defRPr>
            </a:pPr>
            <a:r>
              <a:rPr sz="2175" b="1">
                <a:solidFill>
                  <a:srgbClr val="005A9C"/>
                </a:solidFill>
                <a:latin typeface="Arial"/>
                <a:ea typeface="Arial"/>
                <a:cs typeface="Arial"/>
              </a:rPr>
              <a:t>Usage frequency</a:t>
            </a:r>
          </a:p>
        </p:txBody>
      </p:sp>
      <p:sp>
        <p:nvSpPr>
          <p:cNvPr id="42" name="!!evaluation.3.body">
            <a:extLst xmlns:a="http://schemas.openxmlformats.org/drawingml/2006/main">
              <a:ext uri="{FF2B5EF4-FFF2-40B4-BE49-F238E27FC236}">
                <a16:creationId xmlns:a16="http://schemas.microsoft.com/office/drawing/2014/main" id="{ACDD1512-CDBE-4185-9B64-F3AA47DA8A48}"/>
              </a:ext>
            </a:extLst>
          </p:cNvPr>
          <p:cNvSpPr>
            <a:spLocks xmlns:a="http://schemas.openxmlformats.org/drawingml/2006/main" noGrp="1"/>
          </p:cNvSpPr>
          <p:nvPr/>
        </p:nvSpPr>
        <p:spPr>
          <a:xfrm xmlns:a="http://schemas.openxmlformats.org/drawingml/2006/main">
            <a:off x="9496425" y="6496050"/>
            <a:ext cx="5095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38" b="0">
                <a:solidFill>
                  <a:srgbClr val="707C88"/>
                </a:solidFill>
                <a:latin typeface="Arial"/>
                <a:ea typeface="Arial"/>
                <a:cs typeface="Arial"/>
              </a:defRPr>
            </a:defPPr>
            <a:lvl1pPr algn="l">
              <a:defRPr sz="1838" b="0">
                <a:solidFill>
                  <a:srgbClr val="707C88"/>
                </a:solidFill>
                <a:latin typeface="Arial"/>
                <a:ea typeface="Arial"/>
                <a:cs typeface="Arial"/>
              </a:defRPr>
            </a:lvl1pPr>
            <a:lvl2pPr algn="l">
              <a:defRPr sz="1838" b="0">
                <a:solidFill>
                  <a:srgbClr val="707C88"/>
                </a:solidFill>
                <a:latin typeface="Arial"/>
                <a:ea typeface="Arial"/>
                <a:cs typeface="Arial"/>
              </a:defRPr>
            </a:lvl2pPr>
            <a:lvl3pPr algn="l">
              <a:defRPr sz="1838" b="0">
                <a:solidFill>
                  <a:srgbClr val="707C88"/>
                </a:solidFill>
                <a:latin typeface="Arial"/>
                <a:ea typeface="Arial"/>
                <a:cs typeface="Arial"/>
              </a:defRPr>
            </a:lvl3pPr>
            <a:lvl4pPr algn="l">
              <a:defRPr sz="1838" b="0">
                <a:solidFill>
                  <a:srgbClr val="707C88"/>
                </a:solidFill>
                <a:latin typeface="Arial"/>
                <a:ea typeface="Arial"/>
                <a:cs typeface="Arial"/>
              </a:defRPr>
            </a:lvl4pPr>
            <a:lvl5pPr algn="l">
              <a:defRPr sz="1838" b="0">
                <a:solidFill>
                  <a:srgbClr val="707C88"/>
                </a:solidFill>
                <a:latin typeface="Arial"/>
                <a:ea typeface="Arial"/>
                <a:cs typeface="Arial"/>
              </a:defRPr>
            </a:lvl5pPr>
            <a:lvl6pPr algn="l">
              <a:defRPr sz="1838" b="0">
                <a:solidFill>
                  <a:srgbClr val="707C88"/>
                </a:solidFill>
                <a:latin typeface="Arial"/>
                <a:ea typeface="Arial"/>
                <a:cs typeface="Arial"/>
              </a:defRPr>
            </a:lvl6pPr>
            <a:lvl7pPr algn="l">
              <a:defRPr sz="1838" b="0">
                <a:solidFill>
                  <a:srgbClr val="707C88"/>
                </a:solidFill>
                <a:latin typeface="Arial"/>
                <a:ea typeface="Arial"/>
                <a:cs typeface="Arial"/>
              </a:defRPr>
            </a:lvl7pPr>
            <a:lvl8pPr algn="l">
              <a:defRPr sz="1838" b="0">
                <a:solidFill>
                  <a:srgbClr val="707C88"/>
                </a:solidFill>
                <a:latin typeface="Arial"/>
                <a:ea typeface="Arial"/>
                <a:cs typeface="Arial"/>
              </a:defRPr>
            </a:lvl8pPr>
            <a:lvl9pPr algn="l">
              <a:defRPr sz="1838" b="0">
                <a:solidFill>
                  <a:srgbClr val="707C88"/>
                </a:solidFill>
                <a:latin typeface="Arial"/>
                <a:ea typeface="Arial"/>
                <a:cs typeface="Arial"/>
              </a:defRPr>
            </a:lvl9pPr>
          </a:lstStyle>
          <a:p xmlns:a="http://schemas.openxmlformats.org/drawingml/2006/main">
            <a:pPr algn="l">
              <a:defRPr sz="1838" b="0">
                <a:solidFill>
                  <a:srgbClr val="707C88"/>
                </a:solidFill>
                <a:latin typeface="Arial"/>
                <a:ea typeface="Arial"/>
                <a:cs typeface="Arial"/>
              </a:defRPr>
            </a:pPr>
            <a:r>
              <a:rPr sz="1838" b="0">
                <a:solidFill>
                  <a:srgbClr val="707C88"/>
                </a:solidFill>
                <a:latin typeface="Arial"/>
                <a:ea typeface="Arial"/>
                <a:cs typeface="Arial"/>
              </a:rPr>
              <a:t>Whether employees continue to use the application</a:t>
            </a:r>
          </a:p>
        </p:txBody>
      </p:sp>
    </p:spTree>
    <p:extLst>
      <p:ext uri="{BB962C8B-B14F-4D97-AF65-F5344CB8AC3E}">
        <p14:creationId xmlns:p14="http://schemas.microsoft.com/office/powerpoint/2010/main" val="498959668"/>
      </p:ext>
    </p:extLst>
  </p:cSld>
  <mc:AlternateContent xmlns:mc="http://schemas.openxmlformats.org/markup-compatibility/2006">
    <mc:Choice xmlns:p159="http://schemas.microsoft.com/office/powerpoint/2015/09/main" Requires="p159">
      <p:transition xmlns:p14="http://schemas.microsoft.com/office/powerpoint/2010/main" spd="med" advClick="1" p14:dur="700">
        <p159:morph option="byObject"/>
      </p:transition>
    </mc:Choice>
    <mc:Fallback>
      <p:transition spd="fast" advClick="1">
        <p:fade/>
      </p:transition>
    </mc:Fallback>
  </mc:AlternateContent>
</p:sld>
</file>

<file path=ppt/theme/theme1.xml><?xml version="1.0" encoding="utf-8"?>
<a:theme xmlns:a="http://schemas.openxmlformats.org/drawingml/2006/main" name="ChatGPT">
  <a:themeElements>
    <a:clrScheme name="Business workflow">
      <a:dk1>
        <a:srgbClr val="20262C"/>
      </a:dk1>
      <a:lt1>
        <a:srgbClr val="FFFFFF"/>
      </a:lt1>
      <a:dk2>
        <a:srgbClr val="005A9C"/>
      </a:dk2>
      <a:lt2>
        <a:srgbClr val="D9EAF7"/>
      </a:lt2>
      <a:accent1>
        <a:srgbClr val="005A9C"/>
      </a:accent1>
      <a:accent2>
        <a:srgbClr val="317F7B"/>
      </a:accent2>
      <a:accent3>
        <a:srgbClr val="7363A6"/>
      </a:accent3>
      <a:accent4>
        <a:srgbClr val="967335"/>
      </a:accent4>
      <a:accent5>
        <a:srgbClr val="AD5247"/>
      </a:accent5>
      <a:accent6>
        <a:srgbClr val="707C88"/>
      </a:accent6>
      <a:hlink>
        <a:srgbClr val="005A9C"/>
      </a:hlink>
      <a:folHlink>
        <a:srgbClr val="7363A6"/>
      </a:folHlink>
    </a:clrScheme>
    <a:fontScheme name="">
      <a:majorFont>
        <a:latin typeface="Arial"/>
        <a:ea typeface="Arial"/>
        <a:cs typeface="Arial"/>
      </a:majorFont>
      <a:minorFont>
        <a:latin typeface="Arial"/>
        <a:ea typeface="Arial"/>
        <a:cs typeface="Arial"/>
      </a:minorFont>
    </a:fontScheme>
    <a:fmtScheme name="Business workflow">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2026-10-25T18:18:02.1310000Z</dcterms:created>
  <dcterms:modified xsi:type="dcterms:W3CDTF">2026-10-25T18:18:02.1310000Z</dcterms:modified>
</coreProperties>
</file>